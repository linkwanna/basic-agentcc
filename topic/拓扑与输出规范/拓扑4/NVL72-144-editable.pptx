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x="21945600" cy="12801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文本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12" name="正文级别 1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文本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21" name="正文级别 1…"/>
          <p:cNvSpPr txBox="1"/>
          <p:nvPr>
            <p:ph type="body" sz="quarter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标题文本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标题文本</a:t>
            </a:r>
          </a:p>
        </p:txBody>
      </p:sp>
      <p:sp>
        <p:nvSpPr>
          <p:cNvPr id="30" name="正文级别 1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3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标题文本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39" name="正文级别 1…"/>
          <p:cNvSpPr txBox="1"/>
          <p:nvPr>
            <p:ph type="body" sz="quarter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0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标题文本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48" name="正文级别 1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标题文本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58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标题文本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标题文本</a:t>
            </a:r>
          </a:p>
        </p:txBody>
      </p:sp>
      <p:sp>
        <p:nvSpPr>
          <p:cNvPr id="73" name="正文级别 1…"/>
          <p:cNvSpPr txBox="1"/>
          <p:nvPr>
            <p:ph type="body" sz="quarter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标题文本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标题文本</a:t>
            </a:r>
          </a:p>
        </p:txBody>
      </p:sp>
      <p:sp>
        <p:nvSpPr>
          <p:cNvPr id="83" name="Picture Placeholder 2"/>
          <p:cNvSpPr/>
          <p:nvPr>
            <p:ph type="pic" sz="quarter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正文级别 1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8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/>
          <p:nvPr>
            <p:ph type="title"/>
          </p:nvPr>
        </p:nvSpPr>
        <p:spPr>
          <a:xfrm>
            <a:off x="1097280" y="171873"/>
            <a:ext cx="19751040" cy="2815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标题文本</a:t>
            </a:r>
          </a:p>
        </p:txBody>
      </p:sp>
      <p:sp>
        <p:nvSpPr>
          <p:cNvPr id="3" name="正文级别 1…"/>
          <p:cNvSpPr txBox="1"/>
          <p:nvPr>
            <p:ph type="body" idx="1"/>
          </p:nvPr>
        </p:nvSpPr>
        <p:spPr>
          <a:xfrm>
            <a:off x="1097280" y="2987040"/>
            <a:ext cx="19751040" cy="98145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幻灯片编号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1"/>
          <p:cNvSpPr txBox="1"/>
          <p:nvPr/>
        </p:nvSpPr>
        <p:spPr>
          <a:xfrm>
            <a:off x="548639" y="228599"/>
            <a:ext cx="8294118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8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GB200 NVL72: 144 GPUs / 2 racks / 4 compute rails</a:t>
            </a:r>
          </a:p>
        </p:txBody>
      </p:sp>
      <p:sp>
        <p:nvSpPr>
          <p:cNvPr id="95" name="TextBox 2"/>
          <p:cNvSpPr txBox="1"/>
          <p:nvPr/>
        </p:nvSpPr>
        <p:spPr>
          <a:xfrm>
            <a:off x="548639" y="868680"/>
            <a:ext cx="8652496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Rack-local NVLink domains and inter-rack NDR400 compute fabric are separate networks.</a:t>
            </a:r>
          </a:p>
        </p:txBody>
      </p:sp>
      <p:sp>
        <p:nvSpPr>
          <p:cNvPr id="96" name="Rectangle 3"/>
          <p:cNvSpPr/>
          <p:nvPr/>
        </p:nvSpPr>
        <p:spPr>
          <a:xfrm>
            <a:off x="457199" y="4251959"/>
            <a:ext cx="5166362" cy="1920241"/>
          </a:xfrm>
          <a:prstGeom prst="rect">
            <a:avLst/>
          </a:prstGeom>
          <a:solidFill>
            <a:srgbClr val="FFFFFF"/>
          </a:solidFill>
          <a:ln w="18288">
            <a:solidFill>
              <a:srgbClr val="E58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7" name="Connector 4"/>
          <p:cNvSpPr/>
          <p:nvPr/>
        </p:nvSpPr>
        <p:spPr>
          <a:xfrm flipH="1" flipV="1">
            <a:off x="777240" y="2331720"/>
            <a:ext cx="219457" cy="2468881"/>
          </a:xfrm>
          <a:prstGeom prst="line">
            <a:avLst/>
          </a:prstGeom>
          <a:ln w="10972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" name="Connector 5"/>
          <p:cNvSpPr/>
          <p:nvPr/>
        </p:nvSpPr>
        <p:spPr>
          <a:xfrm flipV="1">
            <a:off x="1152144" y="2331720"/>
            <a:ext cx="1938529" cy="2468881"/>
          </a:xfrm>
          <a:prstGeom prst="line">
            <a:avLst/>
          </a:prstGeom>
          <a:ln w="10972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" name="Connector 6"/>
          <p:cNvSpPr/>
          <p:nvPr/>
        </p:nvSpPr>
        <p:spPr>
          <a:xfrm flipV="1">
            <a:off x="1307592" y="2331720"/>
            <a:ext cx="4096513" cy="2468881"/>
          </a:xfrm>
          <a:prstGeom prst="line">
            <a:avLst/>
          </a:prstGeom>
          <a:ln w="10972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" name="Connector 7"/>
          <p:cNvSpPr/>
          <p:nvPr/>
        </p:nvSpPr>
        <p:spPr>
          <a:xfrm flipV="1">
            <a:off x="1463039" y="2331720"/>
            <a:ext cx="6254497" cy="2468881"/>
          </a:xfrm>
          <a:prstGeom prst="line">
            <a:avLst/>
          </a:prstGeom>
          <a:ln w="10972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" name="Connector 8"/>
          <p:cNvSpPr/>
          <p:nvPr/>
        </p:nvSpPr>
        <p:spPr>
          <a:xfrm flipV="1">
            <a:off x="1618487" y="2331720"/>
            <a:ext cx="8412482" cy="2468881"/>
          </a:xfrm>
          <a:prstGeom prst="line">
            <a:avLst/>
          </a:prstGeom>
          <a:ln w="10972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" name="Connector 9"/>
          <p:cNvSpPr/>
          <p:nvPr/>
        </p:nvSpPr>
        <p:spPr>
          <a:xfrm flipV="1">
            <a:off x="1773935" y="2331720"/>
            <a:ext cx="10570466" cy="2468881"/>
          </a:xfrm>
          <a:prstGeom prst="line">
            <a:avLst/>
          </a:prstGeom>
          <a:ln w="10972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" name="Connector 10"/>
          <p:cNvSpPr/>
          <p:nvPr/>
        </p:nvSpPr>
        <p:spPr>
          <a:xfrm flipV="1">
            <a:off x="1929384" y="2331720"/>
            <a:ext cx="12728449" cy="2468881"/>
          </a:xfrm>
          <a:prstGeom prst="line">
            <a:avLst/>
          </a:prstGeom>
          <a:ln w="10972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" name="Connector 11"/>
          <p:cNvSpPr/>
          <p:nvPr/>
        </p:nvSpPr>
        <p:spPr>
          <a:xfrm flipV="1">
            <a:off x="2084830" y="2331720"/>
            <a:ext cx="14886434" cy="2468881"/>
          </a:xfrm>
          <a:prstGeom prst="line">
            <a:avLst/>
          </a:prstGeom>
          <a:ln w="10972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" name="Connector 12"/>
          <p:cNvSpPr/>
          <p:nvPr/>
        </p:nvSpPr>
        <p:spPr>
          <a:xfrm flipV="1">
            <a:off x="2240280" y="2331720"/>
            <a:ext cx="17044415" cy="2468881"/>
          </a:xfrm>
          <a:prstGeom prst="line">
            <a:avLst/>
          </a:prstGeom>
          <a:ln w="10972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" name="Connector 13"/>
          <p:cNvSpPr/>
          <p:nvPr/>
        </p:nvSpPr>
        <p:spPr>
          <a:xfrm flipH="1" flipV="1">
            <a:off x="960119" y="2331720"/>
            <a:ext cx="2459737" cy="2468881"/>
          </a:xfrm>
          <a:prstGeom prst="line">
            <a:avLst/>
          </a:prstGeom>
          <a:ln w="10972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" name="Connector 14"/>
          <p:cNvSpPr/>
          <p:nvPr/>
        </p:nvSpPr>
        <p:spPr>
          <a:xfrm flipH="1" flipV="1">
            <a:off x="3273552" y="2331720"/>
            <a:ext cx="301753" cy="2468881"/>
          </a:xfrm>
          <a:prstGeom prst="line">
            <a:avLst/>
          </a:prstGeom>
          <a:ln w="10972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" name="Connector 15"/>
          <p:cNvSpPr/>
          <p:nvPr/>
        </p:nvSpPr>
        <p:spPr>
          <a:xfrm flipV="1">
            <a:off x="3730752" y="2331720"/>
            <a:ext cx="1856233" cy="2468881"/>
          </a:xfrm>
          <a:prstGeom prst="line">
            <a:avLst/>
          </a:prstGeom>
          <a:ln w="10972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" name="Connector 16"/>
          <p:cNvSpPr/>
          <p:nvPr/>
        </p:nvSpPr>
        <p:spPr>
          <a:xfrm flipV="1">
            <a:off x="3886199" y="2331720"/>
            <a:ext cx="4014217" cy="2468881"/>
          </a:xfrm>
          <a:prstGeom prst="line">
            <a:avLst/>
          </a:prstGeom>
          <a:ln w="10972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0" name="Connector 17"/>
          <p:cNvSpPr/>
          <p:nvPr/>
        </p:nvSpPr>
        <p:spPr>
          <a:xfrm flipV="1">
            <a:off x="4041647" y="2331720"/>
            <a:ext cx="6172201" cy="2468881"/>
          </a:xfrm>
          <a:prstGeom prst="line">
            <a:avLst/>
          </a:prstGeom>
          <a:ln w="10972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1" name="Connector 18"/>
          <p:cNvSpPr/>
          <p:nvPr/>
        </p:nvSpPr>
        <p:spPr>
          <a:xfrm flipV="1">
            <a:off x="4197096" y="2331720"/>
            <a:ext cx="8330185" cy="2468881"/>
          </a:xfrm>
          <a:prstGeom prst="line">
            <a:avLst/>
          </a:prstGeom>
          <a:ln w="10972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" name="Connector 19"/>
          <p:cNvSpPr/>
          <p:nvPr/>
        </p:nvSpPr>
        <p:spPr>
          <a:xfrm flipV="1">
            <a:off x="4352543" y="2331720"/>
            <a:ext cx="10488169" cy="2468881"/>
          </a:xfrm>
          <a:prstGeom prst="line">
            <a:avLst/>
          </a:prstGeom>
          <a:ln w="10972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" name="Connector 20"/>
          <p:cNvSpPr/>
          <p:nvPr/>
        </p:nvSpPr>
        <p:spPr>
          <a:xfrm flipV="1">
            <a:off x="4507991" y="2331720"/>
            <a:ext cx="12646154" cy="2468881"/>
          </a:xfrm>
          <a:prstGeom prst="line">
            <a:avLst/>
          </a:prstGeom>
          <a:ln w="10972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" name="Connector 21"/>
          <p:cNvSpPr/>
          <p:nvPr/>
        </p:nvSpPr>
        <p:spPr>
          <a:xfrm flipV="1">
            <a:off x="4663440" y="2331720"/>
            <a:ext cx="14804138" cy="2468881"/>
          </a:xfrm>
          <a:prstGeom prst="line">
            <a:avLst/>
          </a:prstGeom>
          <a:ln w="10972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" name="Rectangle 22"/>
          <p:cNvSpPr/>
          <p:nvPr/>
        </p:nvSpPr>
        <p:spPr>
          <a:xfrm>
            <a:off x="5806440" y="4251959"/>
            <a:ext cx="5166361" cy="1920241"/>
          </a:xfrm>
          <a:prstGeom prst="rect">
            <a:avLst/>
          </a:prstGeom>
          <a:solidFill>
            <a:srgbClr val="FFFFFF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6" name="Connector 23"/>
          <p:cNvSpPr/>
          <p:nvPr/>
        </p:nvSpPr>
        <p:spPr>
          <a:xfrm flipH="1" flipV="1">
            <a:off x="1142999" y="2331720"/>
            <a:ext cx="5202937" cy="2468881"/>
          </a:xfrm>
          <a:prstGeom prst="line">
            <a:avLst/>
          </a:prstGeom>
          <a:ln w="10972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" name="Connector 24"/>
          <p:cNvSpPr/>
          <p:nvPr/>
        </p:nvSpPr>
        <p:spPr>
          <a:xfrm flipH="1" flipV="1">
            <a:off x="3456431" y="2331720"/>
            <a:ext cx="3044954" cy="2468881"/>
          </a:xfrm>
          <a:prstGeom prst="line">
            <a:avLst/>
          </a:prstGeom>
          <a:ln w="10972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" name="Connector 25"/>
          <p:cNvSpPr/>
          <p:nvPr/>
        </p:nvSpPr>
        <p:spPr>
          <a:xfrm flipH="1" flipV="1">
            <a:off x="5769865" y="2331720"/>
            <a:ext cx="886968" cy="2468881"/>
          </a:xfrm>
          <a:prstGeom prst="line">
            <a:avLst/>
          </a:prstGeom>
          <a:ln w="10972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" name="Connector 26"/>
          <p:cNvSpPr/>
          <p:nvPr/>
        </p:nvSpPr>
        <p:spPr>
          <a:xfrm flipV="1">
            <a:off x="6812280" y="2331720"/>
            <a:ext cx="1271017" cy="2468881"/>
          </a:xfrm>
          <a:prstGeom prst="line">
            <a:avLst/>
          </a:prstGeom>
          <a:ln w="10972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" name="Connector 27"/>
          <p:cNvSpPr/>
          <p:nvPr/>
        </p:nvSpPr>
        <p:spPr>
          <a:xfrm flipV="1">
            <a:off x="6967728" y="2331720"/>
            <a:ext cx="3429001" cy="2468881"/>
          </a:xfrm>
          <a:prstGeom prst="line">
            <a:avLst/>
          </a:prstGeom>
          <a:ln w="10972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" name="Connector 28"/>
          <p:cNvSpPr/>
          <p:nvPr/>
        </p:nvSpPr>
        <p:spPr>
          <a:xfrm flipV="1">
            <a:off x="7123175" y="2331720"/>
            <a:ext cx="5586986" cy="2468881"/>
          </a:xfrm>
          <a:prstGeom prst="line">
            <a:avLst/>
          </a:prstGeom>
          <a:ln w="10972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" name="Connector 29"/>
          <p:cNvSpPr/>
          <p:nvPr/>
        </p:nvSpPr>
        <p:spPr>
          <a:xfrm flipV="1">
            <a:off x="7278623" y="2331720"/>
            <a:ext cx="7744969" cy="2468881"/>
          </a:xfrm>
          <a:prstGeom prst="line">
            <a:avLst/>
          </a:prstGeom>
          <a:ln w="10972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" name="Connector 30"/>
          <p:cNvSpPr/>
          <p:nvPr/>
        </p:nvSpPr>
        <p:spPr>
          <a:xfrm flipV="1">
            <a:off x="7434071" y="2331720"/>
            <a:ext cx="9902953" cy="2468881"/>
          </a:xfrm>
          <a:prstGeom prst="line">
            <a:avLst/>
          </a:prstGeom>
          <a:ln w="10972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" name="Connector 31"/>
          <p:cNvSpPr/>
          <p:nvPr/>
        </p:nvSpPr>
        <p:spPr>
          <a:xfrm flipV="1">
            <a:off x="7589519" y="2331720"/>
            <a:ext cx="12060937" cy="2468881"/>
          </a:xfrm>
          <a:prstGeom prst="line">
            <a:avLst/>
          </a:prstGeom>
          <a:ln w="10972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" name="Connector 32"/>
          <p:cNvSpPr/>
          <p:nvPr/>
        </p:nvSpPr>
        <p:spPr>
          <a:xfrm flipH="1" flipV="1">
            <a:off x="1325880" y="2331720"/>
            <a:ext cx="7443217" cy="2468881"/>
          </a:xfrm>
          <a:prstGeom prst="line">
            <a:avLst/>
          </a:prstGeom>
          <a:ln w="10972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" name="Connector 33"/>
          <p:cNvSpPr/>
          <p:nvPr/>
        </p:nvSpPr>
        <p:spPr>
          <a:xfrm flipH="1" flipV="1">
            <a:off x="3639311" y="2331720"/>
            <a:ext cx="5285234" cy="2468881"/>
          </a:xfrm>
          <a:prstGeom prst="line">
            <a:avLst/>
          </a:prstGeom>
          <a:ln w="10972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" name="Connector 34"/>
          <p:cNvSpPr/>
          <p:nvPr/>
        </p:nvSpPr>
        <p:spPr>
          <a:xfrm flipH="1" flipV="1">
            <a:off x="5952744" y="2331720"/>
            <a:ext cx="3127249" cy="2468881"/>
          </a:xfrm>
          <a:prstGeom prst="line">
            <a:avLst/>
          </a:prstGeom>
          <a:ln w="10972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" name="Connector 35"/>
          <p:cNvSpPr/>
          <p:nvPr/>
        </p:nvSpPr>
        <p:spPr>
          <a:xfrm flipH="1" flipV="1">
            <a:off x="8266176" y="2331720"/>
            <a:ext cx="969265" cy="2468881"/>
          </a:xfrm>
          <a:prstGeom prst="line">
            <a:avLst/>
          </a:prstGeom>
          <a:ln w="10972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" name="Connector 36"/>
          <p:cNvSpPr/>
          <p:nvPr/>
        </p:nvSpPr>
        <p:spPr>
          <a:xfrm flipV="1">
            <a:off x="9390888" y="2331720"/>
            <a:ext cx="1188721" cy="2468881"/>
          </a:xfrm>
          <a:prstGeom prst="line">
            <a:avLst/>
          </a:prstGeom>
          <a:ln w="10972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" name="Connector 37"/>
          <p:cNvSpPr/>
          <p:nvPr/>
        </p:nvSpPr>
        <p:spPr>
          <a:xfrm flipV="1">
            <a:off x="9546335" y="2331720"/>
            <a:ext cx="3346704" cy="2468881"/>
          </a:xfrm>
          <a:prstGeom prst="line">
            <a:avLst/>
          </a:prstGeom>
          <a:ln w="10972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" name="Connector 38"/>
          <p:cNvSpPr/>
          <p:nvPr/>
        </p:nvSpPr>
        <p:spPr>
          <a:xfrm flipV="1">
            <a:off x="9701783" y="2331720"/>
            <a:ext cx="5504689" cy="2468881"/>
          </a:xfrm>
          <a:prstGeom prst="line">
            <a:avLst/>
          </a:prstGeom>
          <a:ln w="10972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" name="Connector 39"/>
          <p:cNvSpPr/>
          <p:nvPr/>
        </p:nvSpPr>
        <p:spPr>
          <a:xfrm flipV="1">
            <a:off x="9857231" y="2331720"/>
            <a:ext cx="7662673" cy="2468881"/>
          </a:xfrm>
          <a:prstGeom prst="line">
            <a:avLst/>
          </a:prstGeom>
          <a:ln w="10972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" name="Connector 40"/>
          <p:cNvSpPr/>
          <p:nvPr/>
        </p:nvSpPr>
        <p:spPr>
          <a:xfrm flipV="1">
            <a:off x="10012680" y="2331720"/>
            <a:ext cx="9820657" cy="2468881"/>
          </a:xfrm>
          <a:prstGeom prst="line">
            <a:avLst/>
          </a:prstGeom>
          <a:ln w="10972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" name="Rectangle 41"/>
          <p:cNvSpPr/>
          <p:nvPr/>
        </p:nvSpPr>
        <p:spPr>
          <a:xfrm>
            <a:off x="11155680" y="4251959"/>
            <a:ext cx="5166361" cy="1920241"/>
          </a:xfrm>
          <a:prstGeom prst="rect">
            <a:avLst/>
          </a:prstGeom>
          <a:solidFill>
            <a:srgbClr val="FFFFFF"/>
          </a:solidFill>
          <a:ln w="18288">
            <a:solidFill>
              <a:srgbClr val="268C6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5" name="Connector 42"/>
          <p:cNvSpPr/>
          <p:nvPr/>
        </p:nvSpPr>
        <p:spPr>
          <a:xfrm flipH="1" flipV="1">
            <a:off x="1508760" y="2331720"/>
            <a:ext cx="10186417" cy="2468881"/>
          </a:xfrm>
          <a:prstGeom prst="line">
            <a:avLst/>
          </a:prstGeom>
          <a:ln w="10972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" name="Connector 43"/>
          <p:cNvSpPr/>
          <p:nvPr/>
        </p:nvSpPr>
        <p:spPr>
          <a:xfrm flipH="1" flipV="1">
            <a:off x="3822191" y="2331720"/>
            <a:ext cx="8028434" cy="2468881"/>
          </a:xfrm>
          <a:prstGeom prst="line">
            <a:avLst/>
          </a:prstGeom>
          <a:ln w="10972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" name="Connector 44"/>
          <p:cNvSpPr/>
          <p:nvPr/>
        </p:nvSpPr>
        <p:spPr>
          <a:xfrm flipH="1" flipV="1">
            <a:off x="6135623" y="2331720"/>
            <a:ext cx="5870449" cy="2468881"/>
          </a:xfrm>
          <a:prstGeom prst="line">
            <a:avLst/>
          </a:prstGeom>
          <a:ln w="10972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" name="Connector 45"/>
          <p:cNvSpPr/>
          <p:nvPr/>
        </p:nvSpPr>
        <p:spPr>
          <a:xfrm flipH="1" flipV="1">
            <a:off x="8449056" y="2331720"/>
            <a:ext cx="3712465" cy="2468881"/>
          </a:xfrm>
          <a:prstGeom prst="line">
            <a:avLst/>
          </a:prstGeom>
          <a:ln w="10972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" name="Connector 46"/>
          <p:cNvSpPr/>
          <p:nvPr/>
        </p:nvSpPr>
        <p:spPr>
          <a:xfrm flipH="1" flipV="1">
            <a:off x="10762488" y="2331720"/>
            <a:ext cx="1554481" cy="2468881"/>
          </a:xfrm>
          <a:prstGeom prst="line">
            <a:avLst/>
          </a:prstGeom>
          <a:ln w="10972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" name="Connector 47"/>
          <p:cNvSpPr/>
          <p:nvPr/>
        </p:nvSpPr>
        <p:spPr>
          <a:xfrm flipV="1">
            <a:off x="12472416" y="2331720"/>
            <a:ext cx="603505" cy="2468881"/>
          </a:xfrm>
          <a:prstGeom prst="line">
            <a:avLst/>
          </a:prstGeom>
          <a:ln w="10972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" name="Connector 48"/>
          <p:cNvSpPr/>
          <p:nvPr/>
        </p:nvSpPr>
        <p:spPr>
          <a:xfrm flipV="1">
            <a:off x="12627864" y="2331720"/>
            <a:ext cx="2761488" cy="2468881"/>
          </a:xfrm>
          <a:prstGeom prst="line">
            <a:avLst/>
          </a:prstGeom>
          <a:ln w="10972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" name="Connector 49"/>
          <p:cNvSpPr/>
          <p:nvPr/>
        </p:nvSpPr>
        <p:spPr>
          <a:xfrm flipV="1">
            <a:off x="12783312" y="2331720"/>
            <a:ext cx="4919472" cy="2468881"/>
          </a:xfrm>
          <a:prstGeom prst="line">
            <a:avLst/>
          </a:prstGeom>
          <a:ln w="10972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" name="Connector 50"/>
          <p:cNvSpPr/>
          <p:nvPr/>
        </p:nvSpPr>
        <p:spPr>
          <a:xfrm flipV="1">
            <a:off x="12938759" y="2331720"/>
            <a:ext cx="7077457" cy="2468881"/>
          </a:xfrm>
          <a:prstGeom prst="line">
            <a:avLst/>
          </a:prstGeom>
          <a:ln w="10972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" name="Connector 51"/>
          <p:cNvSpPr/>
          <p:nvPr/>
        </p:nvSpPr>
        <p:spPr>
          <a:xfrm flipH="1" flipV="1">
            <a:off x="1691639" y="2331720"/>
            <a:ext cx="12426697" cy="2468881"/>
          </a:xfrm>
          <a:prstGeom prst="line">
            <a:avLst/>
          </a:prstGeom>
          <a:ln w="10972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" name="Connector 52"/>
          <p:cNvSpPr/>
          <p:nvPr/>
        </p:nvSpPr>
        <p:spPr>
          <a:xfrm flipH="1" flipV="1">
            <a:off x="4005071" y="2331720"/>
            <a:ext cx="10268713" cy="2468881"/>
          </a:xfrm>
          <a:prstGeom prst="line">
            <a:avLst/>
          </a:prstGeom>
          <a:ln w="10972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" name="Connector 53"/>
          <p:cNvSpPr/>
          <p:nvPr/>
        </p:nvSpPr>
        <p:spPr>
          <a:xfrm flipH="1" flipV="1">
            <a:off x="6318504" y="2331720"/>
            <a:ext cx="8110729" cy="2468881"/>
          </a:xfrm>
          <a:prstGeom prst="line">
            <a:avLst/>
          </a:prstGeom>
          <a:ln w="10972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" name="Connector 54"/>
          <p:cNvSpPr/>
          <p:nvPr/>
        </p:nvSpPr>
        <p:spPr>
          <a:xfrm flipH="1" flipV="1">
            <a:off x="8631935" y="2331720"/>
            <a:ext cx="5952745" cy="2468881"/>
          </a:xfrm>
          <a:prstGeom prst="line">
            <a:avLst/>
          </a:prstGeom>
          <a:ln w="10972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" name="Connector 55"/>
          <p:cNvSpPr/>
          <p:nvPr/>
        </p:nvSpPr>
        <p:spPr>
          <a:xfrm flipH="1" flipV="1">
            <a:off x="10945369" y="2331720"/>
            <a:ext cx="3794760" cy="2468881"/>
          </a:xfrm>
          <a:prstGeom prst="line">
            <a:avLst/>
          </a:prstGeom>
          <a:ln w="10972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" name="Connector 56"/>
          <p:cNvSpPr/>
          <p:nvPr/>
        </p:nvSpPr>
        <p:spPr>
          <a:xfrm flipH="1" flipV="1">
            <a:off x="13258800" y="2331720"/>
            <a:ext cx="1636777" cy="2468881"/>
          </a:xfrm>
          <a:prstGeom prst="line">
            <a:avLst/>
          </a:prstGeom>
          <a:ln w="10972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" name="Connector 57"/>
          <p:cNvSpPr/>
          <p:nvPr/>
        </p:nvSpPr>
        <p:spPr>
          <a:xfrm flipV="1">
            <a:off x="15051023" y="2331720"/>
            <a:ext cx="521209" cy="2468881"/>
          </a:xfrm>
          <a:prstGeom prst="line">
            <a:avLst/>
          </a:prstGeom>
          <a:ln w="10972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" name="Connector 58"/>
          <p:cNvSpPr/>
          <p:nvPr/>
        </p:nvSpPr>
        <p:spPr>
          <a:xfrm flipV="1">
            <a:off x="15206471" y="2331720"/>
            <a:ext cx="2679193" cy="2468881"/>
          </a:xfrm>
          <a:prstGeom prst="line">
            <a:avLst/>
          </a:prstGeom>
          <a:ln w="10972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" name="Connector 59"/>
          <p:cNvSpPr/>
          <p:nvPr/>
        </p:nvSpPr>
        <p:spPr>
          <a:xfrm flipV="1">
            <a:off x="15361919" y="2331720"/>
            <a:ext cx="4837177" cy="2468881"/>
          </a:xfrm>
          <a:prstGeom prst="line">
            <a:avLst/>
          </a:prstGeom>
          <a:ln w="10972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" name="Rectangle 60"/>
          <p:cNvSpPr/>
          <p:nvPr/>
        </p:nvSpPr>
        <p:spPr>
          <a:xfrm>
            <a:off x="16504919" y="4251959"/>
            <a:ext cx="5166361" cy="1920241"/>
          </a:xfrm>
          <a:prstGeom prst="rect">
            <a:avLst/>
          </a:prstGeom>
          <a:solidFill>
            <a:srgbClr val="FFFFFF"/>
          </a:solidFill>
          <a:ln w="18288">
            <a:solidFill>
              <a:srgbClr val="8062AC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4" name="Connector 61"/>
          <p:cNvSpPr/>
          <p:nvPr/>
        </p:nvSpPr>
        <p:spPr>
          <a:xfrm flipH="1" flipV="1">
            <a:off x="1874519" y="2331720"/>
            <a:ext cx="15169898" cy="2468881"/>
          </a:xfrm>
          <a:prstGeom prst="line">
            <a:avLst/>
          </a:prstGeom>
          <a:ln w="10972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" name="Connector 62"/>
          <p:cNvSpPr/>
          <p:nvPr/>
        </p:nvSpPr>
        <p:spPr>
          <a:xfrm flipH="1" flipV="1">
            <a:off x="4187951" y="2331720"/>
            <a:ext cx="13011914" cy="2468881"/>
          </a:xfrm>
          <a:prstGeom prst="line">
            <a:avLst/>
          </a:prstGeom>
          <a:ln w="10972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" name="Connector 63"/>
          <p:cNvSpPr/>
          <p:nvPr/>
        </p:nvSpPr>
        <p:spPr>
          <a:xfrm flipH="1" flipV="1">
            <a:off x="6501384" y="2331720"/>
            <a:ext cx="10853929" cy="2468881"/>
          </a:xfrm>
          <a:prstGeom prst="line">
            <a:avLst/>
          </a:prstGeom>
          <a:ln w="10972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" name="Connector 64"/>
          <p:cNvSpPr/>
          <p:nvPr/>
        </p:nvSpPr>
        <p:spPr>
          <a:xfrm flipH="1" flipV="1">
            <a:off x="8814816" y="2331720"/>
            <a:ext cx="8695944" cy="2468881"/>
          </a:xfrm>
          <a:prstGeom prst="line">
            <a:avLst/>
          </a:prstGeom>
          <a:ln w="10972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" name="Connector 65"/>
          <p:cNvSpPr/>
          <p:nvPr/>
        </p:nvSpPr>
        <p:spPr>
          <a:xfrm flipH="1" flipV="1">
            <a:off x="11128247" y="2331720"/>
            <a:ext cx="6537961" cy="2468881"/>
          </a:xfrm>
          <a:prstGeom prst="line">
            <a:avLst/>
          </a:prstGeom>
          <a:ln w="10972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" name="Connector 66"/>
          <p:cNvSpPr/>
          <p:nvPr/>
        </p:nvSpPr>
        <p:spPr>
          <a:xfrm flipH="1" flipV="1">
            <a:off x="13441680" y="2331720"/>
            <a:ext cx="4379977" cy="2468881"/>
          </a:xfrm>
          <a:prstGeom prst="line">
            <a:avLst/>
          </a:prstGeom>
          <a:ln w="10972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" name="Connector 67"/>
          <p:cNvSpPr/>
          <p:nvPr/>
        </p:nvSpPr>
        <p:spPr>
          <a:xfrm flipH="1" flipV="1">
            <a:off x="15755112" y="2331720"/>
            <a:ext cx="2221993" cy="2468881"/>
          </a:xfrm>
          <a:prstGeom prst="line">
            <a:avLst/>
          </a:prstGeom>
          <a:ln w="10972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" name="Connector 68"/>
          <p:cNvSpPr/>
          <p:nvPr/>
        </p:nvSpPr>
        <p:spPr>
          <a:xfrm flipH="1" flipV="1">
            <a:off x="18068543" y="2331720"/>
            <a:ext cx="64009" cy="2468881"/>
          </a:xfrm>
          <a:prstGeom prst="line">
            <a:avLst/>
          </a:prstGeom>
          <a:ln w="10972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" name="Connector 69"/>
          <p:cNvSpPr/>
          <p:nvPr/>
        </p:nvSpPr>
        <p:spPr>
          <a:xfrm flipV="1">
            <a:off x="18287999" y="2331720"/>
            <a:ext cx="2093977" cy="2468881"/>
          </a:xfrm>
          <a:prstGeom prst="line">
            <a:avLst/>
          </a:prstGeom>
          <a:ln w="10972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" name="Connector 70"/>
          <p:cNvSpPr/>
          <p:nvPr/>
        </p:nvSpPr>
        <p:spPr>
          <a:xfrm flipH="1" flipV="1">
            <a:off x="2057399" y="2331720"/>
            <a:ext cx="17410178" cy="2468881"/>
          </a:xfrm>
          <a:prstGeom prst="line">
            <a:avLst/>
          </a:prstGeom>
          <a:ln w="10972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" name="Connector 71"/>
          <p:cNvSpPr/>
          <p:nvPr/>
        </p:nvSpPr>
        <p:spPr>
          <a:xfrm flipH="1" flipV="1">
            <a:off x="4370832" y="2331720"/>
            <a:ext cx="15252192" cy="2468881"/>
          </a:xfrm>
          <a:prstGeom prst="line">
            <a:avLst/>
          </a:prstGeom>
          <a:ln w="10972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" name="Connector 72"/>
          <p:cNvSpPr/>
          <p:nvPr/>
        </p:nvSpPr>
        <p:spPr>
          <a:xfrm flipH="1" flipV="1">
            <a:off x="6684264" y="2331720"/>
            <a:ext cx="13094209" cy="2468881"/>
          </a:xfrm>
          <a:prstGeom prst="line">
            <a:avLst/>
          </a:prstGeom>
          <a:ln w="10972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6" name="Connector 73"/>
          <p:cNvSpPr/>
          <p:nvPr/>
        </p:nvSpPr>
        <p:spPr>
          <a:xfrm flipH="1" flipV="1">
            <a:off x="8997695" y="2331720"/>
            <a:ext cx="10936225" cy="2468881"/>
          </a:xfrm>
          <a:prstGeom prst="line">
            <a:avLst/>
          </a:prstGeom>
          <a:ln w="10972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7" name="Connector 74"/>
          <p:cNvSpPr/>
          <p:nvPr/>
        </p:nvSpPr>
        <p:spPr>
          <a:xfrm flipH="1" flipV="1">
            <a:off x="11311128" y="2331720"/>
            <a:ext cx="8778241" cy="2468881"/>
          </a:xfrm>
          <a:prstGeom prst="line">
            <a:avLst/>
          </a:prstGeom>
          <a:ln w="10972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" name="Connector 75"/>
          <p:cNvSpPr/>
          <p:nvPr/>
        </p:nvSpPr>
        <p:spPr>
          <a:xfrm flipH="1" flipV="1">
            <a:off x="13624561" y="2331720"/>
            <a:ext cx="6620257" cy="2468881"/>
          </a:xfrm>
          <a:prstGeom prst="line">
            <a:avLst/>
          </a:prstGeom>
          <a:ln w="10972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" name="Connector 76"/>
          <p:cNvSpPr/>
          <p:nvPr/>
        </p:nvSpPr>
        <p:spPr>
          <a:xfrm flipH="1" flipV="1">
            <a:off x="15937991" y="2331720"/>
            <a:ext cx="4462273" cy="2468881"/>
          </a:xfrm>
          <a:prstGeom prst="line">
            <a:avLst/>
          </a:prstGeom>
          <a:ln w="10972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" name="Connector 77"/>
          <p:cNvSpPr/>
          <p:nvPr/>
        </p:nvSpPr>
        <p:spPr>
          <a:xfrm flipH="1" flipV="1">
            <a:off x="18251423" y="2331720"/>
            <a:ext cx="2304289" cy="2468881"/>
          </a:xfrm>
          <a:prstGeom prst="line">
            <a:avLst/>
          </a:prstGeom>
          <a:ln w="10972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" name="Connector 78"/>
          <p:cNvSpPr/>
          <p:nvPr/>
        </p:nvSpPr>
        <p:spPr>
          <a:xfrm flipH="1" flipV="1">
            <a:off x="20564856" y="2331720"/>
            <a:ext cx="146305" cy="2468881"/>
          </a:xfrm>
          <a:prstGeom prst="line">
            <a:avLst/>
          </a:prstGeom>
          <a:ln w="10972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" name="Rectangle 79"/>
          <p:cNvSpPr/>
          <p:nvPr/>
        </p:nvSpPr>
        <p:spPr>
          <a:xfrm>
            <a:off x="548640" y="1636776"/>
            <a:ext cx="1929384" cy="694945"/>
          </a:xfrm>
          <a:prstGeom prst="rect">
            <a:avLst/>
          </a:prstGeom>
          <a:solidFill>
            <a:srgbClr val="B5DC86"/>
          </a:solidFill>
          <a:ln w="18288">
            <a:solidFill>
              <a:srgbClr val="AA443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3" name="TextBox 80"/>
          <p:cNvSpPr txBox="1"/>
          <p:nvPr/>
        </p:nvSpPr>
        <p:spPr>
          <a:xfrm>
            <a:off x="1194920" y="1709927"/>
            <a:ext cx="636824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3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IB Spine</a:t>
            </a:r>
          </a:p>
        </p:txBody>
      </p:sp>
      <p:sp>
        <p:nvSpPr>
          <p:cNvPr id="174" name="TextBox 81"/>
          <p:cNvSpPr txBox="1"/>
          <p:nvPr/>
        </p:nvSpPr>
        <p:spPr>
          <a:xfrm>
            <a:off x="1158240" y="1927098"/>
            <a:ext cx="710184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3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L2-P0-S0</a:t>
            </a:r>
          </a:p>
        </p:txBody>
      </p:sp>
      <p:sp>
        <p:nvSpPr>
          <p:cNvPr id="175" name="Rectangle 82"/>
          <p:cNvSpPr/>
          <p:nvPr/>
        </p:nvSpPr>
        <p:spPr>
          <a:xfrm>
            <a:off x="2862072" y="1636776"/>
            <a:ext cx="1929384" cy="694945"/>
          </a:xfrm>
          <a:prstGeom prst="rect">
            <a:avLst/>
          </a:prstGeom>
          <a:solidFill>
            <a:srgbClr val="B5DC86"/>
          </a:solidFill>
          <a:ln w="18288">
            <a:solidFill>
              <a:srgbClr val="AA443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6" name="TextBox 83"/>
          <p:cNvSpPr txBox="1"/>
          <p:nvPr/>
        </p:nvSpPr>
        <p:spPr>
          <a:xfrm>
            <a:off x="3508352" y="1709927"/>
            <a:ext cx="636824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3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IB Spine</a:t>
            </a:r>
          </a:p>
        </p:txBody>
      </p:sp>
      <p:sp>
        <p:nvSpPr>
          <p:cNvPr id="177" name="TextBox 84"/>
          <p:cNvSpPr txBox="1"/>
          <p:nvPr/>
        </p:nvSpPr>
        <p:spPr>
          <a:xfrm>
            <a:off x="3471672" y="1927098"/>
            <a:ext cx="710184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3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L2-P0-S1</a:t>
            </a:r>
          </a:p>
        </p:txBody>
      </p:sp>
      <p:sp>
        <p:nvSpPr>
          <p:cNvPr id="178" name="Rectangle 85"/>
          <p:cNvSpPr/>
          <p:nvPr/>
        </p:nvSpPr>
        <p:spPr>
          <a:xfrm>
            <a:off x="5175503" y="1636776"/>
            <a:ext cx="1929385" cy="694945"/>
          </a:xfrm>
          <a:prstGeom prst="rect">
            <a:avLst/>
          </a:prstGeom>
          <a:solidFill>
            <a:srgbClr val="B5DC86"/>
          </a:solidFill>
          <a:ln w="18288">
            <a:solidFill>
              <a:srgbClr val="AA443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9" name="TextBox 86"/>
          <p:cNvSpPr txBox="1"/>
          <p:nvPr/>
        </p:nvSpPr>
        <p:spPr>
          <a:xfrm>
            <a:off x="5821784" y="1709927"/>
            <a:ext cx="636824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3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IB Spine</a:t>
            </a:r>
          </a:p>
        </p:txBody>
      </p:sp>
      <p:sp>
        <p:nvSpPr>
          <p:cNvPr id="180" name="TextBox 87"/>
          <p:cNvSpPr txBox="1"/>
          <p:nvPr/>
        </p:nvSpPr>
        <p:spPr>
          <a:xfrm>
            <a:off x="5785104" y="1927098"/>
            <a:ext cx="710184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3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L2-P0-S2</a:t>
            </a:r>
          </a:p>
        </p:txBody>
      </p:sp>
      <p:sp>
        <p:nvSpPr>
          <p:cNvPr id="181" name="Rectangle 88"/>
          <p:cNvSpPr/>
          <p:nvPr/>
        </p:nvSpPr>
        <p:spPr>
          <a:xfrm>
            <a:off x="7488935" y="1636776"/>
            <a:ext cx="1929385" cy="694945"/>
          </a:xfrm>
          <a:prstGeom prst="rect">
            <a:avLst/>
          </a:prstGeom>
          <a:solidFill>
            <a:srgbClr val="B5DC86"/>
          </a:solidFill>
          <a:ln w="18288">
            <a:solidFill>
              <a:srgbClr val="AA443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2" name="TextBox 89"/>
          <p:cNvSpPr txBox="1"/>
          <p:nvPr/>
        </p:nvSpPr>
        <p:spPr>
          <a:xfrm>
            <a:off x="8135216" y="1709927"/>
            <a:ext cx="636824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3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IB Spine</a:t>
            </a:r>
          </a:p>
        </p:txBody>
      </p:sp>
      <p:sp>
        <p:nvSpPr>
          <p:cNvPr id="183" name="TextBox 90"/>
          <p:cNvSpPr txBox="1"/>
          <p:nvPr/>
        </p:nvSpPr>
        <p:spPr>
          <a:xfrm>
            <a:off x="8098536" y="1927098"/>
            <a:ext cx="710184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3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L2-P0-S3</a:t>
            </a:r>
          </a:p>
        </p:txBody>
      </p:sp>
      <p:sp>
        <p:nvSpPr>
          <p:cNvPr id="184" name="Rectangle 91"/>
          <p:cNvSpPr/>
          <p:nvPr/>
        </p:nvSpPr>
        <p:spPr>
          <a:xfrm>
            <a:off x="9802368" y="1636776"/>
            <a:ext cx="1929385" cy="694945"/>
          </a:xfrm>
          <a:prstGeom prst="rect">
            <a:avLst/>
          </a:prstGeom>
          <a:solidFill>
            <a:srgbClr val="B5DC86"/>
          </a:solidFill>
          <a:ln w="18288">
            <a:solidFill>
              <a:srgbClr val="AA443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5" name="TextBox 92"/>
          <p:cNvSpPr txBox="1"/>
          <p:nvPr/>
        </p:nvSpPr>
        <p:spPr>
          <a:xfrm>
            <a:off x="10448648" y="1709927"/>
            <a:ext cx="636824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3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IB Spine</a:t>
            </a:r>
          </a:p>
        </p:txBody>
      </p:sp>
      <p:sp>
        <p:nvSpPr>
          <p:cNvPr id="186" name="TextBox 93"/>
          <p:cNvSpPr txBox="1"/>
          <p:nvPr/>
        </p:nvSpPr>
        <p:spPr>
          <a:xfrm>
            <a:off x="10411968" y="1927098"/>
            <a:ext cx="710184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3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L2-P0-S4</a:t>
            </a:r>
          </a:p>
        </p:txBody>
      </p:sp>
      <p:sp>
        <p:nvSpPr>
          <p:cNvPr id="187" name="Rectangle 94"/>
          <p:cNvSpPr/>
          <p:nvPr/>
        </p:nvSpPr>
        <p:spPr>
          <a:xfrm>
            <a:off x="12115800" y="1636776"/>
            <a:ext cx="1929384" cy="694945"/>
          </a:xfrm>
          <a:prstGeom prst="rect">
            <a:avLst/>
          </a:prstGeom>
          <a:solidFill>
            <a:srgbClr val="B5DC86"/>
          </a:solidFill>
          <a:ln w="18288">
            <a:solidFill>
              <a:srgbClr val="AA443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8" name="TextBox 95"/>
          <p:cNvSpPr txBox="1"/>
          <p:nvPr/>
        </p:nvSpPr>
        <p:spPr>
          <a:xfrm>
            <a:off x="12762080" y="1709927"/>
            <a:ext cx="636824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3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IB Spine</a:t>
            </a:r>
          </a:p>
        </p:txBody>
      </p:sp>
      <p:sp>
        <p:nvSpPr>
          <p:cNvPr id="189" name="TextBox 96"/>
          <p:cNvSpPr txBox="1"/>
          <p:nvPr/>
        </p:nvSpPr>
        <p:spPr>
          <a:xfrm>
            <a:off x="12725400" y="1927098"/>
            <a:ext cx="710184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3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L2-P0-S5</a:t>
            </a:r>
          </a:p>
        </p:txBody>
      </p:sp>
      <p:sp>
        <p:nvSpPr>
          <p:cNvPr id="190" name="Rectangle 97"/>
          <p:cNvSpPr/>
          <p:nvPr/>
        </p:nvSpPr>
        <p:spPr>
          <a:xfrm>
            <a:off x="14429232" y="1636776"/>
            <a:ext cx="1929385" cy="694945"/>
          </a:xfrm>
          <a:prstGeom prst="rect">
            <a:avLst/>
          </a:prstGeom>
          <a:solidFill>
            <a:srgbClr val="B5DC86"/>
          </a:solidFill>
          <a:ln w="18288">
            <a:solidFill>
              <a:srgbClr val="AA443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1" name="TextBox 98"/>
          <p:cNvSpPr txBox="1"/>
          <p:nvPr/>
        </p:nvSpPr>
        <p:spPr>
          <a:xfrm>
            <a:off x="15075512" y="1709927"/>
            <a:ext cx="636824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3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IB Spine</a:t>
            </a:r>
          </a:p>
        </p:txBody>
      </p:sp>
      <p:sp>
        <p:nvSpPr>
          <p:cNvPr id="192" name="TextBox 99"/>
          <p:cNvSpPr txBox="1"/>
          <p:nvPr/>
        </p:nvSpPr>
        <p:spPr>
          <a:xfrm>
            <a:off x="15038832" y="1927098"/>
            <a:ext cx="710184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3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L2-P0-S6</a:t>
            </a:r>
          </a:p>
        </p:txBody>
      </p:sp>
      <p:sp>
        <p:nvSpPr>
          <p:cNvPr id="193" name="Rectangle 100"/>
          <p:cNvSpPr/>
          <p:nvPr/>
        </p:nvSpPr>
        <p:spPr>
          <a:xfrm>
            <a:off x="16742663" y="1636776"/>
            <a:ext cx="1929385" cy="694945"/>
          </a:xfrm>
          <a:prstGeom prst="rect">
            <a:avLst/>
          </a:prstGeom>
          <a:solidFill>
            <a:srgbClr val="B5DC86"/>
          </a:solidFill>
          <a:ln w="18288">
            <a:solidFill>
              <a:srgbClr val="AA443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" name="TextBox 101"/>
          <p:cNvSpPr txBox="1"/>
          <p:nvPr/>
        </p:nvSpPr>
        <p:spPr>
          <a:xfrm>
            <a:off x="17388944" y="1709927"/>
            <a:ext cx="636824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3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IB Spine</a:t>
            </a:r>
          </a:p>
        </p:txBody>
      </p:sp>
      <p:sp>
        <p:nvSpPr>
          <p:cNvPr id="195" name="TextBox 102"/>
          <p:cNvSpPr txBox="1"/>
          <p:nvPr/>
        </p:nvSpPr>
        <p:spPr>
          <a:xfrm>
            <a:off x="17352264" y="1927098"/>
            <a:ext cx="710184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3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L2-P0-S7</a:t>
            </a:r>
          </a:p>
        </p:txBody>
      </p:sp>
      <p:sp>
        <p:nvSpPr>
          <p:cNvPr id="196" name="Rectangle 103"/>
          <p:cNvSpPr/>
          <p:nvPr/>
        </p:nvSpPr>
        <p:spPr>
          <a:xfrm>
            <a:off x="19056095" y="1636776"/>
            <a:ext cx="1929385" cy="694945"/>
          </a:xfrm>
          <a:prstGeom prst="rect">
            <a:avLst/>
          </a:prstGeom>
          <a:solidFill>
            <a:srgbClr val="B5DC86"/>
          </a:solidFill>
          <a:ln w="18288">
            <a:solidFill>
              <a:srgbClr val="AA443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" name="TextBox 104"/>
          <p:cNvSpPr txBox="1"/>
          <p:nvPr/>
        </p:nvSpPr>
        <p:spPr>
          <a:xfrm>
            <a:off x="19702376" y="1709927"/>
            <a:ext cx="636824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3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IB Spine</a:t>
            </a:r>
          </a:p>
        </p:txBody>
      </p:sp>
      <p:sp>
        <p:nvSpPr>
          <p:cNvPr id="198" name="TextBox 105"/>
          <p:cNvSpPr txBox="1"/>
          <p:nvPr/>
        </p:nvSpPr>
        <p:spPr>
          <a:xfrm>
            <a:off x="19665696" y="1927098"/>
            <a:ext cx="710184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3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L2-P0-S8</a:t>
            </a:r>
          </a:p>
        </p:txBody>
      </p:sp>
      <p:sp>
        <p:nvSpPr>
          <p:cNvPr id="199" name="Rectangle 106"/>
          <p:cNvSpPr/>
          <p:nvPr/>
        </p:nvSpPr>
        <p:spPr>
          <a:xfrm>
            <a:off x="640080" y="4325111"/>
            <a:ext cx="4800601" cy="329185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" name="TextBox 107"/>
          <p:cNvSpPr txBox="1"/>
          <p:nvPr/>
        </p:nvSpPr>
        <p:spPr>
          <a:xfrm>
            <a:off x="1617766" y="4361688"/>
            <a:ext cx="2799508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400">
                <a:solidFill>
                  <a:srgbClr val="E58A24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Rail 0: slot 0 on every compute tray</a:t>
            </a:r>
          </a:p>
        </p:txBody>
      </p:sp>
      <p:sp>
        <p:nvSpPr>
          <p:cNvPr id="201" name="Rectangle 108"/>
          <p:cNvSpPr/>
          <p:nvPr/>
        </p:nvSpPr>
        <p:spPr>
          <a:xfrm>
            <a:off x="777239" y="4800599"/>
            <a:ext cx="2103122" cy="731522"/>
          </a:xfrm>
          <a:prstGeom prst="rect">
            <a:avLst/>
          </a:prstGeom>
          <a:solidFill>
            <a:srgbClr val="B5DC86"/>
          </a:solidFill>
          <a:ln w="18288">
            <a:solidFill>
              <a:srgbClr val="E58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2" name="TextBox 109"/>
          <p:cNvSpPr txBox="1"/>
          <p:nvPr/>
        </p:nvSpPr>
        <p:spPr>
          <a:xfrm>
            <a:off x="1560853" y="4873752"/>
            <a:ext cx="535894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3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IB Leaf</a:t>
            </a:r>
          </a:p>
        </p:txBody>
      </p:sp>
      <p:sp>
        <p:nvSpPr>
          <p:cNvPr id="203" name="TextBox 110"/>
          <p:cNvSpPr txBox="1"/>
          <p:nvPr/>
        </p:nvSpPr>
        <p:spPr>
          <a:xfrm>
            <a:off x="1395753" y="5090921"/>
            <a:ext cx="866094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3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Leaf-C0-R0</a:t>
            </a:r>
          </a:p>
        </p:txBody>
      </p:sp>
      <p:sp>
        <p:nvSpPr>
          <p:cNvPr id="204" name="Rectangle 111"/>
          <p:cNvSpPr/>
          <p:nvPr/>
        </p:nvSpPr>
        <p:spPr>
          <a:xfrm>
            <a:off x="3200399" y="4800599"/>
            <a:ext cx="2103122" cy="731522"/>
          </a:xfrm>
          <a:prstGeom prst="rect">
            <a:avLst/>
          </a:prstGeom>
          <a:solidFill>
            <a:srgbClr val="B5DC86"/>
          </a:solidFill>
          <a:ln w="18288">
            <a:solidFill>
              <a:srgbClr val="E58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5" name="TextBox 112"/>
          <p:cNvSpPr txBox="1"/>
          <p:nvPr/>
        </p:nvSpPr>
        <p:spPr>
          <a:xfrm>
            <a:off x="3984013" y="4873752"/>
            <a:ext cx="535894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3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IB Leaf</a:t>
            </a:r>
          </a:p>
        </p:txBody>
      </p:sp>
      <p:sp>
        <p:nvSpPr>
          <p:cNvPr id="206" name="TextBox 113"/>
          <p:cNvSpPr txBox="1"/>
          <p:nvPr/>
        </p:nvSpPr>
        <p:spPr>
          <a:xfrm>
            <a:off x="3818913" y="5090921"/>
            <a:ext cx="866094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3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Leaf-C1-R0</a:t>
            </a:r>
          </a:p>
        </p:txBody>
      </p:sp>
      <p:sp>
        <p:nvSpPr>
          <p:cNvPr id="207" name="TextBox 114"/>
          <p:cNvSpPr txBox="1"/>
          <p:nvPr/>
        </p:nvSpPr>
        <p:spPr>
          <a:xfrm>
            <a:off x="1609245" y="5742432"/>
            <a:ext cx="281654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18 GPUs per Leaf; 1 x 400 Gb/s per GPU</a:t>
            </a:r>
          </a:p>
        </p:txBody>
      </p:sp>
      <p:sp>
        <p:nvSpPr>
          <p:cNvPr id="208" name="Rectangle 115"/>
          <p:cNvSpPr/>
          <p:nvPr/>
        </p:nvSpPr>
        <p:spPr>
          <a:xfrm>
            <a:off x="5989320" y="4325111"/>
            <a:ext cx="4800601" cy="329185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" name="TextBox 116"/>
          <p:cNvSpPr txBox="1"/>
          <p:nvPr/>
        </p:nvSpPr>
        <p:spPr>
          <a:xfrm>
            <a:off x="6967006" y="4361688"/>
            <a:ext cx="2799508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400">
                <a:solidFill>
                  <a:srgbClr val="447AC3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Rail 1: slot 1 on every compute tray</a:t>
            </a:r>
          </a:p>
        </p:txBody>
      </p:sp>
      <p:sp>
        <p:nvSpPr>
          <p:cNvPr id="210" name="Rectangle 117"/>
          <p:cNvSpPr/>
          <p:nvPr/>
        </p:nvSpPr>
        <p:spPr>
          <a:xfrm>
            <a:off x="6126479" y="4800599"/>
            <a:ext cx="2103121" cy="731522"/>
          </a:xfrm>
          <a:prstGeom prst="rect">
            <a:avLst/>
          </a:prstGeom>
          <a:solidFill>
            <a:srgbClr val="B5DC86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" name="TextBox 118"/>
          <p:cNvSpPr txBox="1"/>
          <p:nvPr/>
        </p:nvSpPr>
        <p:spPr>
          <a:xfrm>
            <a:off x="6910093" y="4873752"/>
            <a:ext cx="535894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3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IB Leaf</a:t>
            </a:r>
          </a:p>
        </p:txBody>
      </p:sp>
      <p:sp>
        <p:nvSpPr>
          <p:cNvPr id="212" name="TextBox 119"/>
          <p:cNvSpPr txBox="1"/>
          <p:nvPr/>
        </p:nvSpPr>
        <p:spPr>
          <a:xfrm>
            <a:off x="6744993" y="5090921"/>
            <a:ext cx="866094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3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Leaf-C0-R1</a:t>
            </a:r>
          </a:p>
        </p:txBody>
      </p:sp>
      <p:sp>
        <p:nvSpPr>
          <p:cNvPr id="213" name="Rectangle 120"/>
          <p:cNvSpPr/>
          <p:nvPr/>
        </p:nvSpPr>
        <p:spPr>
          <a:xfrm>
            <a:off x="8549640" y="4800599"/>
            <a:ext cx="2103121" cy="731522"/>
          </a:xfrm>
          <a:prstGeom prst="rect">
            <a:avLst/>
          </a:prstGeom>
          <a:solidFill>
            <a:srgbClr val="B5DC86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4" name="TextBox 121"/>
          <p:cNvSpPr txBox="1"/>
          <p:nvPr/>
        </p:nvSpPr>
        <p:spPr>
          <a:xfrm>
            <a:off x="9333253" y="4873752"/>
            <a:ext cx="535894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3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IB Leaf</a:t>
            </a:r>
          </a:p>
        </p:txBody>
      </p:sp>
      <p:sp>
        <p:nvSpPr>
          <p:cNvPr id="215" name="TextBox 122"/>
          <p:cNvSpPr txBox="1"/>
          <p:nvPr/>
        </p:nvSpPr>
        <p:spPr>
          <a:xfrm>
            <a:off x="9168153" y="5090921"/>
            <a:ext cx="866094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3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Leaf-C1-R1</a:t>
            </a:r>
          </a:p>
        </p:txBody>
      </p:sp>
      <p:sp>
        <p:nvSpPr>
          <p:cNvPr id="216" name="TextBox 123"/>
          <p:cNvSpPr txBox="1"/>
          <p:nvPr/>
        </p:nvSpPr>
        <p:spPr>
          <a:xfrm>
            <a:off x="6958486" y="5742432"/>
            <a:ext cx="281654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18 GPUs per Leaf; 1 x 400 Gb/s per GPU</a:t>
            </a:r>
          </a:p>
        </p:txBody>
      </p:sp>
      <p:sp>
        <p:nvSpPr>
          <p:cNvPr id="217" name="Rectangle 124"/>
          <p:cNvSpPr/>
          <p:nvPr/>
        </p:nvSpPr>
        <p:spPr>
          <a:xfrm>
            <a:off x="11338559" y="4325111"/>
            <a:ext cx="4800601" cy="329185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8" name="TextBox 125"/>
          <p:cNvSpPr txBox="1"/>
          <p:nvPr/>
        </p:nvSpPr>
        <p:spPr>
          <a:xfrm>
            <a:off x="12316246" y="4361688"/>
            <a:ext cx="2799508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400">
                <a:solidFill>
                  <a:srgbClr val="268C68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Rail 2: slot 2 on every compute tray</a:t>
            </a:r>
          </a:p>
        </p:txBody>
      </p:sp>
      <p:sp>
        <p:nvSpPr>
          <p:cNvPr id="219" name="Rectangle 126"/>
          <p:cNvSpPr/>
          <p:nvPr/>
        </p:nvSpPr>
        <p:spPr>
          <a:xfrm>
            <a:off x="11475719" y="4800599"/>
            <a:ext cx="2103121" cy="731522"/>
          </a:xfrm>
          <a:prstGeom prst="rect">
            <a:avLst/>
          </a:prstGeom>
          <a:solidFill>
            <a:srgbClr val="B5DC86"/>
          </a:solidFill>
          <a:ln w="18288">
            <a:solidFill>
              <a:srgbClr val="268C6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0" name="TextBox 127"/>
          <p:cNvSpPr txBox="1"/>
          <p:nvPr/>
        </p:nvSpPr>
        <p:spPr>
          <a:xfrm>
            <a:off x="12259333" y="4873752"/>
            <a:ext cx="535894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3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IB Leaf</a:t>
            </a:r>
          </a:p>
        </p:txBody>
      </p:sp>
      <p:sp>
        <p:nvSpPr>
          <p:cNvPr id="221" name="TextBox 128"/>
          <p:cNvSpPr txBox="1"/>
          <p:nvPr/>
        </p:nvSpPr>
        <p:spPr>
          <a:xfrm>
            <a:off x="12094233" y="5090921"/>
            <a:ext cx="866094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3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Leaf-C0-R2</a:t>
            </a:r>
          </a:p>
        </p:txBody>
      </p:sp>
      <p:sp>
        <p:nvSpPr>
          <p:cNvPr id="222" name="Rectangle 129"/>
          <p:cNvSpPr/>
          <p:nvPr/>
        </p:nvSpPr>
        <p:spPr>
          <a:xfrm>
            <a:off x="13898880" y="4800599"/>
            <a:ext cx="2103121" cy="731522"/>
          </a:xfrm>
          <a:prstGeom prst="rect">
            <a:avLst/>
          </a:prstGeom>
          <a:solidFill>
            <a:srgbClr val="B5DC86"/>
          </a:solidFill>
          <a:ln w="18288">
            <a:solidFill>
              <a:srgbClr val="268C6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3" name="TextBox 130"/>
          <p:cNvSpPr txBox="1"/>
          <p:nvPr/>
        </p:nvSpPr>
        <p:spPr>
          <a:xfrm>
            <a:off x="14682493" y="4873752"/>
            <a:ext cx="535894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3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IB Leaf</a:t>
            </a:r>
          </a:p>
        </p:txBody>
      </p:sp>
      <p:sp>
        <p:nvSpPr>
          <p:cNvPr id="224" name="TextBox 131"/>
          <p:cNvSpPr txBox="1"/>
          <p:nvPr/>
        </p:nvSpPr>
        <p:spPr>
          <a:xfrm>
            <a:off x="14517393" y="5090921"/>
            <a:ext cx="866094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3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Leaf-C1-R2</a:t>
            </a:r>
          </a:p>
        </p:txBody>
      </p:sp>
      <p:sp>
        <p:nvSpPr>
          <p:cNvPr id="225" name="TextBox 132"/>
          <p:cNvSpPr txBox="1"/>
          <p:nvPr/>
        </p:nvSpPr>
        <p:spPr>
          <a:xfrm>
            <a:off x="12307726" y="5742432"/>
            <a:ext cx="281654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18 GPUs per Leaf; 1 x 400 Gb/s per GPU</a:t>
            </a:r>
          </a:p>
        </p:txBody>
      </p:sp>
      <p:sp>
        <p:nvSpPr>
          <p:cNvPr id="226" name="Rectangle 133"/>
          <p:cNvSpPr/>
          <p:nvPr/>
        </p:nvSpPr>
        <p:spPr>
          <a:xfrm>
            <a:off x="16687800" y="4325111"/>
            <a:ext cx="4800600" cy="329185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7" name="TextBox 134"/>
          <p:cNvSpPr txBox="1"/>
          <p:nvPr/>
        </p:nvSpPr>
        <p:spPr>
          <a:xfrm>
            <a:off x="17665486" y="4361688"/>
            <a:ext cx="2799508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400">
                <a:solidFill>
                  <a:srgbClr val="8062AC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Rail 3: slot 3 on every compute tray</a:t>
            </a:r>
          </a:p>
        </p:txBody>
      </p:sp>
      <p:sp>
        <p:nvSpPr>
          <p:cNvPr id="228" name="Rectangle 135"/>
          <p:cNvSpPr/>
          <p:nvPr/>
        </p:nvSpPr>
        <p:spPr>
          <a:xfrm>
            <a:off x="16824960" y="4800599"/>
            <a:ext cx="2103121" cy="731522"/>
          </a:xfrm>
          <a:prstGeom prst="rect">
            <a:avLst/>
          </a:prstGeom>
          <a:solidFill>
            <a:srgbClr val="B5DC86"/>
          </a:solidFill>
          <a:ln w="18288">
            <a:solidFill>
              <a:srgbClr val="8062AC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9" name="TextBox 136"/>
          <p:cNvSpPr txBox="1"/>
          <p:nvPr/>
        </p:nvSpPr>
        <p:spPr>
          <a:xfrm>
            <a:off x="17608573" y="4873752"/>
            <a:ext cx="535894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3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IB Leaf</a:t>
            </a:r>
          </a:p>
        </p:txBody>
      </p:sp>
      <p:sp>
        <p:nvSpPr>
          <p:cNvPr id="230" name="TextBox 137"/>
          <p:cNvSpPr txBox="1"/>
          <p:nvPr/>
        </p:nvSpPr>
        <p:spPr>
          <a:xfrm>
            <a:off x="17443473" y="5090921"/>
            <a:ext cx="866094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3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Leaf-C0-R3</a:t>
            </a:r>
          </a:p>
        </p:txBody>
      </p:sp>
      <p:sp>
        <p:nvSpPr>
          <p:cNvPr id="231" name="Rectangle 138"/>
          <p:cNvSpPr/>
          <p:nvPr/>
        </p:nvSpPr>
        <p:spPr>
          <a:xfrm>
            <a:off x="19248119" y="4800599"/>
            <a:ext cx="2103121" cy="731522"/>
          </a:xfrm>
          <a:prstGeom prst="rect">
            <a:avLst/>
          </a:prstGeom>
          <a:solidFill>
            <a:srgbClr val="B5DC86"/>
          </a:solidFill>
          <a:ln w="18288">
            <a:solidFill>
              <a:srgbClr val="8062AC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2" name="TextBox 139"/>
          <p:cNvSpPr txBox="1"/>
          <p:nvPr/>
        </p:nvSpPr>
        <p:spPr>
          <a:xfrm>
            <a:off x="20031733" y="4873752"/>
            <a:ext cx="535894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3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IB Leaf</a:t>
            </a:r>
          </a:p>
        </p:txBody>
      </p:sp>
      <p:sp>
        <p:nvSpPr>
          <p:cNvPr id="233" name="TextBox 140"/>
          <p:cNvSpPr txBox="1"/>
          <p:nvPr/>
        </p:nvSpPr>
        <p:spPr>
          <a:xfrm>
            <a:off x="19866633" y="5090921"/>
            <a:ext cx="866094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3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Leaf-C1-R3</a:t>
            </a:r>
          </a:p>
        </p:txBody>
      </p:sp>
      <p:sp>
        <p:nvSpPr>
          <p:cNvPr id="234" name="TextBox 141"/>
          <p:cNvSpPr txBox="1"/>
          <p:nvPr/>
        </p:nvSpPr>
        <p:spPr>
          <a:xfrm>
            <a:off x="17656966" y="5742432"/>
            <a:ext cx="281654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18 GPUs per Leaf; 1 x 400 Gb/s per GPU</a:t>
            </a:r>
          </a:p>
        </p:txBody>
      </p:sp>
      <p:sp>
        <p:nvSpPr>
          <p:cNvPr id="235" name="Rectangle 142"/>
          <p:cNvSpPr/>
          <p:nvPr/>
        </p:nvSpPr>
        <p:spPr>
          <a:xfrm>
            <a:off x="502920" y="7040880"/>
            <a:ext cx="9966960" cy="4754881"/>
          </a:xfrm>
          <a:prstGeom prst="rect">
            <a:avLst/>
          </a:prstGeom>
          <a:solidFill>
            <a:srgbClr val="FFFFFF"/>
          </a:solidFill>
          <a:ln w="18288">
            <a:solidFill>
              <a:srgbClr val="66666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6" name="Connector 143"/>
          <p:cNvSpPr/>
          <p:nvPr/>
        </p:nvSpPr>
        <p:spPr>
          <a:xfrm>
            <a:off x="868680" y="9326880"/>
            <a:ext cx="502920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7" name="Connector 144"/>
          <p:cNvSpPr/>
          <p:nvPr/>
        </p:nvSpPr>
        <p:spPr>
          <a:xfrm>
            <a:off x="868680" y="9326880"/>
            <a:ext cx="1188721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8" name="Connector 145"/>
          <p:cNvSpPr/>
          <p:nvPr/>
        </p:nvSpPr>
        <p:spPr>
          <a:xfrm>
            <a:off x="868679" y="9326880"/>
            <a:ext cx="1874522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9" name="Connector 146"/>
          <p:cNvSpPr/>
          <p:nvPr/>
        </p:nvSpPr>
        <p:spPr>
          <a:xfrm>
            <a:off x="868679" y="9326880"/>
            <a:ext cx="2560322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0" name="Connector 147"/>
          <p:cNvSpPr/>
          <p:nvPr/>
        </p:nvSpPr>
        <p:spPr>
          <a:xfrm>
            <a:off x="868679" y="9326880"/>
            <a:ext cx="3703322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1" name="Connector 148"/>
          <p:cNvSpPr/>
          <p:nvPr/>
        </p:nvSpPr>
        <p:spPr>
          <a:xfrm>
            <a:off x="868679" y="9326880"/>
            <a:ext cx="4389122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2" name="Connector 149"/>
          <p:cNvSpPr/>
          <p:nvPr/>
        </p:nvSpPr>
        <p:spPr>
          <a:xfrm>
            <a:off x="868679" y="9326880"/>
            <a:ext cx="5074922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3" name="Connector 150"/>
          <p:cNvSpPr/>
          <p:nvPr/>
        </p:nvSpPr>
        <p:spPr>
          <a:xfrm>
            <a:off x="868679" y="9326880"/>
            <a:ext cx="5760722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4" name="Connector 151"/>
          <p:cNvSpPr/>
          <p:nvPr/>
        </p:nvSpPr>
        <p:spPr>
          <a:xfrm>
            <a:off x="868680" y="9326880"/>
            <a:ext cx="6903720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5" name="Connector 152"/>
          <p:cNvSpPr/>
          <p:nvPr/>
        </p:nvSpPr>
        <p:spPr>
          <a:xfrm>
            <a:off x="868680" y="9326880"/>
            <a:ext cx="7589520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6" name="Connector 153"/>
          <p:cNvSpPr/>
          <p:nvPr/>
        </p:nvSpPr>
        <p:spPr>
          <a:xfrm>
            <a:off x="868680" y="9326880"/>
            <a:ext cx="8275320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7" name="Connector 154"/>
          <p:cNvSpPr/>
          <p:nvPr/>
        </p:nvSpPr>
        <p:spPr>
          <a:xfrm>
            <a:off x="868680" y="9326880"/>
            <a:ext cx="8961120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8" name="Connector 155"/>
          <p:cNvSpPr/>
          <p:nvPr/>
        </p:nvSpPr>
        <p:spPr>
          <a:xfrm flipH="1">
            <a:off x="1371600" y="9326880"/>
            <a:ext cx="36577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9" name="Connector 156"/>
          <p:cNvSpPr/>
          <p:nvPr/>
        </p:nvSpPr>
        <p:spPr>
          <a:xfrm>
            <a:off x="1408175" y="9326880"/>
            <a:ext cx="649225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0" name="Connector 157"/>
          <p:cNvSpPr/>
          <p:nvPr/>
        </p:nvSpPr>
        <p:spPr>
          <a:xfrm>
            <a:off x="1408175" y="9326880"/>
            <a:ext cx="1335025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1" name="Connector 158"/>
          <p:cNvSpPr/>
          <p:nvPr/>
        </p:nvSpPr>
        <p:spPr>
          <a:xfrm>
            <a:off x="1408175" y="9326880"/>
            <a:ext cx="2020826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2" name="Connector 159"/>
          <p:cNvSpPr/>
          <p:nvPr/>
        </p:nvSpPr>
        <p:spPr>
          <a:xfrm>
            <a:off x="1408175" y="9326880"/>
            <a:ext cx="3163825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3" name="Connector 160"/>
          <p:cNvSpPr/>
          <p:nvPr/>
        </p:nvSpPr>
        <p:spPr>
          <a:xfrm>
            <a:off x="1408175" y="9326880"/>
            <a:ext cx="3849626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4" name="Connector 161"/>
          <p:cNvSpPr/>
          <p:nvPr/>
        </p:nvSpPr>
        <p:spPr>
          <a:xfrm>
            <a:off x="1408175" y="9326880"/>
            <a:ext cx="4535426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5" name="Connector 162"/>
          <p:cNvSpPr/>
          <p:nvPr/>
        </p:nvSpPr>
        <p:spPr>
          <a:xfrm>
            <a:off x="1408175" y="9326880"/>
            <a:ext cx="5221226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6" name="Connector 163"/>
          <p:cNvSpPr/>
          <p:nvPr/>
        </p:nvSpPr>
        <p:spPr>
          <a:xfrm>
            <a:off x="1408175" y="9326880"/>
            <a:ext cx="6364226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7" name="Connector 164"/>
          <p:cNvSpPr/>
          <p:nvPr/>
        </p:nvSpPr>
        <p:spPr>
          <a:xfrm>
            <a:off x="1408175" y="9326880"/>
            <a:ext cx="7050026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8" name="Connector 165"/>
          <p:cNvSpPr/>
          <p:nvPr/>
        </p:nvSpPr>
        <p:spPr>
          <a:xfrm>
            <a:off x="1408175" y="9326880"/>
            <a:ext cx="7735826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9" name="Connector 166"/>
          <p:cNvSpPr/>
          <p:nvPr/>
        </p:nvSpPr>
        <p:spPr>
          <a:xfrm>
            <a:off x="1408175" y="9326880"/>
            <a:ext cx="8421626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0" name="Connector 167"/>
          <p:cNvSpPr/>
          <p:nvPr/>
        </p:nvSpPr>
        <p:spPr>
          <a:xfrm flipH="1">
            <a:off x="1371600" y="9326880"/>
            <a:ext cx="576073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1" name="Connector 168"/>
          <p:cNvSpPr/>
          <p:nvPr/>
        </p:nvSpPr>
        <p:spPr>
          <a:xfrm>
            <a:off x="1947672" y="9326880"/>
            <a:ext cx="109729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2" name="Connector 169"/>
          <p:cNvSpPr/>
          <p:nvPr/>
        </p:nvSpPr>
        <p:spPr>
          <a:xfrm>
            <a:off x="1947672" y="9326880"/>
            <a:ext cx="795529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3" name="Connector 170"/>
          <p:cNvSpPr/>
          <p:nvPr/>
        </p:nvSpPr>
        <p:spPr>
          <a:xfrm>
            <a:off x="1947672" y="9326880"/>
            <a:ext cx="1481329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4" name="Connector 171"/>
          <p:cNvSpPr/>
          <p:nvPr/>
        </p:nvSpPr>
        <p:spPr>
          <a:xfrm>
            <a:off x="1947672" y="9326880"/>
            <a:ext cx="2624329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5" name="Connector 172"/>
          <p:cNvSpPr/>
          <p:nvPr/>
        </p:nvSpPr>
        <p:spPr>
          <a:xfrm>
            <a:off x="1947671" y="9326880"/>
            <a:ext cx="3310129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6" name="Connector 173"/>
          <p:cNvSpPr/>
          <p:nvPr/>
        </p:nvSpPr>
        <p:spPr>
          <a:xfrm>
            <a:off x="1947671" y="9326880"/>
            <a:ext cx="3995929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7" name="Connector 174"/>
          <p:cNvSpPr/>
          <p:nvPr/>
        </p:nvSpPr>
        <p:spPr>
          <a:xfrm>
            <a:off x="1947671" y="9326880"/>
            <a:ext cx="4681729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8" name="Connector 175"/>
          <p:cNvSpPr/>
          <p:nvPr/>
        </p:nvSpPr>
        <p:spPr>
          <a:xfrm>
            <a:off x="1947671" y="9326880"/>
            <a:ext cx="5824730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9" name="Connector 176"/>
          <p:cNvSpPr/>
          <p:nvPr/>
        </p:nvSpPr>
        <p:spPr>
          <a:xfrm>
            <a:off x="1947671" y="9326880"/>
            <a:ext cx="6510530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0" name="Connector 177"/>
          <p:cNvSpPr/>
          <p:nvPr/>
        </p:nvSpPr>
        <p:spPr>
          <a:xfrm>
            <a:off x="1947671" y="9326880"/>
            <a:ext cx="7196330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1" name="Connector 178"/>
          <p:cNvSpPr/>
          <p:nvPr/>
        </p:nvSpPr>
        <p:spPr>
          <a:xfrm>
            <a:off x="1947671" y="9326880"/>
            <a:ext cx="7882130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2" name="Connector 179"/>
          <p:cNvSpPr/>
          <p:nvPr/>
        </p:nvSpPr>
        <p:spPr>
          <a:xfrm flipH="1">
            <a:off x="1371600" y="9326880"/>
            <a:ext cx="1115568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3" name="Connector 180"/>
          <p:cNvSpPr/>
          <p:nvPr/>
        </p:nvSpPr>
        <p:spPr>
          <a:xfrm flipH="1">
            <a:off x="2057399" y="9326880"/>
            <a:ext cx="429770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4" name="Connector 181"/>
          <p:cNvSpPr/>
          <p:nvPr/>
        </p:nvSpPr>
        <p:spPr>
          <a:xfrm>
            <a:off x="2487167" y="9326880"/>
            <a:ext cx="256033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5" name="Connector 182"/>
          <p:cNvSpPr/>
          <p:nvPr/>
        </p:nvSpPr>
        <p:spPr>
          <a:xfrm>
            <a:off x="2487167" y="9326880"/>
            <a:ext cx="941833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6" name="Connector 183"/>
          <p:cNvSpPr/>
          <p:nvPr/>
        </p:nvSpPr>
        <p:spPr>
          <a:xfrm>
            <a:off x="2487167" y="9326880"/>
            <a:ext cx="2084833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7" name="Connector 184"/>
          <p:cNvSpPr/>
          <p:nvPr/>
        </p:nvSpPr>
        <p:spPr>
          <a:xfrm>
            <a:off x="2487167" y="9326880"/>
            <a:ext cx="2770633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8" name="Connector 185"/>
          <p:cNvSpPr/>
          <p:nvPr/>
        </p:nvSpPr>
        <p:spPr>
          <a:xfrm>
            <a:off x="2487167" y="9326880"/>
            <a:ext cx="3456433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9" name="Connector 186"/>
          <p:cNvSpPr/>
          <p:nvPr/>
        </p:nvSpPr>
        <p:spPr>
          <a:xfrm>
            <a:off x="2487167" y="9326880"/>
            <a:ext cx="4142233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0" name="Connector 187"/>
          <p:cNvSpPr/>
          <p:nvPr/>
        </p:nvSpPr>
        <p:spPr>
          <a:xfrm>
            <a:off x="2487167" y="9326880"/>
            <a:ext cx="5285234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1" name="Connector 188"/>
          <p:cNvSpPr/>
          <p:nvPr/>
        </p:nvSpPr>
        <p:spPr>
          <a:xfrm>
            <a:off x="2487167" y="9326880"/>
            <a:ext cx="5971034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2" name="Connector 189"/>
          <p:cNvSpPr/>
          <p:nvPr/>
        </p:nvSpPr>
        <p:spPr>
          <a:xfrm>
            <a:off x="2487168" y="9326880"/>
            <a:ext cx="6656832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3" name="Connector 190"/>
          <p:cNvSpPr/>
          <p:nvPr/>
        </p:nvSpPr>
        <p:spPr>
          <a:xfrm>
            <a:off x="2487168" y="9326880"/>
            <a:ext cx="7342632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4" name="Connector 191"/>
          <p:cNvSpPr/>
          <p:nvPr/>
        </p:nvSpPr>
        <p:spPr>
          <a:xfrm flipH="1">
            <a:off x="1371600" y="9326880"/>
            <a:ext cx="1655065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5" name="Connector 192"/>
          <p:cNvSpPr/>
          <p:nvPr/>
        </p:nvSpPr>
        <p:spPr>
          <a:xfrm flipH="1">
            <a:off x="2057399" y="9326880"/>
            <a:ext cx="969265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6" name="Connector 193"/>
          <p:cNvSpPr/>
          <p:nvPr/>
        </p:nvSpPr>
        <p:spPr>
          <a:xfrm flipH="1">
            <a:off x="2743199" y="9326880"/>
            <a:ext cx="283465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7" name="Connector 194"/>
          <p:cNvSpPr/>
          <p:nvPr/>
        </p:nvSpPr>
        <p:spPr>
          <a:xfrm>
            <a:off x="3026664" y="9326880"/>
            <a:ext cx="402337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8" name="Connector 195"/>
          <p:cNvSpPr/>
          <p:nvPr/>
        </p:nvSpPr>
        <p:spPr>
          <a:xfrm>
            <a:off x="3026664" y="9326880"/>
            <a:ext cx="1545337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9" name="Connector 196"/>
          <p:cNvSpPr/>
          <p:nvPr/>
        </p:nvSpPr>
        <p:spPr>
          <a:xfrm>
            <a:off x="3026664" y="9326880"/>
            <a:ext cx="2231136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0" name="Connector 197"/>
          <p:cNvSpPr/>
          <p:nvPr/>
        </p:nvSpPr>
        <p:spPr>
          <a:xfrm>
            <a:off x="3026664" y="9326880"/>
            <a:ext cx="2916937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1" name="Connector 198"/>
          <p:cNvSpPr/>
          <p:nvPr/>
        </p:nvSpPr>
        <p:spPr>
          <a:xfrm>
            <a:off x="3026664" y="9326880"/>
            <a:ext cx="3602737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2" name="Connector 199"/>
          <p:cNvSpPr/>
          <p:nvPr/>
        </p:nvSpPr>
        <p:spPr>
          <a:xfrm>
            <a:off x="3026664" y="9326880"/>
            <a:ext cx="4745737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3" name="Connector 200"/>
          <p:cNvSpPr/>
          <p:nvPr/>
        </p:nvSpPr>
        <p:spPr>
          <a:xfrm>
            <a:off x="3026664" y="9326880"/>
            <a:ext cx="5431537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4" name="Connector 201"/>
          <p:cNvSpPr/>
          <p:nvPr/>
        </p:nvSpPr>
        <p:spPr>
          <a:xfrm>
            <a:off x="3026664" y="9326880"/>
            <a:ext cx="6117337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5" name="Connector 202"/>
          <p:cNvSpPr/>
          <p:nvPr/>
        </p:nvSpPr>
        <p:spPr>
          <a:xfrm>
            <a:off x="3026664" y="9326880"/>
            <a:ext cx="6803137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6" name="Connector 203"/>
          <p:cNvSpPr/>
          <p:nvPr/>
        </p:nvSpPr>
        <p:spPr>
          <a:xfrm flipH="1">
            <a:off x="1371600" y="9326880"/>
            <a:ext cx="2194561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7" name="Connector 204"/>
          <p:cNvSpPr/>
          <p:nvPr/>
        </p:nvSpPr>
        <p:spPr>
          <a:xfrm flipH="1">
            <a:off x="2057400" y="9326880"/>
            <a:ext cx="1508761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8" name="Connector 205"/>
          <p:cNvSpPr/>
          <p:nvPr/>
        </p:nvSpPr>
        <p:spPr>
          <a:xfrm flipH="1">
            <a:off x="2743200" y="9326880"/>
            <a:ext cx="822961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9" name="Connector 206"/>
          <p:cNvSpPr/>
          <p:nvPr/>
        </p:nvSpPr>
        <p:spPr>
          <a:xfrm flipH="1">
            <a:off x="3429000" y="9326880"/>
            <a:ext cx="137161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0" name="Connector 207"/>
          <p:cNvSpPr/>
          <p:nvPr/>
        </p:nvSpPr>
        <p:spPr>
          <a:xfrm>
            <a:off x="3566159" y="9326880"/>
            <a:ext cx="1005840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1" name="Connector 208"/>
          <p:cNvSpPr/>
          <p:nvPr/>
        </p:nvSpPr>
        <p:spPr>
          <a:xfrm>
            <a:off x="3566159" y="9326880"/>
            <a:ext cx="1691641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2" name="Connector 209"/>
          <p:cNvSpPr/>
          <p:nvPr/>
        </p:nvSpPr>
        <p:spPr>
          <a:xfrm>
            <a:off x="3566159" y="9326880"/>
            <a:ext cx="2377441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3" name="Connector 210"/>
          <p:cNvSpPr/>
          <p:nvPr/>
        </p:nvSpPr>
        <p:spPr>
          <a:xfrm>
            <a:off x="3566159" y="9326880"/>
            <a:ext cx="3063241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4" name="Connector 211"/>
          <p:cNvSpPr/>
          <p:nvPr/>
        </p:nvSpPr>
        <p:spPr>
          <a:xfrm>
            <a:off x="3566159" y="9326880"/>
            <a:ext cx="4206241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5" name="Connector 212"/>
          <p:cNvSpPr/>
          <p:nvPr/>
        </p:nvSpPr>
        <p:spPr>
          <a:xfrm>
            <a:off x="3566159" y="9326880"/>
            <a:ext cx="4892041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6" name="Connector 213"/>
          <p:cNvSpPr/>
          <p:nvPr/>
        </p:nvSpPr>
        <p:spPr>
          <a:xfrm>
            <a:off x="3566159" y="9326880"/>
            <a:ext cx="5577841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7" name="Connector 214"/>
          <p:cNvSpPr/>
          <p:nvPr/>
        </p:nvSpPr>
        <p:spPr>
          <a:xfrm>
            <a:off x="3566159" y="9326880"/>
            <a:ext cx="6263641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8" name="Connector 215"/>
          <p:cNvSpPr/>
          <p:nvPr/>
        </p:nvSpPr>
        <p:spPr>
          <a:xfrm flipH="1">
            <a:off x="1371599" y="9326880"/>
            <a:ext cx="2734057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9" name="Connector 216"/>
          <p:cNvSpPr/>
          <p:nvPr/>
        </p:nvSpPr>
        <p:spPr>
          <a:xfrm flipH="1">
            <a:off x="2057399" y="9326880"/>
            <a:ext cx="2048257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0" name="Connector 217"/>
          <p:cNvSpPr/>
          <p:nvPr/>
        </p:nvSpPr>
        <p:spPr>
          <a:xfrm flipH="1">
            <a:off x="2743199" y="9326880"/>
            <a:ext cx="1362457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1" name="Connector 218"/>
          <p:cNvSpPr/>
          <p:nvPr/>
        </p:nvSpPr>
        <p:spPr>
          <a:xfrm flipH="1">
            <a:off x="3428999" y="9326880"/>
            <a:ext cx="676658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2" name="Connector 219"/>
          <p:cNvSpPr/>
          <p:nvPr/>
        </p:nvSpPr>
        <p:spPr>
          <a:xfrm>
            <a:off x="4105655" y="9326880"/>
            <a:ext cx="466345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3" name="Connector 220"/>
          <p:cNvSpPr/>
          <p:nvPr/>
        </p:nvSpPr>
        <p:spPr>
          <a:xfrm>
            <a:off x="4105655" y="9326880"/>
            <a:ext cx="1152145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4" name="Connector 221"/>
          <p:cNvSpPr/>
          <p:nvPr/>
        </p:nvSpPr>
        <p:spPr>
          <a:xfrm>
            <a:off x="4105655" y="9326880"/>
            <a:ext cx="1837946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5" name="Connector 222"/>
          <p:cNvSpPr/>
          <p:nvPr/>
        </p:nvSpPr>
        <p:spPr>
          <a:xfrm>
            <a:off x="4105655" y="9326880"/>
            <a:ext cx="2523746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6" name="Connector 223"/>
          <p:cNvSpPr/>
          <p:nvPr/>
        </p:nvSpPr>
        <p:spPr>
          <a:xfrm>
            <a:off x="4105655" y="9326880"/>
            <a:ext cx="3666746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7" name="Connector 224"/>
          <p:cNvSpPr/>
          <p:nvPr/>
        </p:nvSpPr>
        <p:spPr>
          <a:xfrm>
            <a:off x="4105655" y="9326880"/>
            <a:ext cx="4352546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8" name="Connector 225"/>
          <p:cNvSpPr/>
          <p:nvPr/>
        </p:nvSpPr>
        <p:spPr>
          <a:xfrm>
            <a:off x="4105655" y="9326880"/>
            <a:ext cx="5038346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9" name="Connector 226"/>
          <p:cNvSpPr/>
          <p:nvPr/>
        </p:nvSpPr>
        <p:spPr>
          <a:xfrm>
            <a:off x="4105655" y="9326880"/>
            <a:ext cx="5724146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0" name="Connector 227"/>
          <p:cNvSpPr/>
          <p:nvPr/>
        </p:nvSpPr>
        <p:spPr>
          <a:xfrm flipH="1">
            <a:off x="1371600" y="9326880"/>
            <a:ext cx="3273553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1" name="Connector 228"/>
          <p:cNvSpPr/>
          <p:nvPr/>
        </p:nvSpPr>
        <p:spPr>
          <a:xfrm flipH="1">
            <a:off x="2057399" y="9326880"/>
            <a:ext cx="2587753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2" name="Connector 229"/>
          <p:cNvSpPr/>
          <p:nvPr/>
        </p:nvSpPr>
        <p:spPr>
          <a:xfrm flipH="1">
            <a:off x="2743200" y="9326880"/>
            <a:ext cx="1901952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3" name="Connector 230"/>
          <p:cNvSpPr/>
          <p:nvPr/>
        </p:nvSpPr>
        <p:spPr>
          <a:xfrm flipH="1">
            <a:off x="3429000" y="9326880"/>
            <a:ext cx="1216153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4" name="Connector 231"/>
          <p:cNvSpPr/>
          <p:nvPr/>
        </p:nvSpPr>
        <p:spPr>
          <a:xfrm flipH="1">
            <a:off x="4572000" y="9326880"/>
            <a:ext cx="73153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5" name="Connector 232"/>
          <p:cNvSpPr/>
          <p:nvPr/>
        </p:nvSpPr>
        <p:spPr>
          <a:xfrm>
            <a:off x="4645152" y="9326880"/>
            <a:ext cx="612649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6" name="Connector 233"/>
          <p:cNvSpPr/>
          <p:nvPr/>
        </p:nvSpPr>
        <p:spPr>
          <a:xfrm>
            <a:off x="4645152" y="9326880"/>
            <a:ext cx="1298449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7" name="Connector 234"/>
          <p:cNvSpPr/>
          <p:nvPr/>
        </p:nvSpPr>
        <p:spPr>
          <a:xfrm>
            <a:off x="4645152" y="9326880"/>
            <a:ext cx="1984249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8" name="Connector 235"/>
          <p:cNvSpPr/>
          <p:nvPr/>
        </p:nvSpPr>
        <p:spPr>
          <a:xfrm>
            <a:off x="4645152" y="9326880"/>
            <a:ext cx="3127249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9" name="Connector 236"/>
          <p:cNvSpPr/>
          <p:nvPr/>
        </p:nvSpPr>
        <p:spPr>
          <a:xfrm>
            <a:off x="4645152" y="9326880"/>
            <a:ext cx="3813048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0" name="Connector 237"/>
          <p:cNvSpPr/>
          <p:nvPr/>
        </p:nvSpPr>
        <p:spPr>
          <a:xfrm>
            <a:off x="4645152" y="9326880"/>
            <a:ext cx="4498849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1" name="Connector 238"/>
          <p:cNvSpPr/>
          <p:nvPr/>
        </p:nvSpPr>
        <p:spPr>
          <a:xfrm>
            <a:off x="4645151" y="9326880"/>
            <a:ext cx="5184650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2" name="Connector 239"/>
          <p:cNvSpPr/>
          <p:nvPr/>
        </p:nvSpPr>
        <p:spPr>
          <a:xfrm flipH="1">
            <a:off x="1371600" y="9326880"/>
            <a:ext cx="3813048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3" name="Connector 240"/>
          <p:cNvSpPr/>
          <p:nvPr/>
        </p:nvSpPr>
        <p:spPr>
          <a:xfrm flipH="1">
            <a:off x="2057400" y="9326880"/>
            <a:ext cx="3127249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4" name="Connector 241"/>
          <p:cNvSpPr/>
          <p:nvPr/>
        </p:nvSpPr>
        <p:spPr>
          <a:xfrm flipH="1">
            <a:off x="2743200" y="9326880"/>
            <a:ext cx="2441449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5" name="Connector 242"/>
          <p:cNvSpPr/>
          <p:nvPr/>
        </p:nvSpPr>
        <p:spPr>
          <a:xfrm flipH="1">
            <a:off x="3429000" y="9326880"/>
            <a:ext cx="1755649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6" name="Connector 243"/>
          <p:cNvSpPr/>
          <p:nvPr/>
        </p:nvSpPr>
        <p:spPr>
          <a:xfrm flipH="1">
            <a:off x="4572000" y="9326880"/>
            <a:ext cx="612649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7" name="Connector 244"/>
          <p:cNvSpPr/>
          <p:nvPr/>
        </p:nvSpPr>
        <p:spPr>
          <a:xfrm>
            <a:off x="5184647" y="9326880"/>
            <a:ext cx="73153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8" name="Connector 245"/>
          <p:cNvSpPr/>
          <p:nvPr/>
        </p:nvSpPr>
        <p:spPr>
          <a:xfrm>
            <a:off x="5184647" y="9326880"/>
            <a:ext cx="758953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9" name="Connector 246"/>
          <p:cNvSpPr/>
          <p:nvPr/>
        </p:nvSpPr>
        <p:spPr>
          <a:xfrm>
            <a:off x="5184647" y="9326880"/>
            <a:ext cx="1444753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0" name="Connector 247"/>
          <p:cNvSpPr/>
          <p:nvPr/>
        </p:nvSpPr>
        <p:spPr>
          <a:xfrm>
            <a:off x="5184647" y="9326880"/>
            <a:ext cx="2587753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1" name="Connector 248"/>
          <p:cNvSpPr/>
          <p:nvPr/>
        </p:nvSpPr>
        <p:spPr>
          <a:xfrm>
            <a:off x="5184647" y="9326880"/>
            <a:ext cx="3273553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2" name="Connector 249"/>
          <p:cNvSpPr/>
          <p:nvPr/>
        </p:nvSpPr>
        <p:spPr>
          <a:xfrm>
            <a:off x="5184647" y="9326880"/>
            <a:ext cx="3959353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3" name="Connector 250"/>
          <p:cNvSpPr/>
          <p:nvPr/>
        </p:nvSpPr>
        <p:spPr>
          <a:xfrm>
            <a:off x="5184647" y="9326880"/>
            <a:ext cx="4645153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4" name="Connector 251"/>
          <p:cNvSpPr/>
          <p:nvPr/>
        </p:nvSpPr>
        <p:spPr>
          <a:xfrm flipH="1">
            <a:off x="1371599" y="9326880"/>
            <a:ext cx="4352546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5" name="Connector 252"/>
          <p:cNvSpPr/>
          <p:nvPr/>
        </p:nvSpPr>
        <p:spPr>
          <a:xfrm flipH="1">
            <a:off x="2057399" y="9326880"/>
            <a:ext cx="3666746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6" name="Connector 253"/>
          <p:cNvSpPr/>
          <p:nvPr/>
        </p:nvSpPr>
        <p:spPr>
          <a:xfrm flipH="1">
            <a:off x="2743199" y="9326880"/>
            <a:ext cx="2980946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7" name="Connector 254"/>
          <p:cNvSpPr/>
          <p:nvPr/>
        </p:nvSpPr>
        <p:spPr>
          <a:xfrm flipH="1">
            <a:off x="3428999" y="9326880"/>
            <a:ext cx="2295146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8" name="Connector 255"/>
          <p:cNvSpPr/>
          <p:nvPr/>
        </p:nvSpPr>
        <p:spPr>
          <a:xfrm flipH="1">
            <a:off x="4572000" y="9326880"/>
            <a:ext cx="1152145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9" name="Connector 256"/>
          <p:cNvSpPr/>
          <p:nvPr/>
        </p:nvSpPr>
        <p:spPr>
          <a:xfrm flipH="1">
            <a:off x="5257800" y="9326880"/>
            <a:ext cx="466345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0" name="Connector 257"/>
          <p:cNvSpPr/>
          <p:nvPr/>
        </p:nvSpPr>
        <p:spPr>
          <a:xfrm>
            <a:off x="5724144" y="9326880"/>
            <a:ext cx="219457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1" name="Connector 258"/>
          <p:cNvSpPr/>
          <p:nvPr/>
        </p:nvSpPr>
        <p:spPr>
          <a:xfrm>
            <a:off x="5724144" y="9326880"/>
            <a:ext cx="905257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2" name="Connector 259"/>
          <p:cNvSpPr/>
          <p:nvPr/>
        </p:nvSpPr>
        <p:spPr>
          <a:xfrm>
            <a:off x="5724144" y="9326880"/>
            <a:ext cx="2048257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3" name="Connector 260"/>
          <p:cNvSpPr/>
          <p:nvPr/>
        </p:nvSpPr>
        <p:spPr>
          <a:xfrm>
            <a:off x="5724144" y="9326880"/>
            <a:ext cx="2734057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4" name="Connector 261"/>
          <p:cNvSpPr/>
          <p:nvPr/>
        </p:nvSpPr>
        <p:spPr>
          <a:xfrm>
            <a:off x="5724144" y="9326880"/>
            <a:ext cx="3419857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5" name="Connector 262"/>
          <p:cNvSpPr/>
          <p:nvPr/>
        </p:nvSpPr>
        <p:spPr>
          <a:xfrm>
            <a:off x="5724144" y="9326880"/>
            <a:ext cx="4105657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6" name="Connector 263"/>
          <p:cNvSpPr/>
          <p:nvPr/>
        </p:nvSpPr>
        <p:spPr>
          <a:xfrm flipH="1">
            <a:off x="1371600" y="9326880"/>
            <a:ext cx="4892041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7" name="Connector 264"/>
          <p:cNvSpPr/>
          <p:nvPr/>
        </p:nvSpPr>
        <p:spPr>
          <a:xfrm flipH="1">
            <a:off x="2057400" y="9326880"/>
            <a:ext cx="4206241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8" name="Connector 265"/>
          <p:cNvSpPr/>
          <p:nvPr/>
        </p:nvSpPr>
        <p:spPr>
          <a:xfrm flipH="1">
            <a:off x="2743200" y="9326880"/>
            <a:ext cx="3520441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9" name="Connector 266"/>
          <p:cNvSpPr/>
          <p:nvPr/>
        </p:nvSpPr>
        <p:spPr>
          <a:xfrm flipH="1">
            <a:off x="3428999" y="9326880"/>
            <a:ext cx="2834641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0" name="Connector 267"/>
          <p:cNvSpPr/>
          <p:nvPr/>
        </p:nvSpPr>
        <p:spPr>
          <a:xfrm flipH="1">
            <a:off x="4571999" y="9326880"/>
            <a:ext cx="1691641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1" name="Connector 268"/>
          <p:cNvSpPr/>
          <p:nvPr/>
        </p:nvSpPr>
        <p:spPr>
          <a:xfrm flipH="1">
            <a:off x="5257800" y="9326880"/>
            <a:ext cx="1005840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2" name="Connector 269"/>
          <p:cNvSpPr/>
          <p:nvPr/>
        </p:nvSpPr>
        <p:spPr>
          <a:xfrm flipH="1">
            <a:off x="5943600" y="9326880"/>
            <a:ext cx="320041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3" name="Connector 270"/>
          <p:cNvSpPr/>
          <p:nvPr/>
        </p:nvSpPr>
        <p:spPr>
          <a:xfrm>
            <a:off x="6263640" y="9326880"/>
            <a:ext cx="365761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4" name="Connector 271"/>
          <p:cNvSpPr/>
          <p:nvPr/>
        </p:nvSpPr>
        <p:spPr>
          <a:xfrm>
            <a:off x="6263640" y="9326880"/>
            <a:ext cx="1508761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5" name="Connector 272"/>
          <p:cNvSpPr/>
          <p:nvPr/>
        </p:nvSpPr>
        <p:spPr>
          <a:xfrm>
            <a:off x="6263640" y="9326880"/>
            <a:ext cx="2194561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6" name="Connector 273"/>
          <p:cNvSpPr/>
          <p:nvPr/>
        </p:nvSpPr>
        <p:spPr>
          <a:xfrm>
            <a:off x="6263640" y="9326880"/>
            <a:ext cx="2880361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7" name="Connector 274"/>
          <p:cNvSpPr/>
          <p:nvPr/>
        </p:nvSpPr>
        <p:spPr>
          <a:xfrm>
            <a:off x="6263640" y="9326880"/>
            <a:ext cx="3566160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8" name="Connector 275"/>
          <p:cNvSpPr/>
          <p:nvPr/>
        </p:nvSpPr>
        <p:spPr>
          <a:xfrm flipH="1">
            <a:off x="1371599" y="9326880"/>
            <a:ext cx="5431537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9" name="Connector 276"/>
          <p:cNvSpPr/>
          <p:nvPr/>
        </p:nvSpPr>
        <p:spPr>
          <a:xfrm flipH="1">
            <a:off x="2057399" y="9326880"/>
            <a:ext cx="4745737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0" name="Connector 277"/>
          <p:cNvSpPr/>
          <p:nvPr/>
        </p:nvSpPr>
        <p:spPr>
          <a:xfrm flipH="1">
            <a:off x="2743199" y="9326880"/>
            <a:ext cx="4059937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1" name="Connector 278"/>
          <p:cNvSpPr/>
          <p:nvPr/>
        </p:nvSpPr>
        <p:spPr>
          <a:xfrm flipH="1">
            <a:off x="3428999" y="9326880"/>
            <a:ext cx="3374137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2" name="Connector 279"/>
          <p:cNvSpPr/>
          <p:nvPr/>
        </p:nvSpPr>
        <p:spPr>
          <a:xfrm flipH="1">
            <a:off x="4572000" y="9326880"/>
            <a:ext cx="2231136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3" name="Connector 280"/>
          <p:cNvSpPr/>
          <p:nvPr/>
        </p:nvSpPr>
        <p:spPr>
          <a:xfrm flipH="1">
            <a:off x="5257799" y="9326880"/>
            <a:ext cx="1545338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4" name="Connector 281"/>
          <p:cNvSpPr/>
          <p:nvPr/>
        </p:nvSpPr>
        <p:spPr>
          <a:xfrm flipH="1">
            <a:off x="5943599" y="9326880"/>
            <a:ext cx="859538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5" name="Connector 282"/>
          <p:cNvSpPr/>
          <p:nvPr/>
        </p:nvSpPr>
        <p:spPr>
          <a:xfrm flipH="1">
            <a:off x="6629400" y="9326880"/>
            <a:ext cx="173737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6" name="Connector 283"/>
          <p:cNvSpPr/>
          <p:nvPr/>
        </p:nvSpPr>
        <p:spPr>
          <a:xfrm>
            <a:off x="6803135" y="9326880"/>
            <a:ext cx="969265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7" name="Connector 284"/>
          <p:cNvSpPr/>
          <p:nvPr/>
        </p:nvSpPr>
        <p:spPr>
          <a:xfrm>
            <a:off x="6803135" y="9326880"/>
            <a:ext cx="1655065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8" name="Connector 285"/>
          <p:cNvSpPr/>
          <p:nvPr/>
        </p:nvSpPr>
        <p:spPr>
          <a:xfrm>
            <a:off x="6803135" y="9326880"/>
            <a:ext cx="2340865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9" name="Connector 286"/>
          <p:cNvSpPr/>
          <p:nvPr/>
        </p:nvSpPr>
        <p:spPr>
          <a:xfrm>
            <a:off x="6803135" y="9326880"/>
            <a:ext cx="3026665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0" name="Connector 287"/>
          <p:cNvSpPr/>
          <p:nvPr/>
        </p:nvSpPr>
        <p:spPr>
          <a:xfrm flipH="1">
            <a:off x="1371599" y="9326880"/>
            <a:ext cx="5971033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1" name="Connector 288"/>
          <p:cNvSpPr/>
          <p:nvPr/>
        </p:nvSpPr>
        <p:spPr>
          <a:xfrm flipH="1">
            <a:off x="2057399" y="9326880"/>
            <a:ext cx="5285233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2" name="Connector 289"/>
          <p:cNvSpPr/>
          <p:nvPr/>
        </p:nvSpPr>
        <p:spPr>
          <a:xfrm flipH="1">
            <a:off x="2743199" y="9326880"/>
            <a:ext cx="4599432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3" name="Connector 290"/>
          <p:cNvSpPr/>
          <p:nvPr/>
        </p:nvSpPr>
        <p:spPr>
          <a:xfrm flipH="1">
            <a:off x="3428999" y="9326880"/>
            <a:ext cx="3913632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4" name="Connector 291"/>
          <p:cNvSpPr/>
          <p:nvPr/>
        </p:nvSpPr>
        <p:spPr>
          <a:xfrm flipH="1">
            <a:off x="4572000" y="9326880"/>
            <a:ext cx="2770632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5" name="Connector 292"/>
          <p:cNvSpPr/>
          <p:nvPr/>
        </p:nvSpPr>
        <p:spPr>
          <a:xfrm flipH="1">
            <a:off x="5257800" y="9326880"/>
            <a:ext cx="2084832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6" name="Connector 293"/>
          <p:cNvSpPr/>
          <p:nvPr/>
        </p:nvSpPr>
        <p:spPr>
          <a:xfrm flipH="1">
            <a:off x="5943599" y="9326880"/>
            <a:ext cx="1399032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7" name="Connector 294"/>
          <p:cNvSpPr/>
          <p:nvPr/>
        </p:nvSpPr>
        <p:spPr>
          <a:xfrm flipH="1">
            <a:off x="6629399" y="9326880"/>
            <a:ext cx="713232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8" name="Connector 295"/>
          <p:cNvSpPr/>
          <p:nvPr/>
        </p:nvSpPr>
        <p:spPr>
          <a:xfrm>
            <a:off x="7342630" y="9326880"/>
            <a:ext cx="429770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9" name="Connector 296"/>
          <p:cNvSpPr/>
          <p:nvPr/>
        </p:nvSpPr>
        <p:spPr>
          <a:xfrm>
            <a:off x="7342630" y="9326880"/>
            <a:ext cx="1115570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0" name="Connector 297"/>
          <p:cNvSpPr/>
          <p:nvPr/>
        </p:nvSpPr>
        <p:spPr>
          <a:xfrm>
            <a:off x="7342630" y="9326880"/>
            <a:ext cx="1801369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1" name="Connector 298"/>
          <p:cNvSpPr/>
          <p:nvPr/>
        </p:nvSpPr>
        <p:spPr>
          <a:xfrm>
            <a:off x="7342630" y="9326880"/>
            <a:ext cx="2487170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2" name="Connector 299"/>
          <p:cNvSpPr/>
          <p:nvPr/>
        </p:nvSpPr>
        <p:spPr>
          <a:xfrm flipH="1">
            <a:off x="1371600" y="9326880"/>
            <a:ext cx="6510527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3" name="Connector 300"/>
          <p:cNvSpPr/>
          <p:nvPr/>
        </p:nvSpPr>
        <p:spPr>
          <a:xfrm flipH="1">
            <a:off x="2057399" y="9326880"/>
            <a:ext cx="5824729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4" name="Connector 301"/>
          <p:cNvSpPr/>
          <p:nvPr/>
        </p:nvSpPr>
        <p:spPr>
          <a:xfrm flipH="1">
            <a:off x="2743199" y="9326880"/>
            <a:ext cx="5138929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5" name="Connector 302"/>
          <p:cNvSpPr/>
          <p:nvPr/>
        </p:nvSpPr>
        <p:spPr>
          <a:xfrm flipH="1">
            <a:off x="3428999" y="9326880"/>
            <a:ext cx="4453129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6" name="Connector 303"/>
          <p:cNvSpPr/>
          <p:nvPr/>
        </p:nvSpPr>
        <p:spPr>
          <a:xfrm flipH="1">
            <a:off x="4571999" y="9326880"/>
            <a:ext cx="3310129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7" name="Connector 304"/>
          <p:cNvSpPr/>
          <p:nvPr/>
        </p:nvSpPr>
        <p:spPr>
          <a:xfrm flipH="1">
            <a:off x="5257799" y="9326880"/>
            <a:ext cx="2624329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8" name="Connector 305"/>
          <p:cNvSpPr/>
          <p:nvPr/>
        </p:nvSpPr>
        <p:spPr>
          <a:xfrm flipH="1">
            <a:off x="5943600" y="9326880"/>
            <a:ext cx="1938528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9" name="Connector 306"/>
          <p:cNvSpPr/>
          <p:nvPr/>
        </p:nvSpPr>
        <p:spPr>
          <a:xfrm flipH="1">
            <a:off x="6629400" y="9326880"/>
            <a:ext cx="1252728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0" name="Connector 307"/>
          <p:cNvSpPr/>
          <p:nvPr/>
        </p:nvSpPr>
        <p:spPr>
          <a:xfrm flipH="1">
            <a:off x="7772399" y="9326880"/>
            <a:ext cx="109728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1" name="Connector 308"/>
          <p:cNvSpPr/>
          <p:nvPr/>
        </p:nvSpPr>
        <p:spPr>
          <a:xfrm>
            <a:off x="7882126" y="9326880"/>
            <a:ext cx="576074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2" name="Connector 309"/>
          <p:cNvSpPr/>
          <p:nvPr/>
        </p:nvSpPr>
        <p:spPr>
          <a:xfrm>
            <a:off x="7882126" y="9326880"/>
            <a:ext cx="1261874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3" name="Connector 310"/>
          <p:cNvSpPr/>
          <p:nvPr/>
        </p:nvSpPr>
        <p:spPr>
          <a:xfrm>
            <a:off x="7882126" y="9326880"/>
            <a:ext cx="1947674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4" name="Connector 311"/>
          <p:cNvSpPr/>
          <p:nvPr/>
        </p:nvSpPr>
        <p:spPr>
          <a:xfrm flipH="1">
            <a:off x="1371599" y="9326880"/>
            <a:ext cx="7050025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5" name="Connector 312"/>
          <p:cNvSpPr/>
          <p:nvPr/>
        </p:nvSpPr>
        <p:spPr>
          <a:xfrm flipH="1">
            <a:off x="2057399" y="9326880"/>
            <a:ext cx="6364225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6" name="Connector 313"/>
          <p:cNvSpPr/>
          <p:nvPr/>
        </p:nvSpPr>
        <p:spPr>
          <a:xfrm flipH="1">
            <a:off x="2743199" y="9326880"/>
            <a:ext cx="5678425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7" name="Connector 314"/>
          <p:cNvSpPr/>
          <p:nvPr/>
        </p:nvSpPr>
        <p:spPr>
          <a:xfrm flipH="1">
            <a:off x="3428999" y="9326880"/>
            <a:ext cx="4992625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8" name="Connector 315"/>
          <p:cNvSpPr/>
          <p:nvPr/>
        </p:nvSpPr>
        <p:spPr>
          <a:xfrm flipH="1">
            <a:off x="4571999" y="9326880"/>
            <a:ext cx="3849625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9" name="Connector 316"/>
          <p:cNvSpPr/>
          <p:nvPr/>
        </p:nvSpPr>
        <p:spPr>
          <a:xfrm flipH="1">
            <a:off x="5257799" y="9326880"/>
            <a:ext cx="3163826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0" name="Connector 317"/>
          <p:cNvSpPr/>
          <p:nvPr/>
        </p:nvSpPr>
        <p:spPr>
          <a:xfrm flipH="1">
            <a:off x="5943599" y="9326880"/>
            <a:ext cx="2478026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1" name="Connector 318"/>
          <p:cNvSpPr/>
          <p:nvPr/>
        </p:nvSpPr>
        <p:spPr>
          <a:xfrm flipH="1">
            <a:off x="6629400" y="9326880"/>
            <a:ext cx="1792224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2" name="Connector 319"/>
          <p:cNvSpPr/>
          <p:nvPr/>
        </p:nvSpPr>
        <p:spPr>
          <a:xfrm flipH="1">
            <a:off x="7772399" y="9326880"/>
            <a:ext cx="649225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3" name="Connector 320"/>
          <p:cNvSpPr/>
          <p:nvPr/>
        </p:nvSpPr>
        <p:spPr>
          <a:xfrm>
            <a:off x="8421623" y="9326880"/>
            <a:ext cx="36577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4" name="Connector 321"/>
          <p:cNvSpPr/>
          <p:nvPr/>
        </p:nvSpPr>
        <p:spPr>
          <a:xfrm>
            <a:off x="8421623" y="9326880"/>
            <a:ext cx="722377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5" name="Connector 322"/>
          <p:cNvSpPr/>
          <p:nvPr/>
        </p:nvSpPr>
        <p:spPr>
          <a:xfrm>
            <a:off x="8421623" y="9326880"/>
            <a:ext cx="1408177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6" name="Connector 323"/>
          <p:cNvSpPr/>
          <p:nvPr/>
        </p:nvSpPr>
        <p:spPr>
          <a:xfrm flipH="1">
            <a:off x="1371600" y="9326880"/>
            <a:ext cx="7589520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7" name="Connector 324"/>
          <p:cNvSpPr/>
          <p:nvPr/>
        </p:nvSpPr>
        <p:spPr>
          <a:xfrm flipH="1">
            <a:off x="2057400" y="9326880"/>
            <a:ext cx="6903720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8" name="Connector 325"/>
          <p:cNvSpPr/>
          <p:nvPr/>
        </p:nvSpPr>
        <p:spPr>
          <a:xfrm flipH="1">
            <a:off x="2743200" y="9326880"/>
            <a:ext cx="6217921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9" name="Connector 326"/>
          <p:cNvSpPr/>
          <p:nvPr/>
        </p:nvSpPr>
        <p:spPr>
          <a:xfrm flipH="1">
            <a:off x="3429000" y="9326880"/>
            <a:ext cx="5532121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0" name="Connector 327"/>
          <p:cNvSpPr/>
          <p:nvPr/>
        </p:nvSpPr>
        <p:spPr>
          <a:xfrm flipH="1">
            <a:off x="4572000" y="9326880"/>
            <a:ext cx="4389121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1" name="Connector 328"/>
          <p:cNvSpPr/>
          <p:nvPr/>
        </p:nvSpPr>
        <p:spPr>
          <a:xfrm flipH="1">
            <a:off x="5257800" y="9326880"/>
            <a:ext cx="3703321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2" name="Connector 329"/>
          <p:cNvSpPr/>
          <p:nvPr/>
        </p:nvSpPr>
        <p:spPr>
          <a:xfrm flipH="1">
            <a:off x="5943600" y="9326880"/>
            <a:ext cx="3017521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3" name="Connector 330"/>
          <p:cNvSpPr/>
          <p:nvPr/>
        </p:nvSpPr>
        <p:spPr>
          <a:xfrm flipH="1">
            <a:off x="6629400" y="9326880"/>
            <a:ext cx="2331721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4" name="Connector 331"/>
          <p:cNvSpPr/>
          <p:nvPr/>
        </p:nvSpPr>
        <p:spPr>
          <a:xfrm flipH="1">
            <a:off x="7772399" y="9326880"/>
            <a:ext cx="1188721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5" name="Connector 332"/>
          <p:cNvSpPr/>
          <p:nvPr/>
        </p:nvSpPr>
        <p:spPr>
          <a:xfrm flipH="1">
            <a:off x="8458200" y="9326880"/>
            <a:ext cx="502920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6" name="Connector 333"/>
          <p:cNvSpPr/>
          <p:nvPr/>
        </p:nvSpPr>
        <p:spPr>
          <a:xfrm>
            <a:off x="8961119" y="9326880"/>
            <a:ext cx="182881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7" name="Connector 334"/>
          <p:cNvSpPr/>
          <p:nvPr/>
        </p:nvSpPr>
        <p:spPr>
          <a:xfrm>
            <a:off x="8961119" y="9326880"/>
            <a:ext cx="868681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8" name="Connector 335"/>
          <p:cNvSpPr/>
          <p:nvPr/>
        </p:nvSpPr>
        <p:spPr>
          <a:xfrm flipH="1">
            <a:off x="1371600" y="9326880"/>
            <a:ext cx="8129017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9" name="Connector 336"/>
          <p:cNvSpPr/>
          <p:nvPr/>
        </p:nvSpPr>
        <p:spPr>
          <a:xfrm flipH="1">
            <a:off x="2057400" y="9326880"/>
            <a:ext cx="7443217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0" name="Connector 337"/>
          <p:cNvSpPr/>
          <p:nvPr/>
        </p:nvSpPr>
        <p:spPr>
          <a:xfrm flipH="1">
            <a:off x="2743200" y="9326880"/>
            <a:ext cx="6757417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1" name="Connector 338"/>
          <p:cNvSpPr/>
          <p:nvPr/>
        </p:nvSpPr>
        <p:spPr>
          <a:xfrm flipH="1">
            <a:off x="3428999" y="9326880"/>
            <a:ext cx="6071617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2" name="Connector 339"/>
          <p:cNvSpPr/>
          <p:nvPr/>
        </p:nvSpPr>
        <p:spPr>
          <a:xfrm flipH="1">
            <a:off x="4571999" y="9326880"/>
            <a:ext cx="4928617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3" name="Connector 340"/>
          <p:cNvSpPr/>
          <p:nvPr/>
        </p:nvSpPr>
        <p:spPr>
          <a:xfrm flipH="1">
            <a:off x="5257800" y="9326880"/>
            <a:ext cx="4242816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4" name="Connector 341"/>
          <p:cNvSpPr/>
          <p:nvPr/>
        </p:nvSpPr>
        <p:spPr>
          <a:xfrm flipH="1">
            <a:off x="5943600" y="9326880"/>
            <a:ext cx="3557016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5" name="Connector 342"/>
          <p:cNvSpPr/>
          <p:nvPr/>
        </p:nvSpPr>
        <p:spPr>
          <a:xfrm flipH="1">
            <a:off x="6629399" y="9326880"/>
            <a:ext cx="2871218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6" name="Connector 343"/>
          <p:cNvSpPr/>
          <p:nvPr/>
        </p:nvSpPr>
        <p:spPr>
          <a:xfrm flipH="1">
            <a:off x="7772400" y="9326880"/>
            <a:ext cx="1728217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7" name="Connector 344"/>
          <p:cNvSpPr/>
          <p:nvPr/>
        </p:nvSpPr>
        <p:spPr>
          <a:xfrm flipH="1">
            <a:off x="8458200" y="9326880"/>
            <a:ext cx="1042417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8" name="Connector 345"/>
          <p:cNvSpPr/>
          <p:nvPr/>
        </p:nvSpPr>
        <p:spPr>
          <a:xfrm flipH="1">
            <a:off x="9143999" y="9326880"/>
            <a:ext cx="356617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9" name="Connector 346"/>
          <p:cNvSpPr/>
          <p:nvPr/>
        </p:nvSpPr>
        <p:spPr>
          <a:xfrm>
            <a:off x="9500616" y="9326880"/>
            <a:ext cx="329185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0" name="Connector 347"/>
          <p:cNvSpPr/>
          <p:nvPr/>
        </p:nvSpPr>
        <p:spPr>
          <a:xfrm flipH="1">
            <a:off x="1371599" y="9326880"/>
            <a:ext cx="8668513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1" name="Connector 348"/>
          <p:cNvSpPr/>
          <p:nvPr/>
        </p:nvSpPr>
        <p:spPr>
          <a:xfrm flipH="1">
            <a:off x="2057399" y="9326880"/>
            <a:ext cx="7982713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2" name="Connector 349"/>
          <p:cNvSpPr/>
          <p:nvPr/>
        </p:nvSpPr>
        <p:spPr>
          <a:xfrm flipH="1">
            <a:off x="2743199" y="9326880"/>
            <a:ext cx="7296913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3" name="Connector 350"/>
          <p:cNvSpPr/>
          <p:nvPr/>
        </p:nvSpPr>
        <p:spPr>
          <a:xfrm flipH="1">
            <a:off x="3428999" y="9326880"/>
            <a:ext cx="6611113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4" name="Connector 351"/>
          <p:cNvSpPr/>
          <p:nvPr/>
        </p:nvSpPr>
        <p:spPr>
          <a:xfrm flipH="1">
            <a:off x="4571999" y="9326880"/>
            <a:ext cx="5468113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5" name="Connector 352"/>
          <p:cNvSpPr/>
          <p:nvPr/>
        </p:nvSpPr>
        <p:spPr>
          <a:xfrm flipH="1">
            <a:off x="5257799" y="9326880"/>
            <a:ext cx="4782313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6" name="Connector 353"/>
          <p:cNvSpPr/>
          <p:nvPr/>
        </p:nvSpPr>
        <p:spPr>
          <a:xfrm flipH="1">
            <a:off x="5943599" y="9326880"/>
            <a:ext cx="4096513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7" name="Connector 354"/>
          <p:cNvSpPr/>
          <p:nvPr/>
        </p:nvSpPr>
        <p:spPr>
          <a:xfrm flipH="1">
            <a:off x="6629399" y="9326880"/>
            <a:ext cx="3410713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8" name="Connector 355"/>
          <p:cNvSpPr/>
          <p:nvPr/>
        </p:nvSpPr>
        <p:spPr>
          <a:xfrm flipH="1">
            <a:off x="7772399" y="9326880"/>
            <a:ext cx="2267713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9" name="Connector 356"/>
          <p:cNvSpPr/>
          <p:nvPr/>
        </p:nvSpPr>
        <p:spPr>
          <a:xfrm flipH="1">
            <a:off x="8458199" y="9326880"/>
            <a:ext cx="1581914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0" name="Connector 357"/>
          <p:cNvSpPr/>
          <p:nvPr/>
        </p:nvSpPr>
        <p:spPr>
          <a:xfrm flipH="1">
            <a:off x="9144000" y="9326880"/>
            <a:ext cx="896112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1" name="Connector 358"/>
          <p:cNvSpPr/>
          <p:nvPr/>
        </p:nvSpPr>
        <p:spPr>
          <a:xfrm flipH="1">
            <a:off x="9829800" y="9326880"/>
            <a:ext cx="210312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2" name="Connector 359"/>
          <p:cNvSpPr/>
          <p:nvPr/>
        </p:nvSpPr>
        <p:spPr>
          <a:xfrm flipV="1">
            <a:off x="1371599" y="5532119"/>
            <a:ext cx="137162" cy="5212081"/>
          </a:xfrm>
          <a:prstGeom prst="line">
            <a:avLst/>
          </a:prstGeom>
          <a:ln w="11887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3" name="Connector 360"/>
          <p:cNvSpPr/>
          <p:nvPr/>
        </p:nvSpPr>
        <p:spPr>
          <a:xfrm flipV="1">
            <a:off x="2057399" y="5532119"/>
            <a:ext cx="4800602" cy="5212081"/>
          </a:xfrm>
          <a:prstGeom prst="line">
            <a:avLst/>
          </a:prstGeom>
          <a:ln w="11887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4" name="Connector 361"/>
          <p:cNvSpPr/>
          <p:nvPr/>
        </p:nvSpPr>
        <p:spPr>
          <a:xfrm flipV="1">
            <a:off x="2743199" y="5532119"/>
            <a:ext cx="9464042" cy="5212081"/>
          </a:xfrm>
          <a:prstGeom prst="line">
            <a:avLst/>
          </a:prstGeom>
          <a:ln w="11887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5" name="Connector 362"/>
          <p:cNvSpPr/>
          <p:nvPr/>
        </p:nvSpPr>
        <p:spPr>
          <a:xfrm flipV="1">
            <a:off x="3428999" y="5532119"/>
            <a:ext cx="14127482" cy="5212081"/>
          </a:xfrm>
          <a:prstGeom prst="line">
            <a:avLst/>
          </a:prstGeom>
          <a:ln w="11887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6" name="Connector 363"/>
          <p:cNvSpPr/>
          <p:nvPr/>
        </p:nvSpPr>
        <p:spPr>
          <a:xfrm flipH="1" flipV="1">
            <a:off x="1554480" y="5532119"/>
            <a:ext cx="3017521" cy="5212081"/>
          </a:xfrm>
          <a:prstGeom prst="line">
            <a:avLst/>
          </a:prstGeom>
          <a:ln w="11887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7" name="Connector 364"/>
          <p:cNvSpPr/>
          <p:nvPr/>
        </p:nvSpPr>
        <p:spPr>
          <a:xfrm flipV="1">
            <a:off x="5257799" y="5532119"/>
            <a:ext cx="1645921" cy="5212081"/>
          </a:xfrm>
          <a:prstGeom prst="line">
            <a:avLst/>
          </a:prstGeom>
          <a:ln w="11887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8" name="Connector 365"/>
          <p:cNvSpPr/>
          <p:nvPr/>
        </p:nvSpPr>
        <p:spPr>
          <a:xfrm flipV="1">
            <a:off x="5943599" y="5532119"/>
            <a:ext cx="6309361" cy="5212081"/>
          </a:xfrm>
          <a:prstGeom prst="line">
            <a:avLst/>
          </a:prstGeom>
          <a:ln w="11887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9" name="Connector 366"/>
          <p:cNvSpPr/>
          <p:nvPr/>
        </p:nvSpPr>
        <p:spPr>
          <a:xfrm flipV="1">
            <a:off x="6629400" y="5532119"/>
            <a:ext cx="10972801" cy="5212081"/>
          </a:xfrm>
          <a:prstGeom prst="line">
            <a:avLst/>
          </a:prstGeom>
          <a:ln w="11887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0" name="Connector 367"/>
          <p:cNvSpPr/>
          <p:nvPr/>
        </p:nvSpPr>
        <p:spPr>
          <a:xfrm flipH="1" flipV="1">
            <a:off x="2285999" y="5532119"/>
            <a:ext cx="5486401" cy="5212081"/>
          </a:xfrm>
          <a:prstGeom prst="line">
            <a:avLst/>
          </a:prstGeom>
          <a:ln w="11887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1" name="Connector 368"/>
          <p:cNvSpPr/>
          <p:nvPr/>
        </p:nvSpPr>
        <p:spPr>
          <a:xfrm flipH="1" flipV="1">
            <a:off x="7635240" y="5532119"/>
            <a:ext cx="822961" cy="5212081"/>
          </a:xfrm>
          <a:prstGeom prst="line">
            <a:avLst/>
          </a:prstGeom>
          <a:ln w="11887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2" name="Connector 369"/>
          <p:cNvSpPr/>
          <p:nvPr/>
        </p:nvSpPr>
        <p:spPr>
          <a:xfrm flipV="1">
            <a:off x="9144000" y="5532119"/>
            <a:ext cx="3840481" cy="5212081"/>
          </a:xfrm>
          <a:prstGeom prst="line">
            <a:avLst/>
          </a:prstGeom>
          <a:ln w="11887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3" name="Connector 370"/>
          <p:cNvSpPr/>
          <p:nvPr/>
        </p:nvSpPr>
        <p:spPr>
          <a:xfrm flipV="1">
            <a:off x="9829800" y="5532119"/>
            <a:ext cx="8503920" cy="5212081"/>
          </a:xfrm>
          <a:prstGeom prst="line">
            <a:avLst/>
          </a:prstGeom>
          <a:ln w="11887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4" name="Rectangle 371"/>
          <p:cNvSpPr/>
          <p:nvPr/>
        </p:nvSpPr>
        <p:spPr>
          <a:xfrm>
            <a:off x="1691640" y="7132319"/>
            <a:ext cx="7680960" cy="1645921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5" name="TextBox 372"/>
          <p:cNvSpPr txBox="1"/>
          <p:nvPr/>
        </p:nvSpPr>
        <p:spPr>
          <a:xfrm>
            <a:off x="3418966" y="7205471"/>
            <a:ext cx="4134868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Rack 0: 72 GPUs / 18 compute trays</a:t>
            </a:r>
          </a:p>
        </p:txBody>
      </p:sp>
      <p:sp>
        <p:nvSpPr>
          <p:cNvPr id="466" name="TextBox 373"/>
          <p:cNvSpPr txBox="1"/>
          <p:nvPr/>
        </p:nvSpPr>
        <p:spPr>
          <a:xfrm>
            <a:off x="3856632" y="7635240"/>
            <a:ext cx="3259536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6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9 switch trays = 18 NVSwitch ASICs</a:t>
            </a:r>
          </a:p>
        </p:txBody>
      </p:sp>
      <p:sp>
        <p:nvSpPr>
          <p:cNvPr id="467" name="TextBox 374"/>
          <p:cNvSpPr txBox="1"/>
          <p:nvPr/>
        </p:nvSpPr>
        <p:spPr>
          <a:xfrm>
            <a:off x="3465521" y="8037575"/>
            <a:ext cx="4041758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Each GPU has 18 NVLinks + one 400 Gb/s NIC</a:t>
            </a:r>
          </a:p>
        </p:txBody>
      </p:sp>
      <p:sp>
        <p:nvSpPr>
          <p:cNvPr id="468" name="TextBox 375"/>
          <p:cNvSpPr txBox="1"/>
          <p:nvPr/>
        </p:nvSpPr>
        <p:spPr>
          <a:xfrm>
            <a:off x="3750332" y="8449056"/>
            <a:ext cx="347213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Trays 0, 1, 17 expanded below. Trays 2-16 omitted.</a:t>
            </a:r>
          </a:p>
        </p:txBody>
      </p:sp>
      <p:sp>
        <p:nvSpPr>
          <p:cNvPr id="469" name="Rectangle 376"/>
          <p:cNvSpPr/>
          <p:nvPr/>
        </p:nvSpPr>
        <p:spPr>
          <a:xfrm>
            <a:off x="612648" y="8778240"/>
            <a:ext cx="493777" cy="54864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0" name="TextBox 377"/>
          <p:cNvSpPr txBox="1"/>
          <p:nvPr/>
        </p:nvSpPr>
        <p:spPr>
          <a:xfrm>
            <a:off x="660518" y="8851392"/>
            <a:ext cx="39803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471" name="TextBox 378"/>
          <p:cNvSpPr txBox="1"/>
          <p:nvPr/>
        </p:nvSpPr>
        <p:spPr>
          <a:xfrm>
            <a:off x="653074" y="8965692"/>
            <a:ext cx="41292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NV-C0-S0</a:t>
            </a:r>
          </a:p>
        </p:txBody>
      </p:sp>
      <p:sp>
        <p:nvSpPr>
          <p:cNvPr id="472" name="Rectangle 379"/>
          <p:cNvSpPr/>
          <p:nvPr/>
        </p:nvSpPr>
        <p:spPr>
          <a:xfrm>
            <a:off x="1152144" y="8778240"/>
            <a:ext cx="493777" cy="54864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3" name="TextBox 380"/>
          <p:cNvSpPr txBox="1"/>
          <p:nvPr/>
        </p:nvSpPr>
        <p:spPr>
          <a:xfrm>
            <a:off x="1200014" y="8851392"/>
            <a:ext cx="39803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474" name="TextBox 381"/>
          <p:cNvSpPr txBox="1"/>
          <p:nvPr/>
        </p:nvSpPr>
        <p:spPr>
          <a:xfrm>
            <a:off x="1192569" y="8965692"/>
            <a:ext cx="41292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NV-C0-S1</a:t>
            </a:r>
          </a:p>
        </p:txBody>
      </p:sp>
      <p:sp>
        <p:nvSpPr>
          <p:cNvPr id="475" name="Rectangle 382"/>
          <p:cNvSpPr/>
          <p:nvPr/>
        </p:nvSpPr>
        <p:spPr>
          <a:xfrm>
            <a:off x="1691639" y="8778240"/>
            <a:ext cx="493777" cy="54864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6" name="TextBox 383"/>
          <p:cNvSpPr txBox="1"/>
          <p:nvPr/>
        </p:nvSpPr>
        <p:spPr>
          <a:xfrm>
            <a:off x="1739510" y="8851392"/>
            <a:ext cx="39803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477" name="TextBox 384"/>
          <p:cNvSpPr txBox="1"/>
          <p:nvPr/>
        </p:nvSpPr>
        <p:spPr>
          <a:xfrm>
            <a:off x="1732066" y="8965692"/>
            <a:ext cx="41292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NV-C0-S2</a:t>
            </a:r>
          </a:p>
        </p:txBody>
      </p:sp>
      <p:sp>
        <p:nvSpPr>
          <p:cNvPr id="478" name="Rectangle 385"/>
          <p:cNvSpPr/>
          <p:nvPr/>
        </p:nvSpPr>
        <p:spPr>
          <a:xfrm>
            <a:off x="2231135" y="8778240"/>
            <a:ext cx="493777" cy="54864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9" name="TextBox 386"/>
          <p:cNvSpPr txBox="1"/>
          <p:nvPr/>
        </p:nvSpPr>
        <p:spPr>
          <a:xfrm>
            <a:off x="2279007" y="8851392"/>
            <a:ext cx="39803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480" name="TextBox 387"/>
          <p:cNvSpPr txBox="1"/>
          <p:nvPr/>
        </p:nvSpPr>
        <p:spPr>
          <a:xfrm>
            <a:off x="2271562" y="8965692"/>
            <a:ext cx="41292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NV-C0-S3</a:t>
            </a:r>
          </a:p>
        </p:txBody>
      </p:sp>
      <p:sp>
        <p:nvSpPr>
          <p:cNvPr id="481" name="Rectangle 388"/>
          <p:cNvSpPr/>
          <p:nvPr/>
        </p:nvSpPr>
        <p:spPr>
          <a:xfrm>
            <a:off x="2770632" y="8778240"/>
            <a:ext cx="493777" cy="54864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82" name="TextBox 389"/>
          <p:cNvSpPr txBox="1"/>
          <p:nvPr/>
        </p:nvSpPr>
        <p:spPr>
          <a:xfrm>
            <a:off x="2818502" y="8851392"/>
            <a:ext cx="39803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483" name="TextBox 390"/>
          <p:cNvSpPr txBox="1"/>
          <p:nvPr/>
        </p:nvSpPr>
        <p:spPr>
          <a:xfrm>
            <a:off x="2811057" y="8965692"/>
            <a:ext cx="41292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NV-C0-S4</a:t>
            </a:r>
          </a:p>
        </p:txBody>
      </p:sp>
      <p:sp>
        <p:nvSpPr>
          <p:cNvPr id="484" name="Rectangle 391"/>
          <p:cNvSpPr/>
          <p:nvPr/>
        </p:nvSpPr>
        <p:spPr>
          <a:xfrm>
            <a:off x="3310128" y="8778240"/>
            <a:ext cx="493777" cy="54864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85" name="TextBox 392"/>
          <p:cNvSpPr txBox="1"/>
          <p:nvPr/>
        </p:nvSpPr>
        <p:spPr>
          <a:xfrm>
            <a:off x="3357998" y="8851392"/>
            <a:ext cx="39803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486" name="TextBox 393"/>
          <p:cNvSpPr txBox="1"/>
          <p:nvPr/>
        </p:nvSpPr>
        <p:spPr>
          <a:xfrm>
            <a:off x="3350554" y="8965692"/>
            <a:ext cx="41292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NV-C0-S5</a:t>
            </a:r>
          </a:p>
        </p:txBody>
      </p:sp>
      <p:sp>
        <p:nvSpPr>
          <p:cNvPr id="487" name="Rectangle 394"/>
          <p:cNvSpPr/>
          <p:nvPr/>
        </p:nvSpPr>
        <p:spPr>
          <a:xfrm>
            <a:off x="3849623" y="8778240"/>
            <a:ext cx="493777" cy="54864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88" name="TextBox 395"/>
          <p:cNvSpPr txBox="1"/>
          <p:nvPr/>
        </p:nvSpPr>
        <p:spPr>
          <a:xfrm>
            <a:off x="3897494" y="8851392"/>
            <a:ext cx="39803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489" name="TextBox 396"/>
          <p:cNvSpPr txBox="1"/>
          <p:nvPr/>
        </p:nvSpPr>
        <p:spPr>
          <a:xfrm>
            <a:off x="3890050" y="8965692"/>
            <a:ext cx="41292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NV-C0-S6</a:t>
            </a:r>
          </a:p>
        </p:txBody>
      </p:sp>
      <p:sp>
        <p:nvSpPr>
          <p:cNvPr id="490" name="Rectangle 397"/>
          <p:cNvSpPr/>
          <p:nvPr/>
        </p:nvSpPr>
        <p:spPr>
          <a:xfrm>
            <a:off x="4389120" y="8778240"/>
            <a:ext cx="493777" cy="54864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1" name="TextBox 398"/>
          <p:cNvSpPr txBox="1"/>
          <p:nvPr/>
        </p:nvSpPr>
        <p:spPr>
          <a:xfrm>
            <a:off x="4436990" y="8851392"/>
            <a:ext cx="39803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492" name="TextBox 399"/>
          <p:cNvSpPr txBox="1"/>
          <p:nvPr/>
        </p:nvSpPr>
        <p:spPr>
          <a:xfrm>
            <a:off x="4429546" y="8965692"/>
            <a:ext cx="41292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NV-C0-S7</a:t>
            </a:r>
          </a:p>
        </p:txBody>
      </p:sp>
      <p:sp>
        <p:nvSpPr>
          <p:cNvPr id="493" name="Rectangle 400"/>
          <p:cNvSpPr/>
          <p:nvPr/>
        </p:nvSpPr>
        <p:spPr>
          <a:xfrm>
            <a:off x="4928615" y="8778240"/>
            <a:ext cx="493777" cy="54864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4" name="TextBox 401"/>
          <p:cNvSpPr txBox="1"/>
          <p:nvPr/>
        </p:nvSpPr>
        <p:spPr>
          <a:xfrm>
            <a:off x="4976486" y="8851392"/>
            <a:ext cx="39803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495" name="TextBox 402"/>
          <p:cNvSpPr txBox="1"/>
          <p:nvPr/>
        </p:nvSpPr>
        <p:spPr>
          <a:xfrm>
            <a:off x="4969042" y="8965692"/>
            <a:ext cx="41292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NV-C0-S8</a:t>
            </a:r>
          </a:p>
        </p:txBody>
      </p:sp>
      <p:sp>
        <p:nvSpPr>
          <p:cNvPr id="496" name="Rectangle 403"/>
          <p:cNvSpPr/>
          <p:nvPr/>
        </p:nvSpPr>
        <p:spPr>
          <a:xfrm>
            <a:off x="5468111" y="8778240"/>
            <a:ext cx="493777" cy="54864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7" name="TextBox 404"/>
          <p:cNvSpPr txBox="1"/>
          <p:nvPr/>
        </p:nvSpPr>
        <p:spPr>
          <a:xfrm>
            <a:off x="5515982" y="8851392"/>
            <a:ext cx="39803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498" name="TextBox 405"/>
          <p:cNvSpPr txBox="1"/>
          <p:nvPr/>
        </p:nvSpPr>
        <p:spPr>
          <a:xfrm>
            <a:off x="5508538" y="8965692"/>
            <a:ext cx="41292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NV-C0-S9</a:t>
            </a:r>
          </a:p>
        </p:txBody>
      </p:sp>
      <p:sp>
        <p:nvSpPr>
          <p:cNvPr id="499" name="Rectangle 406"/>
          <p:cNvSpPr/>
          <p:nvPr/>
        </p:nvSpPr>
        <p:spPr>
          <a:xfrm>
            <a:off x="6007608" y="8778240"/>
            <a:ext cx="493777" cy="54864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0" name="TextBox 407"/>
          <p:cNvSpPr txBox="1"/>
          <p:nvPr/>
        </p:nvSpPr>
        <p:spPr>
          <a:xfrm>
            <a:off x="6055478" y="8851392"/>
            <a:ext cx="39803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501" name="TextBox 408"/>
          <p:cNvSpPr txBox="1"/>
          <p:nvPr/>
        </p:nvSpPr>
        <p:spPr>
          <a:xfrm>
            <a:off x="6023313" y="8965692"/>
            <a:ext cx="46236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NV-C0-S10</a:t>
            </a:r>
          </a:p>
        </p:txBody>
      </p:sp>
      <p:sp>
        <p:nvSpPr>
          <p:cNvPr id="502" name="Rectangle 409"/>
          <p:cNvSpPr/>
          <p:nvPr/>
        </p:nvSpPr>
        <p:spPr>
          <a:xfrm>
            <a:off x="6547104" y="8778240"/>
            <a:ext cx="493777" cy="54864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3" name="TextBox 410"/>
          <p:cNvSpPr txBox="1"/>
          <p:nvPr/>
        </p:nvSpPr>
        <p:spPr>
          <a:xfrm>
            <a:off x="6594974" y="8851392"/>
            <a:ext cx="39803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504" name="TextBox 411"/>
          <p:cNvSpPr txBox="1"/>
          <p:nvPr/>
        </p:nvSpPr>
        <p:spPr>
          <a:xfrm>
            <a:off x="6566086" y="8965692"/>
            <a:ext cx="45581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NV-C0-S11</a:t>
            </a:r>
          </a:p>
        </p:txBody>
      </p:sp>
      <p:sp>
        <p:nvSpPr>
          <p:cNvPr id="505" name="Rectangle 412"/>
          <p:cNvSpPr/>
          <p:nvPr/>
        </p:nvSpPr>
        <p:spPr>
          <a:xfrm>
            <a:off x="7086599" y="8778240"/>
            <a:ext cx="493778" cy="54864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6" name="TextBox 413"/>
          <p:cNvSpPr txBox="1"/>
          <p:nvPr/>
        </p:nvSpPr>
        <p:spPr>
          <a:xfrm>
            <a:off x="7134470" y="8851392"/>
            <a:ext cx="39803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507" name="TextBox 414"/>
          <p:cNvSpPr txBox="1"/>
          <p:nvPr/>
        </p:nvSpPr>
        <p:spPr>
          <a:xfrm>
            <a:off x="7102305" y="8965692"/>
            <a:ext cx="46236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NV-C0-S12</a:t>
            </a:r>
          </a:p>
        </p:txBody>
      </p:sp>
      <p:sp>
        <p:nvSpPr>
          <p:cNvPr id="508" name="Rectangle 415"/>
          <p:cNvSpPr/>
          <p:nvPr/>
        </p:nvSpPr>
        <p:spPr>
          <a:xfrm>
            <a:off x="7626095" y="8778240"/>
            <a:ext cx="493777" cy="54864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9" name="TextBox 416"/>
          <p:cNvSpPr txBox="1"/>
          <p:nvPr/>
        </p:nvSpPr>
        <p:spPr>
          <a:xfrm>
            <a:off x="7673966" y="8851392"/>
            <a:ext cx="39803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510" name="TextBox 417"/>
          <p:cNvSpPr txBox="1"/>
          <p:nvPr/>
        </p:nvSpPr>
        <p:spPr>
          <a:xfrm>
            <a:off x="7641801" y="8965692"/>
            <a:ext cx="46236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NV-C0-S13</a:t>
            </a:r>
          </a:p>
        </p:txBody>
      </p:sp>
      <p:sp>
        <p:nvSpPr>
          <p:cNvPr id="511" name="Rectangle 418"/>
          <p:cNvSpPr/>
          <p:nvPr/>
        </p:nvSpPr>
        <p:spPr>
          <a:xfrm>
            <a:off x="8165592" y="8778240"/>
            <a:ext cx="493777" cy="54864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12" name="TextBox 419"/>
          <p:cNvSpPr txBox="1"/>
          <p:nvPr/>
        </p:nvSpPr>
        <p:spPr>
          <a:xfrm>
            <a:off x="8213462" y="8851392"/>
            <a:ext cx="39803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513" name="TextBox 420"/>
          <p:cNvSpPr txBox="1"/>
          <p:nvPr/>
        </p:nvSpPr>
        <p:spPr>
          <a:xfrm>
            <a:off x="8181297" y="8965692"/>
            <a:ext cx="46236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NV-C0-S14</a:t>
            </a:r>
          </a:p>
        </p:txBody>
      </p:sp>
      <p:sp>
        <p:nvSpPr>
          <p:cNvPr id="514" name="Rectangle 421"/>
          <p:cNvSpPr/>
          <p:nvPr/>
        </p:nvSpPr>
        <p:spPr>
          <a:xfrm>
            <a:off x="8705088" y="8778240"/>
            <a:ext cx="493777" cy="54864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15" name="TextBox 422"/>
          <p:cNvSpPr txBox="1"/>
          <p:nvPr/>
        </p:nvSpPr>
        <p:spPr>
          <a:xfrm>
            <a:off x="8752958" y="8851392"/>
            <a:ext cx="39803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516" name="TextBox 423"/>
          <p:cNvSpPr txBox="1"/>
          <p:nvPr/>
        </p:nvSpPr>
        <p:spPr>
          <a:xfrm>
            <a:off x="8720793" y="8965692"/>
            <a:ext cx="46236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NV-C0-S15</a:t>
            </a:r>
          </a:p>
        </p:txBody>
      </p:sp>
      <p:sp>
        <p:nvSpPr>
          <p:cNvPr id="517" name="Rectangle 424"/>
          <p:cNvSpPr/>
          <p:nvPr/>
        </p:nvSpPr>
        <p:spPr>
          <a:xfrm>
            <a:off x="9244583" y="8778240"/>
            <a:ext cx="493777" cy="54864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18" name="TextBox 425"/>
          <p:cNvSpPr txBox="1"/>
          <p:nvPr/>
        </p:nvSpPr>
        <p:spPr>
          <a:xfrm>
            <a:off x="9292454" y="8851392"/>
            <a:ext cx="39803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519" name="TextBox 426"/>
          <p:cNvSpPr txBox="1"/>
          <p:nvPr/>
        </p:nvSpPr>
        <p:spPr>
          <a:xfrm>
            <a:off x="9260289" y="8965692"/>
            <a:ext cx="46236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NV-C0-S16</a:t>
            </a:r>
          </a:p>
        </p:txBody>
      </p:sp>
      <p:sp>
        <p:nvSpPr>
          <p:cNvPr id="520" name="Rectangle 427"/>
          <p:cNvSpPr/>
          <p:nvPr/>
        </p:nvSpPr>
        <p:spPr>
          <a:xfrm>
            <a:off x="9784080" y="8778240"/>
            <a:ext cx="493777" cy="54864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21" name="TextBox 428"/>
          <p:cNvSpPr txBox="1"/>
          <p:nvPr/>
        </p:nvSpPr>
        <p:spPr>
          <a:xfrm>
            <a:off x="9831950" y="8851392"/>
            <a:ext cx="39803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522" name="TextBox 429"/>
          <p:cNvSpPr txBox="1"/>
          <p:nvPr/>
        </p:nvSpPr>
        <p:spPr>
          <a:xfrm>
            <a:off x="9799785" y="8965692"/>
            <a:ext cx="46236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NV-C0-S17</a:t>
            </a:r>
          </a:p>
        </p:txBody>
      </p:sp>
      <p:sp>
        <p:nvSpPr>
          <p:cNvPr id="523" name="Rectangle 430"/>
          <p:cNvSpPr/>
          <p:nvPr/>
        </p:nvSpPr>
        <p:spPr>
          <a:xfrm>
            <a:off x="978408" y="10424159"/>
            <a:ext cx="2971801" cy="1143001"/>
          </a:xfrm>
          <a:prstGeom prst="rect">
            <a:avLst/>
          </a:prstGeom>
          <a:solidFill>
            <a:srgbClr val="FFFFFF"/>
          </a:solidFill>
          <a:ln w="9144">
            <a:solidFill>
              <a:srgbClr val="99999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24" name="TextBox 431"/>
          <p:cNvSpPr txBox="1"/>
          <p:nvPr/>
        </p:nvSpPr>
        <p:spPr>
          <a:xfrm>
            <a:off x="1920349" y="10488168"/>
            <a:ext cx="1097063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Compute Tray 0</a:t>
            </a:r>
          </a:p>
        </p:txBody>
      </p:sp>
      <p:sp>
        <p:nvSpPr>
          <p:cNvPr id="525" name="Rectangle 432"/>
          <p:cNvSpPr/>
          <p:nvPr/>
        </p:nvSpPr>
        <p:spPr>
          <a:xfrm>
            <a:off x="1060703" y="10835640"/>
            <a:ext cx="621793" cy="457201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26" name="TextBox 433"/>
          <p:cNvSpPr txBox="1"/>
          <p:nvPr/>
        </p:nvSpPr>
        <p:spPr>
          <a:xfrm>
            <a:off x="1227645" y="10908792"/>
            <a:ext cx="28791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527" name="TextBox 434"/>
          <p:cNvSpPr txBox="1"/>
          <p:nvPr/>
        </p:nvSpPr>
        <p:spPr>
          <a:xfrm>
            <a:off x="1308100" y="11068811"/>
            <a:ext cx="1270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r0</a:t>
            </a:r>
          </a:p>
        </p:txBody>
      </p:sp>
      <p:sp>
        <p:nvSpPr>
          <p:cNvPr id="528" name="Rectangle 435"/>
          <p:cNvSpPr/>
          <p:nvPr/>
        </p:nvSpPr>
        <p:spPr>
          <a:xfrm>
            <a:off x="1746504" y="10835640"/>
            <a:ext cx="621793" cy="457201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29" name="TextBox 436"/>
          <p:cNvSpPr txBox="1"/>
          <p:nvPr/>
        </p:nvSpPr>
        <p:spPr>
          <a:xfrm>
            <a:off x="1913445" y="10908792"/>
            <a:ext cx="28791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530" name="TextBox 437"/>
          <p:cNvSpPr txBox="1"/>
          <p:nvPr/>
        </p:nvSpPr>
        <p:spPr>
          <a:xfrm>
            <a:off x="1993900" y="11068811"/>
            <a:ext cx="1270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</a:t>
            </a:r>
          </a:p>
        </p:txBody>
      </p:sp>
      <p:sp>
        <p:nvSpPr>
          <p:cNvPr id="531" name="Rectangle 438"/>
          <p:cNvSpPr/>
          <p:nvPr/>
        </p:nvSpPr>
        <p:spPr>
          <a:xfrm>
            <a:off x="2432304" y="10835640"/>
            <a:ext cx="621793" cy="457201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32" name="TextBox 439"/>
          <p:cNvSpPr txBox="1"/>
          <p:nvPr/>
        </p:nvSpPr>
        <p:spPr>
          <a:xfrm>
            <a:off x="2599245" y="10908792"/>
            <a:ext cx="28791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533" name="TextBox 440"/>
          <p:cNvSpPr txBox="1"/>
          <p:nvPr/>
        </p:nvSpPr>
        <p:spPr>
          <a:xfrm>
            <a:off x="2679700" y="11068811"/>
            <a:ext cx="1270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r2</a:t>
            </a:r>
          </a:p>
        </p:txBody>
      </p:sp>
      <p:sp>
        <p:nvSpPr>
          <p:cNvPr id="534" name="Rectangle 441"/>
          <p:cNvSpPr/>
          <p:nvPr/>
        </p:nvSpPr>
        <p:spPr>
          <a:xfrm>
            <a:off x="3118104" y="10835640"/>
            <a:ext cx="621793" cy="457201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35" name="TextBox 442"/>
          <p:cNvSpPr txBox="1"/>
          <p:nvPr/>
        </p:nvSpPr>
        <p:spPr>
          <a:xfrm>
            <a:off x="3285045" y="10908792"/>
            <a:ext cx="28791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536" name="TextBox 443"/>
          <p:cNvSpPr txBox="1"/>
          <p:nvPr/>
        </p:nvSpPr>
        <p:spPr>
          <a:xfrm>
            <a:off x="3365500" y="11068811"/>
            <a:ext cx="1270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r3</a:t>
            </a:r>
          </a:p>
        </p:txBody>
      </p:sp>
      <p:sp>
        <p:nvSpPr>
          <p:cNvPr id="537" name="Rectangle 444"/>
          <p:cNvSpPr/>
          <p:nvPr/>
        </p:nvSpPr>
        <p:spPr>
          <a:xfrm>
            <a:off x="4178808" y="10424159"/>
            <a:ext cx="2971801" cy="1143001"/>
          </a:xfrm>
          <a:prstGeom prst="rect">
            <a:avLst/>
          </a:prstGeom>
          <a:solidFill>
            <a:srgbClr val="FFFFFF"/>
          </a:solidFill>
          <a:ln w="9144">
            <a:solidFill>
              <a:srgbClr val="99999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38" name="TextBox 445"/>
          <p:cNvSpPr txBox="1"/>
          <p:nvPr/>
        </p:nvSpPr>
        <p:spPr>
          <a:xfrm>
            <a:off x="5120749" y="10488168"/>
            <a:ext cx="109706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Compute Tray 1</a:t>
            </a:r>
          </a:p>
        </p:txBody>
      </p:sp>
      <p:sp>
        <p:nvSpPr>
          <p:cNvPr id="539" name="Rectangle 446"/>
          <p:cNvSpPr/>
          <p:nvPr/>
        </p:nvSpPr>
        <p:spPr>
          <a:xfrm>
            <a:off x="4261103" y="10835640"/>
            <a:ext cx="621793" cy="457201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0" name="TextBox 447"/>
          <p:cNvSpPr txBox="1"/>
          <p:nvPr/>
        </p:nvSpPr>
        <p:spPr>
          <a:xfrm>
            <a:off x="4428045" y="10908792"/>
            <a:ext cx="28791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541" name="TextBox 448"/>
          <p:cNvSpPr txBox="1"/>
          <p:nvPr/>
        </p:nvSpPr>
        <p:spPr>
          <a:xfrm>
            <a:off x="4508500" y="11068811"/>
            <a:ext cx="1270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r4</a:t>
            </a:r>
          </a:p>
        </p:txBody>
      </p:sp>
      <p:sp>
        <p:nvSpPr>
          <p:cNvPr id="542" name="Rectangle 449"/>
          <p:cNvSpPr/>
          <p:nvPr/>
        </p:nvSpPr>
        <p:spPr>
          <a:xfrm>
            <a:off x="4946903" y="10835640"/>
            <a:ext cx="621793" cy="457201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3" name="TextBox 450"/>
          <p:cNvSpPr txBox="1"/>
          <p:nvPr/>
        </p:nvSpPr>
        <p:spPr>
          <a:xfrm>
            <a:off x="5113845" y="10908792"/>
            <a:ext cx="28791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544" name="TextBox 451"/>
          <p:cNvSpPr txBox="1"/>
          <p:nvPr/>
        </p:nvSpPr>
        <p:spPr>
          <a:xfrm>
            <a:off x="5194300" y="11068811"/>
            <a:ext cx="1270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r5</a:t>
            </a:r>
          </a:p>
        </p:txBody>
      </p:sp>
      <p:sp>
        <p:nvSpPr>
          <p:cNvPr id="545" name="Rectangle 452"/>
          <p:cNvSpPr/>
          <p:nvPr/>
        </p:nvSpPr>
        <p:spPr>
          <a:xfrm>
            <a:off x="5632703" y="10835640"/>
            <a:ext cx="621793" cy="457201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6" name="TextBox 453"/>
          <p:cNvSpPr txBox="1"/>
          <p:nvPr/>
        </p:nvSpPr>
        <p:spPr>
          <a:xfrm>
            <a:off x="5799645" y="10908792"/>
            <a:ext cx="28791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547" name="TextBox 454"/>
          <p:cNvSpPr txBox="1"/>
          <p:nvPr/>
        </p:nvSpPr>
        <p:spPr>
          <a:xfrm>
            <a:off x="5880100" y="11068811"/>
            <a:ext cx="1270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r6</a:t>
            </a:r>
          </a:p>
        </p:txBody>
      </p:sp>
      <p:sp>
        <p:nvSpPr>
          <p:cNvPr id="548" name="Rectangle 455"/>
          <p:cNvSpPr/>
          <p:nvPr/>
        </p:nvSpPr>
        <p:spPr>
          <a:xfrm>
            <a:off x="6318503" y="10835640"/>
            <a:ext cx="621793" cy="457201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9" name="TextBox 456"/>
          <p:cNvSpPr txBox="1"/>
          <p:nvPr/>
        </p:nvSpPr>
        <p:spPr>
          <a:xfrm>
            <a:off x="6485445" y="10908792"/>
            <a:ext cx="28791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550" name="TextBox 457"/>
          <p:cNvSpPr txBox="1"/>
          <p:nvPr/>
        </p:nvSpPr>
        <p:spPr>
          <a:xfrm>
            <a:off x="6565900" y="11068811"/>
            <a:ext cx="1270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r7</a:t>
            </a:r>
          </a:p>
        </p:txBody>
      </p:sp>
      <p:sp>
        <p:nvSpPr>
          <p:cNvPr id="551" name="Rectangle 458"/>
          <p:cNvSpPr/>
          <p:nvPr/>
        </p:nvSpPr>
        <p:spPr>
          <a:xfrm>
            <a:off x="7379207" y="10424159"/>
            <a:ext cx="2971801" cy="1143001"/>
          </a:xfrm>
          <a:prstGeom prst="rect">
            <a:avLst/>
          </a:prstGeom>
          <a:solidFill>
            <a:srgbClr val="FFFFFF"/>
          </a:solidFill>
          <a:ln w="9144">
            <a:solidFill>
              <a:srgbClr val="99999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2" name="TextBox 459"/>
          <p:cNvSpPr txBox="1"/>
          <p:nvPr/>
        </p:nvSpPr>
        <p:spPr>
          <a:xfrm>
            <a:off x="8278770" y="10488168"/>
            <a:ext cx="118182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Compute Tray 17</a:t>
            </a:r>
          </a:p>
        </p:txBody>
      </p:sp>
      <p:sp>
        <p:nvSpPr>
          <p:cNvPr id="553" name="Rectangle 460"/>
          <p:cNvSpPr/>
          <p:nvPr/>
        </p:nvSpPr>
        <p:spPr>
          <a:xfrm>
            <a:off x="7461504" y="10835640"/>
            <a:ext cx="621793" cy="457201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4" name="TextBox 461"/>
          <p:cNvSpPr txBox="1"/>
          <p:nvPr/>
        </p:nvSpPr>
        <p:spPr>
          <a:xfrm>
            <a:off x="7628445" y="10908792"/>
            <a:ext cx="28791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555" name="TextBox 462"/>
          <p:cNvSpPr txBox="1"/>
          <p:nvPr/>
        </p:nvSpPr>
        <p:spPr>
          <a:xfrm>
            <a:off x="7674272" y="11068811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r68</a:t>
            </a:r>
          </a:p>
        </p:txBody>
      </p:sp>
      <p:sp>
        <p:nvSpPr>
          <p:cNvPr id="556" name="Rectangle 463"/>
          <p:cNvSpPr/>
          <p:nvPr/>
        </p:nvSpPr>
        <p:spPr>
          <a:xfrm>
            <a:off x="8147304" y="10835640"/>
            <a:ext cx="621793" cy="457201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7" name="TextBox 464"/>
          <p:cNvSpPr txBox="1"/>
          <p:nvPr/>
        </p:nvSpPr>
        <p:spPr>
          <a:xfrm>
            <a:off x="8314245" y="10908792"/>
            <a:ext cx="28791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558" name="TextBox 465"/>
          <p:cNvSpPr txBox="1"/>
          <p:nvPr/>
        </p:nvSpPr>
        <p:spPr>
          <a:xfrm>
            <a:off x="8360072" y="11068811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r69</a:t>
            </a:r>
          </a:p>
        </p:txBody>
      </p:sp>
      <p:sp>
        <p:nvSpPr>
          <p:cNvPr id="559" name="Rectangle 466"/>
          <p:cNvSpPr/>
          <p:nvPr/>
        </p:nvSpPr>
        <p:spPr>
          <a:xfrm>
            <a:off x="8833104" y="10835640"/>
            <a:ext cx="621793" cy="457201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60" name="TextBox 467"/>
          <p:cNvSpPr txBox="1"/>
          <p:nvPr/>
        </p:nvSpPr>
        <p:spPr>
          <a:xfrm>
            <a:off x="9000045" y="10908792"/>
            <a:ext cx="28791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561" name="TextBox 468"/>
          <p:cNvSpPr txBox="1"/>
          <p:nvPr/>
        </p:nvSpPr>
        <p:spPr>
          <a:xfrm>
            <a:off x="9045872" y="11068811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r70</a:t>
            </a:r>
          </a:p>
        </p:txBody>
      </p:sp>
      <p:sp>
        <p:nvSpPr>
          <p:cNvPr id="562" name="Rectangle 469"/>
          <p:cNvSpPr/>
          <p:nvPr/>
        </p:nvSpPr>
        <p:spPr>
          <a:xfrm>
            <a:off x="9518904" y="10835640"/>
            <a:ext cx="621793" cy="457201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63" name="TextBox 470"/>
          <p:cNvSpPr txBox="1"/>
          <p:nvPr/>
        </p:nvSpPr>
        <p:spPr>
          <a:xfrm>
            <a:off x="9685845" y="10908792"/>
            <a:ext cx="28791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564" name="TextBox 471"/>
          <p:cNvSpPr txBox="1"/>
          <p:nvPr/>
        </p:nvSpPr>
        <p:spPr>
          <a:xfrm>
            <a:off x="9731672" y="11068811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r71</a:t>
            </a:r>
          </a:p>
        </p:txBody>
      </p:sp>
      <p:sp>
        <p:nvSpPr>
          <p:cNvPr id="565" name="Rectangle 472"/>
          <p:cNvSpPr/>
          <p:nvPr/>
        </p:nvSpPr>
        <p:spPr>
          <a:xfrm>
            <a:off x="11475719" y="7040880"/>
            <a:ext cx="9966961" cy="4754881"/>
          </a:xfrm>
          <a:prstGeom prst="rect">
            <a:avLst/>
          </a:prstGeom>
          <a:solidFill>
            <a:srgbClr val="FFFFFF"/>
          </a:solidFill>
          <a:ln w="18288">
            <a:solidFill>
              <a:srgbClr val="66666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66" name="Connector 473"/>
          <p:cNvSpPr/>
          <p:nvPr/>
        </p:nvSpPr>
        <p:spPr>
          <a:xfrm>
            <a:off x="11841480" y="9326880"/>
            <a:ext cx="502920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67" name="Connector 474"/>
          <p:cNvSpPr/>
          <p:nvPr/>
        </p:nvSpPr>
        <p:spPr>
          <a:xfrm>
            <a:off x="11841480" y="9326880"/>
            <a:ext cx="1188721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68" name="Connector 475"/>
          <p:cNvSpPr/>
          <p:nvPr/>
        </p:nvSpPr>
        <p:spPr>
          <a:xfrm>
            <a:off x="11841480" y="9326880"/>
            <a:ext cx="1874521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69" name="Connector 476"/>
          <p:cNvSpPr/>
          <p:nvPr/>
        </p:nvSpPr>
        <p:spPr>
          <a:xfrm>
            <a:off x="11841480" y="9326880"/>
            <a:ext cx="2560321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0" name="Connector 477"/>
          <p:cNvSpPr/>
          <p:nvPr/>
        </p:nvSpPr>
        <p:spPr>
          <a:xfrm>
            <a:off x="11841480" y="9326880"/>
            <a:ext cx="3703321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1" name="Connector 478"/>
          <p:cNvSpPr/>
          <p:nvPr/>
        </p:nvSpPr>
        <p:spPr>
          <a:xfrm>
            <a:off x="11841480" y="9326880"/>
            <a:ext cx="4389121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2" name="Connector 479"/>
          <p:cNvSpPr/>
          <p:nvPr/>
        </p:nvSpPr>
        <p:spPr>
          <a:xfrm>
            <a:off x="11841480" y="9326880"/>
            <a:ext cx="5074921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3" name="Connector 480"/>
          <p:cNvSpPr/>
          <p:nvPr/>
        </p:nvSpPr>
        <p:spPr>
          <a:xfrm>
            <a:off x="11841480" y="9326880"/>
            <a:ext cx="5760721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4" name="Connector 481"/>
          <p:cNvSpPr/>
          <p:nvPr/>
        </p:nvSpPr>
        <p:spPr>
          <a:xfrm>
            <a:off x="11841480" y="9326880"/>
            <a:ext cx="6903720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5" name="Connector 482"/>
          <p:cNvSpPr/>
          <p:nvPr/>
        </p:nvSpPr>
        <p:spPr>
          <a:xfrm>
            <a:off x="11841480" y="9326880"/>
            <a:ext cx="7589520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6" name="Connector 483"/>
          <p:cNvSpPr/>
          <p:nvPr/>
        </p:nvSpPr>
        <p:spPr>
          <a:xfrm>
            <a:off x="11841480" y="9326880"/>
            <a:ext cx="8275320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7" name="Connector 484"/>
          <p:cNvSpPr/>
          <p:nvPr/>
        </p:nvSpPr>
        <p:spPr>
          <a:xfrm>
            <a:off x="11841480" y="9326880"/>
            <a:ext cx="8961120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8" name="Connector 485"/>
          <p:cNvSpPr/>
          <p:nvPr/>
        </p:nvSpPr>
        <p:spPr>
          <a:xfrm flipH="1">
            <a:off x="12344400" y="9326880"/>
            <a:ext cx="36577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9" name="Connector 486"/>
          <p:cNvSpPr/>
          <p:nvPr/>
        </p:nvSpPr>
        <p:spPr>
          <a:xfrm>
            <a:off x="12380976" y="9326880"/>
            <a:ext cx="649225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0" name="Connector 487"/>
          <p:cNvSpPr/>
          <p:nvPr/>
        </p:nvSpPr>
        <p:spPr>
          <a:xfrm>
            <a:off x="12380976" y="9326880"/>
            <a:ext cx="1335025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1" name="Connector 488"/>
          <p:cNvSpPr/>
          <p:nvPr/>
        </p:nvSpPr>
        <p:spPr>
          <a:xfrm>
            <a:off x="12380976" y="9326880"/>
            <a:ext cx="2020825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2" name="Connector 489"/>
          <p:cNvSpPr/>
          <p:nvPr/>
        </p:nvSpPr>
        <p:spPr>
          <a:xfrm>
            <a:off x="12380975" y="9326880"/>
            <a:ext cx="3163826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3" name="Connector 490"/>
          <p:cNvSpPr/>
          <p:nvPr/>
        </p:nvSpPr>
        <p:spPr>
          <a:xfrm>
            <a:off x="12380976" y="9326880"/>
            <a:ext cx="3849625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4" name="Connector 491"/>
          <p:cNvSpPr/>
          <p:nvPr/>
        </p:nvSpPr>
        <p:spPr>
          <a:xfrm>
            <a:off x="12380976" y="9326880"/>
            <a:ext cx="4535425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5" name="Connector 492"/>
          <p:cNvSpPr/>
          <p:nvPr/>
        </p:nvSpPr>
        <p:spPr>
          <a:xfrm>
            <a:off x="12380976" y="9326880"/>
            <a:ext cx="5221225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6" name="Connector 493"/>
          <p:cNvSpPr/>
          <p:nvPr/>
        </p:nvSpPr>
        <p:spPr>
          <a:xfrm>
            <a:off x="12380976" y="9326880"/>
            <a:ext cx="6364225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7" name="Connector 494"/>
          <p:cNvSpPr/>
          <p:nvPr/>
        </p:nvSpPr>
        <p:spPr>
          <a:xfrm>
            <a:off x="12380976" y="9326880"/>
            <a:ext cx="7050025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8" name="Connector 495"/>
          <p:cNvSpPr/>
          <p:nvPr/>
        </p:nvSpPr>
        <p:spPr>
          <a:xfrm>
            <a:off x="12380976" y="9326880"/>
            <a:ext cx="7735825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9" name="Connector 496"/>
          <p:cNvSpPr/>
          <p:nvPr/>
        </p:nvSpPr>
        <p:spPr>
          <a:xfrm>
            <a:off x="12380976" y="9326880"/>
            <a:ext cx="8421625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0" name="Connector 497"/>
          <p:cNvSpPr/>
          <p:nvPr/>
        </p:nvSpPr>
        <p:spPr>
          <a:xfrm flipH="1">
            <a:off x="12344400" y="9326880"/>
            <a:ext cx="576073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1" name="Connector 498"/>
          <p:cNvSpPr/>
          <p:nvPr/>
        </p:nvSpPr>
        <p:spPr>
          <a:xfrm>
            <a:off x="12920471" y="9326880"/>
            <a:ext cx="109729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2" name="Connector 499"/>
          <p:cNvSpPr/>
          <p:nvPr/>
        </p:nvSpPr>
        <p:spPr>
          <a:xfrm>
            <a:off x="12920471" y="9326880"/>
            <a:ext cx="795529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3" name="Connector 500"/>
          <p:cNvSpPr/>
          <p:nvPr/>
        </p:nvSpPr>
        <p:spPr>
          <a:xfrm>
            <a:off x="12920471" y="9326880"/>
            <a:ext cx="1481329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4" name="Connector 501"/>
          <p:cNvSpPr/>
          <p:nvPr/>
        </p:nvSpPr>
        <p:spPr>
          <a:xfrm>
            <a:off x="12920471" y="9326880"/>
            <a:ext cx="2624329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5" name="Connector 502"/>
          <p:cNvSpPr/>
          <p:nvPr/>
        </p:nvSpPr>
        <p:spPr>
          <a:xfrm>
            <a:off x="12920471" y="9326880"/>
            <a:ext cx="3310129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6" name="Connector 503"/>
          <p:cNvSpPr/>
          <p:nvPr/>
        </p:nvSpPr>
        <p:spPr>
          <a:xfrm>
            <a:off x="12920471" y="9326880"/>
            <a:ext cx="3995929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7" name="Connector 504"/>
          <p:cNvSpPr/>
          <p:nvPr/>
        </p:nvSpPr>
        <p:spPr>
          <a:xfrm>
            <a:off x="12920471" y="9326880"/>
            <a:ext cx="4681729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8" name="Connector 505"/>
          <p:cNvSpPr/>
          <p:nvPr/>
        </p:nvSpPr>
        <p:spPr>
          <a:xfrm>
            <a:off x="12920471" y="9326880"/>
            <a:ext cx="5824729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9" name="Connector 506"/>
          <p:cNvSpPr/>
          <p:nvPr/>
        </p:nvSpPr>
        <p:spPr>
          <a:xfrm>
            <a:off x="12920471" y="9326880"/>
            <a:ext cx="6510529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0" name="Connector 507"/>
          <p:cNvSpPr/>
          <p:nvPr/>
        </p:nvSpPr>
        <p:spPr>
          <a:xfrm>
            <a:off x="12920471" y="9326880"/>
            <a:ext cx="7196329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1" name="Connector 508"/>
          <p:cNvSpPr/>
          <p:nvPr/>
        </p:nvSpPr>
        <p:spPr>
          <a:xfrm>
            <a:off x="12920471" y="9326880"/>
            <a:ext cx="7882129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2" name="Connector 509"/>
          <p:cNvSpPr/>
          <p:nvPr/>
        </p:nvSpPr>
        <p:spPr>
          <a:xfrm flipH="1">
            <a:off x="12344400" y="9326880"/>
            <a:ext cx="1115568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3" name="Connector 510"/>
          <p:cNvSpPr/>
          <p:nvPr/>
        </p:nvSpPr>
        <p:spPr>
          <a:xfrm flipH="1">
            <a:off x="13030199" y="9326880"/>
            <a:ext cx="429770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4" name="Connector 511"/>
          <p:cNvSpPr/>
          <p:nvPr/>
        </p:nvSpPr>
        <p:spPr>
          <a:xfrm>
            <a:off x="13459967" y="9326880"/>
            <a:ext cx="256033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5" name="Connector 512"/>
          <p:cNvSpPr/>
          <p:nvPr/>
        </p:nvSpPr>
        <p:spPr>
          <a:xfrm>
            <a:off x="13459967" y="9326880"/>
            <a:ext cx="941833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6" name="Connector 513"/>
          <p:cNvSpPr/>
          <p:nvPr/>
        </p:nvSpPr>
        <p:spPr>
          <a:xfrm>
            <a:off x="13459967" y="9326880"/>
            <a:ext cx="2084833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7" name="Connector 514"/>
          <p:cNvSpPr/>
          <p:nvPr/>
        </p:nvSpPr>
        <p:spPr>
          <a:xfrm>
            <a:off x="13459967" y="9326880"/>
            <a:ext cx="2770633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8" name="Connector 515"/>
          <p:cNvSpPr/>
          <p:nvPr/>
        </p:nvSpPr>
        <p:spPr>
          <a:xfrm>
            <a:off x="13459967" y="9326880"/>
            <a:ext cx="3456433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9" name="Connector 516"/>
          <p:cNvSpPr/>
          <p:nvPr/>
        </p:nvSpPr>
        <p:spPr>
          <a:xfrm>
            <a:off x="13459967" y="9326880"/>
            <a:ext cx="4142233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0" name="Connector 517"/>
          <p:cNvSpPr/>
          <p:nvPr/>
        </p:nvSpPr>
        <p:spPr>
          <a:xfrm>
            <a:off x="13459967" y="9326880"/>
            <a:ext cx="5285233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1" name="Connector 518"/>
          <p:cNvSpPr/>
          <p:nvPr/>
        </p:nvSpPr>
        <p:spPr>
          <a:xfrm>
            <a:off x="13459967" y="9326880"/>
            <a:ext cx="5971033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2" name="Connector 519"/>
          <p:cNvSpPr/>
          <p:nvPr/>
        </p:nvSpPr>
        <p:spPr>
          <a:xfrm>
            <a:off x="13459967" y="9326880"/>
            <a:ext cx="6656832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3" name="Connector 520"/>
          <p:cNvSpPr/>
          <p:nvPr/>
        </p:nvSpPr>
        <p:spPr>
          <a:xfrm>
            <a:off x="13459967" y="9326880"/>
            <a:ext cx="7342632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4" name="Connector 521"/>
          <p:cNvSpPr/>
          <p:nvPr/>
        </p:nvSpPr>
        <p:spPr>
          <a:xfrm flipH="1">
            <a:off x="12344400" y="9326880"/>
            <a:ext cx="1655065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5" name="Connector 522"/>
          <p:cNvSpPr/>
          <p:nvPr/>
        </p:nvSpPr>
        <p:spPr>
          <a:xfrm flipH="1">
            <a:off x="13030199" y="9326880"/>
            <a:ext cx="969265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6" name="Connector 523"/>
          <p:cNvSpPr/>
          <p:nvPr/>
        </p:nvSpPr>
        <p:spPr>
          <a:xfrm flipH="1">
            <a:off x="13715999" y="9326880"/>
            <a:ext cx="283465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7" name="Connector 524"/>
          <p:cNvSpPr/>
          <p:nvPr/>
        </p:nvSpPr>
        <p:spPr>
          <a:xfrm>
            <a:off x="13999463" y="9326880"/>
            <a:ext cx="402337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8" name="Connector 525"/>
          <p:cNvSpPr/>
          <p:nvPr/>
        </p:nvSpPr>
        <p:spPr>
          <a:xfrm>
            <a:off x="13999463" y="9326880"/>
            <a:ext cx="1545337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9" name="Connector 526"/>
          <p:cNvSpPr/>
          <p:nvPr/>
        </p:nvSpPr>
        <p:spPr>
          <a:xfrm>
            <a:off x="13999463" y="9326880"/>
            <a:ext cx="2231137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0" name="Connector 527"/>
          <p:cNvSpPr/>
          <p:nvPr/>
        </p:nvSpPr>
        <p:spPr>
          <a:xfrm>
            <a:off x="13999463" y="9326880"/>
            <a:ext cx="2916937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1" name="Connector 528"/>
          <p:cNvSpPr/>
          <p:nvPr/>
        </p:nvSpPr>
        <p:spPr>
          <a:xfrm>
            <a:off x="13999463" y="9326880"/>
            <a:ext cx="3602737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2" name="Connector 529"/>
          <p:cNvSpPr/>
          <p:nvPr/>
        </p:nvSpPr>
        <p:spPr>
          <a:xfrm>
            <a:off x="13999463" y="9326880"/>
            <a:ext cx="4745737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3" name="Connector 530"/>
          <p:cNvSpPr/>
          <p:nvPr/>
        </p:nvSpPr>
        <p:spPr>
          <a:xfrm>
            <a:off x="13999463" y="9326880"/>
            <a:ext cx="5431537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4" name="Connector 531"/>
          <p:cNvSpPr/>
          <p:nvPr/>
        </p:nvSpPr>
        <p:spPr>
          <a:xfrm>
            <a:off x="13999463" y="9326880"/>
            <a:ext cx="6117337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5" name="Connector 532"/>
          <p:cNvSpPr/>
          <p:nvPr/>
        </p:nvSpPr>
        <p:spPr>
          <a:xfrm>
            <a:off x="13999463" y="9326880"/>
            <a:ext cx="6803137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6" name="Connector 533"/>
          <p:cNvSpPr/>
          <p:nvPr/>
        </p:nvSpPr>
        <p:spPr>
          <a:xfrm flipH="1">
            <a:off x="12344400" y="9326880"/>
            <a:ext cx="2194561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7" name="Connector 534"/>
          <p:cNvSpPr/>
          <p:nvPr/>
        </p:nvSpPr>
        <p:spPr>
          <a:xfrm flipH="1">
            <a:off x="13030200" y="9326880"/>
            <a:ext cx="1508761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8" name="Connector 535"/>
          <p:cNvSpPr/>
          <p:nvPr/>
        </p:nvSpPr>
        <p:spPr>
          <a:xfrm flipH="1">
            <a:off x="13716000" y="9326880"/>
            <a:ext cx="822961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9" name="Connector 536"/>
          <p:cNvSpPr/>
          <p:nvPr/>
        </p:nvSpPr>
        <p:spPr>
          <a:xfrm flipH="1">
            <a:off x="14401800" y="9326880"/>
            <a:ext cx="137161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0" name="Connector 537"/>
          <p:cNvSpPr/>
          <p:nvPr/>
        </p:nvSpPr>
        <p:spPr>
          <a:xfrm>
            <a:off x="14538960" y="9326880"/>
            <a:ext cx="1005840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1" name="Connector 538"/>
          <p:cNvSpPr/>
          <p:nvPr/>
        </p:nvSpPr>
        <p:spPr>
          <a:xfrm>
            <a:off x="14538960" y="9326880"/>
            <a:ext cx="1691641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2" name="Connector 539"/>
          <p:cNvSpPr/>
          <p:nvPr/>
        </p:nvSpPr>
        <p:spPr>
          <a:xfrm>
            <a:off x="14538960" y="9326880"/>
            <a:ext cx="2377441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3" name="Connector 540"/>
          <p:cNvSpPr/>
          <p:nvPr/>
        </p:nvSpPr>
        <p:spPr>
          <a:xfrm>
            <a:off x="14538960" y="9326880"/>
            <a:ext cx="3063241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4" name="Connector 541"/>
          <p:cNvSpPr/>
          <p:nvPr/>
        </p:nvSpPr>
        <p:spPr>
          <a:xfrm>
            <a:off x="14538960" y="9326880"/>
            <a:ext cx="4206241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5" name="Connector 542"/>
          <p:cNvSpPr/>
          <p:nvPr/>
        </p:nvSpPr>
        <p:spPr>
          <a:xfrm>
            <a:off x="14538960" y="9326880"/>
            <a:ext cx="4892041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6" name="Connector 543"/>
          <p:cNvSpPr/>
          <p:nvPr/>
        </p:nvSpPr>
        <p:spPr>
          <a:xfrm>
            <a:off x="14538960" y="9326880"/>
            <a:ext cx="5577841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7" name="Connector 544"/>
          <p:cNvSpPr/>
          <p:nvPr/>
        </p:nvSpPr>
        <p:spPr>
          <a:xfrm>
            <a:off x="14538960" y="9326880"/>
            <a:ext cx="6263641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8" name="Connector 545"/>
          <p:cNvSpPr/>
          <p:nvPr/>
        </p:nvSpPr>
        <p:spPr>
          <a:xfrm flipH="1">
            <a:off x="12344399" y="9326880"/>
            <a:ext cx="2734057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9" name="Connector 546"/>
          <p:cNvSpPr/>
          <p:nvPr/>
        </p:nvSpPr>
        <p:spPr>
          <a:xfrm flipH="1">
            <a:off x="13030199" y="9326880"/>
            <a:ext cx="2048257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0" name="Connector 547"/>
          <p:cNvSpPr/>
          <p:nvPr/>
        </p:nvSpPr>
        <p:spPr>
          <a:xfrm flipH="1">
            <a:off x="13716000" y="9326880"/>
            <a:ext cx="1362456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1" name="Connector 548"/>
          <p:cNvSpPr/>
          <p:nvPr/>
        </p:nvSpPr>
        <p:spPr>
          <a:xfrm flipH="1">
            <a:off x="14401800" y="9326880"/>
            <a:ext cx="676656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2" name="Connector 549"/>
          <p:cNvSpPr/>
          <p:nvPr/>
        </p:nvSpPr>
        <p:spPr>
          <a:xfrm>
            <a:off x="15078454" y="9326880"/>
            <a:ext cx="466346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3" name="Connector 550"/>
          <p:cNvSpPr/>
          <p:nvPr/>
        </p:nvSpPr>
        <p:spPr>
          <a:xfrm>
            <a:off x="15078454" y="9326880"/>
            <a:ext cx="1152146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4" name="Connector 551"/>
          <p:cNvSpPr/>
          <p:nvPr/>
        </p:nvSpPr>
        <p:spPr>
          <a:xfrm>
            <a:off x="15078454" y="9326880"/>
            <a:ext cx="1837946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5" name="Connector 552"/>
          <p:cNvSpPr/>
          <p:nvPr/>
        </p:nvSpPr>
        <p:spPr>
          <a:xfrm>
            <a:off x="15078454" y="9326880"/>
            <a:ext cx="2523746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6" name="Connector 553"/>
          <p:cNvSpPr/>
          <p:nvPr/>
        </p:nvSpPr>
        <p:spPr>
          <a:xfrm>
            <a:off x="15078454" y="9326880"/>
            <a:ext cx="3666746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7" name="Connector 554"/>
          <p:cNvSpPr/>
          <p:nvPr/>
        </p:nvSpPr>
        <p:spPr>
          <a:xfrm>
            <a:off x="15078454" y="9326880"/>
            <a:ext cx="4352546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8" name="Connector 555"/>
          <p:cNvSpPr/>
          <p:nvPr/>
        </p:nvSpPr>
        <p:spPr>
          <a:xfrm>
            <a:off x="15078454" y="9326880"/>
            <a:ext cx="5038346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9" name="Connector 556"/>
          <p:cNvSpPr/>
          <p:nvPr/>
        </p:nvSpPr>
        <p:spPr>
          <a:xfrm>
            <a:off x="15078454" y="9326880"/>
            <a:ext cx="5724146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0" name="Connector 557"/>
          <p:cNvSpPr/>
          <p:nvPr/>
        </p:nvSpPr>
        <p:spPr>
          <a:xfrm flipH="1">
            <a:off x="12344399" y="9326880"/>
            <a:ext cx="3273552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1" name="Connector 558"/>
          <p:cNvSpPr/>
          <p:nvPr/>
        </p:nvSpPr>
        <p:spPr>
          <a:xfrm flipH="1">
            <a:off x="13030199" y="9326880"/>
            <a:ext cx="2587752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2" name="Connector 559"/>
          <p:cNvSpPr/>
          <p:nvPr/>
        </p:nvSpPr>
        <p:spPr>
          <a:xfrm flipH="1">
            <a:off x="13715999" y="9326880"/>
            <a:ext cx="1901952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3" name="Connector 560"/>
          <p:cNvSpPr/>
          <p:nvPr/>
        </p:nvSpPr>
        <p:spPr>
          <a:xfrm flipH="1">
            <a:off x="14401799" y="9326880"/>
            <a:ext cx="1216152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4" name="Connector 561"/>
          <p:cNvSpPr/>
          <p:nvPr/>
        </p:nvSpPr>
        <p:spPr>
          <a:xfrm flipH="1">
            <a:off x="15544799" y="9326880"/>
            <a:ext cx="73152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5" name="Connector 562"/>
          <p:cNvSpPr/>
          <p:nvPr/>
        </p:nvSpPr>
        <p:spPr>
          <a:xfrm>
            <a:off x="15617950" y="9326880"/>
            <a:ext cx="612650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6" name="Connector 563"/>
          <p:cNvSpPr/>
          <p:nvPr/>
        </p:nvSpPr>
        <p:spPr>
          <a:xfrm>
            <a:off x="15617950" y="9326880"/>
            <a:ext cx="1298450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7" name="Connector 564"/>
          <p:cNvSpPr/>
          <p:nvPr/>
        </p:nvSpPr>
        <p:spPr>
          <a:xfrm>
            <a:off x="15617950" y="9326880"/>
            <a:ext cx="1984250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8" name="Connector 565"/>
          <p:cNvSpPr/>
          <p:nvPr/>
        </p:nvSpPr>
        <p:spPr>
          <a:xfrm>
            <a:off x="15617950" y="9326880"/>
            <a:ext cx="3127250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9" name="Connector 566"/>
          <p:cNvSpPr/>
          <p:nvPr/>
        </p:nvSpPr>
        <p:spPr>
          <a:xfrm>
            <a:off x="15617950" y="9326880"/>
            <a:ext cx="3813050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0" name="Connector 567"/>
          <p:cNvSpPr/>
          <p:nvPr/>
        </p:nvSpPr>
        <p:spPr>
          <a:xfrm>
            <a:off x="15617950" y="9326880"/>
            <a:ext cx="4498850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1" name="Connector 568"/>
          <p:cNvSpPr/>
          <p:nvPr/>
        </p:nvSpPr>
        <p:spPr>
          <a:xfrm>
            <a:off x="15617950" y="9326880"/>
            <a:ext cx="5184650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2" name="Connector 569"/>
          <p:cNvSpPr/>
          <p:nvPr/>
        </p:nvSpPr>
        <p:spPr>
          <a:xfrm flipH="1">
            <a:off x="12344400" y="9326880"/>
            <a:ext cx="3813048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3" name="Connector 570"/>
          <p:cNvSpPr/>
          <p:nvPr/>
        </p:nvSpPr>
        <p:spPr>
          <a:xfrm flipH="1">
            <a:off x="13030200" y="9326880"/>
            <a:ext cx="3127249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4" name="Connector 571"/>
          <p:cNvSpPr/>
          <p:nvPr/>
        </p:nvSpPr>
        <p:spPr>
          <a:xfrm flipH="1">
            <a:off x="13716000" y="9326880"/>
            <a:ext cx="2441449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5" name="Connector 572"/>
          <p:cNvSpPr/>
          <p:nvPr/>
        </p:nvSpPr>
        <p:spPr>
          <a:xfrm flipH="1">
            <a:off x="14401800" y="9326880"/>
            <a:ext cx="1755649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6" name="Connector 573"/>
          <p:cNvSpPr/>
          <p:nvPr/>
        </p:nvSpPr>
        <p:spPr>
          <a:xfrm flipH="1">
            <a:off x="15544800" y="9326880"/>
            <a:ext cx="612649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7" name="Connector 574"/>
          <p:cNvSpPr/>
          <p:nvPr/>
        </p:nvSpPr>
        <p:spPr>
          <a:xfrm>
            <a:off x="16157447" y="9326880"/>
            <a:ext cx="73153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8" name="Connector 575"/>
          <p:cNvSpPr/>
          <p:nvPr/>
        </p:nvSpPr>
        <p:spPr>
          <a:xfrm>
            <a:off x="16157447" y="9326880"/>
            <a:ext cx="758953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9" name="Connector 576"/>
          <p:cNvSpPr/>
          <p:nvPr/>
        </p:nvSpPr>
        <p:spPr>
          <a:xfrm>
            <a:off x="16157447" y="9326880"/>
            <a:ext cx="1444753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0" name="Connector 577"/>
          <p:cNvSpPr/>
          <p:nvPr/>
        </p:nvSpPr>
        <p:spPr>
          <a:xfrm>
            <a:off x="16157447" y="9326880"/>
            <a:ext cx="2587753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1" name="Connector 578"/>
          <p:cNvSpPr/>
          <p:nvPr/>
        </p:nvSpPr>
        <p:spPr>
          <a:xfrm>
            <a:off x="16157447" y="9326880"/>
            <a:ext cx="3273553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2" name="Connector 579"/>
          <p:cNvSpPr/>
          <p:nvPr/>
        </p:nvSpPr>
        <p:spPr>
          <a:xfrm>
            <a:off x="16157447" y="9326880"/>
            <a:ext cx="3959353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3" name="Connector 580"/>
          <p:cNvSpPr/>
          <p:nvPr/>
        </p:nvSpPr>
        <p:spPr>
          <a:xfrm>
            <a:off x="16157447" y="9326880"/>
            <a:ext cx="4645153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4" name="Connector 581"/>
          <p:cNvSpPr/>
          <p:nvPr/>
        </p:nvSpPr>
        <p:spPr>
          <a:xfrm flipH="1">
            <a:off x="12344399" y="9326880"/>
            <a:ext cx="4352546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5" name="Connector 582"/>
          <p:cNvSpPr/>
          <p:nvPr/>
        </p:nvSpPr>
        <p:spPr>
          <a:xfrm flipH="1">
            <a:off x="13030199" y="9326880"/>
            <a:ext cx="3666746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6" name="Connector 583"/>
          <p:cNvSpPr/>
          <p:nvPr/>
        </p:nvSpPr>
        <p:spPr>
          <a:xfrm flipH="1">
            <a:off x="13715999" y="9326880"/>
            <a:ext cx="2980946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7" name="Connector 584"/>
          <p:cNvSpPr/>
          <p:nvPr/>
        </p:nvSpPr>
        <p:spPr>
          <a:xfrm flipH="1">
            <a:off x="14401799" y="9326880"/>
            <a:ext cx="2295146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8" name="Connector 585"/>
          <p:cNvSpPr/>
          <p:nvPr/>
        </p:nvSpPr>
        <p:spPr>
          <a:xfrm flipH="1">
            <a:off x="15544800" y="9326880"/>
            <a:ext cx="1152145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9" name="Connector 586"/>
          <p:cNvSpPr/>
          <p:nvPr/>
        </p:nvSpPr>
        <p:spPr>
          <a:xfrm flipH="1">
            <a:off x="16230600" y="9326880"/>
            <a:ext cx="466345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0" name="Connector 587"/>
          <p:cNvSpPr/>
          <p:nvPr/>
        </p:nvSpPr>
        <p:spPr>
          <a:xfrm>
            <a:off x="16696943" y="9326880"/>
            <a:ext cx="219457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1" name="Connector 588"/>
          <p:cNvSpPr/>
          <p:nvPr/>
        </p:nvSpPr>
        <p:spPr>
          <a:xfrm>
            <a:off x="16696943" y="9326880"/>
            <a:ext cx="905257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2" name="Connector 589"/>
          <p:cNvSpPr/>
          <p:nvPr/>
        </p:nvSpPr>
        <p:spPr>
          <a:xfrm>
            <a:off x="16696943" y="9326880"/>
            <a:ext cx="2048257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3" name="Connector 590"/>
          <p:cNvSpPr/>
          <p:nvPr/>
        </p:nvSpPr>
        <p:spPr>
          <a:xfrm>
            <a:off x="16696943" y="9326880"/>
            <a:ext cx="2734057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4" name="Connector 591"/>
          <p:cNvSpPr/>
          <p:nvPr/>
        </p:nvSpPr>
        <p:spPr>
          <a:xfrm>
            <a:off x="16696943" y="9326880"/>
            <a:ext cx="3419857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5" name="Connector 592"/>
          <p:cNvSpPr/>
          <p:nvPr/>
        </p:nvSpPr>
        <p:spPr>
          <a:xfrm>
            <a:off x="16696943" y="9326880"/>
            <a:ext cx="4105657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6" name="Connector 593"/>
          <p:cNvSpPr/>
          <p:nvPr/>
        </p:nvSpPr>
        <p:spPr>
          <a:xfrm flipH="1">
            <a:off x="12344400" y="9326880"/>
            <a:ext cx="4892041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7" name="Connector 594"/>
          <p:cNvSpPr/>
          <p:nvPr/>
        </p:nvSpPr>
        <p:spPr>
          <a:xfrm flipH="1">
            <a:off x="13030200" y="9326880"/>
            <a:ext cx="4206241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8" name="Connector 595"/>
          <p:cNvSpPr/>
          <p:nvPr/>
        </p:nvSpPr>
        <p:spPr>
          <a:xfrm flipH="1">
            <a:off x="13716000" y="9326880"/>
            <a:ext cx="3520441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9" name="Connector 596"/>
          <p:cNvSpPr/>
          <p:nvPr/>
        </p:nvSpPr>
        <p:spPr>
          <a:xfrm flipH="1">
            <a:off x="14401799" y="9326880"/>
            <a:ext cx="2834641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0" name="Connector 597"/>
          <p:cNvSpPr/>
          <p:nvPr/>
        </p:nvSpPr>
        <p:spPr>
          <a:xfrm flipH="1">
            <a:off x="15544799" y="9326880"/>
            <a:ext cx="1691641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1" name="Connector 598"/>
          <p:cNvSpPr/>
          <p:nvPr/>
        </p:nvSpPr>
        <p:spPr>
          <a:xfrm flipH="1">
            <a:off x="16230600" y="9326880"/>
            <a:ext cx="1005840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2" name="Connector 599"/>
          <p:cNvSpPr/>
          <p:nvPr/>
        </p:nvSpPr>
        <p:spPr>
          <a:xfrm flipH="1">
            <a:off x="16916400" y="9326880"/>
            <a:ext cx="320041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3" name="Connector 600"/>
          <p:cNvSpPr/>
          <p:nvPr/>
        </p:nvSpPr>
        <p:spPr>
          <a:xfrm>
            <a:off x="17236439" y="9326880"/>
            <a:ext cx="365761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4" name="Connector 601"/>
          <p:cNvSpPr/>
          <p:nvPr/>
        </p:nvSpPr>
        <p:spPr>
          <a:xfrm>
            <a:off x="17236439" y="9326880"/>
            <a:ext cx="1508761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5" name="Connector 602"/>
          <p:cNvSpPr/>
          <p:nvPr/>
        </p:nvSpPr>
        <p:spPr>
          <a:xfrm>
            <a:off x="17236439" y="9326880"/>
            <a:ext cx="2194561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6" name="Connector 603"/>
          <p:cNvSpPr/>
          <p:nvPr/>
        </p:nvSpPr>
        <p:spPr>
          <a:xfrm>
            <a:off x="17236439" y="9326880"/>
            <a:ext cx="2880361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7" name="Connector 604"/>
          <p:cNvSpPr/>
          <p:nvPr/>
        </p:nvSpPr>
        <p:spPr>
          <a:xfrm>
            <a:off x="17236439" y="9326880"/>
            <a:ext cx="3566160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8" name="Connector 605"/>
          <p:cNvSpPr/>
          <p:nvPr/>
        </p:nvSpPr>
        <p:spPr>
          <a:xfrm flipH="1">
            <a:off x="12344399" y="9326880"/>
            <a:ext cx="5431537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9" name="Connector 606"/>
          <p:cNvSpPr/>
          <p:nvPr/>
        </p:nvSpPr>
        <p:spPr>
          <a:xfrm flipH="1">
            <a:off x="13030199" y="9326880"/>
            <a:ext cx="4745737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0" name="Connector 607"/>
          <p:cNvSpPr/>
          <p:nvPr/>
        </p:nvSpPr>
        <p:spPr>
          <a:xfrm flipH="1">
            <a:off x="13715999" y="9326880"/>
            <a:ext cx="4059937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1" name="Connector 608"/>
          <p:cNvSpPr/>
          <p:nvPr/>
        </p:nvSpPr>
        <p:spPr>
          <a:xfrm flipH="1">
            <a:off x="14401799" y="9326880"/>
            <a:ext cx="3374137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2" name="Connector 609"/>
          <p:cNvSpPr/>
          <p:nvPr/>
        </p:nvSpPr>
        <p:spPr>
          <a:xfrm flipH="1">
            <a:off x="15544800" y="9326880"/>
            <a:ext cx="2231136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3" name="Connector 610"/>
          <p:cNvSpPr/>
          <p:nvPr/>
        </p:nvSpPr>
        <p:spPr>
          <a:xfrm flipH="1">
            <a:off x="16230599" y="9326880"/>
            <a:ext cx="1545338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4" name="Connector 611"/>
          <p:cNvSpPr/>
          <p:nvPr/>
        </p:nvSpPr>
        <p:spPr>
          <a:xfrm flipH="1">
            <a:off x="16916399" y="9326880"/>
            <a:ext cx="859538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5" name="Connector 612"/>
          <p:cNvSpPr/>
          <p:nvPr/>
        </p:nvSpPr>
        <p:spPr>
          <a:xfrm flipH="1">
            <a:off x="17602200" y="9326880"/>
            <a:ext cx="173737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6" name="Connector 613"/>
          <p:cNvSpPr/>
          <p:nvPr/>
        </p:nvSpPr>
        <p:spPr>
          <a:xfrm>
            <a:off x="17775936" y="9326880"/>
            <a:ext cx="969265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7" name="Connector 614"/>
          <p:cNvSpPr/>
          <p:nvPr/>
        </p:nvSpPr>
        <p:spPr>
          <a:xfrm>
            <a:off x="17775936" y="9326880"/>
            <a:ext cx="1655065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8" name="Connector 615"/>
          <p:cNvSpPr/>
          <p:nvPr/>
        </p:nvSpPr>
        <p:spPr>
          <a:xfrm>
            <a:off x="17775936" y="9326880"/>
            <a:ext cx="2340865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9" name="Connector 616"/>
          <p:cNvSpPr/>
          <p:nvPr/>
        </p:nvSpPr>
        <p:spPr>
          <a:xfrm>
            <a:off x="17775936" y="9326880"/>
            <a:ext cx="3026665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0" name="Connector 617"/>
          <p:cNvSpPr/>
          <p:nvPr/>
        </p:nvSpPr>
        <p:spPr>
          <a:xfrm flipH="1">
            <a:off x="12344399" y="9326880"/>
            <a:ext cx="5971034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1" name="Connector 618"/>
          <p:cNvSpPr/>
          <p:nvPr/>
        </p:nvSpPr>
        <p:spPr>
          <a:xfrm flipH="1">
            <a:off x="13030199" y="9326880"/>
            <a:ext cx="5285234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2" name="Connector 619"/>
          <p:cNvSpPr/>
          <p:nvPr/>
        </p:nvSpPr>
        <p:spPr>
          <a:xfrm flipH="1">
            <a:off x="13716000" y="9326880"/>
            <a:ext cx="4599433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3" name="Connector 620"/>
          <p:cNvSpPr/>
          <p:nvPr/>
        </p:nvSpPr>
        <p:spPr>
          <a:xfrm flipH="1">
            <a:off x="14401800" y="9326880"/>
            <a:ext cx="3913633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4" name="Connector 621"/>
          <p:cNvSpPr/>
          <p:nvPr/>
        </p:nvSpPr>
        <p:spPr>
          <a:xfrm flipH="1">
            <a:off x="15544800" y="9326880"/>
            <a:ext cx="2770633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5" name="Connector 622"/>
          <p:cNvSpPr/>
          <p:nvPr/>
        </p:nvSpPr>
        <p:spPr>
          <a:xfrm flipH="1">
            <a:off x="16230600" y="9326880"/>
            <a:ext cx="2084833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6" name="Connector 623"/>
          <p:cNvSpPr/>
          <p:nvPr/>
        </p:nvSpPr>
        <p:spPr>
          <a:xfrm flipH="1">
            <a:off x="16916400" y="9326880"/>
            <a:ext cx="1399033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7" name="Connector 624"/>
          <p:cNvSpPr/>
          <p:nvPr/>
        </p:nvSpPr>
        <p:spPr>
          <a:xfrm flipH="1">
            <a:off x="17602199" y="9326880"/>
            <a:ext cx="713233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8" name="Connector 625"/>
          <p:cNvSpPr/>
          <p:nvPr/>
        </p:nvSpPr>
        <p:spPr>
          <a:xfrm>
            <a:off x="18315432" y="9326880"/>
            <a:ext cx="429769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9" name="Connector 626"/>
          <p:cNvSpPr/>
          <p:nvPr/>
        </p:nvSpPr>
        <p:spPr>
          <a:xfrm>
            <a:off x="18315432" y="9326880"/>
            <a:ext cx="1115569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0" name="Connector 627"/>
          <p:cNvSpPr/>
          <p:nvPr/>
        </p:nvSpPr>
        <p:spPr>
          <a:xfrm>
            <a:off x="18315432" y="9326880"/>
            <a:ext cx="1801369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1" name="Connector 628"/>
          <p:cNvSpPr/>
          <p:nvPr/>
        </p:nvSpPr>
        <p:spPr>
          <a:xfrm>
            <a:off x="18315432" y="9326880"/>
            <a:ext cx="2487169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2" name="Connector 629"/>
          <p:cNvSpPr/>
          <p:nvPr/>
        </p:nvSpPr>
        <p:spPr>
          <a:xfrm flipH="1">
            <a:off x="12344400" y="9326880"/>
            <a:ext cx="6510529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3" name="Connector 630"/>
          <p:cNvSpPr/>
          <p:nvPr/>
        </p:nvSpPr>
        <p:spPr>
          <a:xfrm flipH="1">
            <a:off x="13030200" y="9326880"/>
            <a:ext cx="5824729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4" name="Connector 631"/>
          <p:cNvSpPr/>
          <p:nvPr/>
        </p:nvSpPr>
        <p:spPr>
          <a:xfrm flipH="1">
            <a:off x="13716000" y="9326880"/>
            <a:ext cx="5138929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5" name="Connector 632"/>
          <p:cNvSpPr/>
          <p:nvPr/>
        </p:nvSpPr>
        <p:spPr>
          <a:xfrm flipH="1">
            <a:off x="14401800" y="9326880"/>
            <a:ext cx="4453129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6" name="Connector 633"/>
          <p:cNvSpPr/>
          <p:nvPr/>
        </p:nvSpPr>
        <p:spPr>
          <a:xfrm flipH="1">
            <a:off x="15544800" y="9326880"/>
            <a:ext cx="3310129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7" name="Connector 634"/>
          <p:cNvSpPr/>
          <p:nvPr/>
        </p:nvSpPr>
        <p:spPr>
          <a:xfrm flipH="1">
            <a:off x="16230599" y="9326880"/>
            <a:ext cx="2624329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8" name="Connector 635"/>
          <p:cNvSpPr/>
          <p:nvPr/>
        </p:nvSpPr>
        <p:spPr>
          <a:xfrm flipH="1">
            <a:off x="16916399" y="9326880"/>
            <a:ext cx="1938529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9" name="Connector 636"/>
          <p:cNvSpPr/>
          <p:nvPr/>
        </p:nvSpPr>
        <p:spPr>
          <a:xfrm flipH="1">
            <a:off x="17602199" y="9326880"/>
            <a:ext cx="1252729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0" name="Connector 637"/>
          <p:cNvSpPr/>
          <p:nvPr/>
        </p:nvSpPr>
        <p:spPr>
          <a:xfrm flipH="1">
            <a:off x="18745200" y="9326880"/>
            <a:ext cx="109729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1" name="Connector 638"/>
          <p:cNvSpPr/>
          <p:nvPr/>
        </p:nvSpPr>
        <p:spPr>
          <a:xfrm>
            <a:off x="18854928" y="9326880"/>
            <a:ext cx="576073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2" name="Connector 639"/>
          <p:cNvSpPr/>
          <p:nvPr/>
        </p:nvSpPr>
        <p:spPr>
          <a:xfrm>
            <a:off x="18854928" y="9326880"/>
            <a:ext cx="1261873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3" name="Connector 640"/>
          <p:cNvSpPr/>
          <p:nvPr/>
        </p:nvSpPr>
        <p:spPr>
          <a:xfrm>
            <a:off x="18854928" y="9326880"/>
            <a:ext cx="1947673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4" name="Connector 641"/>
          <p:cNvSpPr/>
          <p:nvPr/>
        </p:nvSpPr>
        <p:spPr>
          <a:xfrm flipH="1">
            <a:off x="12344399" y="9326880"/>
            <a:ext cx="7050025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5" name="Connector 642"/>
          <p:cNvSpPr/>
          <p:nvPr/>
        </p:nvSpPr>
        <p:spPr>
          <a:xfrm flipH="1">
            <a:off x="13030199" y="9326880"/>
            <a:ext cx="6364225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6" name="Connector 643"/>
          <p:cNvSpPr/>
          <p:nvPr/>
        </p:nvSpPr>
        <p:spPr>
          <a:xfrm flipH="1">
            <a:off x="13715999" y="9326880"/>
            <a:ext cx="5678425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7" name="Connector 644"/>
          <p:cNvSpPr/>
          <p:nvPr/>
        </p:nvSpPr>
        <p:spPr>
          <a:xfrm flipH="1">
            <a:off x="14401799" y="9326880"/>
            <a:ext cx="4992625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8" name="Connector 645"/>
          <p:cNvSpPr/>
          <p:nvPr/>
        </p:nvSpPr>
        <p:spPr>
          <a:xfrm flipH="1">
            <a:off x="15544799" y="9326880"/>
            <a:ext cx="3849625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9" name="Connector 646"/>
          <p:cNvSpPr/>
          <p:nvPr/>
        </p:nvSpPr>
        <p:spPr>
          <a:xfrm flipH="1">
            <a:off x="16230599" y="9326880"/>
            <a:ext cx="3163826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0" name="Connector 647"/>
          <p:cNvSpPr/>
          <p:nvPr/>
        </p:nvSpPr>
        <p:spPr>
          <a:xfrm flipH="1">
            <a:off x="16916399" y="9326880"/>
            <a:ext cx="2478026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1" name="Connector 648"/>
          <p:cNvSpPr/>
          <p:nvPr/>
        </p:nvSpPr>
        <p:spPr>
          <a:xfrm flipH="1">
            <a:off x="17602200" y="9326880"/>
            <a:ext cx="1792224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2" name="Connector 649"/>
          <p:cNvSpPr/>
          <p:nvPr/>
        </p:nvSpPr>
        <p:spPr>
          <a:xfrm flipH="1">
            <a:off x="18745199" y="9326880"/>
            <a:ext cx="649225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3" name="Connector 650"/>
          <p:cNvSpPr/>
          <p:nvPr/>
        </p:nvSpPr>
        <p:spPr>
          <a:xfrm>
            <a:off x="19394423" y="9326880"/>
            <a:ext cx="36577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4" name="Connector 651"/>
          <p:cNvSpPr/>
          <p:nvPr/>
        </p:nvSpPr>
        <p:spPr>
          <a:xfrm>
            <a:off x="19394423" y="9326880"/>
            <a:ext cx="722377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5" name="Connector 652"/>
          <p:cNvSpPr/>
          <p:nvPr/>
        </p:nvSpPr>
        <p:spPr>
          <a:xfrm>
            <a:off x="19394423" y="9326880"/>
            <a:ext cx="1408177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6" name="Connector 653"/>
          <p:cNvSpPr/>
          <p:nvPr/>
        </p:nvSpPr>
        <p:spPr>
          <a:xfrm flipH="1">
            <a:off x="12344400" y="9326880"/>
            <a:ext cx="7589520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7" name="Connector 654"/>
          <p:cNvSpPr/>
          <p:nvPr/>
        </p:nvSpPr>
        <p:spPr>
          <a:xfrm flipH="1">
            <a:off x="13030200" y="9326880"/>
            <a:ext cx="6903720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8" name="Connector 655"/>
          <p:cNvSpPr/>
          <p:nvPr/>
        </p:nvSpPr>
        <p:spPr>
          <a:xfrm flipH="1">
            <a:off x="13716000" y="9326880"/>
            <a:ext cx="6217921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9" name="Connector 656"/>
          <p:cNvSpPr/>
          <p:nvPr/>
        </p:nvSpPr>
        <p:spPr>
          <a:xfrm flipH="1">
            <a:off x="14401800" y="9326880"/>
            <a:ext cx="5532121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0" name="Connector 657"/>
          <p:cNvSpPr/>
          <p:nvPr/>
        </p:nvSpPr>
        <p:spPr>
          <a:xfrm flipH="1">
            <a:off x="15544800" y="9326880"/>
            <a:ext cx="4389121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1" name="Connector 658"/>
          <p:cNvSpPr/>
          <p:nvPr/>
        </p:nvSpPr>
        <p:spPr>
          <a:xfrm flipH="1">
            <a:off x="16230600" y="9326880"/>
            <a:ext cx="3703321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2" name="Connector 659"/>
          <p:cNvSpPr/>
          <p:nvPr/>
        </p:nvSpPr>
        <p:spPr>
          <a:xfrm flipH="1">
            <a:off x="16916400" y="9326880"/>
            <a:ext cx="3017521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3" name="Connector 660"/>
          <p:cNvSpPr/>
          <p:nvPr/>
        </p:nvSpPr>
        <p:spPr>
          <a:xfrm flipH="1">
            <a:off x="17602200" y="9326880"/>
            <a:ext cx="2331721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4" name="Connector 661"/>
          <p:cNvSpPr/>
          <p:nvPr/>
        </p:nvSpPr>
        <p:spPr>
          <a:xfrm flipH="1">
            <a:off x="18745199" y="9326880"/>
            <a:ext cx="1188721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5" name="Connector 662"/>
          <p:cNvSpPr/>
          <p:nvPr/>
        </p:nvSpPr>
        <p:spPr>
          <a:xfrm flipH="1">
            <a:off x="19431000" y="9326880"/>
            <a:ext cx="502920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6" name="Connector 663"/>
          <p:cNvSpPr/>
          <p:nvPr/>
        </p:nvSpPr>
        <p:spPr>
          <a:xfrm>
            <a:off x="19933919" y="9326880"/>
            <a:ext cx="182881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7" name="Connector 664"/>
          <p:cNvSpPr/>
          <p:nvPr/>
        </p:nvSpPr>
        <p:spPr>
          <a:xfrm>
            <a:off x="19933919" y="9326880"/>
            <a:ext cx="868681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8" name="Connector 665"/>
          <p:cNvSpPr/>
          <p:nvPr/>
        </p:nvSpPr>
        <p:spPr>
          <a:xfrm flipH="1">
            <a:off x="12344400" y="9326880"/>
            <a:ext cx="8129017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9" name="Connector 666"/>
          <p:cNvSpPr/>
          <p:nvPr/>
        </p:nvSpPr>
        <p:spPr>
          <a:xfrm flipH="1">
            <a:off x="13030200" y="9326880"/>
            <a:ext cx="7443217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0" name="Connector 667"/>
          <p:cNvSpPr/>
          <p:nvPr/>
        </p:nvSpPr>
        <p:spPr>
          <a:xfrm flipH="1">
            <a:off x="13716000" y="9326880"/>
            <a:ext cx="6757417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1" name="Connector 668"/>
          <p:cNvSpPr/>
          <p:nvPr/>
        </p:nvSpPr>
        <p:spPr>
          <a:xfrm flipH="1">
            <a:off x="14401799" y="9326880"/>
            <a:ext cx="6071617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2" name="Connector 669"/>
          <p:cNvSpPr/>
          <p:nvPr/>
        </p:nvSpPr>
        <p:spPr>
          <a:xfrm flipH="1">
            <a:off x="15544799" y="9326880"/>
            <a:ext cx="4928617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3" name="Connector 670"/>
          <p:cNvSpPr/>
          <p:nvPr/>
        </p:nvSpPr>
        <p:spPr>
          <a:xfrm flipH="1">
            <a:off x="16230600" y="9326880"/>
            <a:ext cx="4242816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4" name="Connector 671"/>
          <p:cNvSpPr/>
          <p:nvPr/>
        </p:nvSpPr>
        <p:spPr>
          <a:xfrm flipH="1">
            <a:off x="16916400" y="9326880"/>
            <a:ext cx="3557016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5" name="Connector 672"/>
          <p:cNvSpPr/>
          <p:nvPr/>
        </p:nvSpPr>
        <p:spPr>
          <a:xfrm flipH="1">
            <a:off x="17602199" y="9326880"/>
            <a:ext cx="2871218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6" name="Connector 673"/>
          <p:cNvSpPr/>
          <p:nvPr/>
        </p:nvSpPr>
        <p:spPr>
          <a:xfrm flipH="1">
            <a:off x="18745200" y="9326880"/>
            <a:ext cx="1728217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7" name="Connector 674"/>
          <p:cNvSpPr/>
          <p:nvPr/>
        </p:nvSpPr>
        <p:spPr>
          <a:xfrm flipH="1">
            <a:off x="19431000" y="9326880"/>
            <a:ext cx="1042417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8" name="Connector 675"/>
          <p:cNvSpPr/>
          <p:nvPr/>
        </p:nvSpPr>
        <p:spPr>
          <a:xfrm flipH="1">
            <a:off x="20116799" y="9326880"/>
            <a:ext cx="356617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9" name="Connector 676"/>
          <p:cNvSpPr/>
          <p:nvPr/>
        </p:nvSpPr>
        <p:spPr>
          <a:xfrm>
            <a:off x="20473415" y="9326880"/>
            <a:ext cx="329185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0" name="Connector 677"/>
          <p:cNvSpPr/>
          <p:nvPr/>
        </p:nvSpPr>
        <p:spPr>
          <a:xfrm flipH="1">
            <a:off x="12344399" y="9326880"/>
            <a:ext cx="8668513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1" name="Connector 678"/>
          <p:cNvSpPr/>
          <p:nvPr/>
        </p:nvSpPr>
        <p:spPr>
          <a:xfrm flipH="1">
            <a:off x="13030199" y="9326880"/>
            <a:ext cx="7982713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2" name="Connector 679"/>
          <p:cNvSpPr/>
          <p:nvPr/>
        </p:nvSpPr>
        <p:spPr>
          <a:xfrm flipH="1">
            <a:off x="13715999" y="9326880"/>
            <a:ext cx="7296913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3" name="Connector 680"/>
          <p:cNvSpPr/>
          <p:nvPr/>
        </p:nvSpPr>
        <p:spPr>
          <a:xfrm flipH="1">
            <a:off x="14401799" y="9326880"/>
            <a:ext cx="6611113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4" name="Connector 681"/>
          <p:cNvSpPr/>
          <p:nvPr/>
        </p:nvSpPr>
        <p:spPr>
          <a:xfrm flipH="1">
            <a:off x="15544799" y="9326880"/>
            <a:ext cx="5468113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5" name="Connector 682"/>
          <p:cNvSpPr/>
          <p:nvPr/>
        </p:nvSpPr>
        <p:spPr>
          <a:xfrm flipH="1">
            <a:off x="16230599" y="9326880"/>
            <a:ext cx="4782313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6" name="Connector 683"/>
          <p:cNvSpPr/>
          <p:nvPr/>
        </p:nvSpPr>
        <p:spPr>
          <a:xfrm flipH="1">
            <a:off x="16916399" y="9326880"/>
            <a:ext cx="4096513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7" name="Connector 684"/>
          <p:cNvSpPr/>
          <p:nvPr/>
        </p:nvSpPr>
        <p:spPr>
          <a:xfrm flipH="1">
            <a:off x="17602199" y="9326880"/>
            <a:ext cx="3410713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8" name="Connector 685"/>
          <p:cNvSpPr/>
          <p:nvPr/>
        </p:nvSpPr>
        <p:spPr>
          <a:xfrm flipH="1">
            <a:off x="18745199" y="9326880"/>
            <a:ext cx="2267713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9" name="Connector 686"/>
          <p:cNvSpPr/>
          <p:nvPr/>
        </p:nvSpPr>
        <p:spPr>
          <a:xfrm flipH="1">
            <a:off x="19430999" y="9326880"/>
            <a:ext cx="1581914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0" name="Connector 687"/>
          <p:cNvSpPr/>
          <p:nvPr/>
        </p:nvSpPr>
        <p:spPr>
          <a:xfrm flipH="1">
            <a:off x="20116800" y="9326880"/>
            <a:ext cx="896112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1" name="Connector 688"/>
          <p:cNvSpPr/>
          <p:nvPr/>
        </p:nvSpPr>
        <p:spPr>
          <a:xfrm flipH="1">
            <a:off x="20802600" y="9326880"/>
            <a:ext cx="210312" cy="1691641"/>
          </a:xfrm>
          <a:prstGeom prst="line">
            <a:avLst/>
          </a:prstGeom>
          <a:ln w="7315">
            <a:solidFill>
              <a:srgbClr val="AAAAA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2" name="Connector 689"/>
          <p:cNvSpPr/>
          <p:nvPr/>
        </p:nvSpPr>
        <p:spPr>
          <a:xfrm flipH="1" flipV="1">
            <a:off x="3931920" y="5532119"/>
            <a:ext cx="8412481" cy="5212081"/>
          </a:xfrm>
          <a:prstGeom prst="line">
            <a:avLst/>
          </a:prstGeom>
          <a:ln w="11887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3" name="Connector 690"/>
          <p:cNvSpPr/>
          <p:nvPr/>
        </p:nvSpPr>
        <p:spPr>
          <a:xfrm flipH="1" flipV="1">
            <a:off x="9281160" y="5532119"/>
            <a:ext cx="3749041" cy="5212081"/>
          </a:xfrm>
          <a:prstGeom prst="line">
            <a:avLst/>
          </a:prstGeom>
          <a:ln w="11887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4" name="Connector 691"/>
          <p:cNvSpPr/>
          <p:nvPr/>
        </p:nvSpPr>
        <p:spPr>
          <a:xfrm flipV="1">
            <a:off x="13715999" y="5532119"/>
            <a:ext cx="914402" cy="5212081"/>
          </a:xfrm>
          <a:prstGeom prst="line">
            <a:avLst/>
          </a:prstGeom>
          <a:ln w="11887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5" name="Connector 692"/>
          <p:cNvSpPr/>
          <p:nvPr/>
        </p:nvSpPr>
        <p:spPr>
          <a:xfrm flipV="1">
            <a:off x="14401799" y="5532119"/>
            <a:ext cx="5577842" cy="5212081"/>
          </a:xfrm>
          <a:prstGeom prst="line">
            <a:avLst/>
          </a:prstGeom>
          <a:ln w="11887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6" name="Connector 693"/>
          <p:cNvSpPr/>
          <p:nvPr/>
        </p:nvSpPr>
        <p:spPr>
          <a:xfrm flipH="1" flipV="1">
            <a:off x="3977638" y="5532119"/>
            <a:ext cx="11567162" cy="5212081"/>
          </a:xfrm>
          <a:prstGeom prst="line">
            <a:avLst/>
          </a:prstGeom>
          <a:ln w="11887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7" name="Connector 694"/>
          <p:cNvSpPr/>
          <p:nvPr/>
        </p:nvSpPr>
        <p:spPr>
          <a:xfrm flipH="1" flipV="1">
            <a:off x="9326880" y="5532119"/>
            <a:ext cx="6903720" cy="5212081"/>
          </a:xfrm>
          <a:prstGeom prst="line">
            <a:avLst/>
          </a:prstGeom>
          <a:ln w="11887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8" name="Connector 695"/>
          <p:cNvSpPr/>
          <p:nvPr/>
        </p:nvSpPr>
        <p:spPr>
          <a:xfrm flipH="1" flipV="1">
            <a:off x="14676119" y="5532119"/>
            <a:ext cx="2240281" cy="5212081"/>
          </a:xfrm>
          <a:prstGeom prst="line">
            <a:avLst/>
          </a:prstGeom>
          <a:ln w="11887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9" name="Connector 696"/>
          <p:cNvSpPr/>
          <p:nvPr/>
        </p:nvSpPr>
        <p:spPr>
          <a:xfrm flipV="1">
            <a:off x="17602199" y="5532119"/>
            <a:ext cx="2423162" cy="5212081"/>
          </a:xfrm>
          <a:prstGeom prst="line">
            <a:avLst/>
          </a:prstGeom>
          <a:ln w="11887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0" name="Connector 697"/>
          <p:cNvSpPr/>
          <p:nvPr/>
        </p:nvSpPr>
        <p:spPr>
          <a:xfrm flipH="1" flipV="1">
            <a:off x="4709160" y="5532119"/>
            <a:ext cx="14036040" cy="5212081"/>
          </a:xfrm>
          <a:prstGeom prst="line">
            <a:avLst/>
          </a:prstGeom>
          <a:ln w="11887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1" name="Connector 698"/>
          <p:cNvSpPr/>
          <p:nvPr/>
        </p:nvSpPr>
        <p:spPr>
          <a:xfrm flipH="1" flipV="1">
            <a:off x="10058399" y="5532119"/>
            <a:ext cx="9372601" cy="5212081"/>
          </a:xfrm>
          <a:prstGeom prst="line">
            <a:avLst/>
          </a:prstGeom>
          <a:ln w="11887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2" name="Connector 699"/>
          <p:cNvSpPr/>
          <p:nvPr/>
        </p:nvSpPr>
        <p:spPr>
          <a:xfrm flipH="1" flipV="1">
            <a:off x="15407639" y="5532119"/>
            <a:ext cx="4709160" cy="5212081"/>
          </a:xfrm>
          <a:prstGeom prst="line">
            <a:avLst/>
          </a:prstGeom>
          <a:ln w="11887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3" name="Connector 700"/>
          <p:cNvSpPr/>
          <p:nvPr/>
        </p:nvSpPr>
        <p:spPr>
          <a:xfrm flipH="1" flipV="1">
            <a:off x="20756880" y="5532119"/>
            <a:ext cx="45721" cy="5212081"/>
          </a:xfrm>
          <a:prstGeom prst="line">
            <a:avLst/>
          </a:prstGeom>
          <a:ln w="11887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4" name="Rectangle 701"/>
          <p:cNvSpPr/>
          <p:nvPr/>
        </p:nvSpPr>
        <p:spPr>
          <a:xfrm>
            <a:off x="12664440" y="7132319"/>
            <a:ext cx="7680961" cy="1645921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95" name="TextBox 702"/>
          <p:cNvSpPr txBox="1"/>
          <p:nvPr/>
        </p:nvSpPr>
        <p:spPr>
          <a:xfrm>
            <a:off x="14391766" y="7205471"/>
            <a:ext cx="4134868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Rack 1: 72 GPUs / 18 compute trays</a:t>
            </a:r>
          </a:p>
        </p:txBody>
      </p:sp>
      <p:sp>
        <p:nvSpPr>
          <p:cNvPr id="796" name="TextBox 703"/>
          <p:cNvSpPr txBox="1"/>
          <p:nvPr/>
        </p:nvSpPr>
        <p:spPr>
          <a:xfrm>
            <a:off x="14829432" y="7635240"/>
            <a:ext cx="3259536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6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9 switch trays = 18 NVSwitch ASICs</a:t>
            </a:r>
          </a:p>
        </p:txBody>
      </p:sp>
      <p:sp>
        <p:nvSpPr>
          <p:cNvPr id="797" name="TextBox 704"/>
          <p:cNvSpPr txBox="1"/>
          <p:nvPr/>
        </p:nvSpPr>
        <p:spPr>
          <a:xfrm>
            <a:off x="14438321" y="8037575"/>
            <a:ext cx="4041758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Each GPU has 18 NVLinks + one 400 Gb/s NIC</a:t>
            </a:r>
          </a:p>
        </p:txBody>
      </p:sp>
      <p:sp>
        <p:nvSpPr>
          <p:cNvPr id="798" name="TextBox 705"/>
          <p:cNvSpPr txBox="1"/>
          <p:nvPr/>
        </p:nvSpPr>
        <p:spPr>
          <a:xfrm>
            <a:off x="14723132" y="8449056"/>
            <a:ext cx="347213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Trays 0, 1, 17 expanded below. Trays 2-16 omitted.</a:t>
            </a:r>
          </a:p>
        </p:txBody>
      </p:sp>
      <p:sp>
        <p:nvSpPr>
          <p:cNvPr id="799" name="Rectangle 706"/>
          <p:cNvSpPr/>
          <p:nvPr/>
        </p:nvSpPr>
        <p:spPr>
          <a:xfrm>
            <a:off x="11585447" y="8778240"/>
            <a:ext cx="493777" cy="54864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00" name="TextBox 707"/>
          <p:cNvSpPr txBox="1"/>
          <p:nvPr/>
        </p:nvSpPr>
        <p:spPr>
          <a:xfrm>
            <a:off x="11633318" y="8851392"/>
            <a:ext cx="39803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801" name="TextBox 708"/>
          <p:cNvSpPr txBox="1"/>
          <p:nvPr/>
        </p:nvSpPr>
        <p:spPr>
          <a:xfrm>
            <a:off x="11625874" y="8965692"/>
            <a:ext cx="41292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NV-C1-S0</a:t>
            </a:r>
          </a:p>
        </p:txBody>
      </p:sp>
      <p:sp>
        <p:nvSpPr>
          <p:cNvPr id="802" name="Rectangle 709"/>
          <p:cNvSpPr/>
          <p:nvPr/>
        </p:nvSpPr>
        <p:spPr>
          <a:xfrm>
            <a:off x="12124943" y="8778240"/>
            <a:ext cx="493777" cy="54864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03" name="TextBox 710"/>
          <p:cNvSpPr txBox="1"/>
          <p:nvPr/>
        </p:nvSpPr>
        <p:spPr>
          <a:xfrm>
            <a:off x="12172814" y="8851392"/>
            <a:ext cx="39803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804" name="TextBox 711"/>
          <p:cNvSpPr txBox="1"/>
          <p:nvPr/>
        </p:nvSpPr>
        <p:spPr>
          <a:xfrm>
            <a:off x="12165370" y="8965692"/>
            <a:ext cx="41292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NV-C1-S1</a:t>
            </a:r>
          </a:p>
        </p:txBody>
      </p:sp>
      <p:sp>
        <p:nvSpPr>
          <p:cNvPr id="805" name="Rectangle 712"/>
          <p:cNvSpPr/>
          <p:nvPr/>
        </p:nvSpPr>
        <p:spPr>
          <a:xfrm>
            <a:off x="12664440" y="8778240"/>
            <a:ext cx="493777" cy="54864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06" name="TextBox 713"/>
          <p:cNvSpPr txBox="1"/>
          <p:nvPr/>
        </p:nvSpPr>
        <p:spPr>
          <a:xfrm>
            <a:off x="12712310" y="8851392"/>
            <a:ext cx="39803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807" name="TextBox 714"/>
          <p:cNvSpPr txBox="1"/>
          <p:nvPr/>
        </p:nvSpPr>
        <p:spPr>
          <a:xfrm>
            <a:off x="12704866" y="8965692"/>
            <a:ext cx="41292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NV-C1-S2</a:t>
            </a:r>
          </a:p>
        </p:txBody>
      </p:sp>
      <p:sp>
        <p:nvSpPr>
          <p:cNvPr id="808" name="Rectangle 715"/>
          <p:cNvSpPr/>
          <p:nvPr/>
        </p:nvSpPr>
        <p:spPr>
          <a:xfrm>
            <a:off x="13203936" y="8778240"/>
            <a:ext cx="493777" cy="54864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09" name="TextBox 716"/>
          <p:cNvSpPr txBox="1"/>
          <p:nvPr/>
        </p:nvSpPr>
        <p:spPr>
          <a:xfrm>
            <a:off x="13251806" y="8851392"/>
            <a:ext cx="39803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810" name="TextBox 717"/>
          <p:cNvSpPr txBox="1"/>
          <p:nvPr/>
        </p:nvSpPr>
        <p:spPr>
          <a:xfrm>
            <a:off x="13244362" y="8965692"/>
            <a:ext cx="41292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NV-C1-S3</a:t>
            </a:r>
          </a:p>
        </p:txBody>
      </p:sp>
      <p:sp>
        <p:nvSpPr>
          <p:cNvPr id="811" name="Rectangle 718"/>
          <p:cNvSpPr/>
          <p:nvPr/>
        </p:nvSpPr>
        <p:spPr>
          <a:xfrm>
            <a:off x="13743432" y="8778240"/>
            <a:ext cx="493777" cy="54864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12" name="TextBox 719"/>
          <p:cNvSpPr txBox="1"/>
          <p:nvPr/>
        </p:nvSpPr>
        <p:spPr>
          <a:xfrm>
            <a:off x="13791302" y="8851392"/>
            <a:ext cx="39803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813" name="TextBox 720"/>
          <p:cNvSpPr txBox="1"/>
          <p:nvPr/>
        </p:nvSpPr>
        <p:spPr>
          <a:xfrm>
            <a:off x="13783858" y="8965692"/>
            <a:ext cx="41292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NV-C1-S4</a:t>
            </a:r>
          </a:p>
        </p:txBody>
      </p:sp>
      <p:sp>
        <p:nvSpPr>
          <p:cNvPr id="814" name="Rectangle 721"/>
          <p:cNvSpPr/>
          <p:nvPr/>
        </p:nvSpPr>
        <p:spPr>
          <a:xfrm>
            <a:off x="14282928" y="8778240"/>
            <a:ext cx="493777" cy="54864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15" name="TextBox 722"/>
          <p:cNvSpPr txBox="1"/>
          <p:nvPr/>
        </p:nvSpPr>
        <p:spPr>
          <a:xfrm>
            <a:off x="14330798" y="8851392"/>
            <a:ext cx="39803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816" name="TextBox 723"/>
          <p:cNvSpPr txBox="1"/>
          <p:nvPr/>
        </p:nvSpPr>
        <p:spPr>
          <a:xfrm>
            <a:off x="14323354" y="8965692"/>
            <a:ext cx="41292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NV-C1-S5</a:t>
            </a:r>
          </a:p>
        </p:txBody>
      </p:sp>
      <p:sp>
        <p:nvSpPr>
          <p:cNvPr id="817" name="Rectangle 724"/>
          <p:cNvSpPr/>
          <p:nvPr/>
        </p:nvSpPr>
        <p:spPr>
          <a:xfrm>
            <a:off x="14822423" y="8778240"/>
            <a:ext cx="493777" cy="54864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18" name="TextBox 725"/>
          <p:cNvSpPr txBox="1"/>
          <p:nvPr/>
        </p:nvSpPr>
        <p:spPr>
          <a:xfrm>
            <a:off x="14870294" y="8851392"/>
            <a:ext cx="39803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819" name="TextBox 726"/>
          <p:cNvSpPr txBox="1"/>
          <p:nvPr/>
        </p:nvSpPr>
        <p:spPr>
          <a:xfrm>
            <a:off x="14862850" y="8965692"/>
            <a:ext cx="41292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NV-C1-S6</a:t>
            </a:r>
          </a:p>
        </p:txBody>
      </p:sp>
      <p:sp>
        <p:nvSpPr>
          <p:cNvPr id="820" name="Rectangle 727"/>
          <p:cNvSpPr/>
          <p:nvPr/>
        </p:nvSpPr>
        <p:spPr>
          <a:xfrm>
            <a:off x="15361919" y="8778240"/>
            <a:ext cx="493777" cy="54864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21" name="TextBox 728"/>
          <p:cNvSpPr txBox="1"/>
          <p:nvPr/>
        </p:nvSpPr>
        <p:spPr>
          <a:xfrm>
            <a:off x="15409790" y="8851392"/>
            <a:ext cx="39803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822" name="TextBox 729"/>
          <p:cNvSpPr txBox="1"/>
          <p:nvPr/>
        </p:nvSpPr>
        <p:spPr>
          <a:xfrm>
            <a:off x="15402346" y="8965692"/>
            <a:ext cx="41292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NV-C1-S7</a:t>
            </a:r>
          </a:p>
        </p:txBody>
      </p:sp>
      <p:sp>
        <p:nvSpPr>
          <p:cNvPr id="823" name="Rectangle 730"/>
          <p:cNvSpPr/>
          <p:nvPr/>
        </p:nvSpPr>
        <p:spPr>
          <a:xfrm>
            <a:off x="15901415" y="8778240"/>
            <a:ext cx="493777" cy="54864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24" name="TextBox 731"/>
          <p:cNvSpPr txBox="1"/>
          <p:nvPr/>
        </p:nvSpPr>
        <p:spPr>
          <a:xfrm>
            <a:off x="15949286" y="8851392"/>
            <a:ext cx="39803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825" name="TextBox 732"/>
          <p:cNvSpPr txBox="1"/>
          <p:nvPr/>
        </p:nvSpPr>
        <p:spPr>
          <a:xfrm>
            <a:off x="15941842" y="8965692"/>
            <a:ext cx="41292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NV-C1-S8</a:t>
            </a:r>
          </a:p>
        </p:txBody>
      </p:sp>
      <p:sp>
        <p:nvSpPr>
          <p:cNvPr id="826" name="Rectangle 733"/>
          <p:cNvSpPr/>
          <p:nvPr/>
        </p:nvSpPr>
        <p:spPr>
          <a:xfrm>
            <a:off x="16440912" y="8778240"/>
            <a:ext cx="493777" cy="54864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27" name="TextBox 734"/>
          <p:cNvSpPr txBox="1"/>
          <p:nvPr/>
        </p:nvSpPr>
        <p:spPr>
          <a:xfrm>
            <a:off x="16488782" y="8851392"/>
            <a:ext cx="39803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828" name="TextBox 735"/>
          <p:cNvSpPr txBox="1"/>
          <p:nvPr/>
        </p:nvSpPr>
        <p:spPr>
          <a:xfrm>
            <a:off x="16481338" y="8965692"/>
            <a:ext cx="41292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NV-C1-S9</a:t>
            </a:r>
          </a:p>
        </p:txBody>
      </p:sp>
      <p:sp>
        <p:nvSpPr>
          <p:cNvPr id="829" name="Rectangle 736"/>
          <p:cNvSpPr/>
          <p:nvPr/>
        </p:nvSpPr>
        <p:spPr>
          <a:xfrm>
            <a:off x="16980408" y="8778240"/>
            <a:ext cx="493777" cy="54864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30" name="TextBox 737"/>
          <p:cNvSpPr txBox="1"/>
          <p:nvPr/>
        </p:nvSpPr>
        <p:spPr>
          <a:xfrm>
            <a:off x="17028278" y="8851392"/>
            <a:ext cx="39803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831" name="TextBox 738"/>
          <p:cNvSpPr txBox="1"/>
          <p:nvPr/>
        </p:nvSpPr>
        <p:spPr>
          <a:xfrm>
            <a:off x="16996112" y="8965692"/>
            <a:ext cx="46236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NV-C1-S10</a:t>
            </a:r>
          </a:p>
        </p:txBody>
      </p:sp>
      <p:sp>
        <p:nvSpPr>
          <p:cNvPr id="832" name="Rectangle 739"/>
          <p:cNvSpPr/>
          <p:nvPr/>
        </p:nvSpPr>
        <p:spPr>
          <a:xfrm>
            <a:off x="17519904" y="8778240"/>
            <a:ext cx="493777" cy="54864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33" name="TextBox 740"/>
          <p:cNvSpPr txBox="1"/>
          <p:nvPr/>
        </p:nvSpPr>
        <p:spPr>
          <a:xfrm>
            <a:off x="17567774" y="8851392"/>
            <a:ext cx="39803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834" name="TextBox 741"/>
          <p:cNvSpPr txBox="1"/>
          <p:nvPr/>
        </p:nvSpPr>
        <p:spPr>
          <a:xfrm>
            <a:off x="17538886" y="8965692"/>
            <a:ext cx="45581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NV-C1-S11</a:t>
            </a:r>
          </a:p>
        </p:txBody>
      </p:sp>
      <p:sp>
        <p:nvSpPr>
          <p:cNvPr id="835" name="Rectangle 742"/>
          <p:cNvSpPr/>
          <p:nvPr/>
        </p:nvSpPr>
        <p:spPr>
          <a:xfrm>
            <a:off x="18059399" y="8778240"/>
            <a:ext cx="493778" cy="54864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36" name="TextBox 743"/>
          <p:cNvSpPr txBox="1"/>
          <p:nvPr/>
        </p:nvSpPr>
        <p:spPr>
          <a:xfrm>
            <a:off x="18107270" y="8851392"/>
            <a:ext cx="39803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837" name="TextBox 744"/>
          <p:cNvSpPr txBox="1"/>
          <p:nvPr/>
        </p:nvSpPr>
        <p:spPr>
          <a:xfrm>
            <a:off x="18075105" y="8965692"/>
            <a:ext cx="46236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NV-C1-S12</a:t>
            </a:r>
          </a:p>
        </p:txBody>
      </p:sp>
      <p:sp>
        <p:nvSpPr>
          <p:cNvPr id="838" name="Rectangle 745"/>
          <p:cNvSpPr/>
          <p:nvPr/>
        </p:nvSpPr>
        <p:spPr>
          <a:xfrm>
            <a:off x="18598895" y="8778240"/>
            <a:ext cx="493777" cy="54864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39" name="TextBox 746"/>
          <p:cNvSpPr txBox="1"/>
          <p:nvPr/>
        </p:nvSpPr>
        <p:spPr>
          <a:xfrm>
            <a:off x="18646766" y="8851392"/>
            <a:ext cx="39803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840" name="TextBox 747"/>
          <p:cNvSpPr txBox="1"/>
          <p:nvPr/>
        </p:nvSpPr>
        <p:spPr>
          <a:xfrm>
            <a:off x="18614600" y="8965692"/>
            <a:ext cx="46236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NV-C1-S13</a:t>
            </a:r>
          </a:p>
        </p:txBody>
      </p:sp>
      <p:sp>
        <p:nvSpPr>
          <p:cNvPr id="841" name="Rectangle 748"/>
          <p:cNvSpPr/>
          <p:nvPr/>
        </p:nvSpPr>
        <p:spPr>
          <a:xfrm>
            <a:off x="19138391" y="8778240"/>
            <a:ext cx="493777" cy="54864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42" name="TextBox 749"/>
          <p:cNvSpPr txBox="1"/>
          <p:nvPr/>
        </p:nvSpPr>
        <p:spPr>
          <a:xfrm>
            <a:off x="19186263" y="8851392"/>
            <a:ext cx="39803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843" name="TextBox 750"/>
          <p:cNvSpPr txBox="1"/>
          <p:nvPr/>
        </p:nvSpPr>
        <p:spPr>
          <a:xfrm>
            <a:off x="19154097" y="8965692"/>
            <a:ext cx="46236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NV-C1-S14</a:t>
            </a:r>
          </a:p>
        </p:txBody>
      </p:sp>
      <p:sp>
        <p:nvSpPr>
          <p:cNvPr id="844" name="Rectangle 751"/>
          <p:cNvSpPr/>
          <p:nvPr/>
        </p:nvSpPr>
        <p:spPr>
          <a:xfrm>
            <a:off x="19677887" y="8778240"/>
            <a:ext cx="493777" cy="54864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45" name="TextBox 752"/>
          <p:cNvSpPr txBox="1"/>
          <p:nvPr/>
        </p:nvSpPr>
        <p:spPr>
          <a:xfrm>
            <a:off x="19725758" y="8851392"/>
            <a:ext cx="39803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846" name="TextBox 753"/>
          <p:cNvSpPr txBox="1"/>
          <p:nvPr/>
        </p:nvSpPr>
        <p:spPr>
          <a:xfrm>
            <a:off x="19693593" y="8965692"/>
            <a:ext cx="46236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NV-C1-S15</a:t>
            </a:r>
          </a:p>
        </p:txBody>
      </p:sp>
      <p:sp>
        <p:nvSpPr>
          <p:cNvPr id="847" name="Rectangle 754"/>
          <p:cNvSpPr/>
          <p:nvPr/>
        </p:nvSpPr>
        <p:spPr>
          <a:xfrm>
            <a:off x="20217384" y="8778240"/>
            <a:ext cx="493777" cy="54864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48" name="TextBox 755"/>
          <p:cNvSpPr txBox="1"/>
          <p:nvPr/>
        </p:nvSpPr>
        <p:spPr>
          <a:xfrm>
            <a:off x="20265254" y="8851392"/>
            <a:ext cx="39803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849" name="TextBox 756"/>
          <p:cNvSpPr txBox="1"/>
          <p:nvPr/>
        </p:nvSpPr>
        <p:spPr>
          <a:xfrm>
            <a:off x="20233089" y="8965692"/>
            <a:ext cx="46236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NV-C1-S16</a:t>
            </a:r>
          </a:p>
        </p:txBody>
      </p:sp>
      <p:sp>
        <p:nvSpPr>
          <p:cNvPr id="850" name="Rectangle 757"/>
          <p:cNvSpPr/>
          <p:nvPr/>
        </p:nvSpPr>
        <p:spPr>
          <a:xfrm>
            <a:off x="20756880" y="8778240"/>
            <a:ext cx="493777" cy="54864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51" name="TextBox 758"/>
          <p:cNvSpPr txBox="1"/>
          <p:nvPr/>
        </p:nvSpPr>
        <p:spPr>
          <a:xfrm>
            <a:off x="20804751" y="8851392"/>
            <a:ext cx="39803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852" name="TextBox 759"/>
          <p:cNvSpPr txBox="1"/>
          <p:nvPr/>
        </p:nvSpPr>
        <p:spPr>
          <a:xfrm>
            <a:off x="20772585" y="8965692"/>
            <a:ext cx="46236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NV-C1-S17</a:t>
            </a:r>
          </a:p>
        </p:txBody>
      </p:sp>
      <p:sp>
        <p:nvSpPr>
          <p:cNvPr id="853" name="Rectangle 760"/>
          <p:cNvSpPr/>
          <p:nvPr/>
        </p:nvSpPr>
        <p:spPr>
          <a:xfrm>
            <a:off x="11951207" y="10424159"/>
            <a:ext cx="2971801" cy="1143001"/>
          </a:xfrm>
          <a:prstGeom prst="rect">
            <a:avLst/>
          </a:prstGeom>
          <a:solidFill>
            <a:srgbClr val="FFFFFF"/>
          </a:solidFill>
          <a:ln w="9144">
            <a:solidFill>
              <a:srgbClr val="99999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54" name="TextBox 761"/>
          <p:cNvSpPr txBox="1"/>
          <p:nvPr/>
        </p:nvSpPr>
        <p:spPr>
          <a:xfrm>
            <a:off x="12893149" y="10488168"/>
            <a:ext cx="109706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Compute Tray 0</a:t>
            </a:r>
          </a:p>
        </p:txBody>
      </p:sp>
      <p:sp>
        <p:nvSpPr>
          <p:cNvPr id="855" name="Rectangle 762"/>
          <p:cNvSpPr/>
          <p:nvPr/>
        </p:nvSpPr>
        <p:spPr>
          <a:xfrm>
            <a:off x="12033504" y="10835640"/>
            <a:ext cx="621793" cy="457201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56" name="TextBox 763"/>
          <p:cNvSpPr txBox="1"/>
          <p:nvPr/>
        </p:nvSpPr>
        <p:spPr>
          <a:xfrm>
            <a:off x="12200445" y="10908792"/>
            <a:ext cx="28791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857" name="TextBox 764"/>
          <p:cNvSpPr txBox="1"/>
          <p:nvPr/>
        </p:nvSpPr>
        <p:spPr>
          <a:xfrm>
            <a:off x="12246272" y="11068811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r72</a:t>
            </a:r>
          </a:p>
        </p:txBody>
      </p:sp>
      <p:sp>
        <p:nvSpPr>
          <p:cNvPr id="858" name="Rectangle 765"/>
          <p:cNvSpPr/>
          <p:nvPr/>
        </p:nvSpPr>
        <p:spPr>
          <a:xfrm>
            <a:off x="12719304" y="10835640"/>
            <a:ext cx="621793" cy="457201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59" name="TextBox 766"/>
          <p:cNvSpPr txBox="1"/>
          <p:nvPr/>
        </p:nvSpPr>
        <p:spPr>
          <a:xfrm>
            <a:off x="12886245" y="10908792"/>
            <a:ext cx="28791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860" name="TextBox 767"/>
          <p:cNvSpPr txBox="1"/>
          <p:nvPr/>
        </p:nvSpPr>
        <p:spPr>
          <a:xfrm>
            <a:off x="12932072" y="11068811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r73</a:t>
            </a:r>
          </a:p>
        </p:txBody>
      </p:sp>
      <p:sp>
        <p:nvSpPr>
          <p:cNvPr id="861" name="Rectangle 768"/>
          <p:cNvSpPr/>
          <p:nvPr/>
        </p:nvSpPr>
        <p:spPr>
          <a:xfrm>
            <a:off x="13405104" y="10835640"/>
            <a:ext cx="621793" cy="457201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62" name="TextBox 769"/>
          <p:cNvSpPr txBox="1"/>
          <p:nvPr/>
        </p:nvSpPr>
        <p:spPr>
          <a:xfrm>
            <a:off x="13572045" y="10908792"/>
            <a:ext cx="28791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863" name="TextBox 770"/>
          <p:cNvSpPr txBox="1"/>
          <p:nvPr/>
        </p:nvSpPr>
        <p:spPr>
          <a:xfrm>
            <a:off x="13617872" y="11068811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r74</a:t>
            </a:r>
          </a:p>
        </p:txBody>
      </p:sp>
      <p:sp>
        <p:nvSpPr>
          <p:cNvPr id="864" name="Rectangle 771"/>
          <p:cNvSpPr/>
          <p:nvPr/>
        </p:nvSpPr>
        <p:spPr>
          <a:xfrm>
            <a:off x="14090904" y="10835640"/>
            <a:ext cx="621793" cy="457201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65" name="TextBox 772"/>
          <p:cNvSpPr txBox="1"/>
          <p:nvPr/>
        </p:nvSpPr>
        <p:spPr>
          <a:xfrm>
            <a:off x="14257845" y="10908792"/>
            <a:ext cx="28791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866" name="TextBox 773"/>
          <p:cNvSpPr txBox="1"/>
          <p:nvPr/>
        </p:nvSpPr>
        <p:spPr>
          <a:xfrm>
            <a:off x="14303672" y="11068811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r75</a:t>
            </a:r>
          </a:p>
        </p:txBody>
      </p:sp>
      <p:sp>
        <p:nvSpPr>
          <p:cNvPr id="867" name="Rectangle 774"/>
          <p:cNvSpPr/>
          <p:nvPr/>
        </p:nvSpPr>
        <p:spPr>
          <a:xfrm>
            <a:off x="15151608" y="10424159"/>
            <a:ext cx="2971801" cy="1143001"/>
          </a:xfrm>
          <a:prstGeom prst="rect">
            <a:avLst/>
          </a:prstGeom>
          <a:solidFill>
            <a:srgbClr val="FFFFFF"/>
          </a:solidFill>
          <a:ln w="9144">
            <a:solidFill>
              <a:srgbClr val="99999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68" name="TextBox 775"/>
          <p:cNvSpPr txBox="1"/>
          <p:nvPr/>
        </p:nvSpPr>
        <p:spPr>
          <a:xfrm>
            <a:off x="16093549" y="10488168"/>
            <a:ext cx="1097063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Compute Tray 1</a:t>
            </a:r>
          </a:p>
        </p:txBody>
      </p:sp>
      <p:sp>
        <p:nvSpPr>
          <p:cNvPr id="869" name="Rectangle 776"/>
          <p:cNvSpPr/>
          <p:nvPr/>
        </p:nvSpPr>
        <p:spPr>
          <a:xfrm>
            <a:off x="15233904" y="10835640"/>
            <a:ext cx="621793" cy="457201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70" name="TextBox 777"/>
          <p:cNvSpPr txBox="1"/>
          <p:nvPr/>
        </p:nvSpPr>
        <p:spPr>
          <a:xfrm>
            <a:off x="15400845" y="10908792"/>
            <a:ext cx="28791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871" name="TextBox 778"/>
          <p:cNvSpPr txBox="1"/>
          <p:nvPr/>
        </p:nvSpPr>
        <p:spPr>
          <a:xfrm>
            <a:off x="15446672" y="11068811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r76</a:t>
            </a:r>
          </a:p>
        </p:txBody>
      </p:sp>
      <p:sp>
        <p:nvSpPr>
          <p:cNvPr id="872" name="Rectangle 779"/>
          <p:cNvSpPr/>
          <p:nvPr/>
        </p:nvSpPr>
        <p:spPr>
          <a:xfrm>
            <a:off x="15919704" y="10835640"/>
            <a:ext cx="621793" cy="457201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73" name="TextBox 780"/>
          <p:cNvSpPr txBox="1"/>
          <p:nvPr/>
        </p:nvSpPr>
        <p:spPr>
          <a:xfrm>
            <a:off x="16086645" y="10908792"/>
            <a:ext cx="28791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874" name="TextBox 781"/>
          <p:cNvSpPr txBox="1"/>
          <p:nvPr/>
        </p:nvSpPr>
        <p:spPr>
          <a:xfrm>
            <a:off x="16132472" y="11068811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r77</a:t>
            </a:r>
          </a:p>
        </p:txBody>
      </p:sp>
      <p:sp>
        <p:nvSpPr>
          <p:cNvPr id="875" name="Rectangle 782"/>
          <p:cNvSpPr/>
          <p:nvPr/>
        </p:nvSpPr>
        <p:spPr>
          <a:xfrm>
            <a:off x="16605504" y="10835640"/>
            <a:ext cx="621793" cy="457201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76" name="TextBox 783"/>
          <p:cNvSpPr txBox="1"/>
          <p:nvPr/>
        </p:nvSpPr>
        <p:spPr>
          <a:xfrm>
            <a:off x="16772445" y="10908792"/>
            <a:ext cx="28791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877" name="TextBox 784"/>
          <p:cNvSpPr txBox="1"/>
          <p:nvPr/>
        </p:nvSpPr>
        <p:spPr>
          <a:xfrm>
            <a:off x="16818272" y="11068811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r78</a:t>
            </a:r>
          </a:p>
        </p:txBody>
      </p:sp>
      <p:sp>
        <p:nvSpPr>
          <p:cNvPr id="878" name="Rectangle 785"/>
          <p:cNvSpPr/>
          <p:nvPr/>
        </p:nvSpPr>
        <p:spPr>
          <a:xfrm>
            <a:off x="17291304" y="10835640"/>
            <a:ext cx="621793" cy="457201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79" name="TextBox 786"/>
          <p:cNvSpPr txBox="1"/>
          <p:nvPr/>
        </p:nvSpPr>
        <p:spPr>
          <a:xfrm>
            <a:off x="17458245" y="10908792"/>
            <a:ext cx="28791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880" name="TextBox 787"/>
          <p:cNvSpPr txBox="1"/>
          <p:nvPr/>
        </p:nvSpPr>
        <p:spPr>
          <a:xfrm>
            <a:off x="17504072" y="11068811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r79</a:t>
            </a:r>
          </a:p>
        </p:txBody>
      </p:sp>
      <p:sp>
        <p:nvSpPr>
          <p:cNvPr id="881" name="Rectangle 788"/>
          <p:cNvSpPr/>
          <p:nvPr/>
        </p:nvSpPr>
        <p:spPr>
          <a:xfrm>
            <a:off x="18352008" y="10424159"/>
            <a:ext cx="2971801" cy="1143001"/>
          </a:xfrm>
          <a:prstGeom prst="rect">
            <a:avLst/>
          </a:prstGeom>
          <a:solidFill>
            <a:srgbClr val="FFFFFF"/>
          </a:solidFill>
          <a:ln w="9144">
            <a:solidFill>
              <a:srgbClr val="99999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82" name="TextBox 789"/>
          <p:cNvSpPr txBox="1"/>
          <p:nvPr/>
        </p:nvSpPr>
        <p:spPr>
          <a:xfrm>
            <a:off x="19251570" y="10488168"/>
            <a:ext cx="118182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Compute Tray 17</a:t>
            </a:r>
          </a:p>
        </p:txBody>
      </p:sp>
      <p:sp>
        <p:nvSpPr>
          <p:cNvPr id="883" name="Rectangle 790"/>
          <p:cNvSpPr/>
          <p:nvPr/>
        </p:nvSpPr>
        <p:spPr>
          <a:xfrm>
            <a:off x="18434304" y="10835640"/>
            <a:ext cx="621793" cy="457201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84" name="TextBox 791"/>
          <p:cNvSpPr txBox="1"/>
          <p:nvPr/>
        </p:nvSpPr>
        <p:spPr>
          <a:xfrm>
            <a:off x="18601245" y="10908792"/>
            <a:ext cx="28791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885" name="TextBox 792"/>
          <p:cNvSpPr txBox="1"/>
          <p:nvPr/>
        </p:nvSpPr>
        <p:spPr>
          <a:xfrm>
            <a:off x="18611756" y="11068811"/>
            <a:ext cx="266888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r140</a:t>
            </a:r>
          </a:p>
        </p:txBody>
      </p:sp>
      <p:sp>
        <p:nvSpPr>
          <p:cNvPr id="886" name="Rectangle 793"/>
          <p:cNvSpPr/>
          <p:nvPr/>
        </p:nvSpPr>
        <p:spPr>
          <a:xfrm>
            <a:off x="19120104" y="10835640"/>
            <a:ext cx="621793" cy="457201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87" name="TextBox 794"/>
          <p:cNvSpPr txBox="1"/>
          <p:nvPr/>
        </p:nvSpPr>
        <p:spPr>
          <a:xfrm>
            <a:off x="19287045" y="10908792"/>
            <a:ext cx="28791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888" name="TextBox 795"/>
          <p:cNvSpPr txBox="1"/>
          <p:nvPr/>
        </p:nvSpPr>
        <p:spPr>
          <a:xfrm>
            <a:off x="19297556" y="11068811"/>
            <a:ext cx="266888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r141</a:t>
            </a:r>
          </a:p>
        </p:txBody>
      </p:sp>
      <p:sp>
        <p:nvSpPr>
          <p:cNvPr id="889" name="Rectangle 796"/>
          <p:cNvSpPr/>
          <p:nvPr/>
        </p:nvSpPr>
        <p:spPr>
          <a:xfrm>
            <a:off x="19805904" y="10835640"/>
            <a:ext cx="621793" cy="457201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90" name="TextBox 797"/>
          <p:cNvSpPr txBox="1"/>
          <p:nvPr/>
        </p:nvSpPr>
        <p:spPr>
          <a:xfrm>
            <a:off x="19972845" y="10908792"/>
            <a:ext cx="28791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891" name="TextBox 798"/>
          <p:cNvSpPr txBox="1"/>
          <p:nvPr/>
        </p:nvSpPr>
        <p:spPr>
          <a:xfrm>
            <a:off x="19983356" y="11068811"/>
            <a:ext cx="266888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r142</a:t>
            </a:r>
          </a:p>
        </p:txBody>
      </p:sp>
      <p:sp>
        <p:nvSpPr>
          <p:cNvPr id="892" name="Rectangle 799"/>
          <p:cNvSpPr/>
          <p:nvPr/>
        </p:nvSpPr>
        <p:spPr>
          <a:xfrm>
            <a:off x="20491704" y="10835640"/>
            <a:ext cx="621793" cy="457201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93" name="TextBox 800"/>
          <p:cNvSpPr txBox="1"/>
          <p:nvPr/>
        </p:nvSpPr>
        <p:spPr>
          <a:xfrm>
            <a:off x="20658645" y="10908792"/>
            <a:ext cx="28791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894" name="TextBox 801"/>
          <p:cNvSpPr txBox="1"/>
          <p:nvPr/>
        </p:nvSpPr>
        <p:spPr>
          <a:xfrm>
            <a:off x="20669156" y="11068811"/>
            <a:ext cx="266888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r143</a:t>
            </a:r>
          </a:p>
        </p:txBody>
      </p:sp>
      <p:sp>
        <p:nvSpPr>
          <p:cNvPr id="895" name="Rectangle 802"/>
          <p:cNvSpPr/>
          <p:nvPr/>
        </p:nvSpPr>
        <p:spPr>
          <a:xfrm>
            <a:off x="731519" y="6391655"/>
            <a:ext cx="20482562" cy="329185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96" name="TextBox 803"/>
          <p:cNvSpPr txBox="1"/>
          <p:nvPr/>
        </p:nvSpPr>
        <p:spPr>
          <a:xfrm>
            <a:off x="6315521" y="6446520"/>
            <a:ext cx="9314558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6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All Leaves connect to all 9 shared Spines. Each Leaf-Spine pair: 2 x 400 Gb/s = 100 GB/s per direction.</a:t>
            </a:r>
          </a:p>
        </p:txBody>
      </p:sp>
      <p:sp>
        <p:nvSpPr>
          <p:cNvPr id="897" name="TextBox 804"/>
          <p:cNvSpPr txBox="1"/>
          <p:nvPr/>
        </p:nvSpPr>
        <p:spPr>
          <a:xfrm>
            <a:off x="548639" y="12161519"/>
            <a:ext cx="8196667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Gray: NVLink, 50 GB/s per link. Rail colors: GPU-NIC-Leaf, 50 GB/s. Crossings are not junctions.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TextBox 1"/>
          <p:cNvSpPr txBox="1"/>
          <p:nvPr/>
        </p:nvSpPr>
        <p:spPr>
          <a:xfrm>
            <a:off x="548639" y="228600"/>
            <a:ext cx="8294118" cy="431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8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GB200 NVL72: 144 GPUs / 2 racks / 4 compute rails</a:t>
            </a:r>
          </a:p>
        </p:txBody>
      </p:sp>
      <p:sp>
        <p:nvSpPr>
          <p:cNvPr id="900" name="TextBox 2"/>
          <p:cNvSpPr txBox="1"/>
          <p:nvPr/>
        </p:nvSpPr>
        <p:spPr>
          <a:xfrm>
            <a:off x="548639" y="868680"/>
            <a:ext cx="8652496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Rack-local NVLink domains and inter-rack NDR400 compute fabric are separate networks.</a:t>
            </a:r>
          </a:p>
        </p:txBody>
      </p:sp>
      <p:sp>
        <p:nvSpPr>
          <p:cNvPr id="901" name="Rectangle 3"/>
          <p:cNvSpPr/>
          <p:nvPr/>
        </p:nvSpPr>
        <p:spPr>
          <a:xfrm>
            <a:off x="457199" y="4251959"/>
            <a:ext cx="5166362" cy="1920241"/>
          </a:xfrm>
          <a:prstGeom prst="rect">
            <a:avLst/>
          </a:prstGeom>
          <a:solidFill>
            <a:srgbClr val="FFFFFF"/>
          </a:solidFill>
          <a:ln w="18288">
            <a:solidFill>
              <a:srgbClr val="E58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02" name="Connector 4"/>
          <p:cNvSpPr/>
          <p:nvPr/>
        </p:nvSpPr>
        <p:spPr>
          <a:xfrm flipH="1" flipV="1">
            <a:off x="777240" y="2331720"/>
            <a:ext cx="219456" cy="2468881"/>
          </a:xfrm>
          <a:prstGeom prst="line">
            <a:avLst/>
          </a:prstGeom>
          <a:ln w="10972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3" name="Connector 5"/>
          <p:cNvSpPr/>
          <p:nvPr/>
        </p:nvSpPr>
        <p:spPr>
          <a:xfrm flipV="1">
            <a:off x="1152144" y="2331720"/>
            <a:ext cx="1938529" cy="2468881"/>
          </a:xfrm>
          <a:prstGeom prst="line">
            <a:avLst/>
          </a:prstGeom>
          <a:ln w="10972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4" name="Connector 6"/>
          <p:cNvSpPr/>
          <p:nvPr/>
        </p:nvSpPr>
        <p:spPr>
          <a:xfrm flipV="1">
            <a:off x="1307592" y="2331720"/>
            <a:ext cx="4096513" cy="2468881"/>
          </a:xfrm>
          <a:prstGeom prst="line">
            <a:avLst/>
          </a:prstGeom>
          <a:ln w="10972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5" name="Connector 7"/>
          <p:cNvSpPr/>
          <p:nvPr/>
        </p:nvSpPr>
        <p:spPr>
          <a:xfrm flipV="1">
            <a:off x="1463039" y="2331720"/>
            <a:ext cx="6254497" cy="2468881"/>
          </a:xfrm>
          <a:prstGeom prst="line">
            <a:avLst/>
          </a:prstGeom>
          <a:ln w="10972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6" name="Connector 8"/>
          <p:cNvSpPr/>
          <p:nvPr/>
        </p:nvSpPr>
        <p:spPr>
          <a:xfrm flipV="1">
            <a:off x="1618487" y="2331720"/>
            <a:ext cx="8412482" cy="2468881"/>
          </a:xfrm>
          <a:prstGeom prst="line">
            <a:avLst/>
          </a:prstGeom>
          <a:ln w="10972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7" name="Connector 9"/>
          <p:cNvSpPr/>
          <p:nvPr/>
        </p:nvSpPr>
        <p:spPr>
          <a:xfrm flipV="1">
            <a:off x="1773935" y="2331720"/>
            <a:ext cx="10570466" cy="2468881"/>
          </a:xfrm>
          <a:prstGeom prst="line">
            <a:avLst/>
          </a:prstGeom>
          <a:ln w="10972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8" name="Connector 10"/>
          <p:cNvSpPr/>
          <p:nvPr/>
        </p:nvSpPr>
        <p:spPr>
          <a:xfrm flipV="1">
            <a:off x="1929383" y="2331720"/>
            <a:ext cx="12728449" cy="2468881"/>
          </a:xfrm>
          <a:prstGeom prst="line">
            <a:avLst/>
          </a:prstGeom>
          <a:ln w="10972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9" name="Connector 11"/>
          <p:cNvSpPr/>
          <p:nvPr/>
        </p:nvSpPr>
        <p:spPr>
          <a:xfrm flipV="1">
            <a:off x="2084830" y="2331720"/>
            <a:ext cx="14886433" cy="2468881"/>
          </a:xfrm>
          <a:prstGeom prst="line">
            <a:avLst/>
          </a:prstGeom>
          <a:ln w="10972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0" name="Connector 12"/>
          <p:cNvSpPr/>
          <p:nvPr/>
        </p:nvSpPr>
        <p:spPr>
          <a:xfrm flipV="1">
            <a:off x="2240280" y="2331720"/>
            <a:ext cx="17044415" cy="2468881"/>
          </a:xfrm>
          <a:prstGeom prst="line">
            <a:avLst/>
          </a:prstGeom>
          <a:ln w="10972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1" name="Connector 13"/>
          <p:cNvSpPr/>
          <p:nvPr/>
        </p:nvSpPr>
        <p:spPr>
          <a:xfrm flipH="1" flipV="1">
            <a:off x="960120" y="2331720"/>
            <a:ext cx="2459736" cy="2468881"/>
          </a:xfrm>
          <a:prstGeom prst="line">
            <a:avLst/>
          </a:prstGeom>
          <a:ln w="10972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2" name="Connector 14"/>
          <p:cNvSpPr/>
          <p:nvPr/>
        </p:nvSpPr>
        <p:spPr>
          <a:xfrm flipH="1" flipV="1">
            <a:off x="3273552" y="2331720"/>
            <a:ext cx="301753" cy="2468881"/>
          </a:xfrm>
          <a:prstGeom prst="line">
            <a:avLst/>
          </a:prstGeom>
          <a:ln w="10972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3" name="Connector 15"/>
          <p:cNvSpPr/>
          <p:nvPr/>
        </p:nvSpPr>
        <p:spPr>
          <a:xfrm flipV="1">
            <a:off x="3730752" y="2331720"/>
            <a:ext cx="1856233" cy="2468881"/>
          </a:xfrm>
          <a:prstGeom prst="line">
            <a:avLst/>
          </a:prstGeom>
          <a:ln w="10972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4" name="Connector 16"/>
          <p:cNvSpPr/>
          <p:nvPr/>
        </p:nvSpPr>
        <p:spPr>
          <a:xfrm flipV="1">
            <a:off x="3886200" y="2331720"/>
            <a:ext cx="4014216" cy="2468881"/>
          </a:xfrm>
          <a:prstGeom prst="line">
            <a:avLst/>
          </a:prstGeom>
          <a:ln w="10972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5" name="Connector 17"/>
          <p:cNvSpPr/>
          <p:nvPr/>
        </p:nvSpPr>
        <p:spPr>
          <a:xfrm flipV="1">
            <a:off x="4041647" y="2331720"/>
            <a:ext cx="6172202" cy="2468881"/>
          </a:xfrm>
          <a:prstGeom prst="line">
            <a:avLst/>
          </a:prstGeom>
          <a:ln w="10972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6" name="Connector 18"/>
          <p:cNvSpPr/>
          <p:nvPr/>
        </p:nvSpPr>
        <p:spPr>
          <a:xfrm flipV="1">
            <a:off x="4197096" y="2331720"/>
            <a:ext cx="8330185" cy="2468881"/>
          </a:xfrm>
          <a:prstGeom prst="line">
            <a:avLst/>
          </a:prstGeom>
          <a:ln w="10972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7" name="Connector 19"/>
          <p:cNvSpPr/>
          <p:nvPr/>
        </p:nvSpPr>
        <p:spPr>
          <a:xfrm flipV="1">
            <a:off x="4352544" y="2331720"/>
            <a:ext cx="10488169" cy="2468881"/>
          </a:xfrm>
          <a:prstGeom prst="line">
            <a:avLst/>
          </a:prstGeom>
          <a:ln w="10972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8" name="Connector 20"/>
          <p:cNvSpPr/>
          <p:nvPr/>
        </p:nvSpPr>
        <p:spPr>
          <a:xfrm flipV="1">
            <a:off x="4507991" y="2331720"/>
            <a:ext cx="12646154" cy="2468881"/>
          </a:xfrm>
          <a:prstGeom prst="line">
            <a:avLst/>
          </a:prstGeom>
          <a:ln w="10972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9" name="Connector 21"/>
          <p:cNvSpPr/>
          <p:nvPr/>
        </p:nvSpPr>
        <p:spPr>
          <a:xfrm flipV="1">
            <a:off x="4663440" y="2331720"/>
            <a:ext cx="14804138" cy="2468881"/>
          </a:xfrm>
          <a:prstGeom prst="line">
            <a:avLst/>
          </a:prstGeom>
          <a:ln w="10972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0" name="Rectangle 22"/>
          <p:cNvSpPr/>
          <p:nvPr/>
        </p:nvSpPr>
        <p:spPr>
          <a:xfrm>
            <a:off x="5806440" y="4251959"/>
            <a:ext cx="5166361" cy="1920241"/>
          </a:xfrm>
          <a:prstGeom prst="rect">
            <a:avLst/>
          </a:prstGeom>
          <a:solidFill>
            <a:srgbClr val="FFFFFF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21" name="Connector 23"/>
          <p:cNvSpPr/>
          <p:nvPr/>
        </p:nvSpPr>
        <p:spPr>
          <a:xfrm flipH="1" flipV="1">
            <a:off x="1142999" y="2331720"/>
            <a:ext cx="5202937" cy="2468881"/>
          </a:xfrm>
          <a:prstGeom prst="line">
            <a:avLst/>
          </a:prstGeom>
          <a:ln w="10972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2" name="Connector 24"/>
          <p:cNvSpPr/>
          <p:nvPr/>
        </p:nvSpPr>
        <p:spPr>
          <a:xfrm flipH="1" flipV="1">
            <a:off x="3456431" y="2331720"/>
            <a:ext cx="3044954" cy="2468881"/>
          </a:xfrm>
          <a:prstGeom prst="line">
            <a:avLst/>
          </a:prstGeom>
          <a:ln w="10972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3" name="Connector 25"/>
          <p:cNvSpPr/>
          <p:nvPr/>
        </p:nvSpPr>
        <p:spPr>
          <a:xfrm flipH="1" flipV="1">
            <a:off x="5769865" y="2331720"/>
            <a:ext cx="886968" cy="2468881"/>
          </a:xfrm>
          <a:prstGeom prst="line">
            <a:avLst/>
          </a:prstGeom>
          <a:ln w="10972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4" name="Connector 26"/>
          <p:cNvSpPr/>
          <p:nvPr/>
        </p:nvSpPr>
        <p:spPr>
          <a:xfrm flipV="1">
            <a:off x="6812280" y="2331720"/>
            <a:ext cx="1271017" cy="2468881"/>
          </a:xfrm>
          <a:prstGeom prst="line">
            <a:avLst/>
          </a:prstGeom>
          <a:ln w="10972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5" name="Connector 27"/>
          <p:cNvSpPr/>
          <p:nvPr/>
        </p:nvSpPr>
        <p:spPr>
          <a:xfrm flipV="1">
            <a:off x="6967728" y="2331720"/>
            <a:ext cx="3429001" cy="2468881"/>
          </a:xfrm>
          <a:prstGeom prst="line">
            <a:avLst/>
          </a:prstGeom>
          <a:ln w="10972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6" name="Connector 28"/>
          <p:cNvSpPr/>
          <p:nvPr/>
        </p:nvSpPr>
        <p:spPr>
          <a:xfrm flipV="1">
            <a:off x="7123175" y="2331720"/>
            <a:ext cx="5586985" cy="2468881"/>
          </a:xfrm>
          <a:prstGeom prst="line">
            <a:avLst/>
          </a:prstGeom>
          <a:ln w="10972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7" name="Connector 29"/>
          <p:cNvSpPr/>
          <p:nvPr/>
        </p:nvSpPr>
        <p:spPr>
          <a:xfrm flipV="1">
            <a:off x="7278624" y="2331720"/>
            <a:ext cx="7744969" cy="2468881"/>
          </a:xfrm>
          <a:prstGeom prst="line">
            <a:avLst/>
          </a:prstGeom>
          <a:ln w="10972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8" name="Connector 30"/>
          <p:cNvSpPr/>
          <p:nvPr/>
        </p:nvSpPr>
        <p:spPr>
          <a:xfrm flipV="1">
            <a:off x="7434071" y="2331720"/>
            <a:ext cx="9902954" cy="2468881"/>
          </a:xfrm>
          <a:prstGeom prst="line">
            <a:avLst/>
          </a:prstGeom>
          <a:ln w="10972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9" name="Connector 31"/>
          <p:cNvSpPr/>
          <p:nvPr/>
        </p:nvSpPr>
        <p:spPr>
          <a:xfrm flipV="1">
            <a:off x="7589519" y="2331720"/>
            <a:ext cx="12060937" cy="2468881"/>
          </a:xfrm>
          <a:prstGeom prst="line">
            <a:avLst/>
          </a:prstGeom>
          <a:ln w="10972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0" name="Connector 32"/>
          <p:cNvSpPr/>
          <p:nvPr/>
        </p:nvSpPr>
        <p:spPr>
          <a:xfrm flipH="1" flipV="1">
            <a:off x="1325880" y="2331719"/>
            <a:ext cx="7443217" cy="2468882"/>
          </a:xfrm>
          <a:prstGeom prst="line">
            <a:avLst/>
          </a:prstGeom>
          <a:ln w="10972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1" name="Connector 33"/>
          <p:cNvSpPr/>
          <p:nvPr/>
        </p:nvSpPr>
        <p:spPr>
          <a:xfrm flipH="1" flipV="1">
            <a:off x="3639311" y="2331720"/>
            <a:ext cx="5285234" cy="2468880"/>
          </a:xfrm>
          <a:prstGeom prst="line">
            <a:avLst/>
          </a:prstGeom>
          <a:ln w="10972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2" name="Connector 34"/>
          <p:cNvSpPr/>
          <p:nvPr/>
        </p:nvSpPr>
        <p:spPr>
          <a:xfrm flipH="1" flipV="1">
            <a:off x="5952743" y="2331720"/>
            <a:ext cx="3127250" cy="2468881"/>
          </a:xfrm>
          <a:prstGeom prst="line">
            <a:avLst/>
          </a:prstGeom>
          <a:ln w="10972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3" name="Connector 35"/>
          <p:cNvSpPr/>
          <p:nvPr/>
        </p:nvSpPr>
        <p:spPr>
          <a:xfrm flipH="1" flipV="1">
            <a:off x="8266176" y="2331720"/>
            <a:ext cx="969265" cy="2468881"/>
          </a:xfrm>
          <a:prstGeom prst="line">
            <a:avLst/>
          </a:prstGeom>
          <a:ln w="10972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4" name="Connector 36"/>
          <p:cNvSpPr/>
          <p:nvPr/>
        </p:nvSpPr>
        <p:spPr>
          <a:xfrm flipV="1">
            <a:off x="9390887" y="2331720"/>
            <a:ext cx="1188721" cy="2468881"/>
          </a:xfrm>
          <a:prstGeom prst="line">
            <a:avLst/>
          </a:prstGeom>
          <a:ln w="10972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5" name="Connector 37"/>
          <p:cNvSpPr/>
          <p:nvPr/>
        </p:nvSpPr>
        <p:spPr>
          <a:xfrm flipV="1">
            <a:off x="9546335" y="2331720"/>
            <a:ext cx="3346704" cy="2468881"/>
          </a:xfrm>
          <a:prstGeom prst="line">
            <a:avLst/>
          </a:prstGeom>
          <a:ln w="10972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6" name="Connector 38"/>
          <p:cNvSpPr/>
          <p:nvPr/>
        </p:nvSpPr>
        <p:spPr>
          <a:xfrm flipV="1">
            <a:off x="9701783" y="2331720"/>
            <a:ext cx="5504689" cy="2468881"/>
          </a:xfrm>
          <a:prstGeom prst="line">
            <a:avLst/>
          </a:prstGeom>
          <a:ln w="10972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7" name="Connector 39"/>
          <p:cNvSpPr/>
          <p:nvPr/>
        </p:nvSpPr>
        <p:spPr>
          <a:xfrm flipV="1">
            <a:off x="9857231" y="2331720"/>
            <a:ext cx="7662673" cy="2468881"/>
          </a:xfrm>
          <a:prstGeom prst="line">
            <a:avLst/>
          </a:prstGeom>
          <a:ln w="10972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8" name="Connector 40"/>
          <p:cNvSpPr/>
          <p:nvPr/>
        </p:nvSpPr>
        <p:spPr>
          <a:xfrm flipV="1">
            <a:off x="10012680" y="2331720"/>
            <a:ext cx="9820657" cy="2468881"/>
          </a:xfrm>
          <a:prstGeom prst="line">
            <a:avLst/>
          </a:prstGeom>
          <a:ln w="10972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9" name="Rectangle 41"/>
          <p:cNvSpPr/>
          <p:nvPr/>
        </p:nvSpPr>
        <p:spPr>
          <a:xfrm>
            <a:off x="11155680" y="4251959"/>
            <a:ext cx="5166361" cy="1920241"/>
          </a:xfrm>
          <a:prstGeom prst="rect">
            <a:avLst/>
          </a:prstGeom>
          <a:solidFill>
            <a:srgbClr val="FFFFFF"/>
          </a:solidFill>
          <a:ln w="18288">
            <a:solidFill>
              <a:srgbClr val="268C6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40" name="Connector 42"/>
          <p:cNvSpPr/>
          <p:nvPr/>
        </p:nvSpPr>
        <p:spPr>
          <a:xfrm flipH="1" flipV="1">
            <a:off x="1508760" y="2331719"/>
            <a:ext cx="10186417" cy="2468882"/>
          </a:xfrm>
          <a:prstGeom prst="line">
            <a:avLst/>
          </a:prstGeom>
          <a:ln w="10972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1" name="Connector 43"/>
          <p:cNvSpPr/>
          <p:nvPr/>
        </p:nvSpPr>
        <p:spPr>
          <a:xfrm flipH="1" flipV="1">
            <a:off x="3822191" y="2331720"/>
            <a:ext cx="8028434" cy="2468880"/>
          </a:xfrm>
          <a:prstGeom prst="line">
            <a:avLst/>
          </a:prstGeom>
          <a:ln w="10972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2" name="Connector 44"/>
          <p:cNvSpPr/>
          <p:nvPr/>
        </p:nvSpPr>
        <p:spPr>
          <a:xfrm flipH="1" flipV="1">
            <a:off x="6135623" y="2331720"/>
            <a:ext cx="5870450" cy="2468881"/>
          </a:xfrm>
          <a:prstGeom prst="line">
            <a:avLst/>
          </a:prstGeom>
          <a:ln w="10972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3" name="Connector 45"/>
          <p:cNvSpPr/>
          <p:nvPr/>
        </p:nvSpPr>
        <p:spPr>
          <a:xfrm flipH="1" flipV="1">
            <a:off x="8449056" y="2331720"/>
            <a:ext cx="3712465" cy="2468881"/>
          </a:xfrm>
          <a:prstGeom prst="line">
            <a:avLst/>
          </a:prstGeom>
          <a:ln w="10972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4" name="Connector 46"/>
          <p:cNvSpPr/>
          <p:nvPr/>
        </p:nvSpPr>
        <p:spPr>
          <a:xfrm flipH="1" flipV="1">
            <a:off x="10762488" y="2331720"/>
            <a:ext cx="1554481" cy="2468881"/>
          </a:xfrm>
          <a:prstGeom prst="line">
            <a:avLst/>
          </a:prstGeom>
          <a:ln w="10972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5" name="Connector 47"/>
          <p:cNvSpPr/>
          <p:nvPr/>
        </p:nvSpPr>
        <p:spPr>
          <a:xfrm flipV="1">
            <a:off x="12472416" y="2331720"/>
            <a:ext cx="603505" cy="2468881"/>
          </a:xfrm>
          <a:prstGeom prst="line">
            <a:avLst/>
          </a:prstGeom>
          <a:ln w="10972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6" name="Connector 48"/>
          <p:cNvSpPr/>
          <p:nvPr/>
        </p:nvSpPr>
        <p:spPr>
          <a:xfrm flipV="1">
            <a:off x="12627864" y="2331720"/>
            <a:ext cx="2761488" cy="2468881"/>
          </a:xfrm>
          <a:prstGeom prst="line">
            <a:avLst/>
          </a:prstGeom>
          <a:ln w="10972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7" name="Connector 49"/>
          <p:cNvSpPr/>
          <p:nvPr/>
        </p:nvSpPr>
        <p:spPr>
          <a:xfrm flipV="1">
            <a:off x="12783312" y="2331720"/>
            <a:ext cx="4919472" cy="2468881"/>
          </a:xfrm>
          <a:prstGeom prst="line">
            <a:avLst/>
          </a:prstGeom>
          <a:ln w="10972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8" name="Connector 50"/>
          <p:cNvSpPr/>
          <p:nvPr/>
        </p:nvSpPr>
        <p:spPr>
          <a:xfrm flipV="1">
            <a:off x="12938759" y="2331720"/>
            <a:ext cx="7077457" cy="2468881"/>
          </a:xfrm>
          <a:prstGeom prst="line">
            <a:avLst/>
          </a:prstGeom>
          <a:ln w="10972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9" name="Connector 51"/>
          <p:cNvSpPr/>
          <p:nvPr/>
        </p:nvSpPr>
        <p:spPr>
          <a:xfrm flipH="1" flipV="1">
            <a:off x="1691639" y="2331720"/>
            <a:ext cx="12426697" cy="2468880"/>
          </a:xfrm>
          <a:prstGeom prst="line">
            <a:avLst/>
          </a:prstGeom>
          <a:ln w="10972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0" name="Connector 52"/>
          <p:cNvSpPr/>
          <p:nvPr/>
        </p:nvSpPr>
        <p:spPr>
          <a:xfrm flipH="1" flipV="1">
            <a:off x="4005071" y="2331719"/>
            <a:ext cx="10268713" cy="2468882"/>
          </a:xfrm>
          <a:prstGeom prst="line">
            <a:avLst/>
          </a:prstGeom>
          <a:ln w="10972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1" name="Connector 53"/>
          <p:cNvSpPr/>
          <p:nvPr/>
        </p:nvSpPr>
        <p:spPr>
          <a:xfrm flipH="1" flipV="1">
            <a:off x="6318503" y="2331720"/>
            <a:ext cx="8110729" cy="2468881"/>
          </a:xfrm>
          <a:prstGeom prst="line">
            <a:avLst/>
          </a:prstGeom>
          <a:ln w="10972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2" name="Connector 54"/>
          <p:cNvSpPr/>
          <p:nvPr/>
        </p:nvSpPr>
        <p:spPr>
          <a:xfrm flipH="1" flipV="1">
            <a:off x="8631936" y="2331720"/>
            <a:ext cx="5952745" cy="2468881"/>
          </a:xfrm>
          <a:prstGeom prst="line">
            <a:avLst/>
          </a:prstGeom>
          <a:ln w="10972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3" name="Connector 55"/>
          <p:cNvSpPr/>
          <p:nvPr/>
        </p:nvSpPr>
        <p:spPr>
          <a:xfrm flipH="1" flipV="1">
            <a:off x="10945369" y="2331720"/>
            <a:ext cx="3794760" cy="2468881"/>
          </a:xfrm>
          <a:prstGeom prst="line">
            <a:avLst/>
          </a:prstGeom>
          <a:ln w="10972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4" name="Connector 56"/>
          <p:cNvSpPr/>
          <p:nvPr/>
        </p:nvSpPr>
        <p:spPr>
          <a:xfrm flipH="1" flipV="1">
            <a:off x="13258800" y="2331720"/>
            <a:ext cx="1636777" cy="2468881"/>
          </a:xfrm>
          <a:prstGeom prst="line">
            <a:avLst/>
          </a:prstGeom>
          <a:ln w="10972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5" name="Connector 57"/>
          <p:cNvSpPr/>
          <p:nvPr/>
        </p:nvSpPr>
        <p:spPr>
          <a:xfrm flipV="1">
            <a:off x="15051023" y="2331720"/>
            <a:ext cx="521209" cy="2468881"/>
          </a:xfrm>
          <a:prstGeom prst="line">
            <a:avLst/>
          </a:prstGeom>
          <a:ln w="10972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6" name="Connector 58"/>
          <p:cNvSpPr/>
          <p:nvPr/>
        </p:nvSpPr>
        <p:spPr>
          <a:xfrm flipV="1">
            <a:off x="15206471" y="2331720"/>
            <a:ext cx="2679193" cy="2468881"/>
          </a:xfrm>
          <a:prstGeom prst="line">
            <a:avLst/>
          </a:prstGeom>
          <a:ln w="10972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7" name="Connector 59"/>
          <p:cNvSpPr/>
          <p:nvPr/>
        </p:nvSpPr>
        <p:spPr>
          <a:xfrm flipV="1">
            <a:off x="15361919" y="2331720"/>
            <a:ext cx="4837177" cy="2468881"/>
          </a:xfrm>
          <a:prstGeom prst="line">
            <a:avLst/>
          </a:prstGeom>
          <a:ln w="10972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8" name="Rectangle 60"/>
          <p:cNvSpPr/>
          <p:nvPr/>
        </p:nvSpPr>
        <p:spPr>
          <a:xfrm>
            <a:off x="16504919" y="4251959"/>
            <a:ext cx="5166361" cy="1920241"/>
          </a:xfrm>
          <a:prstGeom prst="rect">
            <a:avLst/>
          </a:prstGeom>
          <a:solidFill>
            <a:srgbClr val="FFFFFF"/>
          </a:solidFill>
          <a:ln w="18288">
            <a:solidFill>
              <a:srgbClr val="8062AC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9" name="Connector 61"/>
          <p:cNvSpPr/>
          <p:nvPr/>
        </p:nvSpPr>
        <p:spPr>
          <a:xfrm flipH="1" flipV="1">
            <a:off x="1874518" y="2331720"/>
            <a:ext cx="15169899" cy="2468880"/>
          </a:xfrm>
          <a:prstGeom prst="line">
            <a:avLst/>
          </a:prstGeom>
          <a:ln w="10972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0" name="Connector 62"/>
          <p:cNvSpPr/>
          <p:nvPr/>
        </p:nvSpPr>
        <p:spPr>
          <a:xfrm flipH="1" flipV="1">
            <a:off x="4187951" y="2331719"/>
            <a:ext cx="13011914" cy="2468882"/>
          </a:xfrm>
          <a:prstGeom prst="line">
            <a:avLst/>
          </a:prstGeom>
          <a:ln w="10972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1" name="Connector 63"/>
          <p:cNvSpPr/>
          <p:nvPr/>
        </p:nvSpPr>
        <p:spPr>
          <a:xfrm flipH="1" flipV="1">
            <a:off x="6501384" y="2331720"/>
            <a:ext cx="10853929" cy="2468881"/>
          </a:xfrm>
          <a:prstGeom prst="line">
            <a:avLst/>
          </a:prstGeom>
          <a:ln w="10972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2" name="Connector 64"/>
          <p:cNvSpPr/>
          <p:nvPr/>
        </p:nvSpPr>
        <p:spPr>
          <a:xfrm flipH="1" flipV="1">
            <a:off x="8814816" y="2331719"/>
            <a:ext cx="8695945" cy="2468882"/>
          </a:xfrm>
          <a:prstGeom prst="line">
            <a:avLst/>
          </a:prstGeom>
          <a:ln w="10972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3" name="Connector 65"/>
          <p:cNvSpPr/>
          <p:nvPr/>
        </p:nvSpPr>
        <p:spPr>
          <a:xfrm flipH="1" flipV="1">
            <a:off x="11128247" y="2331720"/>
            <a:ext cx="6537961" cy="2468880"/>
          </a:xfrm>
          <a:prstGeom prst="line">
            <a:avLst/>
          </a:prstGeom>
          <a:ln w="10972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4" name="Connector 66"/>
          <p:cNvSpPr/>
          <p:nvPr/>
        </p:nvSpPr>
        <p:spPr>
          <a:xfrm flipH="1" flipV="1">
            <a:off x="13441680" y="2331720"/>
            <a:ext cx="4379977" cy="2468881"/>
          </a:xfrm>
          <a:prstGeom prst="line">
            <a:avLst/>
          </a:prstGeom>
          <a:ln w="10972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5" name="Connector 67"/>
          <p:cNvSpPr/>
          <p:nvPr/>
        </p:nvSpPr>
        <p:spPr>
          <a:xfrm flipH="1" flipV="1">
            <a:off x="15755113" y="2331720"/>
            <a:ext cx="2221993" cy="2468881"/>
          </a:xfrm>
          <a:prstGeom prst="line">
            <a:avLst/>
          </a:prstGeom>
          <a:ln w="10972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6" name="Connector 68"/>
          <p:cNvSpPr/>
          <p:nvPr/>
        </p:nvSpPr>
        <p:spPr>
          <a:xfrm flipH="1" flipV="1">
            <a:off x="18068543" y="2331720"/>
            <a:ext cx="64009" cy="2468881"/>
          </a:xfrm>
          <a:prstGeom prst="line">
            <a:avLst/>
          </a:prstGeom>
          <a:ln w="10972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7" name="Connector 69"/>
          <p:cNvSpPr/>
          <p:nvPr/>
        </p:nvSpPr>
        <p:spPr>
          <a:xfrm flipV="1">
            <a:off x="18288000" y="2331720"/>
            <a:ext cx="2093977" cy="2468881"/>
          </a:xfrm>
          <a:prstGeom prst="line">
            <a:avLst/>
          </a:prstGeom>
          <a:ln w="10972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8" name="Connector 70"/>
          <p:cNvSpPr/>
          <p:nvPr/>
        </p:nvSpPr>
        <p:spPr>
          <a:xfrm flipH="1" flipV="1">
            <a:off x="2057399" y="2331721"/>
            <a:ext cx="17410177" cy="2468879"/>
          </a:xfrm>
          <a:prstGeom prst="line">
            <a:avLst/>
          </a:prstGeom>
          <a:ln w="10972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9" name="Connector 71"/>
          <p:cNvSpPr/>
          <p:nvPr/>
        </p:nvSpPr>
        <p:spPr>
          <a:xfrm flipH="1" flipV="1">
            <a:off x="4370832" y="2331719"/>
            <a:ext cx="15252192" cy="2468882"/>
          </a:xfrm>
          <a:prstGeom prst="line">
            <a:avLst/>
          </a:prstGeom>
          <a:ln w="10972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0" name="Connector 72"/>
          <p:cNvSpPr/>
          <p:nvPr/>
        </p:nvSpPr>
        <p:spPr>
          <a:xfrm flipH="1" flipV="1">
            <a:off x="6684265" y="2331719"/>
            <a:ext cx="13094209" cy="2468882"/>
          </a:xfrm>
          <a:prstGeom prst="line">
            <a:avLst/>
          </a:prstGeom>
          <a:ln w="10972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1" name="Connector 73"/>
          <p:cNvSpPr/>
          <p:nvPr/>
        </p:nvSpPr>
        <p:spPr>
          <a:xfrm flipH="1" flipV="1">
            <a:off x="8997695" y="2331719"/>
            <a:ext cx="10936225" cy="2468882"/>
          </a:xfrm>
          <a:prstGeom prst="line">
            <a:avLst/>
          </a:prstGeom>
          <a:ln w="10972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2" name="Connector 74"/>
          <p:cNvSpPr/>
          <p:nvPr/>
        </p:nvSpPr>
        <p:spPr>
          <a:xfrm flipH="1" flipV="1">
            <a:off x="11311128" y="2331720"/>
            <a:ext cx="8778241" cy="2468880"/>
          </a:xfrm>
          <a:prstGeom prst="line">
            <a:avLst/>
          </a:prstGeom>
          <a:ln w="10972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3" name="Connector 75"/>
          <p:cNvSpPr/>
          <p:nvPr/>
        </p:nvSpPr>
        <p:spPr>
          <a:xfrm flipH="1" flipV="1">
            <a:off x="13624561" y="2331720"/>
            <a:ext cx="6620257" cy="2468881"/>
          </a:xfrm>
          <a:prstGeom prst="line">
            <a:avLst/>
          </a:prstGeom>
          <a:ln w="10972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4" name="Connector 76"/>
          <p:cNvSpPr/>
          <p:nvPr/>
        </p:nvSpPr>
        <p:spPr>
          <a:xfrm flipH="1" flipV="1">
            <a:off x="15937990" y="2331720"/>
            <a:ext cx="4462273" cy="2468881"/>
          </a:xfrm>
          <a:prstGeom prst="line">
            <a:avLst/>
          </a:prstGeom>
          <a:ln w="10972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5" name="Connector 77"/>
          <p:cNvSpPr/>
          <p:nvPr/>
        </p:nvSpPr>
        <p:spPr>
          <a:xfrm flipH="1" flipV="1">
            <a:off x="18251423" y="2331720"/>
            <a:ext cx="2304289" cy="2468881"/>
          </a:xfrm>
          <a:prstGeom prst="line">
            <a:avLst/>
          </a:prstGeom>
          <a:ln w="10972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6" name="Connector 78"/>
          <p:cNvSpPr/>
          <p:nvPr/>
        </p:nvSpPr>
        <p:spPr>
          <a:xfrm flipH="1" flipV="1">
            <a:off x="20564856" y="2331720"/>
            <a:ext cx="146306" cy="2468881"/>
          </a:xfrm>
          <a:prstGeom prst="line">
            <a:avLst/>
          </a:prstGeom>
          <a:ln w="10972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7" name="Rectangle 79"/>
          <p:cNvSpPr/>
          <p:nvPr/>
        </p:nvSpPr>
        <p:spPr>
          <a:xfrm>
            <a:off x="548640" y="1636776"/>
            <a:ext cx="1929384" cy="694945"/>
          </a:xfrm>
          <a:prstGeom prst="rect">
            <a:avLst/>
          </a:prstGeom>
          <a:solidFill>
            <a:srgbClr val="B5DC86"/>
          </a:solidFill>
          <a:ln w="18288">
            <a:solidFill>
              <a:srgbClr val="AA443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78" name="TextBox 80"/>
          <p:cNvSpPr txBox="1"/>
          <p:nvPr/>
        </p:nvSpPr>
        <p:spPr>
          <a:xfrm>
            <a:off x="1194920" y="1709927"/>
            <a:ext cx="636824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3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IB Spine</a:t>
            </a:r>
          </a:p>
        </p:txBody>
      </p:sp>
      <p:sp>
        <p:nvSpPr>
          <p:cNvPr id="979" name="TextBox 81"/>
          <p:cNvSpPr txBox="1"/>
          <p:nvPr/>
        </p:nvSpPr>
        <p:spPr>
          <a:xfrm>
            <a:off x="1158240" y="1927098"/>
            <a:ext cx="710184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3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L2-P0-S0</a:t>
            </a:r>
          </a:p>
        </p:txBody>
      </p:sp>
      <p:sp>
        <p:nvSpPr>
          <p:cNvPr id="980" name="Rectangle 82"/>
          <p:cNvSpPr/>
          <p:nvPr/>
        </p:nvSpPr>
        <p:spPr>
          <a:xfrm>
            <a:off x="2862072" y="1636776"/>
            <a:ext cx="1929384" cy="694945"/>
          </a:xfrm>
          <a:prstGeom prst="rect">
            <a:avLst/>
          </a:prstGeom>
          <a:solidFill>
            <a:srgbClr val="B5DC86"/>
          </a:solidFill>
          <a:ln w="18288">
            <a:solidFill>
              <a:srgbClr val="AA443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81" name="TextBox 83"/>
          <p:cNvSpPr txBox="1"/>
          <p:nvPr/>
        </p:nvSpPr>
        <p:spPr>
          <a:xfrm>
            <a:off x="3508352" y="1709927"/>
            <a:ext cx="636824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3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IB Spine</a:t>
            </a:r>
          </a:p>
        </p:txBody>
      </p:sp>
      <p:sp>
        <p:nvSpPr>
          <p:cNvPr id="982" name="TextBox 84"/>
          <p:cNvSpPr txBox="1"/>
          <p:nvPr/>
        </p:nvSpPr>
        <p:spPr>
          <a:xfrm>
            <a:off x="3471672" y="1927098"/>
            <a:ext cx="710184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3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L2-P0-S1</a:t>
            </a:r>
          </a:p>
        </p:txBody>
      </p:sp>
      <p:sp>
        <p:nvSpPr>
          <p:cNvPr id="983" name="Rectangle 85"/>
          <p:cNvSpPr/>
          <p:nvPr/>
        </p:nvSpPr>
        <p:spPr>
          <a:xfrm>
            <a:off x="5175503" y="1636776"/>
            <a:ext cx="1929385" cy="694945"/>
          </a:xfrm>
          <a:prstGeom prst="rect">
            <a:avLst/>
          </a:prstGeom>
          <a:solidFill>
            <a:srgbClr val="B5DC86"/>
          </a:solidFill>
          <a:ln w="18288">
            <a:solidFill>
              <a:srgbClr val="AA443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84" name="TextBox 86"/>
          <p:cNvSpPr txBox="1"/>
          <p:nvPr/>
        </p:nvSpPr>
        <p:spPr>
          <a:xfrm>
            <a:off x="5821784" y="1709927"/>
            <a:ext cx="636824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3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IB Spine</a:t>
            </a:r>
          </a:p>
        </p:txBody>
      </p:sp>
      <p:sp>
        <p:nvSpPr>
          <p:cNvPr id="985" name="TextBox 87"/>
          <p:cNvSpPr txBox="1"/>
          <p:nvPr/>
        </p:nvSpPr>
        <p:spPr>
          <a:xfrm>
            <a:off x="5785104" y="1927098"/>
            <a:ext cx="710184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3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L2-P0-S2</a:t>
            </a:r>
          </a:p>
        </p:txBody>
      </p:sp>
      <p:sp>
        <p:nvSpPr>
          <p:cNvPr id="986" name="Rectangle 88"/>
          <p:cNvSpPr/>
          <p:nvPr/>
        </p:nvSpPr>
        <p:spPr>
          <a:xfrm>
            <a:off x="7488935" y="1636776"/>
            <a:ext cx="1929385" cy="694945"/>
          </a:xfrm>
          <a:prstGeom prst="rect">
            <a:avLst/>
          </a:prstGeom>
          <a:solidFill>
            <a:srgbClr val="B5DC86"/>
          </a:solidFill>
          <a:ln w="18288">
            <a:solidFill>
              <a:srgbClr val="AA443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87" name="TextBox 89"/>
          <p:cNvSpPr txBox="1"/>
          <p:nvPr/>
        </p:nvSpPr>
        <p:spPr>
          <a:xfrm>
            <a:off x="8135216" y="1709927"/>
            <a:ext cx="636824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3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IB Spine</a:t>
            </a:r>
          </a:p>
        </p:txBody>
      </p:sp>
      <p:sp>
        <p:nvSpPr>
          <p:cNvPr id="988" name="TextBox 90"/>
          <p:cNvSpPr txBox="1"/>
          <p:nvPr/>
        </p:nvSpPr>
        <p:spPr>
          <a:xfrm>
            <a:off x="8098536" y="1927098"/>
            <a:ext cx="710184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3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L2-P0-S3</a:t>
            </a:r>
          </a:p>
        </p:txBody>
      </p:sp>
      <p:sp>
        <p:nvSpPr>
          <p:cNvPr id="989" name="Rectangle 91"/>
          <p:cNvSpPr/>
          <p:nvPr/>
        </p:nvSpPr>
        <p:spPr>
          <a:xfrm>
            <a:off x="9802368" y="1636776"/>
            <a:ext cx="1929385" cy="694945"/>
          </a:xfrm>
          <a:prstGeom prst="rect">
            <a:avLst/>
          </a:prstGeom>
          <a:solidFill>
            <a:srgbClr val="B5DC86"/>
          </a:solidFill>
          <a:ln w="18288">
            <a:solidFill>
              <a:srgbClr val="AA443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90" name="TextBox 92"/>
          <p:cNvSpPr txBox="1"/>
          <p:nvPr/>
        </p:nvSpPr>
        <p:spPr>
          <a:xfrm>
            <a:off x="10448648" y="1709927"/>
            <a:ext cx="636824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3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IB Spine</a:t>
            </a:r>
          </a:p>
        </p:txBody>
      </p:sp>
      <p:sp>
        <p:nvSpPr>
          <p:cNvPr id="991" name="TextBox 93"/>
          <p:cNvSpPr txBox="1"/>
          <p:nvPr/>
        </p:nvSpPr>
        <p:spPr>
          <a:xfrm>
            <a:off x="10411968" y="1927098"/>
            <a:ext cx="710184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3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L2-P0-S4</a:t>
            </a:r>
          </a:p>
        </p:txBody>
      </p:sp>
      <p:sp>
        <p:nvSpPr>
          <p:cNvPr id="992" name="Rectangle 94"/>
          <p:cNvSpPr/>
          <p:nvPr/>
        </p:nvSpPr>
        <p:spPr>
          <a:xfrm>
            <a:off x="12115800" y="1636776"/>
            <a:ext cx="1929384" cy="694945"/>
          </a:xfrm>
          <a:prstGeom prst="rect">
            <a:avLst/>
          </a:prstGeom>
          <a:solidFill>
            <a:srgbClr val="B5DC86"/>
          </a:solidFill>
          <a:ln w="18288">
            <a:solidFill>
              <a:srgbClr val="AA443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93" name="TextBox 95"/>
          <p:cNvSpPr txBox="1"/>
          <p:nvPr/>
        </p:nvSpPr>
        <p:spPr>
          <a:xfrm>
            <a:off x="12762079" y="1709927"/>
            <a:ext cx="636825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3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IB Spine</a:t>
            </a:r>
          </a:p>
        </p:txBody>
      </p:sp>
      <p:sp>
        <p:nvSpPr>
          <p:cNvPr id="994" name="TextBox 96"/>
          <p:cNvSpPr txBox="1"/>
          <p:nvPr/>
        </p:nvSpPr>
        <p:spPr>
          <a:xfrm>
            <a:off x="12725399" y="1927098"/>
            <a:ext cx="710185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3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L2-P0-S5</a:t>
            </a:r>
          </a:p>
        </p:txBody>
      </p:sp>
      <p:sp>
        <p:nvSpPr>
          <p:cNvPr id="995" name="Rectangle 97"/>
          <p:cNvSpPr/>
          <p:nvPr/>
        </p:nvSpPr>
        <p:spPr>
          <a:xfrm>
            <a:off x="14429232" y="1636776"/>
            <a:ext cx="1929385" cy="694945"/>
          </a:xfrm>
          <a:prstGeom prst="rect">
            <a:avLst/>
          </a:prstGeom>
          <a:solidFill>
            <a:srgbClr val="B5DC86"/>
          </a:solidFill>
          <a:ln w="18288">
            <a:solidFill>
              <a:srgbClr val="AA443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96" name="TextBox 98"/>
          <p:cNvSpPr txBox="1"/>
          <p:nvPr/>
        </p:nvSpPr>
        <p:spPr>
          <a:xfrm>
            <a:off x="15075512" y="1709927"/>
            <a:ext cx="636824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3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IB Spine</a:t>
            </a:r>
          </a:p>
        </p:txBody>
      </p:sp>
      <p:sp>
        <p:nvSpPr>
          <p:cNvPr id="997" name="TextBox 99"/>
          <p:cNvSpPr txBox="1"/>
          <p:nvPr/>
        </p:nvSpPr>
        <p:spPr>
          <a:xfrm>
            <a:off x="15038832" y="1927098"/>
            <a:ext cx="710184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3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L2-P0-S6</a:t>
            </a:r>
          </a:p>
        </p:txBody>
      </p:sp>
      <p:sp>
        <p:nvSpPr>
          <p:cNvPr id="998" name="Rectangle 100"/>
          <p:cNvSpPr/>
          <p:nvPr/>
        </p:nvSpPr>
        <p:spPr>
          <a:xfrm>
            <a:off x="16742663" y="1636776"/>
            <a:ext cx="1929385" cy="694945"/>
          </a:xfrm>
          <a:prstGeom prst="rect">
            <a:avLst/>
          </a:prstGeom>
          <a:solidFill>
            <a:srgbClr val="B5DC86"/>
          </a:solidFill>
          <a:ln w="18288">
            <a:solidFill>
              <a:srgbClr val="AA443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99" name="TextBox 101"/>
          <p:cNvSpPr txBox="1"/>
          <p:nvPr/>
        </p:nvSpPr>
        <p:spPr>
          <a:xfrm>
            <a:off x="17388944" y="1709927"/>
            <a:ext cx="636824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3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IB Spine</a:t>
            </a:r>
          </a:p>
        </p:txBody>
      </p:sp>
      <p:sp>
        <p:nvSpPr>
          <p:cNvPr id="1000" name="TextBox 102"/>
          <p:cNvSpPr txBox="1"/>
          <p:nvPr/>
        </p:nvSpPr>
        <p:spPr>
          <a:xfrm>
            <a:off x="17352264" y="1927098"/>
            <a:ext cx="710184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3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L2-P0-S7</a:t>
            </a:r>
          </a:p>
        </p:txBody>
      </p:sp>
      <p:sp>
        <p:nvSpPr>
          <p:cNvPr id="1001" name="Rectangle 103"/>
          <p:cNvSpPr/>
          <p:nvPr/>
        </p:nvSpPr>
        <p:spPr>
          <a:xfrm>
            <a:off x="19056095" y="1636776"/>
            <a:ext cx="1929385" cy="694945"/>
          </a:xfrm>
          <a:prstGeom prst="rect">
            <a:avLst/>
          </a:prstGeom>
          <a:solidFill>
            <a:srgbClr val="B5DC86"/>
          </a:solidFill>
          <a:ln w="18288">
            <a:solidFill>
              <a:srgbClr val="AA443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02" name="TextBox 104"/>
          <p:cNvSpPr txBox="1"/>
          <p:nvPr/>
        </p:nvSpPr>
        <p:spPr>
          <a:xfrm>
            <a:off x="19702375" y="1709927"/>
            <a:ext cx="636824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3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IB Spine</a:t>
            </a:r>
          </a:p>
        </p:txBody>
      </p:sp>
      <p:sp>
        <p:nvSpPr>
          <p:cNvPr id="1003" name="TextBox 105"/>
          <p:cNvSpPr txBox="1"/>
          <p:nvPr/>
        </p:nvSpPr>
        <p:spPr>
          <a:xfrm>
            <a:off x="19665695" y="1927098"/>
            <a:ext cx="710184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3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L2-P0-S8</a:t>
            </a:r>
          </a:p>
        </p:txBody>
      </p:sp>
      <p:sp>
        <p:nvSpPr>
          <p:cNvPr id="1004" name="Rectangle 106"/>
          <p:cNvSpPr/>
          <p:nvPr/>
        </p:nvSpPr>
        <p:spPr>
          <a:xfrm>
            <a:off x="640080" y="4325111"/>
            <a:ext cx="4800601" cy="329185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05" name="TextBox 107"/>
          <p:cNvSpPr txBox="1"/>
          <p:nvPr/>
        </p:nvSpPr>
        <p:spPr>
          <a:xfrm>
            <a:off x="1617766" y="4361688"/>
            <a:ext cx="2799508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400">
                <a:solidFill>
                  <a:srgbClr val="E58A24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Rail 0: slot 0 on every compute tray</a:t>
            </a:r>
          </a:p>
        </p:txBody>
      </p:sp>
      <p:sp>
        <p:nvSpPr>
          <p:cNvPr id="1006" name="Rectangle 108"/>
          <p:cNvSpPr/>
          <p:nvPr/>
        </p:nvSpPr>
        <p:spPr>
          <a:xfrm>
            <a:off x="777239" y="4800600"/>
            <a:ext cx="2103122" cy="731521"/>
          </a:xfrm>
          <a:prstGeom prst="rect">
            <a:avLst/>
          </a:prstGeom>
          <a:solidFill>
            <a:srgbClr val="B5DC86"/>
          </a:solidFill>
          <a:ln w="18288">
            <a:solidFill>
              <a:srgbClr val="E58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07" name="TextBox 109"/>
          <p:cNvSpPr txBox="1"/>
          <p:nvPr/>
        </p:nvSpPr>
        <p:spPr>
          <a:xfrm>
            <a:off x="1560853" y="4873752"/>
            <a:ext cx="535894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3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IB Leaf</a:t>
            </a:r>
          </a:p>
        </p:txBody>
      </p:sp>
      <p:sp>
        <p:nvSpPr>
          <p:cNvPr id="1008" name="TextBox 110"/>
          <p:cNvSpPr txBox="1"/>
          <p:nvPr/>
        </p:nvSpPr>
        <p:spPr>
          <a:xfrm>
            <a:off x="1395753" y="5090921"/>
            <a:ext cx="866094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3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Leaf-C0-R0</a:t>
            </a:r>
          </a:p>
        </p:txBody>
      </p:sp>
      <p:sp>
        <p:nvSpPr>
          <p:cNvPr id="1009" name="Rectangle 111"/>
          <p:cNvSpPr/>
          <p:nvPr/>
        </p:nvSpPr>
        <p:spPr>
          <a:xfrm>
            <a:off x="3200400" y="4800600"/>
            <a:ext cx="2103121" cy="731521"/>
          </a:xfrm>
          <a:prstGeom prst="rect">
            <a:avLst/>
          </a:prstGeom>
          <a:solidFill>
            <a:srgbClr val="B5DC86"/>
          </a:solidFill>
          <a:ln w="18288">
            <a:solidFill>
              <a:srgbClr val="E58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10" name="TextBox 112"/>
          <p:cNvSpPr txBox="1"/>
          <p:nvPr/>
        </p:nvSpPr>
        <p:spPr>
          <a:xfrm>
            <a:off x="3984013" y="4873752"/>
            <a:ext cx="535894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3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IB Leaf</a:t>
            </a:r>
          </a:p>
        </p:txBody>
      </p:sp>
      <p:sp>
        <p:nvSpPr>
          <p:cNvPr id="1011" name="TextBox 113"/>
          <p:cNvSpPr txBox="1"/>
          <p:nvPr/>
        </p:nvSpPr>
        <p:spPr>
          <a:xfrm>
            <a:off x="3818913" y="5090921"/>
            <a:ext cx="866094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3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Leaf-C1-R0</a:t>
            </a:r>
          </a:p>
        </p:txBody>
      </p:sp>
      <p:sp>
        <p:nvSpPr>
          <p:cNvPr id="1012" name="TextBox 114"/>
          <p:cNvSpPr txBox="1"/>
          <p:nvPr/>
        </p:nvSpPr>
        <p:spPr>
          <a:xfrm>
            <a:off x="1609245" y="5742432"/>
            <a:ext cx="281654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18 GPUs per Leaf; 1 x 400 Gb/s per GPU</a:t>
            </a:r>
          </a:p>
        </p:txBody>
      </p:sp>
      <p:sp>
        <p:nvSpPr>
          <p:cNvPr id="1013" name="Rectangle 115"/>
          <p:cNvSpPr/>
          <p:nvPr/>
        </p:nvSpPr>
        <p:spPr>
          <a:xfrm>
            <a:off x="5989320" y="4325111"/>
            <a:ext cx="4800601" cy="329185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14" name="TextBox 116"/>
          <p:cNvSpPr txBox="1"/>
          <p:nvPr/>
        </p:nvSpPr>
        <p:spPr>
          <a:xfrm>
            <a:off x="6967006" y="4361688"/>
            <a:ext cx="2799508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400">
                <a:solidFill>
                  <a:srgbClr val="447AC3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Rail 1: slot 1 on every compute tray</a:t>
            </a:r>
          </a:p>
        </p:txBody>
      </p:sp>
      <p:sp>
        <p:nvSpPr>
          <p:cNvPr id="1015" name="Rectangle 117"/>
          <p:cNvSpPr/>
          <p:nvPr/>
        </p:nvSpPr>
        <p:spPr>
          <a:xfrm>
            <a:off x="6126479" y="4800600"/>
            <a:ext cx="2103121" cy="731521"/>
          </a:xfrm>
          <a:prstGeom prst="rect">
            <a:avLst/>
          </a:prstGeom>
          <a:solidFill>
            <a:srgbClr val="B5DC86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16" name="TextBox 118"/>
          <p:cNvSpPr txBox="1"/>
          <p:nvPr/>
        </p:nvSpPr>
        <p:spPr>
          <a:xfrm>
            <a:off x="6910093" y="4873752"/>
            <a:ext cx="535894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3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IB Leaf</a:t>
            </a:r>
          </a:p>
        </p:txBody>
      </p:sp>
      <p:sp>
        <p:nvSpPr>
          <p:cNvPr id="1017" name="TextBox 119"/>
          <p:cNvSpPr txBox="1"/>
          <p:nvPr/>
        </p:nvSpPr>
        <p:spPr>
          <a:xfrm>
            <a:off x="6744993" y="5090921"/>
            <a:ext cx="866094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3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Leaf-C0-R1</a:t>
            </a:r>
          </a:p>
        </p:txBody>
      </p:sp>
      <p:sp>
        <p:nvSpPr>
          <p:cNvPr id="1018" name="Rectangle 120"/>
          <p:cNvSpPr/>
          <p:nvPr/>
        </p:nvSpPr>
        <p:spPr>
          <a:xfrm>
            <a:off x="8549640" y="4800600"/>
            <a:ext cx="2103121" cy="731521"/>
          </a:xfrm>
          <a:prstGeom prst="rect">
            <a:avLst/>
          </a:prstGeom>
          <a:solidFill>
            <a:srgbClr val="B5DC86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19" name="TextBox 121"/>
          <p:cNvSpPr txBox="1"/>
          <p:nvPr/>
        </p:nvSpPr>
        <p:spPr>
          <a:xfrm>
            <a:off x="9333253" y="4873752"/>
            <a:ext cx="535894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3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IB Leaf</a:t>
            </a:r>
          </a:p>
        </p:txBody>
      </p:sp>
      <p:sp>
        <p:nvSpPr>
          <p:cNvPr id="1020" name="TextBox 122"/>
          <p:cNvSpPr txBox="1"/>
          <p:nvPr/>
        </p:nvSpPr>
        <p:spPr>
          <a:xfrm>
            <a:off x="9168153" y="5090921"/>
            <a:ext cx="866094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3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Leaf-C1-R1</a:t>
            </a:r>
          </a:p>
        </p:txBody>
      </p:sp>
      <p:sp>
        <p:nvSpPr>
          <p:cNvPr id="1021" name="TextBox 123"/>
          <p:cNvSpPr txBox="1"/>
          <p:nvPr/>
        </p:nvSpPr>
        <p:spPr>
          <a:xfrm>
            <a:off x="6958486" y="5742432"/>
            <a:ext cx="281654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18 GPUs per Leaf; 1 x 400 Gb/s per GPU</a:t>
            </a:r>
          </a:p>
        </p:txBody>
      </p:sp>
      <p:sp>
        <p:nvSpPr>
          <p:cNvPr id="1022" name="Rectangle 124"/>
          <p:cNvSpPr/>
          <p:nvPr/>
        </p:nvSpPr>
        <p:spPr>
          <a:xfrm>
            <a:off x="11338559" y="4325111"/>
            <a:ext cx="4800601" cy="329185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23" name="TextBox 125"/>
          <p:cNvSpPr txBox="1"/>
          <p:nvPr/>
        </p:nvSpPr>
        <p:spPr>
          <a:xfrm>
            <a:off x="12316246" y="4361688"/>
            <a:ext cx="2799508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400">
                <a:solidFill>
                  <a:srgbClr val="268C68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Rail 2: slot 2 on every compute tray</a:t>
            </a:r>
          </a:p>
        </p:txBody>
      </p:sp>
      <p:sp>
        <p:nvSpPr>
          <p:cNvPr id="1024" name="Rectangle 126"/>
          <p:cNvSpPr/>
          <p:nvPr/>
        </p:nvSpPr>
        <p:spPr>
          <a:xfrm>
            <a:off x="11475719" y="4800600"/>
            <a:ext cx="2103121" cy="731521"/>
          </a:xfrm>
          <a:prstGeom prst="rect">
            <a:avLst/>
          </a:prstGeom>
          <a:solidFill>
            <a:srgbClr val="B5DC86"/>
          </a:solidFill>
          <a:ln w="18288">
            <a:solidFill>
              <a:srgbClr val="268C6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25" name="TextBox 127"/>
          <p:cNvSpPr txBox="1"/>
          <p:nvPr/>
        </p:nvSpPr>
        <p:spPr>
          <a:xfrm>
            <a:off x="12259333" y="4873752"/>
            <a:ext cx="535894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3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IB Leaf</a:t>
            </a:r>
          </a:p>
        </p:txBody>
      </p:sp>
      <p:sp>
        <p:nvSpPr>
          <p:cNvPr id="1026" name="TextBox 128"/>
          <p:cNvSpPr txBox="1"/>
          <p:nvPr/>
        </p:nvSpPr>
        <p:spPr>
          <a:xfrm>
            <a:off x="12094233" y="5090921"/>
            <a:ext cx="866094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3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Leaf-C0-R2</a:t>
            </a:r>
          </a:p>
        </p:txBody>
      </p:sp>
      <p:sp>
        <p:nvSpPr>
          <p:cNvPr id="1027" name="Rectangle 129"/>
          <p:cNvSpPr/>
          <p:nvPr/>
        </p:nvSpPr>
        <p:spPr>
          <a:xfrm>
            <a:off x="13898880" y="4800600"/>
            <a:ext cx="2103121" cy="731521"/>
          </a:xfrm>
          <a:prstGeom prst="rect">
            <a:avLst/>
          </a:prstGeom>
          <a:solidFill>
            <a:srgbClr val="B5DC86"/>
          </a:solidFill>
          <a:ln w="18288">
            <a:solidFill>
              <a:srgbClr val="268C6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28" name="TextBox 130"/>
          <p:cNvSpPr txBox="1"/>
          <p:nvPr/>
        </p:nvSpPr>
        <p:spPr>
          <a:xfrm>
            <a:off x="14682492" y="4873752"/>
            <a:ext cx="535894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3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IB Leaf</a:t>
            </a:r>
          </a:p>
        </p:txBody>
      </p:sp>
      <p:sp>
        <p:nvSpPr>
          <p:cNvPr id="1029" name="TextBox 131"/>
          <p:cNvSpPr txBox="1"/>
          <p:nvPr/>
        </p:nvSpPr>
        <p:spPr>
          <a:xfrm>
            <a:off x="14517392" y="5090921"/>
            <a:ext cx="866094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3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Leaf-C1-R2</a:t>
            </a:r>
          </a:p>
        </p:txBody>
      </p:sp>
      <p:sp>
        <p:nvSpPr>
          <p:cNvPr id="1030" name="TextBox 132"/>
          <p:cNvSpPr txBox="1"/>
          <p:nvPr/>
        </p:nvSpPr>
        <p:spPr>
          <a:xfrm>
            <a:off x="12307726" y="5742432"/>
            <a:ext cx="281654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18 GPUs per Leaf; 1 x 400 Gb/s per GPU</a:t>
            </a:r>
          </a:p>
        </p:txBody>
      </p:sp>
      <p:sp>
        <p:nvSpPr>
          <p:cNvPr id="1031" name="Rectangle 133"/>
          <p:cNvSpPr/>
          <p:nvPr/>
        </p:nvSpPr>
        <p:spPr>
          <a:xfrm>
            <a:off x="16687800" y="4325111"/>
            <a:ext cx="4800600" cy="329185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32" name="TextBox 134"/>
          <p:cNvSpPr txBox="1"/>
          <p:nvPr/>
        </p:nvSpPr>
        <p:spPr>
          <a:xfrm>
            <a:off x="17665486" y="4361688"/>
            <a:ext cx="2799507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400">
                <a:solidFill>
                  <a:srgbClr val="8062AC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Rail 3: slot 3 on every compute tray</a:t>
            </a:r>
          </a:p>
        </p:txBody>
      </p:sp>
      <p:sp>
        <p:nvSpPr>
          <p:cNvPr id="1033" name="Rectangle 135"/>
          <p:cNvSpPr/>
          <p:nvPr/>
        </p:nvSpPr>
        <p:spPr>
          <a:xfrm>
            <a:off x="16824960" y="4800600"/>
            <a:ext cx="2103121" cy="731521"/>
          </a:xfrm>
          <a:prstGeom prst="rect">
            <a:avLst/>
          </a:prstGeom>
          <a:solidFill>
            <a:srgbClr val="B5DC86"/>
          </a:solidFill>
          <a:ln w="18288">
            <a:solidFill>
              <a:srgbClr val="8062AC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34" name="TextBox 136"/>
          <p:cNvSpPr txBox="1"/>
          <p:nvPr/>
        </p:nvSpPr>
        <p:spPr>
          <a:xfrm>
            <a:off x="17608573" y="4873752"/>
            <a:ext cx="535894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3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IB Leaf</a:t>
            </a:r>
          </a:p>
        </p:txBody>
      </p:sp>
      <p:sp>
        <p:nvSpPr>
          <p:cNvPr id="1035" name="TextBox 137"/>
          <p:cNvSpPr txBox="1"/>
          <p:nvPr/>
        </p:nvSpPr>
        <p:spPr>
          <a:xfrm>
            <a:off x="17443473" y="5090921"/>
            <a:ext cx="866094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3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Leaf-C0-R3</a:t>
            </a:r>
          </a:p>
        </p:txBody>
      </p:sp>
      <p:sp>
        <p:nvSpPr>
          <p:cNvPr id="1036" name="Rectangle 138"/>
          <p:cNvSpPr/>
          <p:nvPr/>
        </p:nvSpPr>
        <p:spPr>
          <a:xfrm>
            <a:off x="19248119" y="4800600"/>
            <a:ext cx="2103121" cy="731521"/>
          </a:xfrm>
          <a:prstGeom prst="rect">
            <a:avLst/>
          </a:prstGeom>
          <a:solidFill>
            <a:srgbClr val="B5DC86"/>
          </a:solidFill>
          <a:ln w="18288">
            <a:solidFill>
              <a:srgbClr val="8062AC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37" name="TextBox 139"/>
          <p:cNvSpPr txBox="1"/>
          <p:nvPr/>
        </p:nvSpPr>
        <p:spPr>
          <a:xfrm>
            <a:off x="20031733" y="4873752"/>
            <a:ext cx="535894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3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IB Leaf</a:t>
            </a:r>
          </a:p>
        </p:txBody>
      </p:sp>
      <p:sp>
        <p:nvSpPr>
          <p:cNvPr id="1038" name="TextBox 140"/>
          <p:cNvSpPr txBox="1"/>
          <p:nvPr/>
        </p:nvSpPr>
        <p:spPr>
          <a:xfrm>
            <a:off x="19866633" y="5090921"/>
            <a:ext cx="866094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3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Leaf-C1-R3</a:t>
            </a:r>
          </a:p>
        </p:txBody>
      </p:sp>
      <p:sp>
        <p:nvSpPr>
          <p:cNvPr id="1039" name="TextBox 141"/>
          <p:cNvSpPr txBox="1"/>
          <p:nvPr/>
        </p:nvSpPr>
        <p:spPr>
          <a:xfrm>
            <a:off x="17656965" y="5742432"/>
            <a:ext cx="281654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18 GPUs per Leaf; 1 x 400 Gb/s per GPU</a:t>
            </a:r>
          </a:p>
        </p:txBody>
      </p:sp>
      <p:sp>
        <p:nvSpPr>
          <p:cNvPr id="1040" name="Rectangle 142"/>
          <p:cNvSpPr/>
          <p:nvPr/>
        </p:nvSpPr>
        <p:spPr>
          <a:xfrm>
            <a:off x="502920" y="7040880"/>
            <a:ext cx="9966960" cy="4754881"/>
          </a:xfrm>
          <a:prstGeom prst="rect">
            <a:avLst/>
          </a:prstGeom>
          <a:solidFill>
            <a:srgbClr val="FFFFFF"/>
          </a:solidFill>
          <a:ln w="18288">
            <a:solidFill>
              <a:srgbClr val="66666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41" name="Rectangle 143"/>
          <p:cNvSpPr/>
          <p:nvPr/>
        </p:nvSpPr>
        <p:spPr>
          <a:xfrm>
            <a:off x="1691639" y="7132319"/>
            <a:ext cx="7680961" cy="1645921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42" name="TextBox 144"/>
          <p:cNvSpPr txBox="1"/>
          <p:nvPr/>
        </p:nvSpPr>
        <p:spPr>
          <a:xfrm>
            <a:off x="3418966" y="7205471"/>
            <a:ext cx="4134868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Rack 0: 72 GPUs / 18 compute trays</a:t>
            </a:r>
          </a:p>
        </p:txBody>
      </p:sp>
      <p:sp>
        <p:nvSpPr>
          <p:cNvPr id="1043" name="TextBox 145"/>
          <p:cNvSpPr txBox="1"/>
          <p:nvPr/>
        </p:nvSpPr>
        <p:spPr>
          <a:xfrm>
            <a:off x="3856632" y="7635240"/>
            <a:ext cx="3259536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6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9 switch trays = 18 NVSwitch ASICs</a:t>
            </a:r>
          </a:p>
        </p:txBody>
      </p:sp>
      <p:sp>
        <p:nvSpPr>
          <p:cNvPr id="1044" name="TextBox 146"/>
          <p:cNvSpPr txBox="1"/>
          <p:nvPr/>
        </p:nvSpPr>
        <p:spPr>
          <a:xfrm>
            <a:off x="3465521" y="8037575"/>
            <a:ext cx="4041758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Each GPU has 18 NVLinks + one 400 Gb/s NIC</a:t>
            </a:r>
          </a:p>
        </p:txBody>
      </p:sp>
      <p:sp>
        <p:nvSpPr>
          <p:cNvPr id="1045" name="TextBox 147"/>
          <p:cNvSpPr txBox="1"/>
          <p:nvPr/>
        </p:nvSpPr>
        <p:spPr>
          <a:xfrm>
            <a:off x="3750332" y="8449056"/>
            <a:ext cx="347213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Trays 0, 1, 17 expanded below. Trays 2-16 omitted.</a:t>
            </a:r>
          </a:p>
        </p:txBody>
      </p:sp>
      <p:sp>
        <p:nvSpPr>
          <p:cNvPr id="1046" name="Rectangle 148"/>
          <p:cNvSpPr/>
          <p:nvPr/>
        </p:nvSpPr>
        <p:spPr>
          <a:xfrm>
            <a:off x="612648" y="8778240"/>
            <a:ext cx="493777" cy="54864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47" name="TextBox 149"/>
          <p:cNvSpPr txBox="1"/>
          <p:nvPr/>
        </p:nvSpPr>
        <p:spPr>
          <a:xfrm>
            <a:off x="660518" y="8851392"/>
            <a:ext cx="39803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1048" name="TextBox 150"/>
          <p:cNvSpPr txBox="1"/>
          <p:nvPr/>
        </p:nvSpPr>
        <p:spPr>
          <a:xfrm>
            <a:off x="653074" y="8965692"/>
            <a:ext cx="41292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NV-C0-S0</a:t>
            </a:r>
          </a:p>
        </p:txBody>
      </p:sp>
      <p:sp>
        <p:nvSpPr>
          <p:cNvPr id="1049" name="Rectangle 151"/>
          <p:cNvSpPr/>
          <p:nvPr/>
        </p:nvSpPr>
        <p:spPr>
          <a:xfrm>
            <a:off x="1152144" y="8778240"/>
            <a:ext cx="493777" cy="54864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50" name="TextBox 152"/>
          <p:cNvSpPr txBox="1"/>
          <p:nvPr/>
        </p:nvSpPr>
        <p:spPr>
          <a:xfrm>
            <a:off x="1200014" y="8851392"/>
            <a:ext cx="39803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1051" name="TextBox 153"/>
          <p:cNvSpPr txBox="1"/>
          <p:nvPr/>
        </p:nvSpPr>
        <p:spPr>
          <a:xfrm>
            <a:off x="1192569" y="8965692"/>
            <a:ext cx="41292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NV-C0-S1</a:t>
            </a:r>
          </a:p>
        </p:txBody>
      </p:sp>
      <p:sp>
        <p:nvSpPr>
          <p:cNvPr id="1052" name="Rectangle 154"/>
          <p:cNvSpPr/>
          <p:nvPr/>
        </p:nvSpPr>
        <p:spPr>
          <a:xfrm>
            <a:off x="1691639" y="8778240"/>
            <a:ext cx="493777" cy="54864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53" name="TextBox 155"/>
          <p:cNvSpPr txBox="1"/>
          <p:nvPr/>
        </p:nvSpPr>
        <p:spPr>
          <a:xfrm>
            <a:off x="1739510" y="8851392"/>
            <a:ext cx="39803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1054" name="TextBox 156"/>
          <p:cNvSpPr txBox="1"/>
          <p:nvPr/>
        </p:nvSpPr>
        <p:spPr>
          <a:xfrm>
            <a:off x="1732066" y="8965692"/>
            <a:ext cx="41292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NV-C0-S2</a:t>
            </a:r>
          </a:p>
        </p:txBody>
      </p:sp>
      <p:sp>
        <p:nvSpPr>
          <p:cNvPr id="1055" name="Rectangle 157"/>
          <p:cNvSpPr/>
          <p:nvPr/>
        </p:nvSpPr>
        <p:spPr>
          <a:xfrm>
            <a:off x="2231135" y="8778240"/>
            <a:ext cx="493777" cy="54864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56" name="TextBox 158"/>
          <p:cNvSpPr txBox="1"/>
          <p:nvPr/>
        </p:nvSpPr>
        <p:spPr>
          <a:xfrm>
            <a:off x="2279007" y="8851392"/>
            <a:ext cx="39803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1057" name="TextBox 159"/>
          <p:cNvSpPr txBox="1"/>
          <p:nvPr/>
        </p:nvSpPr>
        <p:spPr>
          <a:xfrm>
            <a:off x="2271562" y="8965692"/>
            <a:ext cx="41292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NV-C0-S3</a:t>
            </a:r>
          </a:p>
        </p:txBody>
      </p:sp>
      <p:sp>
        <p:nvSpPr>
          <p:cNvPr id="1058" name="Rectangle 160"/>
          <p:cNvSpPr/>
          <p:nvPr/>
        </p:nvSpPr>
        <p:spPr>
          <a:xfrm>
            <a:off x="2770632" y="8778240"/>
            <a:ext cx="493777" cy="54864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59" name="TextBox 161"/>
          <p:cNvSpPr txBox="1"/>
          <p:nvPr/>
        </p:nvSpPr>
        <p:spPr>
          <a:xfrm>
            <a:off x="2818502" y="8851392"/>
            <a:ext cx="39803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1060" name="TextBox 162"/>
          <p:cNvSpPr txBox="1"/>
          <p:nvPr/>
        </p:nvSpPr>
        <p:spPr>
          <a:xfrm>
            <a:off x="2811057" y="8965692"/>
            <a:ext cx="41292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NV-C0-S4</a:t>
            </a:r>
          </a:p>
        </p:txBody>
      </p:sp>
      <p:sp>
        <p:nvSpPr>
          <p:cNvPr id="1061" name="Rectangle 163"/>
          <p:cNvSpPr/>
          <p:nvPr/>
        </p:nvSpPr>
        <p:spPr>
          <a:xfrm>
            <a:off x="3310128" y="8778240"/>
            <a:ext cx="493777" cy="54864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62" name="TextBox 164"/>
          <p:cNvSpPr txBox="1"/>
          <p:nvPr/>
        </p:nvSpPr>
        <p:spPr>
          <a:xfrm>
            <a:off x="3357998" y="8851392"/>
            <a:ext cx="39803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1063" name="TextBox 165"/>
          <p:cNvSpPr txBox="1"/>
          <p:nvPr/>
        </p:nvSpPr>
        <p:spPr>
          <a:xfrm>
            <a:off x="3350554" y="8965692"/>
            <a:ext cx="41292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NV-C0-S5</a:t>
            </a:r>
          </a:p>
        </p:txBody>
      </p:sp>
      <p:sp>
        <p:nvSpPr>
          <p:cNvPr id="1064" name="Rectangle 166"/>
          <p:cNvSpPr/>
          <p:nvPr/>
        </p:nvSpPr>
        <p:spPr>
          <a:xfrm>
            <a:off x="3849623" y="8778240"/>
            <a:ext cx="493777" cy="54864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65" name="TextBox 167"/>
          <p:cNvSpPr txBox="1"/>
          <p:nvPr/>
        </p:nvSpPr>
        <p:spPr>
          <a:xfrm>
            <a:off x="3897494" y="8851392"/>
            <a:ext cx="39803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1066" name="TextBox 168"/>
          <p:cNvSpPr txBox="1"/>
          <p:nvPr/>
        </p:nvSpPr>
        <p:spPr>
          <a:xfrm>
            <a:off x="3890050" y="8965692"/>
            <a:ext cx="41292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NV-C0-S6</a:t>
            </a:r>
          </a:p>
        </p:txBody>
      </p:sp>
      <p:sp>
        <p:nvSpPr>
          <p:cNvPr id="1067" name="Rectangle 169"/>
          <p:cNvSpPr/>
          <p:nvPr/>
        </p:nvSpPr>
        <p:spPr>
          <a:xfrm>
            <a:off x="4389120" y="8778240"/>
            <a:ext cx="493777" cy="54864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68" name="TextBox 170"/>
          <p:cNvSpPr txBox="1"/>
          <p:nvPr/>
        </p:nvSpPr>
        <p:spPr>
          <a:xfrm>
            <a:off x="4436990" y="8851392"/>
            <a:ext cx="39803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1069" name="TextBox 171"/>
          <p:cNvSpPr txBox="1"/>
          <p:nvPr/>
        </p:nvSpPr>
        <p:spPr>
          <a:xfrm>
            <a:off x="4429546" y="8965692"/>
            <a:ext cx="41292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NV-C0-S7</a:t>
            </a:r>
          </a:p>
        </p:txBody>
      </p:sp>
      <p:sp>
        <p:nvSpPr>
          <p:cNvPr id="1070" name="Rectangle 172"/>
          <p:cNvSpPr/>
          <p:nvPr/>
        </p:nvSpPr>
        <p:spPr>
          <a:xfrm>
            <a:off x="4928615" y="8778240"/>
            <a:ext cx="493777" cy="54864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71" name="TextBox 173"/>
          <p:cNvSpPr txBox="1"/>
          <p:nvPr/>
        </p:nvSpPr>
        <p:spPr>
          <a:xfrm>
            <a:off x="4976486" y="8851392"/>
            <a:ext cx="39803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1072" name="TextBox 174"/>
          <p:cNvSpPr txBox="1"/>
          <p:nvPr/>
        </p:nvSpPr>
        <p:spPr>
          <a:xfrm>
            <a:off x="4969042" y="8965692"/>
            <a:ext cx="41292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NV-C0-S8</a:t>
            </a:r>
          </a:p>
        </p:txBody>
      </p:sp>
      <p:sp>
        <p:nvSpPr>
          <p:cNvPr id="1073" name="Rectangle 175"/>
          <p:cNvSpPr/>
          <p:nvPr/>
        </p:nvSpPr>
        <p:spPr>
          <a:xfrm>
            <a:off x="5468111" y="8778240"/>
            <a:ext cx="493777" cy="54864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74" name="TextBox 176"/>
          <p:cNvSpPr txBox="1"/>
          <p:nvPr/>
        </p:nvSpPr>
        <p:spPr>
          <a:xfrm>
            <a:off x="5515982" y="8851392"/>
            <a:ext cx="39803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1075" name="TextBox 177"/>
          <p:cNvSpPr txBox="1"/>
          <p:nvPr/>
        </p:nvSpPr>
        <p:spPr>
          <a:xfrm>
            <a:off x="5508538" y="8965692"/>
            <a:ext cx="41292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NV-C0-S9</a:t>
            </a:r>
          </a:p>
        </p:txBody>
      </p:sp>
      <p:sp>
        <p:nvSpPr>
          <p:cNvPr id="1076" name="Rectangle 178"/>
          <p:cNvSpPr/>
          <p:nvPr/>
        </p:nvSpPr>
        <p:spPr>
          <a:xfrm>
            <a:off x="6007608" y="8778240"/>
            <a:ext cx="493777" cy="54864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77" name="TextBox 179"/>
          <p:cNvSpPr txBox="1"/>
          <p:nvPr/>
        </p:nvSpPr>
        <p:spPr>
          <a:xfrm>
            <a:off x="6055478" y="8851392"/>
            <a:ext cx="39803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1078" name="TextBox 180"/>
          <p:cNvSpPr txBox="1"/>
          <p:nvPr/>
        </p:nvSpPr>
        <p:spPr>
          <a:xfrm>
            <a:off x="6023313" y="8965692"/>
            <a:ext cx="46236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NV-C0-S10</a:t>
            </a:r>
          </a:p>
        </p:txBody>
      </p:sp>
      <p:sp>
        <p:nvSpPr>
          <p:cNvPr id="1079" name="Rectangle 181"/>
          <p:cNvSpPr/>
          <p:nvPr/>
        </p:nvSpPr>
        <p:spPr>
          <a:xfrm>
            <a:off x="6547104" y="8778240"/>
            <a:ext cx="493777" cy="54864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80" name="TextBox 182"/>
          <p:cNvSpPr txBox="1"/>
          <p:nvPr/>
        </p:nvSpPr>
        <p:spPr>
          <a:xfrm>
            <a:off x="6594974" y="8851392"/>
            <a:ext cx="39803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1081" name="TextBox 183"/>
          <p:cNvSpPr txBox="1"/>
          <p:nvPr/>
        </p:nvSpPr>
        <p:spPr>
          <a:xfrm>
            <a:off x="6566086" y="8965692"/>
            <a:ext cx="45581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NV-C0-S11</a:t>
            </a:r>
          </a:p>
        </p:txBody>
      </p:sp>
      <p:sp>
        <p:nvSpPr>
          <p:cNvPr id="1082" name="Rectangle 184"/>
          <p:cNvSpPr/>
          <p:nvPr/>
        </p:nvSpPr>
        <p:spPr>
          <a:xfrm>
            <a:off x="7086600" y="8778240"/>
            <a:ext cx="493777" cy="54864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83" name="TextBox 185"/>
          <p:cNvSpPr txBox="1"/>
          <p:nvPr/>
        </p:nvSpPr>
        <p:spPr>
          <a:xfrm>
            <a:off x="7134470" y="8851392"/>
            <a:ext cx="39803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1084" name="TextBox 186"/>
          <p:cNvSpPr txBox="1"/>
          <p:nvPr/>
        </p:nvSpPr>
        <p:spPr>
          <a:xfrm>
            <a:off x="7102305" y="8965692"/>
            <a:ext cx="46236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NV-C0-S12</a:t>
            </a:r>
          </a:p>
        </p:txBody>
      </p:sp>
      <p:sp>
        <p:nvSpPr>
          <p:cNvPr id="1085" name="Rectangle 187"/>
          <p:cNvSpPr/>
          <p:nvPr/>
        </p:nvSpPr>
        <p:spPr>
          <a:xfrm>
            <a:off x="7626095" y="8778240"/>
            <a:ext cx="493777" cy="54864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86" name="TextBox 188"/>
          <p:cNvSpPr txBox="1"/>
          <p:nvPr/>
        </p:nvSpPr>
        <p:spPr>
          <a:xfrm>
            <a:off x="7673966" y="8851392"/>
            <a:ext cx="39803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1087" name="TextBox 189"/>
          <p:cNvSpPr txBox="1"/>
          <p:nvPr/>
        </p:nvSpPr>
        <p:spPr>
          <a:xfrm>
            <a:off x="7641800" y="8965692"/>
            <a:ext cx="46236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NV-C0-S13</a:t>
            </a:r>
          </a:p>
        </p:txBody>
      </p:sp>
      <p:sp>
        <p:nvSpPr>
          <p:cNvPr id="1088" name="Rectangle 190"/>
          <p:cNvSpPr/>
          <p:nvPr/>
        </p:nvSpPr>
        <p:spPr>
          <a:xfrm>
            <a:off x="8165592" y="8778240"/>
            <a:ext cx="493777" cy="54864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89" name="TextBox 191"/>
          <p:cNvSpPr txBox="1"/>
          <p:nvPr/>
        </p:nvSpPr>
        <p:spPr>
          <a:xfrm>
            <a:off x="8213463" y="8851392"/>
            <a:ext cx="39803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1090" name="TextBox 192"/>
          <p:cNvSpPr txBox="1"/>
          <p:nvPr/>
        </p:nvSpPr>
        <p:spPr>
          <a:xfrm>
            <a:off x="8181297" y="8965692"/>
            <a:ext cx="46236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NV-C0-S14</a:t>
            </a:r>
          </a:p>
        </p:txBody>
      </p:sp>
      <p:sp>
        <p:nvSpPr>
          <p:cNvPr id="1091" name="Rectangle 193"/>
          <p:cNvSpPr/>
          <p:nvPr/>
        </p:nvSpPr>
        <p:spPr>
          <a:xfrm>
            <a:off x="8705088" y="8778240"/>
            <a:ext cx="493777" cy="54864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92" name="TextBox 194"/>
          <p:cNvSpPr txBox="1"/>
          <p:nvPr/>
        </p:nvSpPr>
        <p:spPr>
          <a:xfrm>
            <a:off x="8752958" y="8851392"/>
            <a:ext cx="39803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1093" name="TextBox 195"/>
          <p:cNvSpPr txBox="1"/>
          <p:nvPr/>
        </p:nvSpPr>
        <p:spPr>
          <a:xfrm>
            <a:off x="8720793" y="8965692"/>
            <a:ext cx="46236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NV-C0-S15</a:t>
            </a:r>
          </a:p>
        </p:txBody>
      </p:sp>
      <p:sp>
        <p:nvSpPr>
          <p:cNvPr id="1094" name="Rectangle 196"/>
          <p:cNvSpPr/>
          <p:nvPr/>
        </p:nvSpPr>
        <p:spPr>
          <a:xfrm>
            <a:off x="9244583" y="8778240"/>
            <a:ext cx="493777" cy="54864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95" name="TextBox 197"/>
          <p:cNvSpPr txBox="1"/>
          <p:nvPr/>
        </p:nvSpPr>
        <p:spPr>
          <a:xfrm>
            <a:off x="9292454" y="8851392"/>
            <a:ext cx="39803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1096" name="TextBox 198"/>
          <p:cNvSpPr txBox="1"/>
          <p:nvPr/>
        </p:nvSpPr>
        <p:spPr>
          <a:xfrm>
            <a:off x="9260289" y="8965692"/>
            <a:ext cx="46236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NV-C0-S16</a:t>
            </a:r>
          </a:p>
        </p:txBody>
      </p:sp>
      <p:sp>
        <p:nvSpPr>
          <p:cNvPr id="1097" name="Rectangle 199"/>
          <p:cNvSpPr/>
          <p:nvPr/>
        </p:nvSpPr>
        <p:spPr>
          <a:xfrm>
            <a:off x="9784080" y="8778240"/>
            <a:ext cx="493777" cy="54864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98" name="TextBox 200"/>
          <p:cNvSpPr txBox="1"/>
          <p:nvPr/>
        </p:nvSpPr>
        <p:spPr>
          <a:xfrm>
            <a:off x="9831951" y="8851392"/>
            <a:ext cx="39803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1099" name="TextBox 201"/>
          <p:cNvSpPr txBox="1"/>
          <p:nvPr/>
        </p:nvSpPr>
        <p:spPr>
          <a:xfrm>
            <a:off x="9799785" y="8965692"/>
            <a:ext cx="46236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NV-C0-S17</a:t>
            </a:r>
          </a:p>
        </p:txBody>
      </p:sp>
      <p:sp>
        <p:nvSpPr>
          <p:cNvPr id="1100" name="Rectangle 202"/>
          <p:cNvSpPr/>
          <p:nvPr/>
        </p:nvSpPr>
        <p:spPr>
          <a:xfrm>
            <a:off x="978408" y="10424159"/>
            <a:ext cx="2971801" cy="1143001"/>
          </a:xfrm>
          <a:prstGeom prst="rect">
            <a:avLst/>
          </a:prstGeom>
          <a:solidFill>
            <a:srgbClr val="FFFFFF"/>
          </a:solidFill>
          <a:ln w="9144">
            <a:solidFill>
              <a:srgbClr val="99999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1" name="TextBox 203"/>
          <p:cNvSpPr txBox="1"/>
          <p:nvPr/>
        </p:nvSpPr>
        <p:spPr>
          <a:xfrm>
            <a:off x="1920349" y="10488168"/>
            <a:ext cx="1097063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Compute Tray 0</a:t>
            </a:r>
          </a:p>
        </p:txBody>
      </p:sp>
      <p:sp>
        <p:nvSpPr>
          <p:cNvPr id="1102" name="Rectangle 204"/>
          <p:cNvSpPr/>
          <p:nvPr/>
        </p:nvSpPr>
        <p:spPr>
          <a:xfrm>
            <a:off x="1060703" y="10835640"/>
            <a:ext cx="621793" cy="457201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3" name="TextBox 205"/>
          <p:cNvSpPr txBox="1"/>
          <p:nvPr/>
        </p:nvSpPr>
        <p:spPr>
          <a:xfrm>
            <a:off x="1227645" y="10908792"/>
            <a:ext cx="28791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1104" name="TextBox 206"/>
          <p:cNvSpPr txBox="1"/>
          <p:nvPr/>
        </p:nvSpPr>
        <p:spPr>
          <a:xfrm>
            <a:off x="1308100" y="11068811"/>
            <a:ext cx="1270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r0</a:t>
            </a:r>
          </a:p>
        </p:txBody>
      </p:sp>
      <p:sp>
        <p:nvSpPr>
          <p:cNvPr id="1105" name="Rectangle 207"/>
          <p:cNvSpPr/>
          <p:nvPr/>
        </p:nvSpPr>
        <p:spPr>
          <a:xfrm>
            <a:off x="1746504" y="10835640"/>
            <a:ext cx="621793" cy="457201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6" name="TextBox 208"/>
          <p:cNvSpPr txBox="1"/>
          <p:nvPr/>
        </p:nvSpPr>
        <p:spPr>
          <a:xfrm>
            <a:off x="1913445" y="10908792"/>
            <a:ext cx="28791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1107" name="TextBox 209"/>
          <p:cNvSpPr txBox="1"/>
          <p:nvPr/>
        </p:nvSpPr>
        <p:spPr>
          <a:xfrm>
            <a:off x="1993900" y="11068811"/>
            <a:ext cx="1270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</a:t>
            </a:r>
          </a:p>
        </p:txBody>
      </p:sp>
      <p:sp>
        <p:nvSpPr>
          <p:cNvPr id="1108" name="Rectangle 210"/>
          <p:cNvSpPr/>
          <p:nvPr/>
        </p:nvSpPr>
        <p:spPr>
          <a:xfrm>
            <a:off x="2432304" y="10835640"/>
            <a:ext cx="621793" cy="457201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9" name="TextBox 211"/>
          <p:cNvSpPr txBox="1"/>
          <p:nvPr/>
        </p:nvSpPr>
        <p:spPr>
          <a:xfrm>
            <a:off x="2599245" y="10908792"/>
            <a:ext cx="28791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1110" name="TextBox 212"/>
          <p:cNvSpPr txBox="1"/>
          <p:nvPr/>
        </p:nvSpPr>
        <p:spPr>
          <a:xfrm>
            <a:off x="2679700" y="11068811"/>
            <a:ext cx="1270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r2</a:t>
            </a:r>
          </a:p>
        </p:txBody>
      </p:sp>
      <p:sp>
        <p:nvSpPr>
          <p:cNvPr id="1111" name="Rectangle 213"/>
          <p:cNvSpPr/>
          <p:nvPr/>
        </p:nvSpPr>
        <p:spPr>
          <a:xfrm>
            <a:off x="3118104" y="10835640"/>
            <a:ext cx="621793" cy="457201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2" name="TextBox 214"/>
          <p:cNvSpPr txBox="1"/>
          <p:nvPr/>
        </p:nvSpPr>
        <p:spPr>
          <a:xfrm>
            <a:off x="3285045" y="10908792"/>
            <a:ext cx="28791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1113" name="TextBox 215"/>
          <p:cNvSpPr txBox="1"/>
          <p:nvPr/>
        </p:nvSpPr>
        <p:spPr>
          <a:xfrm>
            <a:off x="3365500" y="11068811"/>
            <a:ext cx="1270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r3</a:t>
            </a:r>
          </a:p>
        </p:txBody>
      </p:sp>
      <p:sp>
        <p:nvSpPr>
          <p:cNvPr id="1114" name="Rectangle 216"/>
          <p:cNvSpPr/>
          <p:nvPr/>
        </p:nvSpPr>
        <p:spPr>
          <a:xfrm>
            <a:off x="4178808" y="10424159"/>
            <a:ext cx="2971801" cy="1143001"/>
          </a:xfrm>
          <a:prstGeom prst="rect">
            <a:avLst/>
          </a:prstGeom>
          <a:solidFill>
            <a:srgbClr val="FFFFFF"/>
          </a:solidFill>
          <a:ln w="9144">
            <a:solidFill>
              <a:srgbClr val="99999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5" name="TextBox 217"/>
          <p:cNvSpPr txBox="1"/>
          <p:nvPr/>
        </p:nvSpPr>
        <p:spPr>
          <a:xfrm>
            <a:off x="5120749" y="10488168"/>
            <a:ext cx="109706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Compute Tray 1</a:t>
            </a:r>
          </a:p>
        </p:txBody>
      </p:sp>
      <p:sp>
        <p:nvSpPr>
          <p:cNvPr id="1116" name="Rectangle 218"/>
          <p:cNvSpPr/>
          <p:nvPr/>
        </p:nvSpPr>
        <p:spPr>
          <a:xfrm>
            <a:off x="4261103" y="10835640"/>
            <a:ext cx="621793" cy="457201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7" name="TextBox 219"/>
          <p:cNvSpPr txBox="1"/>
          <p:nvPr/>
        </p:nvSpPr>
        <p:spPr>
          <a:xfrm>
            <a:off x="4428045" y="10908792"/>
            <a:ext cx="28791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1118" name="TextBox 220"/>
          <p:cNvSpPr txBox="1"/>
          <p:nvPr/>
        </p:nvSpPr>
        <p:spPr>
          <a:xfrm>
            <a:off x="4508500" y="11068811"/>
            <a:ext cx="1270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r4</a:t>
            </a:r>
          </a:p>
        </p:txBody>
      </p:sp>
      <p:sp>
        <p:nvSpPr>
          <p:cNvPr id="1119" name="Rectangle 221"/>
          <p:cNvSpPr/>
          <p:nvPr/>
        </p:nvSpPr>
        <p:spPr>
          <a:xfrm>
            <a:off x="4946903" y="10835640"/>
            <a:ext cx="621793" cy="457201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20" name="TextBox 222"/>
          <p:cNvSpPr txBox="1"/>
          <p:nvPr/>
        </p:nvSpPr>
        <p:spPr>
          <a:xfrm>
            <a:off x="5113845" y="10908792"/>
            <a:ext cx="28791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1121" name="TextBox 223"/>
          <p:cNvSpPr txBox="1"/>
          <p:nvPr/>
        </p:nvSpPr>
        <p:spPr>
          <a:xfrm>
            <a:off x="5194300" y="11068811"/>
            <a:ext cx="1270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r5</a:t>
            </a:r>
          </a:p>
        </p:txBody>
      </p:sp>
      <p:sp>
        <p:nvSpPr>
          <p:cNvPr id="1122" name="Rectangle 224"/>
          <p:cNvSpPr/>
          <p:nvPr/>
        </p:nvSpPr>
        <p:spPr>
          <a:xfrm>
            <a:off x="5632703" y="10835640"/>
            <a:ext cx="621793" cy="457201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23" name="TextBox 225"/>
          <p:cNvSpPr txBox="1"/>
          <p:nvPr/>
        </p:nvSpPr>
        <p:spPr>
          <a:xfrm>
            <a:off x="5799645" y="10908792"/>
            <a:ext cx="28791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1124" name="TextBox 226"/>
          <p:cNvSpPr txBox="1"/>
          <p:nvPr/>
        </p:nvSpPr>
        <p:spPr>
          <a:xfrm>
            <a:off x="5880100" y="11068811"/>
            <a:ext cx="1270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r6</a:t>
            </a:r>
          </a:p>
        </p:txBody>
      </p:sp>
      <p:sp>
        <p:nvSpPr>
          <p:cNvPr id="1125" name="Rectangle 227"/>
          <p:cNvSpPr/>
          <p:nvPr/>
        </p:nvSpPr>
        <p:spPr>
          <a:xfrm>
            <a:off x="6318503" y="10835640"/>
            <a:ext cx="621793" cy="457201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26" name="TextBox 228"/>
          <p:cNvSpPr txBox="1"/>
          <p:nvPr/>
        </p:nvSpPr>
        <p:spPr>
          <a:xfrm>
            <a:off x="6485445" y="10908792"/>
            <a:ext cx="28791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1127" name="TextBox 229"/>
          <p:cNvSpPr txBox="1"/>
          <p:nvPr/>
        </p:nvSpPr>
        <p:spPr>
          <a:xfrm>
            <a:off x="6565900" y="11068811"/>
            <a:ext cx="1270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r7</a:t>
            </a:r>
          </a:p>
        </p:txBody>
      </p:sp>
      <p:sp>
        <p:nvSpPr>
          <p:cNvPr id="1128" name="Rectangle 230"/>
          <p:cNvSpPr/>
          <p:nvPr/>
        </p:nvSpPr>
        <p:spPr>
          <a:xfrm>
            <a:off x="7379207" y="10424159"/>
            <a:ext cx="2971801" cy="1143001"/>
          </a:xfrm>
          <a:prstGeom prst="rect">
            <a:avLst/>
          </a:prstGeom>
          <a:solidFill>
            <a:srgbClr val="FFFFFF"/>
          </a:solidFill>
          <a:ln w="9144">
            <a:solidFill>
              <a:srgbClr val="99999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29" name="TextBox 231"/>
          <p:cNvSpPr txBox="1"/>
          <p:nvPr/>
        </p:nvSpPr>
        <p:spPr>
          <a:xfrm>
            <a:off x="8278770" y="10488168"/>
            <a:ext cx="118182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Compute Tray 17</a:t>
            </a:r>
          </a:p>
        </p:txBody>
      </p:sp>
      <p:sp>
        <p:nvSpPr>
          <p:cNvPr id="1130" name="Rectangle 232"/>
          <p:cNvSpPr/>
          <p:nvPr/>
        </p:nvSpPr>
        <p:spPr>
          <a:xfrm>
            <a:off x="7461504" y="10835640"/>
            <a:ext cx="621793" cy="457201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31" name="TextBox 233"/>
          <p:cNvSpPr txBox="1"/>
          <p:nvPr/>
        </p:nvSpPr>
        <p:spPr>
          <a:xfrm>
            <a:off x="7628445" y="10908792"/>
            <a:ext cx="28791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1132" name="TextBox 234"/>
          <p:cNvSpPr txBox="1"/>
          <p:nvPr/>
        </p:nvSpPr>
        <p:spPr>
          <a:xfrm>
            <a:off x="7674272" y="11068811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r68</a:t>
            </a:r>
          </a:p>
        </p:txBody>
      </p:sp>
      <p:sp>
        <p:nvSpPr>
          <p:cNvPr id="1133" name="Rectangle 235"/>
          <p:cNvSpPr/>
          <p:nvPr/>
        </p:nvSpPr>
        <p:spPr>
          <a:xfrm>
            <a:off x="8147304" y="10835640"/>
            <a:ext cx="621793" cy="457201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34" name="TextBox 236"/>
          <p:cNvSpPr txBox="1"/>
          <p:nvPr/>
        </p:nvSpPr>
        <p:spPr>
          <a:xfrm>
            <a:off x="8314245" y="10908792"/>
            <a:ext cx="28791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1135" name="TextBox 237"/>
          <p:cNvSpPr txBox="1"/>
          <p:nvPr/>
        </p:nvSpPr>
        <p:spPr>
          <a:xfrm>
            <a:off x="8360072" y="11068811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r69</a:t>
            </a:r>
          </a:p>
        </p:txBody>
      </p:sp>
      <p:sp>
        <p:nvSpPr>
          <p:cNvPr id="1136" name="Rectangle 238"/>
          <p:cNvSpPr/>
          <p:nvPr/>
        </p:nvSpPr>
        <p:spPr>
          <a:xfrm>
            <a:off x="8833104" y="10835640"/>
            <a:ext cx="621793" cy="457201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37" name="TextBox 239"/>
          <p:cNvSpPr txBox="1"/>
          <p:nvPr/>
        </p:nvSpPr>
        <p:spPr>
          <a:xfrm>
            <a:off x="9000045" y="10908792"/>
            <a:ext cx="28791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1138" name="TextBox 240"/>
          <p:cNvSpPr txBox="1"/>
          <p:nvPr/>
        </p:nvSpPr>
        <p:spPr>
          <a:xfrm>
            <a:off x="9045872" y="11068811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r70</a:t>
            </a:r>
          </a:p>
        </p:txBody>
      </p:sp>
      <p:sp>
        <p:nvSpPr>
          <p:cNvPr id="1139" name="Rectangle 241"/>
          <p:cNvSpPr/>
          <p:nvPr/>
        </p:nvSpPr>
        <p:spPr>
          <a:xfrm>
            <a:off x="9518904" y="10835640"/>
            <a:ext cx="621793" cy="457201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40" name="TextBox 242"/>
          <p:cNvSpPr txBox="1"/>
          <p:nvPr/>
        </p:nvSpPr>
        <p:spPr>
          <a:xfrm>
            <a:off x="9685845" y="10908792"/>
            <a:ext cx="28791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1141" name="TextBox 243"/>
          <p:cNvSpPr txBox="1"/>
          <p:nvPr/>
        </p:nvSpPr>
        <p:spPr>
          <a:xfrm>
            <a:off x="9731672" y="11068811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r71</a:t>
            </a:r>
          </a:p>
        </p:txBody>
      </p:sp>
      <p:sp>
        <p:nvSpPr>
          <p:cNvPr id="1142" name="Rectangle 244"/>
          <p:cNvSpPr/>
          <p:nvPr/>
        </p:nvSpPr>
        <p:spPr>
          <a:xfrm>
            <a:off x="11475719" y="7040880"/>
            <a:ext cx="9966961" cy="4754881"/>
          </a:xfrm>
          <a:prstGeom prst="rect">
            <a:avLst/>
          </a:prstGeom>
          <a:solidFill>
            <a:srgbClr val="FFFFFF"/>
          </a:solidFill>
          <a:ln w="18288">
            <a:solidFill>
              <a:srgbClr val="66666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43" name="Rectangle 245"/>
          <p:cNvSpPr/>
          <p:nvPr/>
        </p:nvSpPr>
        <p:spPr>
          <a:xfrm>
            <a:off x="12664440" y="7132319"/>
            <a:ext cx="7680960" cy="1645921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44" name="TextBox 246"/>
          <p:cNvSpPr txBox="1"/>
          <p:nvPr/>
        </p:nvSpPr>
        <p:spPr>
          <a:xfrm>
            <a:off x="14391766" y="7205471"/>
            <a:ext cx="4134868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Rack 1: 72 GPUs / 18 compute trays</a:t>
            </a:r>
          </a:p>
        </p:txBody>
      </p:sp>
      <p:sp>
        <p:nvSpPr>
          <p:cNvPr id="1145" name="TextBox 247"/>
          <p:cNvSpPr txBox="1"/>
          <p:nvPr/>
        </p:nvSpPr>
        <p:spPr>
          <a:xfrm>
            <a:off x="14829432" y="7635240"/>
            <a:ext cx="3259536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6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9 switch trays = 18 NVSwitch ASICs</a:t>
            </a:r>
          </a:p>
        </p:txBody>
      </p:sp>
      <p:sp>
        <p:nvSpPr>
          <p:cNvPr id="1146" name="TextBox 248"/>
          <p:cNvSpPr txBox="1"/>
          <p:nvPr/>
        </p:nvSpPr>
        <p:spPr>
          <a:xfrm>
            <a:off x="14438321" y="8037575"/>
            <a:ext cx="4041758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Each GPU has 18 NVLinks + one 400 Gb/s NIC</a:t>
            </a:r>
          </a:p>
        </p:txBody>
      </p:sp>
      <p:sp>
        <p:nvSpPr>
          <p:cNvPr id="1147" name="TextBox 249"/>
          <p:cNvSpPr txBox="1"/>
          <p:nvPr/>
        </p:nvSpPr>
        <p:spPr>
          <a:xfrm>
            <a:off x="14723132" y="8449056"/>
            <a:ext cx="347213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Trays 0, 1, 17 expanded below. Trays 2-16 omitted.</a:t>
            </a:r>
          </a:p>
        </p:txBody>
      </p:sp>
      <p:sp>
        <p:nvSpPr>
          <p:cNvPr id="1148" name="Rectangle 250"/>
          <p:cNvSpPr/>
          <p:nvPr/>
        </p:nvSpPr>
        <p:spPr>
          <a:xfrm>
            <a:off x="11585447" y="8778240"/>
            <a:ext cx="493777" cy="54864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49" name="TextBox 251"/>
          <p:cNvSpPr txBox="1"/>
          <p:nvPr/>
        </p:nvSpPr>
        <p:spPr>
          <a:xfrm>
            <a:off x="11633318" y="8851392"/>
            <a:ext cx="39803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1150" name="TextBox 252"/>
          <p:cNvSpPr txBox="1"/>
          <p:nvPr/>
        </p:nvSpPr>
        <p:spPr>
          <a:xfrm>
            <a:off x="11625874" y="8965692"/>
            <a:ext cx="41292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NV-C1-S0</a:t>
            </a:r>
          </a:p>
        </p:txBody>
      </p:sp>
      <p:sp>
        <p:nvSpPr>
          <p:cNvPr id="1151" name="Rectangle 253"/>
          <p:cNvSpPr/>
          <p:nvPr/>
        </p:nvSpPr>
        <p:spPr>
          <a:xfrm>
            <a:off x="12124943" y="8778240"/>
            <a:ext cx="493777" cy="54864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52" name="TextBox 254"/>
          <p:cNvSpPr txBox="1"/>
          <p:nvPr/>
        </p:nvSpPr>
        <p:spPr>
          <a:xfrm>
            <a:off x="12172815" y="8851392"/>
            <a:ext cx="39803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1153" name="TextBox 255"/>
          <p:cNvSpPr txBox="1"/>
          <p:nvPr/>
        </p:nvSpPr>
        <p:spPr>
          <a:xfrm>
            <a:off x="12165370" y="8965692"/>
            <a:ext cx="41292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NV-C1-S1</a:t>
            </a:r>
          </a:p>
        </p:txBody>
      </p:sp>
      <p:sp>
        <p:nvSpPr>
          <p:cNvPr id="1154" name="Rectangle 256"/>
          <p:cNvSpPr/>
          <p:nvPr/>
        </p:nvSpPr>
        <p:spPr>
          <a:xfrm>
            <a:off x="12664440" y="8778240"/>
            <a:ext cx="493777" cy="54864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55" name="TextBox 257"/>
          <p:cNvSpPr txBox="1"/>
          <p:nvPr/>
        </p:nvSpPr>
        <p:spPr>
          <a:xfrm>
            <a:off x="12712310" y="8851392"/>
            <a:ext cx="39803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1156" name="TextBox 258"/>
          <p:cNvSpPr txBox="1"/>
          <p:nvPr/>
        </p:nvSpPr>
        <p:spPr>
          <a:xfrm>
            <a:off x="12704866" y="8965692"/>
            <a:ext cx="41292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NV-C1-S2</a:t>
            </a:r>
          </a:p>
        </p:txBody>
      </p:sp>
      <p:sp>
        <p:nvSpPr>
          <p:cNvPr id="1157" name="Rectangle 259"/>
          <p:cNvSpPr/>
          <p:nvPr/>
        </p:nvSpPr>
        <p:spPr>
          <a:xfrm>
            <a:off x="13203936" y="8778240"/>
            <a:ext cx="493777" cy="54864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58" name="TextBox 260"/>
          <p:cNvSpPr txBox="1"/>
          <p:nvPr/>
        </p:nvSpPr>
        <p:spPr>
          <a:xfrm>
            <a:off x="13251806" y="8851392"/>
            <a:ext cx="39803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1159" name="TextBox 261"/>
          <p:cNvSpPr txBox="1"/>
          <p:nvPr/>
        </p:nvSpPr>
        <p:spPr>
          <a:xfrm>
            <a:off x="13244362" y="8965692"/>
            <a:ext cx="41292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NV-C1-S3</a:t>
            </a:r>
          </a:p>
        </p:txBody>
      </p:sp>
      <p:sp>
        <p:nvSpPr>
          <p:cNvPr id="1160" name="Rectangle 262"/>
          <p:cNvSpPr/>
          <p:nvPr/>
        </p:nvSpPr>
        <p:spPr>
          <a:xfrm>
            <a:off x="13743432" y="8778240"/>
            <a:ext cx="493777" cy="54864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61" name="TextBox 263"/>
          <p:cNvSpPr txBox="1"/>
          <p:nvPr/>
        </p:nvSpPr>
        <p:spPr>
          <a:xfrm>
            <a:off x="13791302" y="8851392"/>
            <a:ext cx="39803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1162" name="TextBox 264"/>
          <p:cNvSpPr txBox="1"/>
          <p:nvPr/>
        </p:nvSpPr>
        <p:spPr>
          <a:xfrm>
            <a:off x="13783857" y="8965692"/>
            <a:ext cx="41292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NV-C1-S4</a:t>
            </a:r>
          </a:p>
        </p:txBody>
      </p:sp>
      <p:sp>
        <p:nvSpPr>
          <p:cNvPr id="1163" name="Rectangle 265"/>
          <p:cNvSpPr/>
          <p:nvPr/>
        </p:nvSpPr>
        <p:spPr>
          <a:xfrm>
            <a:off x="14282928" y="8778240"/>
            <a:ext cx="493777" cy="54864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64" name="TextBox 266"/>
          <p:cNvSpPr txBox="1"/>
          <p:nvPr/>
        </p:nvSpPr>
        <p:spPr>
          <a:xfrm>
            <a:off x="14330798" y="8851392"/>
            <a:ext cx="39803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1165" name="TextBox 267"/>
          <p:cNvSpPr txBox="1"/>
          <p:nvPr/>
        </p:nvSpPr>
        <p:spPr>
          <a:xfrm>
            <a:off x="14323353" y="8965692"/>
            <a:ext cx="41292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NV-C1-S5</a:t>
            </a:r>
          </a:p>
        </p:txBody>
      </p:sp>
      <p:sp>
        <p:nvSpPr>
          <p:cNvPr id="1166" name="Rectangle 268"/>
          <p:cNvSpPr/>
          <p:nvPr/>
        </p:nvSpPr>
        <p:spPr>
          <a:xfrm>
            <a:off x="14822423" y="8778240"/>
            <a:ext cx="493777" cy="54864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67" name="TextBox 269"/>
          <p:cNvSpPr txBox="1"/>
          <p:nvPr/>
        </p:nvSpPr>
        <p:spPr>
          <a:xfrm>
            <a:off x="14870295" y="8851392"/>
            <a:ext cx="39803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1168" name="TextBox 270"/>
          <p:cNvSpPr txBox="1"/>
          <p:nvPr/>
        </p:nvSpPr>
        <p:spPr>
          <a:xfrm>
            <a:off x="14862850" y="8965692"/>
            <a:ext cx="41292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NV-C1-S6</a:t>
            </a:r>
          </a:p>
        </p:txBody>
      </p:sp>
      <p:sp>
        <p:nvSpPr>
          <p:cNvPr id="1169" name="Rectangle 271"/>
          <p:cNvSpPr/>
          <p:nvPr/>
        </p:nvSpPr>
        <p:spPr>
          <a:xfrm>
            <a:off x="15361919" y="8778240"/>
            <a:ext cx="493777" cy="54864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70" name="TextBox 272"/>
          <p:cNvSpPr txBox="1"/>
          <p:nvPr/>
        </p:nvSpPr>
        <p:spPr>
          <a:xfrm>
            <a:off x="15409791" y="8851392"/>
            <a:ext cx="39803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1171" name="TextBox 273"/>
          <p:cNvSpPr txBox="1"/>
          <p:nvPr/>
        </p:nvSpPr>
        <p:spPr>
          <a:xfrm>
            <a:off x="15402346" y="8965692"/>
            <a:ext cx="41292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NV-C1-S7</a:t>
            </a:r>
          </a:p>
        </p:txBody>
      </p:sp>
      <p:sp>
        <p:nvSpPr>
          <p:cNvPr id="1172" name="Rectangle 274"/>
          <p:cNvSpPr/>
          <p:nvPr/>
        </p:nvSpPr>
        <p:spPr>
          <a:xfrm>
            <a:off x="15901415" y="8778240"/>
            <a:ext cx="493777" cy="54864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73" name="TextBox 275"/>
          <p:cNvSpPr txBox="1"/>
          <p:nvPr/>
        </p:nvSpPr>
        <p:spPr>
          <a:xfrm>
            <a:off x="15949286" y="8851392"/>
            <a:ext cx="39803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1174" name="TextBox 276"/>
          <p:cNvSpPr txBox="1"/>
          <p:nvPr/>
        </p:nvSpPr>
        <p:spPr>
          <a:xfrm>
            <a:off x="15941842" y="8965692"/>
            <a:ext cx="41292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NV-C1-S8</a:t>
            </a:r>
          </a:p>
        </p:txBody>
      </p:sp>
      <p:sp>
        <p:nvSpPr>
          <p:cNvPr id="1175" name="Rectangle 277"/>
          <p:cNvSpPr/>
          <p:nvPr/>
        </p:nvSpPr>
        <p:spPr>
          <a:xfrm>
            <a:off x="16440912" y="8778240"/>
            <a:ext cx="493777" cy="54864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76" name="TextBox 278"/>
          <p:cNvSpPr txBox="1"/>
          <p:nvPr/>
        </p:nvSpPr>
        <p:spPr>
          <a:xfrm>
            <a:off x="16488782" y="8851392"/>
            <a:ext cx="39803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1177" name="TextBox 279"/>
          <p:cNvSpPr txBox="1"/>
          <p:nvPr/>
        </p:nvSpPr>
        <p:spPr>
          <a:xfrm>
            <a:off x="16481338" y="8965692"/>
            <a:ext cx="41292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NV-C1-S9</a:t>
            </a:r>
          </a:p>
        </p:txBody>
      </p:sp>
      <p:sp>
        <p:nvSpPr>
          <p:cNvPr id="1178" name="Rectangle 280"/>
          <p:cNvSpPr/>
          <p:nvPr/>
        </p:nvSpPr>
        <p:spPr>
          <a:xfrm>
            <a:off x="16980408" y="8778240"/>
            <a:ext cx="493777" cy="54864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79" name="TextBox 281"/>
          <p:cNvSpPr txBox="1"/>
          <p:nvPr/>
        </p:nvSpPr>
        <p:spPr>
          <a:xfrm>
            <a:off x="17028278" y="8851392"/>
            <a:ext cx="39803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1180" name="TextBox 282"/>
          <p:cNvSpPr txBox="1"/>
          <p:nvPr/>
        </p:nvSpPr>
        <p:spPr>
          <a:xfrm>
            <a:off x="16996112" y="8965692"/>
            <a:ext cx="46236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NV-C1-S10</a:t>
            </a:r>
          </a:p>
        </p:txBody>
      </p:sp>
      <p:sp>
        <p:nvSpPr>
          <p:cNvPr id="1181" name="Rectangle 283"/>
          <p:cNvSpPr/>
          <p:nvPr/>
        </p:nvSpPr>
        <p:spPr>
          <a:xfrm>
            <a:off x="17519904" y="8778240"/>
            <a:ext cx="493777" cy="54864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82" name="TextBox 284"/>
          <p:cNvSpPr txBox="1"/>
          <p:nvPr/>
        </p:nvSpPr>
        <p:spPr>
          <a:xfrm>
            <a:off x="17567774" y="8851392"/>
            <a:ext cx="39803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1183" name="TextBox 285"/>
          <p:cNvSpPr txBox="1"/>
          <p:nvPr/>
        </p:nvSpPr>
        <p:spPr>
          <a:xfrm>
            <a:off x="17538886" y="8965692"/>
            <a:ext cx="45581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NV-C1-S11</a:t>
            </a:r>
          </a:p>
        </p:txBody>
      </p:sp>
      <p:sp>
        <p:nvSpPr>
          <p:cNvPr id="1184" name="Rectangle 286"/>
          <p:cNvSpPr/>
          <p:nvPr/>
        </p:nvSpPr>
        <p:spPr>
          <a:xfrm>
            <a:off x="18059400" y="8778240"/>
            <a:ext cx="493777" cy="54864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85" name="TextBox 287"/>
          <p:cNvSpPr txBox="1"/>
          <p:nvPr/>
        </p:nvSpPr>
        <p:spPr>
          <a:xfrm>
            <a:off x="18107269" y="8851392"/>
            <a:ext cx="39803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1186" name="TextBox 288"/>
          <p:cNvSpPr txBox="1"/>
          <p:nvPr/>
        </p:nvSpPr>
        <p:spPr>
          <a:xfrm>
            <a:off x="18075104" y="8965692"/>
            <a:ext cx="46236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NV-C1-S12</a:t>
            </a:r>
          </a:p>
        </p:txBody>
      </p:sp>
      <p:sp>
        <p:nvSpPr>
          <p:cNvPr id="1187" name="Rectangle 289"/>
          <p:cNvSpPr/>
          <p:nvPr/>
        </p:nvSpPr>
        <p:spPr>
          <a:xfrm>
            <a:off x="18598895" y="8778240"/>
            <a:ext cx="493777" cy="54864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88" name="TextBox 290"/>
          <p:cNvSpPr txBox="1"/>
          <p:nvPr/>
        </p:nvSpPr>
        <p:spPr>
          <a:xfrm>
            <a:off x="18646765" y="8851392"/>
            <a:ext cx="39803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1189" name="TextBox 291"/>
          <p:cNvSpPr txBox="1"/>
          <p:nvPr/>
        </p:nvSpPr>
        <p:spPr>
          <a:xfrm>
            <a:off x="18614600" y="8965692"/>
            <a:ext cx="46236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NV-C1-S13</a:t>
            </a:r>
          </a:p>
        </p:txBody>
      </p:sp>
      <p:sp>
        <p:nvSpPr>
          <p:cNvPr id="1190" name="Rectangle 292"/>
          <p:cNvSpPr/>
          <p:nvPr/>
        </p:nvSpPr>
        <p:spPr>
          <a:xfrm>
            <a:off x="19138391" y="8778240"/>
            <a:ext cx="493777" cy="54864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91" name="TextBox 293"/>
          <p:cNvSpPr txBox="1"/>
          <p:nvPr/>
        </p:nvSpPr>
        <p:spPr>
          <a:xfrm>
            <a:off x="19186263" y="8851392"/>
            <a:ext cx="39803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1192" name="TextBox 294"/>
          <p:cNvSpPr txBox="1"/>
          <p:nvPr/>
        </p:nvSpPr>
        <p:spPr>
          <a:xfrm>
            <a:off x="19154097" y="8965692"/>
            <a:ext cx="46236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NV-C1-S14</a:t>
            </a:r>
          </a:p>
        </p:txBody>
      </p:sp>
      <p:sp>
        <p:nvSpPr>
          <p:cNvPr id="1193" name="Rectangle 295"/>
          <p:cNvSpPr/>
          <p:nvPr/>
        </p:nvSpPr>
        <p:spPr>
          <a:xfrm>
            <a:off x="19677887" y="8778240"/>
            <a:ext cx="493777" cy="54864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94" name="TextBox 296"/>
          <p:cNvSpPr txBox="1"/>
          <p:nvPr/>
        </p:nvSpPr>
        <p:spPr>
          <a:xfrm>
            <a:off x="19725758" y="8851392"/>
            <a:ext cx="39803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1195" name="TextBox 297"/>
          <p:cNvSpPr txBox="1"/>
          <p:nvPr/>
        </p:nvSpPr>
        <p:spPr>
          <a:xfrm>
            <a:off x="19693593" y="8965692"/>
            <a:ext cx="46236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NV-C1-S15</a:t>
            </a:r>
          </a:p>
        </p:txBody>
      </p:sp>
      <p:sp>
        <p:nvSpPr>
          <p:cNvPr id="1196" name="Rectangle 298"/>
          <p:cNvSpPr/>
          <p:nvPr/>
        </p:nvSpPr>
        <p:spPr>
          <a:xfrm>
            <a:off x="20217384" y="8778240"/>
            <a:ext cx="493777" cy="54864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97" name="TextBox 299"/>
          <p:cNvSpPr txBox="1"/>
          <p:nvPr/>
        </p:nvSpPr>
        <p:spPr>
          <a:xfrm>
            <a:off x="20265254" y="8851392"/>
            <a:ext cx="39803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1198" name="TextBox 300"/>
          <p:cNvSpPr txBox="1"/>
          <p:nvPr/>
        </p:nvSpPr>
        <p:spPr>
          <a:xfrm>
            <a:off x="20233089" y="8965692"/>
            <a:ext cx="46236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NV-C1-S16</a:t>
            </a:r>
          </a:p>
        </p:txBody>
      </p:sp>
      <p:sp>
        <p:nvSpPr>
          <p:cNvPr id="1199" name="Rectangle 301"/>
          <p:cNvSpPr/>
          <p:nvPr/>
        </p:nvSpPr>
        <p:spPr>
          <a:xfrm>
            <a:off x="20756880" y="8778240"/>
            <a:ext cx="493777" cy="54864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0" name="TextBox 302"/>
          <p:cNvSpPr txBox="1"/>
          <p:nvPr/>
        </p:nvSpPr>
        <p:spPr>
          <a:xfrm>
            <a:off x="20804751" y="8851392"/>
            <a:ext cx="39803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1201" name="TextBox 303"/>
          <p:cNvSpPr txBox="1"/>
          <p:nvPr/>
        </p:nvSpPr>
        <p:spPr>
          <a:xfrm>
            <a:off x="20772586" y="8965692"/>
            <a:ext cx="46236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NV-C1-S17</a:t>
            </a:r>
          </a:p>
        </p:txBody>
      </p:sp>
      <p:sp>
        <p:nvSpPr>
          <p:cNvPr id="1202" name="Rectangle 304"/>
          <p:cNvSpPr/>
          <p:nvPr/>
        </p:nvSpPr>
        <p:spPr>
          <a:xfrm>
            <a:off x="11951207" y="10424159"/>
            <a:ext cx="2971801" cy="1143001"/>
          </a:xfrm>
          <a:prstGeom prst="rect">
            <a:avLst/>
          </a:prstGeom>
          <a:solidFill>
            <a:srgbClr val="FFFFFF"/>
          </a:solidFill>
          <a:ln w="9144">
            <a:solidFill>
              <a:srgbClr val="99999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3" name="TextBox 305"/>
          <p:cNvSpPr txBox="1"/>
          <p:nvPr/>
        </p:nvSpPr>
        <p:spPr>
          <a:xfrm>
            <a:off x="12893149" y="10488168"/>
            <a:ext cx="1097063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Compute Tray 0</a:t>
            </a:r>
          </a:p>
        </p:txBody>
      </p:sp>
      <p:sp>
        <p:nvSpPr>
          <p:cNvPr id="1204" name="Rectangle 306"/>
          <p:cNvSpPr/>
          <p:nvPr/>
        </p:nvSpPr>
        <p:spPr>
          <a:xfrm>
            <a:off x="12033504" y="10835640"/>
            <a:ext cx="621793" cy="457201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5" name="TextBox 307"/>
          <p:cNvSpPr txBox="1"/>
          <p:nvPr/>
        </p:nvSpPr>
        <p:spPr>
          <a:xfrm>
            <a:off x="12200445" y="10908792"/>
            <a:ext cx="28791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1206" name="TextBox 308"/>
          <p:cNvSpPr txBox="1"/>
          <p:nvPr/>
        </p:nvSpPr>
        <p:spPr>
          <a:xfrm>
            <a:off x="12246272" y="11068811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r72</a:t>
            </a:r>
          </a:p>
        </p:txBody>
      </p:sp>
      <p:sp>
        <p:nvSpPr>
          <p:cNvPr id="1207" name="Rectangle 309"/>
          <p:cNvSpPr/>
          <p:nvPr/>
        </p:nvSpPr>
        <p:spPr>
          <a:xfrm>
            <a:off x="12719304" y="10835640"/>
            <a:ext cx="621793" cy="457201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8" name="TextBox 310"/>
          <p:cNvSpPr txBox="1"/>
          <p:nvPr/>
        </p:nvSpPr>
        <p:spPr>
          <a:xfrm>
            <a:off x="12886245" y="10908792"/>
            <a:ext cx="28791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1209" name="TextBox 311"/>
          <p:cNvSpPr txBox="1"/>
          <p:nvPr/>
        </p:nvSpPr>
        <p:spPr>
          <a:xfrm>
            <a:off x="12932072" y="11068811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r73</a:t>
            </a:r>
          </a:p>
        </p:txBody>
      </p:sp>
      <p:sp>
        <p:nvSpPr>
          <p:cNvPr id="1210" name="Rectangle 312"/>
          <p:cNvSpPr/>
          <p:nvPr/>
        </p:nvSpPr>
        <p:spPr>
          <a:xfrm>
            <a:off x="13405104" y="10835640"/>
            <a:ext cx="621793" cy="457201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11" name="TextBox 313"/>
          <p:cNvSpPr txBox="1"/>
          <p:nvPr/>
        </p:nvSpPr>
        <p:spPr>
          <a:xfrm>
            <a:off x="13572045" y="10908792"/>
            <a:ext cx="28791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1212" name="TextBox 314"/>
          <p:cNvSpPr txBox="1"/>
          <p:nvPr/>
        </p:nvSpPr>
        <p:spPr>
          <a:xfrm>
            <a:off x="13617872" y="11068811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r74</a:t>
            </a:r>
          </a:p>
        </p:txBody>
      </p:sp>
      <p:sp>
        <p:nvSpPr>
          <p:cNvPr id="1213" name="Rectangle 315"/>
          <p:cNvSpPr/>
          <p:nvPr/>
        </p:nvSpPr>
        <p:spPr>
          <a:xfrm>
            <a:off x="14090904" y="10835640"/>
            <a:ext cx="621793" cy="457201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14" name="TextBox 316"/>
          <p:cNvSpPr txBox="1"/>
          <p:nvPr/>
        </p:nvSpPr>
        <p:spPr>
          <a:xfrm>
            <a:off x="14257845" y="10908792"/>
            <a:ext cx="28791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1215" name="TextBox 317"/>
          <p:cNvSpPr txBox="1"/>
          <p:nvPr/>
        </p:nvSpPr>
        <p:spPr>
          <a:xfrm>
            <a:off x="14303672" y="11068811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r75</a:t>
            </a:r>
          </a:p>
        </p:txBody>
      </p:sp>
      <p:sp>
        <p:nvSpPr>
          <p:cNvPr id="1216" name="Rectangle 318"/>
          <p:cNvSpPr/>
          <p:nvPr/>
        </p:nvSpPr>
        <p:spPr>
          <a:xfrm>
            <a:off x="15151608" y="10424159"/>
            <a:ext cx="2971801" cy="1143001"/>
          </a:xfrm>
          <a:prstGeom prst="rect">
            <a:avLst/>
          </a:prstGeom>
          <a:solidFill>
            <a:srgbClr val="FFFFFF"/>
          </a:solidFill>
          <a:ln w="9144">
            <a:solidFill>
              <a:srgbClr val="99999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17" name="TextBox 319"/>
          <p:cNvSpPr txBox="1"/>
          <p:nvPr/>
        </p:nvSpPr>
        <p:spPr>
          <a:xfrm>
            <a:off x="16093549" y="10488168"/>
            <a:ext cx="1097063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Compute Tray 1</a:t>
            </a:r>
          </a:p>
        </p:txBody>
      </p:sp>
      <p:sp>
        <p:nvSpPr>
          <p:cNvPr id="1218" name="Rectangle 320"/>
          <p:cNvSpPr/>
          <p:nvPr/>
        </p:nvSpPr>
        <p:spPr>
          <a:xfrm>
            <a:off x="15233904" y="10835640"/>
            <a:ext cx="621793" cy="457201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19" name="TextBox 321"/>
          <p:cNvSpPr txBox="1"/>
          <p:nvPr/>
        </p:nvSpPr>
        <p:spPr>
          <a:xfrm>
            <a:off x="15400845" y="10908792"/>
            <a:ext cx="28791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1220" name="TextBox 322"/>
          <p:cNvSpPr txBox="1"/>
          <p:nvPr/>
        </p:nvSpPr>
        <p:spPr>
          <a:xfrm>
            <a:off x="15446672" y="11068811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r76</a:t>
            </a:r>
          </a:p>
        </p:txBody>
      </p:sp>
      <p:sp>
        <p:nvSpPr>
          <p:cNvPr id="1221" name="Rectangle 323"/>
          <p:cNvSpPr/>
          <p:nvPr/>
        </p:nvSpPr>
        <p:spPr>
          <a:xfrm>
            <a:off x="15919704" y="10835640"/>
            <a:ext cx="621793" cy="457201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22" name="TextBox 324"/>
          <p:cNvSpPr txBox="1"/>
          <p:nvPr/>
        </p:nvSpPr>
        <p:spPr>
          <a:xfrm>
            <a:off x="16086645" y="10908792"/>
            <a:ext cx="28791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1223" name="TextBox 325"/>
          <p:cNvSpPr txBox="1"/>
          <p:nvPr/>
        </p:nvSpPr>
        <p:spPr>
          <a:xfrm>
            <a:off x="16132472" y="11068811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r77</a:t>
            </a:r>
          </a:p>
        </p:txBody>
      </p:sp>
      <p:sp>
        <p:nvSpPr>
          <p:cNvPr id="1224" name="Rectangle 326"/>
          <p:cNvSpPr/>
          <p:nvPr/>
        </p:nvSpPr>
        <p:spPr>
          <a:xfrm>
            <a:off x="16605504" y="10835640"/>
            <a:ext cx="621793" cy="457201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25" name="TextBox 327"/>
          <p:cNvSpPr txBox="1"/>
          <p:nvPr/>
        </p:nvSpPr>
        <p:spPr>
          <a:xfrm>
            <a:off x="16772445" y="10908792"/>
            <a:ext cx="28791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1226" name="TextBox 328"/>
          <p:cNvSpPr txBox="1"/>
          <p:nvPr/>
        </p:nvSpPr>
        <p:spPr>
          <a:xfrm>
            <a:off x="16818272" y="11068811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r78</a:t>
            </a:r>
          </a:p>
        </p:txBody>
      </p:sp>
      <p:sp>
        <p:nvSpPr>
          <p:cNvPr id="1227" name="Rectangle 329"/>
          <p:cNvSpPr/>
          <p:nvPr/>
        </p:nvSpPr>
        <p:spPr>
          <a:xfrm>
            <a:off x="17291304" y="10835640"/>
            <a:ext cx="621793" cy="457201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28" name="TextBox 330"/>
          <p:cNvSpPr txBox="1"/>
          <p:nvPr/>
        </p:nvSpPr>
        <p:spPr>
          <a:xfrm>
            <a:off x="17458245" y="10908792"/>
            <a:ext cx="28791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1229" name="TextBox 331"/>
          <p:cNvSpPr txBox="1"/>
          <p:nvPr/>
        </p:nvSpPr>
        <p:spPr>
          <a:xfrm>
            <a:off x="17504072" y="11068811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r79</a:t>
            </a:r>
          </a:p>
        </p:txBody>
      </p:sp>
      <p:sp>
        <p:nvSpPr>
          <p:cNvPr id="1230" name="Rectangle 332"/>
          <p:cNvSpPr/>
          <p:nvPr/>
        </p:nvSpPr>
        <p:spPr>
          <a:xfrm>
            <a:off x="18352008" y="10424159"/>
            <a:ext cx="2971801" cy="1143001"/>
          </a:xfrm>
          <a:prstGeom prst="rect">
            <a:avLst/>
          </a:prstGeom>
          <a:solidFill>
            <a:srgbClr val="FFFFFF"/>
          </a:solidFill>
          <a:ln w="9144">
            <a:solidFill>
              <a:srgbClr val="99999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31" name="TextBox 333"/>
          <p:cNvSpPr txBox="1"/>
          <p:nvPr/>
        </p:nvSpPr>
        <p:spPr>
          <a:xfrm>
            <a:off x="19251570" y="10488168"/>
            <a:ext cx="118182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Compute Tray 17</a:t>
            </a:r>
          </a:p>
        </p:txBody>
      </p:sp>
      <p:sp>
        <p:nvSpPr>
          <p:cNvPr id="1232" name="Rectangle 334"/>
          <p:cNvSpPr/>
          <p:nvPr/>
        </p:nvSpPr>
        <p:spPr>
          <a:xfrm>
            <a:off x="18434304" y="10835640"/>
            <a:ext cx="621793" cy="457201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33" name="TextBox 335"/>
          <p:cNvSpPr txBox="1"/>
          <p:nvPr/>
        </p:nvSpPr>
        <p:spPr>
          <a:xfrm>
            <a:off x="18601245" y="10908792"/>
            <a:ext cx="28791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1234" name="TextBox 336"/>
          <p:cNvSpPr txBox="1"/>
          <p:nvPr/>
        </p:nvSpPr>
        <p:spPr>
          <a:xfrm>
            <a:off x="18611756" y="11068811"/>
            <a:ext cx="266888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r140</a:t>
            </a:r>
          </a:p>
        </p:txBody>
      </p:sp>
      <p:sp>
        <p:nvSpPr>
          <p:cNvPr id="1235" name="Rectangle 337"/>
          <p:cNvSpPr/>
          <p:nvPr/>
        </p:nvSpPr>
        <p:spPr>
          <a:xfrm>
            <a:off x="19120104" y="10835640"/>
            <a:ext cx="621793" cy="457201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36" name="TextBox 338"/>
          <p:cNvSpPr txBox="1"/>
          <p:nvPr/>
        </p:nvSpPr>
        <p:spPr>
          <a:xfrm>
            <a:off x="19287045" y="10908792"/>
            <a:ext cx="28791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1237" name="TextBox 339"/>
          <p:cNvSpPr txBox="1"/>
          <p:nvPr/>
        </p:nvSpPr>
        <p:spPr>
          <a:xfrm>
            <a:off x="19297556" y="11068811"/>
            <a:ext cx="266888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r141</a:t>
            </a:r>
          </a:p>
        </p:txBody>
      </p:sp>
      <p:sp>
        <p:nvSpPr>
          <p:cNvPr id="1238" name="Rectangle 340"/>
          <p:cNvSpPr/>
          <p:nvPr/>
        </p:nvSpPr>
        <p:spPr>
          <a:xfrm>
            <a:off x="19805904" y="10835640"/>
            <a:ext cx="621793" cy="457201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39" name="TextBox 341"/>
          <p:cNvSpPr txBox="1"/>
          <p:nvPr/>
        </p:nvSpPr>
        <p:spPr>
          <a:xfrm>
            <a:off x="19972845" y="10908792"/>
            <a:ext cx="28791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1240" name="TextBox 342"/>
          <p:cNvSpPr txBox="1"/>
          <p:nvPr/>
        </p:nvSpPr>
        <p:spPr>
          <a:xfrm>
            <a:off x="19983356" y="11068811"/>
            <a:ext cx="266888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r142</a:t>
            </a:r>
          </a:p>
        </p:txBody>
      </p:sp>
      <p:sp>
        <p:nvSpPr>
          <p:cNvPr id="1241" name="Rectangle 343"/>
          <p:cNvSpPr/>
          <p:nvPr/>
        </p:nvSpPr>
        <p:spPr>
          <a:xfrm>
            <a:off x="20491704" y="10835640"/>
            <a:ext cx="621793" cy="457201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42" name="TextBox 344"/>
          <p:cNvSpPr txBox="1"/>
          <p:nvPr/>
        </p:nvSpPr>
        <p:spPr>
          <a:xfrm>
            <a:off x="20658645" y="10908792"/>
            <a:ext cx="28791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1243" name="TextBox 345"/>
          <p:cNvSpPr txBox="1"/>
          <p:nvPr/>
        </p:nvSpPr>
        <p:spPr>
          <a:xfrm>
            <a:off x="20669156" y="11068811"/>
            <a:ext cx="266888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r143</a:t>
            </a:r>
          </a:p>
        </p:txBody>
      </p:sp>
      <p:sp>
        <p:nvSpPr>
          <p:cNvPr id="1244" name="Connector 346"/>
          <p:cNvSpPr/>
          <p:nvPr/>
        </p:nvSpPr>
        <p:spPr>
          <a:xfrm flipH="1" flipV="1">
            <a:off x="859536" y="9326880"/>
            <a:ext cx="512064" cy="1481329"/>
          </a:xfrm>
          <a:prstGeom prst="line">
            <a:avLst/>
          </a:prstGeom>
          <a:ln w="27432">
            <a:solidFill>
              <a:srgbClr val="D64B2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5" name="Connector 347"/>
          <p:cNvSpPr/>
          <p:nvPr/>
        </p:nvSpPr>
        <p:spPr>
          <a:xfrm flipV="1">
            <a:off x="1371600" y="9326880"/>
            <a:ext cx="27433" cy="1481329"/>
          </a:xfrm>
          <a:prstGeom prst="line">
            <a:avLst/>
          </a:prstGeom>
          <a:ln w="27432">
            <a:solidFill>
              <a:srgbClr val="D64B2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6" name="Connector 348"/>
          <p:cNvSpPr/>
          <p:nvPr/>
        </p:nvSpPr>
        <p:spPr>
          <a:xfrm flipV="1">
            <a:off x="1371600" y="9326880"/>
            <a:ext cx="566929" cy="1481329"/>
          </a:xfrm>
          <a:prstGeom prst="line">
            <a:avLst/>
          </a:prstGeom>
          <a:ln w="27432">
            <a:solidFill>
              <a:srgbClr val="D64B2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7" name="Connector 349"/>
          <p:cNvSpPr/>
          <p:nvPr/>
        </p:nvSpPr>
        <p:spPr>
          <a:xfrm flipV="1">
            <a:off x="1371599" y="9326880"/>
            <a:ext cx="1106425" cy="1481329"/>
          </a:xfrm>
          <a:prstGeom prst="line">
            <a:avLst/>
          </a:prstGeom>
          <a:ln w="27432">
            <a:solidFill>
              <a:srgbClr val="D64B2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8" name="Connector 350"/>
          <p:cNvSpPr/>
          <p:nvPr/>
        </p:nvSpPr>
        <p:spPr>
          <a:xfrm flipV="1">
            <a:off x="1371599" y="9326880"/>
            <a:ext cx="1645921" cy="1481329"/>
          </a:xfrm>
          <a:prstGeom prst="line">
            <a:avLst/>
          </a:prstGeom>
          <a:ln w="27432">
            <a:solidFill>
              <a:srgbClr val="D64B2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9" name="Connector 351"/>
          <p:cNvSpPr/>
          <p:nvPr/>
        </p:nvSpPr>
        <p:spPr>
          <a:xfrm flipV="1">
            <a:off x="1371599" y="9326880"/>
            <a:ext cx="2185418" cy="1481329"/>
          </a:xfrm>
          <a:prstGeom prst="line">
            <a:avLst/>
          </a:prstGeom>
          <a:ln w="27432">
            <a:solidFill>
              <a:srgbClr val="D64B2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0" name="Connector 352"/>
          <p:cNvSpPr/>
          <p:nvPr/>
        </p:nvSpPr>
        <p:spPr>
          <a:xfrm flipV="1">
            <a:off x="1371599" y="9326880"/>
            <a:ext cx="2724913" cy="1481329"/>
          </a:xfrm>
          <a:prstGeom prst="line">
            <a:avLst/>
          </a:prstGeom>
          <a:ln w="27432">
            <a:solidFill>
              <a:srgbClr val="D64B2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1" name="Connector 353"/>
          <p:cNvSpPr/>
          <p:nvPr/>
        </p:nvSpPr>
        <p:spPr>
          <a:xfrm flipV="1">
            <a:off x="1371599" y="9326880"/>
            <a:ext cx="3264409" cy="1481329"/>
          </a:xfrm>
          <a:prstGeom prst="line">
            <a:avLst/>
          </a:prstGeom>
          <a:ln w="27432">
            <a:solidFill>
              <a:srgbClr val="D64B2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2" name="Connector 354"/>
          <p:cNvSpPr/>
          <p:nvPr/>
        </p:nvSpPr>
        <p:spPr>
          <a:xfrm flipV="1">
            <a:off x="1371599" y="9326880"/>
            <a:ext cx="3803905" cy="1481329"/>
          </a:xfrm>
          <a:prstGeom prst="line">
            <a:avLst/>
          </a:prstGeom>
          <a:ln w="27432">
            <a:solidFill>
              <a:srgbClr val="D64B2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3" name="Connector 355"/>
          <p:cNvSpPr/>
          <p:nvPr/>
        </p:nvSpPr>
        <p:spPr>
          <a:xfrm flipV="1">
            <a:off x="1371600" y="9326880"/>
            <a:ext cx="4343400" cy="1481329"/>
          </a:xfrm>
          <a:prstGeom prst="line">
            <a:avLst/>
          </a:prstGeom>
          <a:ln w="27432">
            <a:solidFill>
              <a:srgbClr val="D64B2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4" name="Connector 356"/>
          <p:cNvSpPr/>
          <p:nvPr/>
        </p:nvSpPr>
        <p:spPr>
          <a:xfrm flipV="1">
            <a:off x="1371599" y="9326880"/>
            <a:ext cx="4882898" cy="1481329"/>
          </a:xfrm>
          <a:prstGeom prst="line">
            <a:avLst/>
          </a:prstGeom>
          <a:ln w="27432">
            <a:solidFill>
              <a:srgbClr val="D64B2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5" name="Connector 357"/>
          <p:cNvSpPr/>
          <p:nvPr/>
        </p:nvSpPr>
        <p:spPr>
          <a:xfrm flipV="1">
            <a:off x="1371600" y="9326880"/>
            <a:ext cx="5422393" cy="1481329"/>
          </a:xfrm>
          <a:prstGeom prst="line">
            <a:avLst/>
          </a:prstGeom>
          <a:ln w="27432">
            <a:solidFill>
              <a:srgbClr val="D64B2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6" name="Connector 358"/>
          <p:cNvSpPr/>
          <p:nvPr/>
        </p:nvSpPr>
        <p:spPr>
          <a:xfrm flipV="1">
            <a:off x="1371599" y="9326880"/>
            <a:ext cx="5961890" cy="1481329"/>
          </a:xfrm>
          <a:prstGeom prst="line">
            <a:avLst/>
          </a:prstGeom>
          <a:ln w="27432">
            <a:solidFill>
              <a:srgbClr val="D64B2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7" name="Connector 359"/>
          <p:cNvSpPr/>
          <p:nvPr/>
        </p:nvSpPr>
        <p:spPr>
          <a:xfrm flipV="1">
            <a:off x="1371599" y="9326880"/>
            <a:ext cx="6501385" cy="1481329"/>
          </a:xfrm>
          <a:prstGeom prst="line">
            <a:avLst/>
          </a:prstGeom>
          <a:ln w="27432">
            <a:solidFill>
              <a:srgbClr val="D64B2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8" name="Connector 360"/>
          <p:cNvSpPr/>
          <p:nvPr/>
        </p:nvSpPr>
        <p:spPr>
          <a:xfrm flipV="1">
            <a:off x="1371599" y="9326880"/>
            <a:ext cx="7040881" cy="1481329"/>
          </a:xfrm>
          <a:prstGeom prst="line">
            <a:avLst/>
          </a:prstGeom>
          <a:ln w="27432">
            <a:solidFill>
              <a:srgbClr val="D64B2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9" name="Connector 361"/>
          <p:cNvSpPr/>
          <p:nvPr/>
        </p:nvSpPr>
        <p:spPr>
          <a:xfrm flipV="1">
            <a:off x="1371599" y="9326880"/>
            <a:ext cx="7580378" cy="1481329"/>
          </a:xfrm>
          <a:prstGeom prst="line">
            <a:avLst/>
          </a:prstGeom>
          <a:ln w="27432">
            <a:solidFill>
              <a:srgbClr val="D64B2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0" name="Connector 362"/>
          <p:cNvSpPr/>
          <p:nvPr/>
        </p:nvSpPr>
        <p:spPr>
          <a:xfrm flipV="1">
            <a:off x="1371600" y="9326880"/>
            <a:ext cx="8119873" cy="1481329"/>
          </a:xfrm>
          <a:prstGeom prst="line">
            <a:avLst/>
          </a:prstGeom>
          <a:ln w="27432">
            <a:solidFill>
              <a:srgbClr val="D64B2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1" name="Connector 363"/>
          <p:cNvSpPr/>
          <p:nvPr/>
        </p:nvSpPr>
        <p:spPr>
          <a:xfrm flipV="1">
            <a:off x="1371599" y="9326880"/>
            <a:ext cx="8659370" cy="1481329"/>
          </a:xfrm>
          <a:prstGeom prst="line">
            <a:avLst/>
          </a:prstGeom>
          <a:ln w="27432">
            <a:solidFill>
              <a:srgbClr val="D64B2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2" name="Connector 364"/>
          <p:cNvSpPr/>
          <p:nvPr/>
        </p:nvSpPr>
        <p:spPr>
          <a:xfrm flipH="1" flipV="1">
            <a:off x="182879" y="10149839"/>
            <a:ext cx="1188721" cy="658369"/>
          </a:xfrm>
          <a:prstGeom prst="line">
            <a:avLst/>
          </a:prstGeom>
          <a:ln w="36576">
            <a:solidFill>
              <a:srgbClr val="267AC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3" name="Connector 365"/>
          <p:cNvSpPr/>
          <p:nvPr/>
        </p:nvSpPr>
        <p:spPr>
          <a:xfrm flipV="1">
            <a:off x="182880" y="5943600"/>
            <a:ext cx="1" cy="4206241"/>
          </a:xfrm>
          <a:prstGeom prst="line">
            <a:avLst/>
          </a:prstGeom>
          <a:ln w="36576">
            <a:solidFill>
              <a:srgbClr val="267AC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4" name="Connector 366"/>
          <p:cNvSpPr/>
          <p:nvPr/>
        </p:nvSpPr>
        <p:spPr>
          <a:xfrm flipV="1">
            <a:off x="182879" y="5532120"/>
            <a:ext cx="1600202" cy="411481"/>
          </a:xfrm>
          <a:prstGeom prst="line">
            <a:avLst/>
          </a:prstGeom>
          <a:ln w="36576">
            <a:solidFill>
              <a:srgbClr val="267AC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5" name="Rectangle 367"/>
          <p:cNvSpPr/>
          <p:nvPr/>
        </p:nvSpPr>
        <p:spPr>
          <a:xfrm>
            <a:off x="36576" y="7680959"/>
            <a:ext cx="1005839" cy="658369"/>
          </a:xfrm>
          <a:prstGeom prst="rect">
            <a:avLst/>
          </a:prstGeom>
          <a:solidFill>
            <a:srgbClr val="E7EFFB"/>
          </a:solidFill>
          <a:ln w="18288">
            <a:solidFill>
              <a:srgbClr val="267AC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66" name="TextBox 368"/>
          <p:cNvSpPr txBox="1"/>
          <p:nvPr/>
        </p:nvSpPr>
        <p:spPr>
          <a:xfrm>
            <a:off x="359537" y="7754111"/>
            <a:ext cx="359917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CX-7</a:t>
            </a:r>
          </a:p>
        </p:txBody>
      </p:sp>
      <p:sp>
        <p:nvSpPr>
          <p:cNvPr id="1267" name="TextBox 369"/>
          <p:cNvSpPr txBox="1"/>
          <p:nvPr/>
        </p:nvSpPr>
        <p:spPr>
          <a:xfrm>
            <a:off x="346738" y="7959852"/>
            <a:ext cx="385515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400G</a:t>
            </a:r>
          </a:p>
        </p:txBody>
      </p:sp>
      <p:sp>
        <p:nvSpPr>
          <p:cNvPr id="1268" name="Rectangle 370"/>
          <p:cNvSpPr/>
          <p:nvPr/>
        </p:nvSpPr>
        <p:spPr>
          <a:xfrm>
            <a:off x="1060703" y="10835640"/>
            <a:ext cx="621793" cy="457201"/>
          </a:xfrm>
          <a:prstGeom prst="rect">
            <a:avLst/>
          </a:prstGeom>
          <a:solidFill>
            <a:srgbClr val="FFE5D8"/>
          </a:solidFill>
          <a:ln w="18288">
            <a:solidFill>
              <a:srgbClr val="D64B2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69" name="TextBox 371"/>
          <p:cNvSpPr txBox="1"/>
          <p:nvPr/>
        </p:nvSpPr>
        <p:spPr>
          <a:xfrm>
            <a:off x="1227645" y="10908792"/>
            <a:ext cx="28791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1270" name="TextBox 372"/>
          <p:cNvSpPr txBox="1"/>
          <p:nvPr/>
        </p:nvSpPr>
        <p:spPr>
          <a:xfrm>
            <a:off x="1308100" y="11068811"/>
            <a:ext cx="1270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r0</a:t>
            </a:r>
          </a:p>
        </p:txBody>
      </p:sp>
      <p:sp>
        <p:nvSpPr>
          <p:cNvPr id="1271" name="TextBox 373"/>
          <p:cNvSpPr txBox="1"/>
          <p:nvPr/>
        </p:nvSpPr>
        <p:spPr>
          <a:xfrm>
            <a:off x="4058150" y="11841480"/>
            <a:ext cx="349658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D64B28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r0: 18 NVLink connections, each 50 GB/s</a:t>
            </a:r>
          </a:p>
        </p:txBody>
      </p:sp>
      <p:sp>
        <p:nvSpPr>
          <p:cNvPr id="1272" name="TextBox 374"/>
          <p:cNvSpPr txBox="1"/>
          <p:nvPr/>
        </p:nvSpPr>
        <p:spPr>
          <a:xfrm>
            <a:off x="14224328" y="11841480"/>
            <a:ext cx="4195423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All other GPUs have the same connection pattern</a:t>
            </a:r>
          </a:p>
        </p:txBody>
      </p:sp>
      <p:sp>
        <p:nvSpPr>
          <p:cNvPr id="1273" name="Rectangle 375"/>
          <p:cNvSpPr/>
          <p:nvPr/>
        </p:nvSpPr>
        <p:spPr>
          <a:xfrm>
            <a:off x="731519" y="6391655"/>
            <a:ext cx="20482562" cy="329185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4" name="TextBox 376"/>
          <p:cNvSpPr txBox="1"/>
          <p:nvPr/>
        </p:nvSpPr>
        <p:spPr>
          <a:xfrm>
            <a:off x="6315521" y="6446520"/>
            <a:ext cx="9314558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6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All Leaves connect to all 9 shared Spines. Each Leaf-Spine pair: 2 x 400 Gb/s = 100 GB/s per direction.</a:t>
            </a:r>
          </a:p>
        </p:txBody>
      </p:sp>
      <p:sp>
        <p:nvSpPr>
          <p:cNvPr id="1275" name="TextBox 377"/>
          <p:cNvSpPr txBox="1"/>
          <p:nvPr/>
        </p:nvSpPr>
        <p:spPr>
          <a:xfrm>
            <a:off x="548639" y="12161519"/>
            <a:ext cx="9479472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Highlighted r0: orange = 18 NVLinks; blue = 1 NIC/Leaf uplink. Other GPU connections omitted on this overview.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TextBox 1"/>
          <p:cNvSpPr txBox="1"/>
          <p:nvPr/>
        </p:nvSpPr>
        <p:spPr>
          <a:xfrm>
            <a:off x="548639" y="228600"/>
            <a:ext cx="9677798" cy="431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8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Inside Rack 0: all 72 GPUs connect to all 18 NVSwitch ASICs</a:t>
            </a:r>
          </a:p>
        </p:txBody>
      </p:sp>
      <p:sp>
        <p:nvSpPr>
          <p:cNvPr id="1278" name="TextBox 2"/>
          <p:cNvSpPr txBox="1"/>
          <p:nvPr/>
        </p:nvSpPr>
        <p:spPr>
          <a:xfrm>
            <a:off x="548639" y="868680"/>
            <a:ext cx="8927537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18 compute trays x 4 GPUs. 9 NVLink switch trays x 2 ASICs. Every GPU-ASIC link is drawn.</a:t>
            </a:r>
          </a:p>
        </p:txBody>
      </p:sp>
      <p:sp>
        <p:nvSpPr>
          <p:cNvPr id="1279" name="Connector 3"/>
          <p:cNvSpPr/>
          <p:nvPr/>
        </p:nvSpPr>
        <p:spPr>
          <a:xfrm flipH="1">
            <a:off x="868680" y="3154680"/>
            <a:ext cx="100584" cy="4480560"/>
          </a:xfrm>
          <a:prstGeom prst="line">
            <a:avLst/>
          </a:prstGeom>
          <a:ln w="27432">
            <a:solidFill>
              <a:srgbClr val="D64B2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0" name="Connector 4"/>
          <p:cNvSpPr/>
          <p:nvPr/>
        </p:nvSpPr>
        <p:spPr>
          <a:xfrm>
            <a:off x="969263" y="3154680"/>
            <a:ext cx="704090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1" name="Connector 5"/>
          <p:cNvSpPr/>
          <p:nvPr/>
        </p:nvSpPr>
        <p:spPr>
          <a:xfrm>
            <a:off x="969263" y="3154680"/>
            <a:ext cx="1508762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2" name="Connector 6"/>
          <p:cNvSpPr/>
          <p:nvPr/>
        </p:nvSpPr>
        <p:spPr>
          <a:xfrm>
            <a:off x="969264" y="3154679"/>
            <a:ext cx="2313432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3" name="Connector 7"/>
          <p:cNvSpPr/>
          <p:nvPr/>
        </p:nvSpPr>
        <p:spPr>
          <a:xfrm>
            <a:off x="969264" y="3154679"/>
            <a:ext cx="3465577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4" name="Connector 8"/>
          <p:cNvSpPr/>
          <p:nvPr/>
        </p:nvSpPr>
        <p:spPr>
          <a:xfrm>
            <a:off x="969263" y="3154680"/>
            <a:ext cx="4270250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5" name="Connector 9"/>
          <p:cNvSpPr/>
          <p:nvPr/>
        </p:nvSpPr>
        <p:spPr>
          <a:xfrm>
            <a:off x="969264" y="3154679"/>
            <a:ext cx="5074921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6" name="Connector 10"/>
          <p:cNvSpPr/>
          <p:nvPr/>
        </p:nvSpPr>
        <p:spPr>
          <a:xfrm>
            <a:off x="969264" y="3154679"/>
            <a:ext cx="5879592" cy="44805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7" name="Connector 11"/>
          <p:cNvSpPr/>
          <p:nvPr/>
        </p:nvSpPr>
        <p:spPr>
          <a:xfrm>
            <a:off x="969263" y="3154680"/>
            <a:ext cx="7031738" cy="4480559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8" name="Connector 12"/>
          <p:cNvSpPr/>
          <p:nvPr/>
        </p:nvSpPr>
        <p:spPr>
          <a:xfrm>
            <a:off x="969263" y="3154680"/>
            <a:ext cx="7836409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9" name="Connector 13"/>
          <p:cNvSpPr/>
          <p:nvPr/>
        </p:nvSpPr>
        <p:spPr>
          <a:xfrm>
            <a:off x="969263" y="3154680"/>
            <a:ext cx="8641082" cy="4480559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0" name="Connector 14"/>
          <p:cNvSpPr/>
          <p:nvPr/>
        </p:nvSpPr>
        <p:spPr>
          <a:xfrm>
            <a:off x="969264" y="3154679"/>
            <a:ext cx="9445753" cy="44805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1" name="Connector 15"/>
          <p:cNvSpPr/>
          <p:nvPr/>
        </p:nvSpPr>
        <p:spPr>
          <a:xfrm>
            <a:off x="969263" y="3154680"/>
            <a:ext cx="10597898" cy="4480559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2" name="Connector 16"/>
          <p:cNvSpPr/>
          <p:nvPr/>
        </p:nvSpPr>
        <p:spPr>
          <a:xfrm>
            <a:off x="969263" y="3154680"/>
            <a:ext cx="11402570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3" name="Connector 17"/>
          <p:cNvSpPr/>
          <p:nvPr/>
        </p:nvSpPr>
        <p:spPr>
          <a:xfrm>
            <a:off x="969263" y="3154680"/>
            <a:ext cx="12207242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4" name="Connector 18"/>
          <p:cNvSpPr/>
          <p:nvPr/>
        </p:nvSpPr>
        <p:spPr>
          <a:xfrm>
            <a:off x="969264" y="3154678"/>
            <a:ext cx="13011914" cy="4480564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5" name="Connector 19"/>
          <p:cNvSpPr/>
          <p:nvPr/>
        </p:nvSpPr>
        <p:spPr>
          <a:xfrm>
            <a:off x="969264" y="3154679"/>
            <a:ext cx="14164056" cy="44805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6" name="Connector 20"/>
          <p:cNvSpPr/>
          <p:nvPr/>
        </p:nvSpPr>
        <p:spPr>
          <a:xfrm>
            <a:off x="969263" y="3154680"/>
            <a:ext cx="14968730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7" name="Connector 21"/>
          <p:cNvSpPr/>
          <p:nvPr/>
        </p:nvSpPr>
        <p:spPr>
          <a:xfrm>
            <a:off x="969264" y="3154677"/>
            <a:ext cx="15773398" cy="4480565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8" name="Connector 22"/>
          <p:cNvSpPr/>
          <p:nvPr/>
        </p:nvSpPr>
        <p:spPr>
          <a:xfrm>
            <a:off x="969263" y="3154681"/>
            <a:ext cx="16578074" cy="4480557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9" name="Connector 23"/>
          <p:cNvSpPr/>
          <p:nvPr/>
        </p:nvSpPr>
        <p:spPr>
          <a:xfrm>
            <a:off x="969265" y="3154679"/>
            <a:ext cx="17730215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0" name="Connector 24"/>
          <p:cNvSpPr/>
          <p:nvPr/>
        </p:nvSpPr>
        <p:spPr>
          <a:xfrm>
            <a:off x="969264" y="3154678"/>
            <a:ext cx="18534887" cy="4480563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1" name="Connector 25"/>
          <p:cNvSpPr/>
          <p:nvPr/>
        </p:nvSpPr>
        <p:spPr>
          <a:xfrm>
            <a:off x="969263" y="3154680"/>
            <a:ext cx="19339561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2" name="Connector 26"/>
          <p:cNvSpPr/>
          <p:nvPr/>
        </p:nvSpPr>
        <p:spPr>
          <a:xfrm>
            <a:off x="969263" y="3154679"/>
            <a:ext cx="20144234" cy="44805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3" name="Connector 27"/>
          <p:cNvSpPr/>
          <p:nvPr/>
        </p:nvSpPr>
        <p:spPr>
          <a:xfrm flipH="1">
            <a:off x="868680" y="3154679"/>
            <a:ext cx="100584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4" name="Connector 28"/>
          <p:cNvSpPr/>
          <p:nvPr/>
        </p:nvSpPr>
        <p:spPr>
          <a:xfrm>
            <a:off x="969264" y="3154679"/>
            <a:ext cx="704088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5" name="Connector 29"/>
          <p:cNvSpPr/>
          <p:nvPr/>
        </p:nvSpPr>
        <p:spPr>
          <a:xfrm>
            <a:off x="969263" y="3154679"/>
            <a:ext cx="1508762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6" name="Connector 30"/>
          <p:cNvSpPr/>
          <p:nvPr/>
        </p:nvSpPr>
        <p:spPr>
          <a:xfrm>
            <a:off x="969263" y="3154679"/>
            <a:ext cx="2313434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7" name="Connector 31"/>
          <p:cNvSpPr/>
          <p:nvPr/>
        </p:nvSpPr>
        <p:spPr>
          <a:xfrm>
            <a:off x="969263" y="3154680"/>
            <a:ext cx="3465578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8" name="Connector 32"/>
          <p:cNvSpPr/>
          <p:nvPr/>
        </p:nvSpPr>
        <p:spPr>
          <a:xfrm>
            <a:off x="969263" y="3154680"/>
            <a:ext cx="4270250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9" name="Connector 33"/>
          <p:cNvSpPr/>
          <p:nvPr/>
        </p:nvSpPr>
        <p:spPr>
          <a:xfrm>
            <a:off x="969263" y="3154680"/>
            <a:ext cx="5074922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0" name="Connector 34"/>
          <p:cNvSpPr/>
          <p:nvPr/>
        </p:nvSpPr>
        <p:spPr>
          <a:xfrm>
            <a:off x="969263" y="3154680"/>
            <a:ext cx="5879594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1" name="Connector 35"/>
          <p:cNvSpPr/>
          <p:nvPr/>
        </p:nvSpPr>
        <p:spPr>
          <a:xfrm>
            <a:off x="969264" y="3154679"/>
            <a:ext cx="7031736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2" name="Connector 36"/>
          <p:cNvSpPr/>
          <p:nvPr/>
        </p:nvSpPr>
        <p:spPr>
          <a:xfrm>
            <a:off x="969263" y="3154680"/>
            <a:ext cx="7836409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3" name="Connector 37"/>
          <p:cNvSpPr/>
          <p:nvPr/>
        </p:nvSpPr>
        <p:spPr>
          <a:xfrm>
            <a:off x="969263" y="3154680"/>
            <a:ext cx="8641082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4" name="Connector 38"/>
          <p:cNvSpPr/>
          <p:nvPr/>
        </p:nvSpPr>
        <p:spPr>
          <a:xfrm>
            <a:off x="969264" y="3154678"/>
            <a:ext cx="9445752" cy="6080763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5" name="Connector 39"/>
          <p:cNvSpPr/>
          <p:nvPr/>
        </p:nvSpPr>
        <p:spPr>
          <a:xfrm>
            <a:off x="969262" y="3154681"/>
            <a:ext cx="10597899" cy="6080758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6" name="Connector 40"/>
          <p:cNvSpPr/>
          <p:nvPr/>
        </p:nvSpPr>
        <p:spPr>
          <a:xfrm>
            <a:off x="969263" y="3154680"/>
            <a:ext cx="11402570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7" name="Connector 41"/>
          <p:cNvSpPr/>
          <p:nvPr/>
        </p:nvSpPr>
        <p:spPr>
          <a:xfrm>
            <a:off x="969264" y="3154679"/>
            <a:ext cx="12207240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8" name="Connector 42"/>
          <p:cNvSpPr/>
          <p:nvPr/>
        </p:nvSpPr>
        <p:spPr>
          <a:xfrm>
            <a:off x="969263" y="3154681"/>
            <a:ext cx="13011916" cy="6080758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9" name="Connector 43"/>
          <p:cNvSpPr/>
          <p:nvPr/>
        </p:nvSpPr>
        <p:spPr>
          <a:xfrm>
            <a:off x="969263" y="3154681"/>
            <a:ext cx="14164058" cy="6080758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0" name="Connector 44"/>
          <p:cNvSpPr/>
          <p:nvPr/>
        </p:nvSpPr>
        <p:spPr>
          <a:xfrm>
            <a:off x="969264" y="3154678"/>
            <a:ext cx="14968728" cy="6080764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1" name="Connector 45"/>
          <p:cNvSpPr/>
          <p:nvPr/>
        </p:nvSpPr>
        <p:spPr>
          <a:xfrm>
            <a:off x="969263" y="3154681"/>
            <a:ext cx="15773401" cy="6080757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2" name="Connector 46"/>
          <p:cNvSpPr/>
          <p:nvPr/>
        </p:nvSpPr>
        <p:spPr>
          <a:xfrm>
            <a:off x="969263" y="3154681"/>
            <a:ext cx="16578075" cy="6080758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3" name="Connector 47"/>
          <p:cNvSpPr/>
          <p:nvPr/>
        </p:nvSpPr>
        <p:spPr>
          <a:xfrm>
            <a:off x="969264" y="3154680"/>
            <a:ext cx="17730216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4" name="Connector 48"/>
          <p:cNvSpPr/>
          <p:nvPr/>
        </p:nvSpPr>
        <p:spPr>
          <a:xfrm>
            <a:off x="969264" y="3154678"/>
            <a:ext cx="18534887" cy="6080764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5" name="Connector 49"/>
          <p:cNvSpPr/>
          <p:nvPr/>
        </p:nvSpPr>
        <p:spPr>
          <a:xfrm>
            <a:off x="969263" y="3154681"/>
            <a:ext cx="19339561" cy="6080758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6" name="Connector 50"/>
          <p:cNvSpPr/>
          <p:nvPr/>
        </p:nvSpPr>
        <p:spPr>
          <a:xfrm>
            <a:off x="969264" y="3154678"/>
            <a:ext cx="20144232" cy="6080763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7" name="Connector 51"/>
          <p:cNvSpPr/>
          <p:nvPr/>
        </p:nvSpPr>
        <p:spPr>
          <a:xfrm flipH="1">
            <a:off x="868681" y="3154679"/>
            <a:ext cx="100583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8" name="Connector 52"/>
          <p:cNvSpPr/>
          <p:nvPr/>
        </p:nvSpPr>
        <p:spPr>
          <a:xfrm>
            <a:off x="969263" y="3154679"/>
            <a:ext cx="704090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9" name="Connector 53"/>
          <p:cNvSpPr/>
          <p:nvPr/>
        </p:nvSpPr>
        <p:spPr>
          <a:xfrm>
            <a:off x="969264" y="3154679"/>
            <a:ext cx="1508760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0" name="Connector 54"/>
          <p:cNvSpPr/>
          <p:nvPr/>
        </p:nvSpPr>
        <p:spPr>
          <a:xfrm>
            <a:off x="969263" y="3154679"/>
            <a:ext cx="2313434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1" name="Connector 55"/>
          <p:cNvSpPr/>
          <p:nvPr/>
        </p:nvSpPr>
        <p:spPr>
          <a:xfrm>
            <a:off x="969263" y="3154679"/>
            <a:ext cx="3465579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2" name="Connector 56"/>
          <p:cNvSpPr/>
          <p:nvPr/>
        </p:nvSpPr>
        <p:spPr>
          <a:xfrm>
            <a:off x="969265" y="3154679"/>
            <a:ext cx="4270247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3" name="Connector 57"/>
          <p:cNvSpPr/>
          <p:nvPr/>
        </p:nvSpPr>
        <p:spPr>
          <a:xfrm>
            <a:off x="969264" y="3154679"/>
            <a:ext cx="5074921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4" name="Connector 58"/>
          <p:cNvSpPr/>
          <p:nvPr/>
        </p:nvSpPr>
        <p:spPr>
          <a:xfrm>
            <a:off x="969263" y="3154679"/>
            <a:ext cx="5879594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5" name="Connector 59"/>
          <p:cNvSpPr/>
          <p:nvPr/>
        </p:nvSpPr>
        <p:spPr>
          <a:xfrm>
            <a:off x="969264" y="3154679"/>
            <a:ext cx="7031737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6" name="Connector 60"/>
          <p:cNvSpPr/>
          <p:nvPr/>
        </p:nvSpPr>
        <p:spPr>
          <a:xfrm>
            <a:off x="969264" y="3154679"/>
            <a:ext cx="7836407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7" name="Connector 61"/>
          <p:cNvSpPr/>
          <p:nvPr/>
        </p:nvSpPr>
        <p:spPr>
          <a:xfrm>
            <a:off x="969264" y="3154679"/>
            <a:ext cx="8641080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8" name="Connector 62"/>
          <p:cNvSpPr/>
          <p:nvPr/>
        </p:nvSpPr>
        <p:spPr>
          <a:xfrm>
            <a:off x="969263" y="3154679"/>
            <a:ext cx="9445754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9" name="Connector 63"/>
          <p:cNvSpPr/>
          <p:nvPr/>
        </p:nvSpPr>
        <p:spPr>
          <a:xfrm>
            <a:off x="969263" y="3154680"/>
            <a:ext cx="10597897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0" name="Connector 64"/>
          <p:cNvSpPr/>
          <p:nvPr/>
        </p:nvSpPr>
        <p:spPr>
          <a:xfrm>
            <a:off x="969264" y="3154678"/>
            <a:ext cx="11402568" cy="7680963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1" name="Connector 65"/>
          <p:cNvSpPr/>
          <p:nvPr/>
        </p:nvSpPr>
        <p:spPr>
          <a:xfrm>
            <a:off x="969263" y="3154680"/>
            <a:ext cx="12207242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2" name="Connector 66"/>
          <p:cNvSpPr/>
          <p:nvPr/>
        </p:nvSpPr>
        <p:spPr>
          <a:xfrm>
            <a:off x="969263" y="3154680"/>
            <a:ext cx="13011916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3" name="Connector 67"/>
          <p:cNvSpPr/>
          <p:nvPr/>
        </p:nvSpPr>
        <p:spPr>
          <a:xfrm>
            <a:off x="969264" y="3154678"/>
            <a:ext cx="14164057" cy="7680964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4" name="Connector 68"/>
          <p:cNvSpPr/>
          <p:nvPr/>
        </p:nvSpPr>
        <p:spPr>
          <a:xfrm>
            <a:off x="969263" y="3154681"/>
            <a:ext cx="14968731" cy="7680958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5" name="Connector 69"/>
          <p:cNvSpPr/>
          <p:nvPr/>
        </p:nvSpPr>
        <p:spPr>
          <a:xfrm>
            <a:off x="969264" y="3154678"/>
            <a:ext cx="15773398" cy="7680964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6" name="Connector 70"/>
          <p:cNvSpPr/>
          <p:nvPr/>
        </p:nvSpPr>
        <p:spPr>
          <a:xfrm>
            <a:off x="969263" y="3154679"/>
            <a:ext cx="16578075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7" name="Connector 71"/>
          <p:cNvSpPr/>
          <p:nvPr/>
        </p:nvSpPr>
        <p:spPr>
          <a:xfrm>
            <a:off x="969264" y="3154680"/>
            <a:ext cx="17730217" cy="7680959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8" name="Connector 72"/>
          <p:cNvSpPr/>
          <p:nvPr/>
        </p:nvSpPr>
        <p:spPr>
          <a:xfrm>
            <a:off x="969265" y="3154678"/>
            <a:ext cx="18534885" cy="7680964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9" name="Connector 73"/>
          <p:cNvSpPr/>
          <p:nvPr/>
        </p:nvSpPr>
        <p:spPr>
          <a:xfrm>
            <a:off x="969264" y="3154677"/>
            <a:ext cx="19339560" cy="7680966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0" name="Connector 74"/>
          <p:cNvSpPr/>
          <p:nvPr/>
        </p:nvSpPr>
        <p:spPr>
          <a:xfrm>
            <a:off x="969264" y="3154679"/>
            <a:ext cx="20144232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1" name="Connector 75"/>
          <p:cNvSpPr/>
          <p:nvPr/>
        </p:nvSpPr>
        <p:spPr>
          <a:xfrm flipH="1">
            <a:off x="868679" y="3154680"/>
            <a:ext cx="1271018" cy="4480560"/>
          </a:xfrm>
          <a:prstGeom prst="line">
            <a:avLst/>
          </a:prstGeom>
          <a:ln w="27432">
            <a:solidFill>
              <a:srgbClr val="D64B2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2" name="Connector 76"/>
          <p:cNvSpPr/>
          <p:nvPr/>
        </p:nvSpPr>
        <p:spPr>
          <a:xfrm flipH="1">
            <a:off x="1673351" y="3154680"/>
            <a:ext cx="466345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3" name="Connector 77"/>
          <p:cNvSpPr/>
          <p:nvPr/>
        </p:nvSpPr>
        <p:spPr>
          <a:xfrm>
            <a:off x="2139696" y="3154679"/>
            <a:ext cx="338328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4" name="Connector 78"/>
          <p:cNvSpPr/>
          <p:nvPr/>
        </p:nvSpPr>
        <p:spPr>
          <a:xfrm>
            <a:off x="2139696" y="3154680"/>
            <a:ext cx="1143000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5" name="Connector 79"/>
          <p:cNvSpPr/>
          <p:nvPr/>
        </p:nvSpPr>
        <p:spPr>
          <a:xfrm>
            <a:off x="2139695" y="3154680"/>
            <a:ext cx="2295145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6" name="Connector 80"/>
          <p:cNvSpPr/>
          <p:nvPr/>
        </p:nvSpPr>
        <p:spPr>
          <a:xfrm>
            <a:off x="2139695" y="3154680"/>
            <a:ext cx="3099817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7" name="Connector 81"/>
          <p:cNvSpPr/>
          <p:nvPr/>
        </p:nvSpPr>
        <p:spPr>
          <a:xfrm>
            <a:off x="2139696" y="3154679"/>
            <a:ext cx="3904488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8" name="Connector 82"/>
          <p:cNvSpPr/>
          <p:nvPr/>
        </p:nvSpPr>
        <p:spPr>
          <a:xfrm>
            <a:off x="2139695" y="3154680"/>
            <a:ext cx="4709162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9" name="Connector 83"/>
          <p:cNvSpPr/>
          <p:nvPr/>
        </p:nvSpPr>
        <p:spPr>
          <a:xfrm>
            <a:off x="2139695" y="3154680"/>
            <a:ext cx="5861306" cy="4480559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0" name="Connector 84"/>
          <p:cNvSpPr/>
          <p:nvPr/>
        </p:nvSpPr>
        <p:spPr>
          <a:xfrm>
            <a:off x="2139696" y="3154679"/>
            <a:ext cx="6665976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1" name="Connector 85"/>
          <p:cNvSpPr/>
          <p:nvPr/>
        </p:nvSpPr>
        <p:spPr>
          <a:xfrm>
            <a:off x="2139695" y="3154680"/>
            <a:ext cx="7470650" cy="4480559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2" name="Connector 86"/>
          <p:cNvSpPr/>
          <p:nvPr/>
        </p:nvSpPr>
        <p:spPr>
          <a:xfrm>
            <a:off x="2139696" y="3154679"/>
            <a:ext cx="8275319" cy="44805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3" name="Connector 87"/>
          <p:cNvSpPr/>
          <p:nvPr/>
        </p:nvSpPr>
        <p:spPr>
          <a:xfrm>
            <a:off x="2139696" y="3154679"/>
            <a:ext cx="9427464" cy="44805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4" name="Connector 88"/>
          <p:cNvSpPr/>
          <p:nvPr/>
        </p:nvSpPr>
        <p:spPr>
          <a:xfrm>
            <a:off x="2139695" y="3154681"/>
            <a:ext cx="10232138" cy="4480558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5" name="Connector 89"/>
          <p:cNvSpPr/>
          <p:nvPr/>
        </p:nvSpPr>
        <p:spPr>
          <a:xfrm>
            <a:off x="2139695" y="3154681"/>
            <a:ext cx="11036810" cy="4480558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6" name="Connector 90"/>
          <p:cNvSpPr/>
          <p:nvPr/>
        </p:nvSpPr>
        <p:spPr>
          <a:xfrm>
            <a:off x="2139695" y="3154680"/>
            <a:ext cx="11841482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7" name="Connector 91"/>
          <p:cNvSpPr/>
          <p:nvPr/>
        </p:nvSpPr>
        <p:spPr>
          <a:xfrm>
            <a:off x="2139695" y="3154680"/>
            <a:ext cx="12993625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8" name="Connector 92"/>
          <p:cNvSpPr/>
          <p:nvPr/>
        </p:nvSpPr>
        <p:spPr>
          <a:xfrm>
            <a:off x="2139696" y="3154680"/>
            <a:ext cx="13798296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9" name="Connector 93"/>
          <p:cNvSpPr/>
          <p:nvPr/>
        </p:nvSpPr>
        <p:spPr>
          <a:xfrm>
            <a:off x="2139696" y="3154679"/>
            <a:ext cx="14602969" cy="44805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0" name="Connector 94"/>
          <p:cNvSpPr/>
          <p:nvPr/>
        </p:nvSpPr>
        <p:spPr>
          <a:xfrm>
            <a:off x="2139696" y="3154678"/>
            <a:ext cx="15407638" cy="4480564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1" name="Connector 95"/>
          <p:cNvSpPr/>
          <p:nvPr/>
        </p:nvSpPr>
        <p:spPr>
          <a:xfrm>
            <a:off x="2139696" y="3154678"/>
            <a:ext cx="16559785" cy="4480564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2" name="Connector 96"/>
          <p:cNvSpPr/>
          <p:nvPr/>
        </p:nvSpPr>
        <p:spPr>
          <a:xfrm>
            <a:off x="2139696" y="3154678"/>
            <a:ext cx="17364457" cy="4480563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3" name="Connector 97"/>
          <p:cNvSpPr/>
          <p:nvPr/>
        </p:nvSpPr>
        <p:spPr>
          <a:xfrm>
            <a:off x="2139695" y="3154680"/>
            <a:ext cx="18169129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4" name="Connector 98"/>
          <p:cNvSpPr/>
          <p:nvPr/>
        </p:nvSpPr>
        <p:spPr>
          <a:xfrm>
            <a:off x="2139695" y="3154679"/>
            <a:ext cx="18973801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5" name="Connector 99"/>
          <p:cNvSpPr/>
          <p:nvPr/>
        </p:nvSpPr>
        <p:spPr>
          <a:xfrm flipH="1">
            <a:off x="868680" y="3154679"/>
            <a:ext cx="1271016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6" name="Connector 100"/>
          <p:cNvSpPr/>
          <p:nvPr/>
        </p:nvSpPr>
        <p:spPr>
          <a:xfrm flipH="1">
            <a:off x="1673351" y="3154679"/>
            <a:ext cx="466345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7" name="Connector 101"/>
          <p:cNvSpPr/>
          <p:nvPr/>
        </p:nvSpPr>
        <p:spPr>
          <a:xfrm>
            <a:off x="2139696" y="3154679"/>
            <a:ext cx="338328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8" name="Connector 102"/>
          <p:cNvSpPr/>
          <p:nvPr/>
        </p:nvSpPr>
        <p:spPr>
          <a:xfrm>
            <a:off x="2139696" y="3154679"/>
            <a:ext cx="1143000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9" name="Connector 103"/>
          <p:cNvSpPr/>
          <p:nvPr/>
        </p:nvSpPr>
        <p:spPr>
          <a:xfrm>
            <a:off x="2139696" y="3154679"/>
            <a:ext cx="2295144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0" name="Connector 104"/>
          <p:cNvSpPr/>
          <p:nvPr/>
        </p:nvSpPr>
        <p:spPr>
          <a:xfrm>
            <a:off x="2139696" y="3154679"/>
            <a:ext cx="3099816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1" name="Connector 105"/>
          <p:cNvSpPr/>
          <p:nvPr/>
        </p:nvSpPr>
        <p:spPr>
          <a:xfrm>
            <a:off x="2139695" y="3154680"/>
            <a:ext cx="3904490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2" name="Connector 106"/>
          <p:cNvSpPr/>
          <p:nvPr/>
        </p:nvSpPr>
        <p:spPr>
          <a:xfrm>
            <a:off x="2139696" y="3154679"/>
            <a:ext cx="4709161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3" name="Connector 107"/>
          <p:cNvSpPr/>
          <p:nvPr/>
        </p:nvSpPr>
        <p:spPr>
          <a:xfrm>
            <a:off x="2139696" y="3154679"/>
            <a:ext cx="5861304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4" name="Connector 108"/>
          <p:cNvSpPr/>
          <p:nvPr/>
        </p:nvSpPr>
        <p:spPr>
          <a:xfrm>
            <a:off x="2139695" y="3154679"/>
            <a:ext cx="6665978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5" name="Connector 109"/>
          <p:cNvSpPr/>
          <p:nvPr/>
        </p:nvSpPr>
        <p:spPr>
          <a:xfrm>
            <a:off x="2139695" y="3154680"/>
            <a:ext cx="7470650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6" name="Connector 110"/>
          <p:cNvSpPr/>
          <p:nvPr/>
        </p:nvSpPr>
        <p:spPr>
          <a:xfrm>
            <a:off x="2139695" y="3154680"/>
            <a:ext cx="8275321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7" name="Connector 111"/>
          <p:cNvSpPr/>
          <p:nvPr/>
        </p:nvSpPr>
        <p:spPr>
          <a:xfrm>
            <a:off x="2139695" y="3154680"/>
            <a:ext cx="9427466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8" name="Connector 112"/>
          <p:cNvSpPr/>
          <p:nvPr/>
        </p:nvSpPr>
        <p:spPr>
          <a:xfrm>
            <a:off x="2139696" y="3154679"/>
            <a:ext cx="10232136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9" name="Connector 113"/>
          <p:cNvSpPr/>
          <p:nvPr/>
        </p:nvSpPr>
        <p:spPr>
          <a:xfrm>
            <a:off x="2139695" y="3154679"/>
            <a:ext cx="11036809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0" name="Connector 114"/>
          <p:cNvSpPr/>
          <p:nvPr/>
        </p:nvSpPr>
        <p:spPr>
          <a:xfrm>
            <a:off x="2139696" y="3154678"/>
            <a:ext cx="11841480" cy="6080764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1" name="Connector 115"/>
          <p:cNvSpPr/>
          <p:nvPr/>
        </p:nvSpPr>
        <p:spPr>
          <a:xfrm>
            <a:off x="2139696" y="3154679"/>
            <a:ext cx="12993624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2" name="Connector 116"/>
          <p:cNvSpPr/>
          <p:nvPr/>
        </p:nvSpPr>
        <p:spPr>
          <a:xfrm>
            <a:off x="2139695" y="3154680"/>
            <a:ext cx="13798299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3" name="Connector 117"/>
          <p:cNvSpPr/>
          <p:nvPr/>
        </p:nvSpPr>
        <p:spPr>
          <a:xfrm>
            <a:off x="2139695" y="3154680"/>
            <a:ext cx="14602971" cy="6080759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4" name="Connector 118"/>
          <p:cNvSpPr/>
          <p:nvPr/>
        </p:nvSpPr>
        <p:spPr>
          <a:xfrm>
            <a:off x="2139695" y="3154679"/>
            <a:ext cx="15407640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5" name="Connector 119"/>
          <p:cNvSpPr/>
          <p:nvPr/>
        </p:nvSpPr>
        <p:spPr>
          <a:xfrm>
            <a:off x="2139696" y="3154678"/>
            <a:ext cx="16559785" cy="6080764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6" name="Connector 120"/>
          <p:cNvSpPr/>
          <p:nvPr/>
        </p:nvSpPr>
        <p:spPr>
          <a:xfrm>
            <a:off x="2139694" y="3154682"/>
            <a:ext cx="17364459" cy="6080756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7" name="Connector 121"/>
          <p:cNvSpPr/>
          <p:nvPr/>
        </p:nvSpPr>
        <p:spPr>
          <a:xfrm>
            <a:off x="2139695" y="3154680"/>
            <a:ext cx="18169130" cy="6080759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8" name="Connector 122"/>
          <p:cNvSpPr/>
          <p:nvPr/>
        </p:nvSpPr>
        <p:spPr>
          <a:xfrm>
            <a:off x="2139695" y="3154679"/>
            <a:ext cx="18973802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9" name="Connector 123"/>
          <p:cNvSpPr/>
          <p:nvPr/>
        </p:nvSpPr>
        <p:spPr>
          <a:xfrm flipH="1">
            <a:off x="868680" y="3154679"/>
            <a:ext cx="1271016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0" name="Connector 124"/>
          <p:cNvSpPr/>
          <p:nvPr/>
        </p:nvSpPr>
        <p:spPr>
          <a:xfrm flipH="1">
            <a:off x="1673352" y="3154679"/>
            <a:ext cx="466344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1" name="Connector 125"/>
          <p:cNvSpPr/>
          <p:nvPr/>
        </p:nvSpPr>
        <p:spPr>
          <a:xfrm>
            <a:off x="2139694" y="3154679"/>
            <a:ext cx="338331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2" name="Connector 126"/>
          <p:cNvSpPr/>
          <p:nvPr/>
        </p:nvSpPr>
        <p:spPr>
          <a:xfrm>
            <a:off x="2139695" y="3154679"/>
            <a:ext cx="1143002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3" name="Connector 127"/>
          <p:cNvSpPr/>
          <p:nvPr/>
        </p:nvSpPr>
        <p:spPr>
          <a:xfrm>
            <a:off x="2139695" y="3154680"/>
            <a:ext cx="2295146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4" name="Connector 128"/>
          <p:cNvSpPr/>
          <p:nvPr/>
        </p:nvSpPr>
        <p:spPr>
          <a:xfrm>
            <a:off x="2139695" y="3154679"/>
            <a:ext cx="3099818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5" name="Connector 129"/>
          <p:cNvSpPr/>
          <p:nvPr/>
        </p:nvSpPr>
        <p:spPr>
          <a:xfrm>
            <a:off x="2139696" y="3154679"/>
            <a:ext cx="3904488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6" name="Connector 130"/>
          <p:cNvSpPr/>
          <p:nvPr/>
        </p:nvSpPr>
        <p:spPr>
          <a:xfrm>
            <a:off x="2139695" y="3154680"/>
            <a:ext cx="4709162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7" name="Connector 131"/>
          <p:cNvSpPr/>
          <p:nvPr/>
        </p:nvSpPr>
        <p:spPr>
          <a:xfrm>
            <a:off x="2139696" y="3154679"/>
            <a:ext cx="5861304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8" name="Connector 132"/>
          <p:cNvSpPr/>
          <p:nvPr/>
        </p:nvSpPr>
        <p:spPr>
          <a:xfrm>
            <a:off x="2139696" y="3154679"/>
            <a:ext cx="6665976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9" name="Connector 133"/>
          <p:cNvSpPr/>
          <p:nvPr/>
        </p:nvSpPr>
        <p:spPr>
          <a:xfrm>
            <a:off x="2139696" y="3154678"/>
            <a:ext cx="7470647" cy="7680963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0" name="Connector 134"/>
          <p:cNvSpPr/>
          <p:nvPr/>
        </p:nvSpPr>
        <p:spPr>
          <a:xfrm>
            <a:off x="2139695" y="3154680"/>
            <a:ext cx="8275321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1" name="Connector 135"/>
          <p:cNvSpPr/>
          <p:nvPr/>
        </p:nvSpPr>
        <p:spPr>
          <a:xfrm>
            <a:off x="2139695" y="3154680"/>
            <a:ext cx="9427466" cy="7680959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2" name="Connector 136"/>
          <p:cNvSpPr/>
          <p:nvPr/>
        </p:nvSpPr>
        <p:spPr>
          <a:xfrm>
            <a:off x="2139696" y="3154679"/>
            <a:ext cx="10232137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3" name="Connector 137"/>
          <p:cNvSpPr/>
          <p:nvPr/>
        </p:nvSpPr>
        <p:spPr>
          <a:xfrm>
            <a:off x="2139694" y="3154680"/>
            <a:ext cx="11036811" cy="7680959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4" name="Connector 138"/>
          <p:cNvSpPr/>
          <p:nvPr/>
        </p:nvSpPr>
        <p:spPr>
          <a:xfrm>
            <a:off x="2139694" y="3154681"/>
            <a:ext cx="11841483" cy="7680958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5" name="Connector 139"/>
          <p:cNvSpPr/>
          <p:nvPr/>
        </p:nvSpPr>
        <p:spPr>
          <a:xfrm>
            <a:off x="2139696" y="3154678"/>
            <a:ext cx="12993623" cy="7680963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6" name="Connector 140"/>
          <p:cNvSpPr/>
          <p:nvPr/>
        </p:nvSpPr>
        <p:spPr>
          <a:xfrm>
            <a:off x="2139695" y="3154680"/>
            <a:ext cx="13798298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7" name="Connector 141"/>
          <p:cNvSpPr/>
          <p:nvPr/>
        </p:nvSpPr>
        <p:spPr>
          <a:xfrm>
            <a:off x="2139695" y="3154680"/>
            <a:ext cx="14602970" cy="7680959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8" name="Connector 142"/>
          <p:cNvSpPr/>
          <p:nvPr/>
        </p:nvSpPr>
        <p:spPr>
          <a:xfrm>
            <a:off x="2139695" y="3154679"/>
            <a:ext cx="15407640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9" name="Connector 143"/>
          <p:cNvSpPr/>
          <p:nvPr/>
        </p:nvSpPr>
        <p:spPr>
          <a:xfrm>
            <a:off x="2139696" y="3154678"/>
            <a:ext cx="16559786" cy="7680964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0" name="Connector 144"/>
          <p:cNvSpPr/>
          <p:nvPr/>
        </p:nvSpPr>
        <p:spPr>
          <a:xfrm>
            <a:off x="2139695" y="3154679"/>
            <a:ext cx="17364458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1" name="Connector 145"/>
          <p:cNvSpPr/>
          <p:nvPr/>
        </p:nvSpPr>
        <p:spPr>
          <a:xfrm>
            <a:off x="2139695" y="3154679"/>
            <a:ext cx="18169130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2" name="Connector 146"/>
          <p:cNvSpPr/>
          <p:nvPr/>
        </p:nvSpPr>
        <p:spPr>
          <a:xfrm>
            <a:off x="2139696" y="3154677"/>
            <a:ext cx="18973800" cy="7680965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3" name="Connector 147"/>
          <p:cNvSpPr/>
          <p:nvPr/>
        </p:nvSpPr>
        <p:spPr>
          <a:xfrm flipH="1">
            <a:off x="868680" y="3154680"/>
            <a:ext cx="2441448" cy="4480560"/>
          </a:xfrm>
          <a:prstGeom prst="line">
            <a:avLst/>
          </a:prstGeom>
          <a:ln w="27432">
            <a:solidFill>
              <a:srgbClr val="D64B2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4" name="Connector 148"/>
          <p:cNvSpPr/>
          <p:nvPr/>
        </p:nvSpPr>
        <p:spPr>
          <a:xfrm flipH="1">
            <a:off x="1673351" y="3154680"/>
            <a:ext cx="1636778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5" name="Connector 149"/>
          <p:cNvSpPr/>
          <p:nvPr/>
        </p:nvSpPr>
        <p:spPr>
          <a:xfrm flipH="1">
            <a:off x="2478024" y="3154680"/>
            <a:ext cx="832105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6" name="Connector 150"/>
          <p:cNvSpPr/>
          <p:nvPr/>
        </p:nvSpPr>
        <p:spPr>
          <a:xfrm flipH="1">
            <a:off x="3282695" y="3154680"/>
            <a:ext cx="27434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7" name="Connector 151"/>
          <p:cNvSpPr/>
          <p:nvPr/>
        </p:nvSpPr>
        <p:spPr>
          <a:xfrm>
            <a:off x="3310128" y="3154679"/>
            <a:ext cx="1124712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8" name="Connector 152"/>
          <p:cNvSpPr/>
          <p:nvPr/>
        </p:nvSpPr>
        <p:spPr>
          <a:xfrm>
            <a:off x="3310128" y="3154679"/>
            <a:ext cx="1929385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9" name="Connector 153"/>
          <p:cNvSpPr/>
          <p:nvPr/>
        </p:nvSpPr>
        <p:spPr>
          <a:xfrm>
            <a:off x="3310127" y="3154680"/>
            <a:ext cx="2734058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0" name="Connector 154"/>
          <p:cNvSpPr/>
          <p:nvPr/>
        </p:nvSpPr>
        <p:spPr>
          <a:xfrm>
            <a:off x="3310127" y="3154680"/>
            <a:ext cx="3538730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1" name="Connector 155"/>
          <p:cNvSpPr/>
          <p:nvPr/>
        </p:nvSpPr>
        <p:spPr>
          <a:xfrm>
            <a:off x="3310128" y="3154679"/>
            <a:ext cx="4690872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2" name="Connector 156"/>
          <p:cNvSpPr/>
          <p:nvPr/>
        </p:nvSpPr>
        <p:spPr>
          <a:xfrm>
            <a:off x="3310127" y="3154680"/>
            <a:ext cx="5495546" cy="4480559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3" name="Connector 157"/>
          <p:cNvSpPr/>
          <p:nvPr/>
        </p:nvSpPr>
        <p:spPr>
          <a:xfrm>
            <a:off x="3310127" y="3154680"/>
            <a:ext cx="6300218" cy="4480559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4" name="Connector 158"/>
          <p:cNvSpPr/>
          <p:nvPr/>
        </p:nvSpPr>
        <p:spPr>
          <a:xfrm>
            <a:off x="3310128" y="3154679"/>
            <a:ext cx="7104889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5" name="Connector 159"/>
          <p:cNvSpPr/>
          <p:nvPr/>
        </p:nvSpPr>
        <p:spPr>
          <a:xfrm>
            <a:off x="3310128" y="3154679"/>
            <a:ext cx="8257032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6" name="Connector 160"/>
          <p:cNvSpPr/>
          <p:nvPr/>
        </p:nvSpPr>
        <p:spPr>
          <a:xfrm>
            <a:off x="3310127" y="3154680"/>
            <a:ext cx="9061706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7" name="Connector 161"/>
          <p:cNvSpPr/>
          <p:nvPr/>
        </p:nvSpPr>
        <p:spPr>
          <a:xfrm>
            <a:off x="3310128" y="3154679"/>
            <a:ext cx="9866377" cy="44805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8" name="Connector 162"/>
          <p:cNvSpPr/>
          <p:nvPr/>
        </p:nvSpPr>
        <p:spPr>
          <a:xfrm>
            <a:off x="3310127" y="3154680"/>
            <a:ext cx="10671050" cy="4480559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9" name="Connector 163"/>
          <p:cNvSpPr/>
          <p:nvPr/>
        </p:nvSpPr>
        <p:spPr>
          <a:xfrm>
            <a:off x="3310128" y="3154680"/>
            <a:ext cx="11823193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0" name="Connector 164"/>
          <p:cNvSpPr/>
          <p:nvPr/>
        </p:nvSpPr>
        <p:spPr>
          <a:xfrm>
            <a:off x="3310127" y="3154680"/>
            <a:ext cx="12627866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1" name="Connector 165"/>
          <p:cNvSpPr/>
          <p:nvPr/>
        </p:nvSpPr>
        <p:spPr>
          <a:xfrm>
            <a:off x="3310128" y="3154679"/>
            <a:ext cx="13432536" cy="44805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2" name="Connector 166"/>
          <p:cNvSpPr/>
          <p:nvPr/>
        </p:nvSpPr>
        <p:spPr>
          <a:xfrm>
            <a:off x="3310127" y="3154681"/>
            <a:ext cx="14237210" cy="4480557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3" name="Connector 167"/>
          <p:cNvSpPr/>
          <p:nvPr/>
        </p:nvSpPr>
        <p:spPr>
          <a:xfrm>
            <a:off x="3310128" y="3154678"/>
            <a:ext cx="15389352" cy="4480564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4" name="Connector 168"/>
          <p:cNvSpPr/>
          <p:nvPr/>
        </p:nvSpPr>
        <p:spPr>
          <a:xfrm>
            <a:off x="3310128" y="3154679"/>
            <a:ext cx="16194024" cy="44805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5" name="Connector 169"/>
          <p:cNvSpPr/>
          <p:nvPr/>
        </p:nvSpPr>
        <p:spPr>
          <a:xfrm>
            <a:off x="3310128" y="3154678"/>
            <a:ext cx="16998697" cy="4480564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6" name="Connector 170"/>
          <p:cNvSpPr/>
          <p:nvPr/>
        </p:nvSpPr>
        <p:spPr>
          <a:xfrm>
            <a:off x="3310128" y="3154679"/>
            <a:ext cx="17803370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7" name="Connector 171"/>
          <p:cNvSpPr/>
          <p:nvPr/>
        </p:nvSpPr>
        <p:spPr>
          <a:xfrm flipH="1">
            <a:off x="868680" y="3154679"/>
            <a:ext cx="2441448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8" name="Connector 172"/>
          <p:cNvSpPr/>
          <p:nvPr/>
        </p:nvSpPr>
        <p:spPr>
          <a:xfrm flipH="1">
            <a:off x="1673351" y="3154679"/>
            <a:ext cx="1636778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9" name="Connector 173"/>
          <p:cNvSpPr/>
          <p:nvPr/>
        </p:nvSpPr>
        <p:spPr>
          <a:xfrm flipH="1">
            <a:off x="2478024" y="3154679"/>
            <a:ext cx="832105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0" name="Connector 174"/>
          <p:cNvSpPr/>
          <p:nvPr/>
        </p:nvSpPr>
        <p:spPr>
          <a:xfrm flipH="1">
            <a:off x="3282695" y="3154679"/>
            <a:ext cx="27434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1" name="Connector 175"/>
          <p:cNvSpPr/>
          <p:nvPr/>
        </p:nvSpPr>
        <p:spPr>
          <a:xfrm>
            <a:off x="3310128" y="3154679"/>
            <a:ext cx="1124712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2" name="Connector 176"/>
          <p:cNvSpPr/>
          <p:nvPr/>
        </p:nvSpPr>
        <p:spPr>
          <a:xfrm>
            <a:off x="3310128" y="3154679"/>
            <a:ext cx="1929385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3" name="Connector 177"/>
          <p:cNvSpPr/>
          <p:nvPr/>
        </p:nvSpPr>
        <p:spPr>
          <a:xfrm>
            <a:off x="3310127" y="3154679"/>
            <a:ext cx="2734058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4" name="Connector 178"/>
          <p:cNvSpPr/>
          <p:nvPr/>
        </p:nvSpPr>
        <p:spPr>
          <a:xfrm>
            <a:off x="3310127" y="3154679"/>
            <a:ext cx="3538730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5" name="Connector 179"/>
          <p:cNvSpPr/>
          <p:nvPr/>
        </p:nvSpPr>
        <p:spPr>
          <a:xfrm>
            <a:off x="3310128" y="3154679"/>
            <a:ext cx="4690872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6" name="Connector 180"/>
          <p:cNvSpPr/>
          <p:nvPr/>
        </p:nvSpPr>
        <p:spPr>
          <a:xfrm>
            <a:off x="3310128" y="3154679"/>
            <a:ext cx="5495544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7" name="Connector 181"/>
          <p:cNvSpPr/>
          <p:nvPr/>
        </p:nvSpPr>
        <p:spPr>
          <a:xfrm>
            <a:off x="3310128" y="3154679"/>
            <a:ext cx="6300217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8" name="Connector 182"/>
          <p:cNvSpPr/>
          <p:nvPr/>
        </p:nvSpPr>
        <p:spPr>
          <a:xfrm>
            <a:off x="3310127" y="3154680"/>
            <a:ext cx="7104891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9" name="Connector 183"/>
          <p:cNvSpPr/>
          <p:nvPr/>
        </p:nvSpPr>
        <p:spPr>
          <a:xfrm>
            <a:off x="3310128" y="3154679"/>
            <a:ext cx="8257032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0" name="Connector 184"/>
          <p:cNvSpPr/>
          <p:nvPr/>
        </p:nvSpPr>
        <p:spPr>
          <a:xfrm>
            <a:off x="3310127" y="3154680"/>
            <a:ext cx="9061706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1" name="Connector 185"/>
          <p:cNvSpPr/>
          <p:nvPr/>
        </p:nvSpPr>
        <p:spPr>
          <a:xfrm>
            <a:off x="3310127" y="3154680"/>
            <a:ext cx="9866378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2" name="Connector 186"/>
          <p:cNvSpPr/>
          <p:nvPr/>
        </p:nvSpPr>
        <p:spPr>
          <a:xfrm>
            <a:off x="3310127" y="3154680"/>
            <a:ext cx="10671051" cy="6080759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3" name="Connector 187"/>
          <p:cNvSpPr/>
          <p:nvPr/>
        </p:nvSpPr>
        <p:spPr>
          <a:xfrm>
            <a:off x="3310127" y="3154680"/>
            <a:ext cx="11823194" cy="6080759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4" name="Connector 188"/>
          <p:cNvSpPr/>
          <p:nvPr/>
        </p:nvSpPr>
        <p:spPr>
          <a:xfrm>
            <a:off x="3310128" y="3154678"/>
            <a:ext cx="12627865" cy="6080764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5" name="Connector 189"/>
          <p:cNvSpPr/>
          <p:nvPr/>
        </p:nvSpPr>
        <p:spPr>
          <a:xfrm>
            <a:off x="3310128" y="3154679"/>
            <a:ext cx="13432536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6" name="Connector 190"/>
          <p:cNvSpPr/>
          <p:nvPr/>
        </p:nvSpPr>
        <p:spPr>
          <a:xfrm>
            <a:off x="3310128" y="3154678"/>
            <a:ext cx="14237207" cy="6080763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7" name="Connector 191"/>
          <p:cNvSpPr/>
          <p:nvPr/>
        </p:nvSpPr>
        <p:spPr>
          <a:xfrm>
            <a:off x="3310128" y="3154678"/>
            <a:ext cx="15389352" cy="6080764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8" name="Connector 192"/>
          <p:cNvSpPr/>
          <p:nvPr/>
        </p:nvSpPr>
        <p:spPr>
          <a:xfrm>
            <a:off x="3310128" y="3154677"/>
            <a:ext cx="16194025" cy="6080765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9" name="Connector 193"/>
          <p:cNvSpPr/>
          <p:nvPr/>
        </p:nvSpPr>
        <p:spPr>
          <a:xfrm>
            <a:off x="3310128" y="3154679"/>
            <a:ext cx="16998697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0" name="Connector 194"/>
          <p:cNvSpPr/>
          <p:nvPr/>
        </p:nvSpPr>
        <p:spPr>
          <a:xfrm>
            <a:off x="3310128" y="3154678"/>
            <a:ext cx="17803369" cy="6080764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1" name="Connector 195"/>
          <p:cNvSpPr/>
          <p:nvPr/>
        </p:nvSpPr>
        <p:spPr>
          <a:xfrm flipH="1">
            <a:off x="868680" y="3154679"/>
            <a:ext cx="2441448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2" name="Connector 196"/>
          <p:cNvSpPr/>
          <p:nvPr/>
        </p:nvSpPr>
        <p:spPr>
          <a:xfrm flipH="1">
            <a:off x="1673350" y="3154680"/>
            <a:ext cx="1636779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3" name="Connector 197"/>
          <p:cNvSpPr/>
          <p:nvPr/>
        </p:nvSpPr>
        <p:spPr>
          <a:xfrm flipH="1">
            <a:off x="2478024" y="3154679"/>
            <a:ext cx="832104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4" name="Connector 198"/>
          <p:cNvSpPr/>
          <p:nvPr/>
        </p:nvSpPr>
        <p:spPr>
          <a:xfrm flipH="1">
            <a:off x="3282696" y="3154679"/>
            <a:ext cx="27432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5" name="Connector 199"/>
          <p:cNvSpPr/>
          <p:nvPr/>
        </p:nvSpPr>
        <p:spPr>
          <a:xfrm>
            <a:off x="3310128" y="3154679"/>
            <a:ext cx="1124712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6" name="Connector 200"/>
          <p:cNvSpPr/>
          <p:nvPr/>
        </p:nvSpPr>
        <p:spPr>
          <a:xfrm>
            <a:off x="3310127" y="3154679"/>
            <a:ext cx="1929387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7" name="Connector 201"/>
          <p:cNvSpPr/>
          <p:nvPr/>
        </p:nvSpPr>
        <p:spPr>
          <a:xfrm>
            <a:off x="3310127" y="3154680"/>
            <a:ext cx="2734059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8" name="Connector 202"/>
          <p:cNvSpPr/>
          <p:nvPr/>
        </p:nvSpPr>
        <p:spPr>
          <a:xfrm>
            <a:off x="3310127" y="3154679"/>
            <a:ext cx="3538730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9" name="Connector 203"/>
          <p:cNvSpPr/>
          <p:nvPr/>
        </p:nvSpPr>
        <p:spPr>
          <a:xfrm>
            <a:off x="3310129" y="3154679"/>
            <a:ext cx="4690871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0" name="Connector 204"/>
          <p:cNvSpPr/>
          <p:nvPr/>
        </p:nvSpPr>
        <p:spPr>
          <a:xfrm>
            <a:off x="3310127" y="3154680"/>
            <a:ext cx="5495546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1" name="Connector 205"/>
          <p:cNvSpPr/>
          <p:nvPr/>
        </p:nvSpPr>
        <p:spPr>
          <a:xfrm>
            <a:off x="3310129" y="3154679"/>
            <a:ext cx="6300214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2" name="Connector 206"/>
          <p:cNvSpPr/>
          <p:nvPr/>
        </p:nvSpPr>
        <p:spPr>
          <a:xfrm>
            <a:off x="3310127" y="3154680"/>
            <a:ext cx="7104890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3" name="Connector 207"/>
          <p:cNvSpPr/>
          <p:nvPr/>
        </p:nvSpPr>
        <p:spPr>
          <a:xfrm>
            <a:off x="3310127" y="3154680"/>
            <a:ext cx="8257034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4" name="Connector 208"/>
          <p:cNvSpPr/>
          <p:nvPr/>
        </p:nvSpPr>
        <p:spPr>
          <a:xfrm>
            <a:off x="3310127" y="3154680"/>
            <a:ext cx="9061707" cy="7680959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5" name="Connector 209"/>
          <p:cNvSpPr/>
          <p:nvPr/>
        </p:nvSpPr>
        <p:spPr>
          <a:xfrm>
            <a:off x="3310127" y="3154680"/>
            <a:ext cx="9866379" cy="7680959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6" name="Connector 210"/>
          <p:cNvSpPr/>
          <p:nvPr/>
        </p:nvSpPr>
        <p:spPr>
          <a:xfrm>
            <a:off x="3310128" y="3154680"/>
            <a:ext cx="10671049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7" name="Connector 211"/>
          <p:cNvSpPr/>
          <p:nvPr/>
        </p:nvSpPr>
        <p:spPr>
          <a:xfrm>
            <a:off x="3310128" y="3154678"/>
            <a:ext cx="11823192" cy="7680964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8" name="Connector 212"/>
          <p:cNvSpPr/>
          <p:nvPr/>
        </p:nvSpPr>
        <p:spPr>
          <a:xfrm>
            <a:off x="3310128" y="3154678"/>
            <a:ext cx="12627864" cy="7680963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9" name="Connector 213"/>
          <p:cNvSpPr/>
          <p:nvPr/>
        </p:nvSpPr>
        <p:spPr>
          <a:xfrm>
            <a:off x="3310128" y="3154679"/>
            <a:ext cx="13432535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0" name="Connector 214"/>
          <p:cNvSpPr/>
          <p:nvPr/>
        </p:nvSpPr>
        <p:spPr>
          <a:xfrm>
            <a:off x="3310128" y="3154678"/>
            <a:ext cx="14237207" cy="7680964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1" name="Connector 215"/>
          <p:cNvSpPr/>
          <p:nvPr/>
        </p:nvSpPr>
        <p:spPr>
          <a:xfrm>
            <a:off x="3310127" y="3154681"/>
            <a:ext cx="15389355" cy="7680958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2" name="Connector 216"/>
          <p:cNvSpPr/>
          <p:nvPr/>
        </p:nvSpPr>
        <p:spPr>
          <a:xfrm>
            <a:off x="3310127" y="3154680"/>
            <a:ext cx="16194026" cy="7680959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3" name="Connector 217"/>
          <p:cNvSpPr/>
          <p:nvPr/>
        </p:nvSpPr>
        <p:spPr>
          <a:xfrm>
            <a:off x="3310127" y="3154680"/>
            <a:ext cx="16998699" cy="7680959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4" name="Connector 218"/>
          <p:cNvSpPr/>
          <p:nvPr/>
        </p:nvSpPr>
        <p:spPr>
          <a:xfrm>
            <a:off x="3310129" y="3154677"/>
            <a:ext cx="17803367" cy="7680966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5" name="Connector 219"/>
          <p:cNvSpPr/>
          <p:nvPr/>
        </p:nvSpPr>
        <p:spPr>
          <a:xfrm flipH="1">
            <a:off x="868680" y="3154679"/>
            <a:ext cx="3611880" cy="4480561"/>
          </a:xfrm>
          <a:prstGeom prst="line">
            <a:avLst/>
          </a:prstGeom>
          <a:ln w="27432">
            <a:solidFill>
              <a:srgbClr val="D64B2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6" name="Connector 220"/>
          <p:cNvSpPr/>
          <p:nvPr/>
        </p:nvSpPr>
        <p:spPr>
          <a:xfrm flipH="1">
            <a:off x="1673351" y="3154679"/>
            <a:ext cx="2807210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7" name="Connector 221"/>
          <p:cNvSpPr/>
          <p:nvPr/>
        </p:nvSpPr>
        <p:spPr>
          <a:xfrm flipH="1">
            <a:off x="2478024" y="3154680"/>
            <a:ext cx="2002536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8" name="Connector 222"/>
          <p:cNvSpPr/>
          <p:nvPr/>
        </p:nvSpPr>
        <p:spPr>
          <a:xfrm flipH="1">
            <a:off x="3282695" y="3154680"/>
            <a:ext cx="1197866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9" name="Connector 223"/>
          <p:cNvSpPr/>
          <p:nvPr/>
        </p:nvSpPr>
        <p:spPr>
          <a:xfrm flipH="1">
            <a:off x="4434840" y="3154680"/>
            <a:ext cx="45720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0" name="Connector 224"/>
          <p:cNvSpPr/>
          <p:nvPr/>
        </p:nvSpPr>
        <p:spPr>
          <a:xfrm>
            <a:off x="4480559" y="3154679"/>
            <a:ext cx="758954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1" name="Connector 225"/>
          <p:cNvSpPr/>
          <p:nvPr/>
        </p:nvSpPr>
        <p:spPr>
          <a:xfrm>
            <a:off x="4480559" y="3154679"/>
            <a:ext cx="1563625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2" name="Connector 226"/>
          <p:cNvSpPr/>
          <p:nvPr/>
        </p:nvSpPr>
        <p:spPr>
          <a:xfrm>
            <a:off x="4480559" y="3154679"/>
            <a:ext cx="2368297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3" name="Connector 227"/>
          <p:cNvSpPr/>
          <p:nvPr/>
        </p:nvSpPr>
        <p:spPr>
          <a:xfrm>
            <a:off x="4480560" y="3154679"/>
            <a:ext cx="3520440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4" name="Connector 228"/>
          <p:cNvSpPr/>
          <p:nvPr/>
        </p:nvSpPr>
        <p:spPr>
          <a:xfrm>
            <a:off x="4480560" y="3154679"/>
            <a:ext cx="4325112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5" name="Connector 229"/>
          <p:cNvSpPr/>
          <p:nvPr/>
        </p:nvSpPr>
        <p:spPr>
          <a:xfrm>
            <a:off x="4480560" y="3154679"/>
            <a:ext cx="5129784" cy="44805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6" name="Connector 230"/>
          <p:cNvSpPr/>
          <p:nvPr/>
        </p:nvSpPr>
        <p:spPr>
          <a:xfrm>
            <a:off x="4480559" y="3154680"/>
            <a:ext cx="5934458" cy="4480559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7" name="Connector 231"/>
          <p:cNvSpPr/>
          <p:nvPr/>
        </p:nvSpPr>
        <p:spPr>
          <a:xfrm>
            <a:off x="4480559" y="3154680"/>
            <a:ext cx="7086602" cy="4480559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8" name="Connector 232"/>
          <p:cNvSpPr/>
          <p:nvPr/>
        </p:nvSpPr>
        <p:spPr>
          <a:xfrm>
            <a:off x="4480560" y="3154679"/>
            <a:ext cx="7891272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9" name="Connector 233"/>
          <p:cNvSpPr/>
          <p:nvPr/>
        </p:nvSpPr>
        <p:spPr>
          <a:xfrm>
            <a:off x="4480559" y="3154681"/>
            <a:ext cx="8695945" cy="4480558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0" name="Connector 234"/>
          <p:cNvSpPr/>
          <p:nvPr/>
        </p:nvSpPr>
        <p:spPr>
          <a:xfrm>
            <a:off x="4480559" y="3154680"/>
            <a:ext cx="9500618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1" name="Connector 235"/>
          <p:cNvSpPr/>
          <p:nvPr/>
        </p:nvSpPr>
        <p:spPr>
          <a:xfrm>
            <a:off x="4480560" y="3154678"/>
            <a:ext cx="10652760" cy="4480563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2" name="Connector 236"/>
          <p:cNvSpPr/>
          <p:nvPr/>
        </p:nvSpPr>
        <p:spPr>
          <a:xfrm>
            <a:off x="4480559" y="3154679"/>
            <a:ext cx="11457433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3" name="Connector 237"/>
          <p:cNvSpPr/>
          <p:nvPr/>
        </p:nvSpPr>
        <p:spPr>
          <a:xfrm>
            <a:off x="4480560" y="3154678"/>
            <a:ext cx="12262103" cy="4480564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4" name="Connector 238"/>
          <p:cNvSpPr/>
          <p:nvPr/>
        </p:nvSpPr>
        <p:spPr>
          <a:xfrm>
            <a:off x="4480560" y="3154679"/>
            <a:ext cx="13066777" cy="44805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5" name="Connector 239"/>
          <p:cNvSpPr/>
          <p:nvPr/>
        </p:nvSpPr>
        <p:spPr>
          <a:xfrm>
            <a:off x="4480560" y="3154679"/>
            <a:ext cx="14218920" cy="44805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6" name="Connector 240"/>
          <p:cNvSpPr/>
          <p:nvPr/>
        </p:nvSpPr>
        <p:spPr>
          <a:xfrm>
            <a:off x="4480559" y="3154680"/>
            <a:ext cx="15023592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7" name="Connector 241"/>
          <p:cNvSpPr/>
          <p:nvPr/>
        </p:nvSpPr>
        <p:spPr>
          <a:xfrm>
            <a:off x="4480558" y="3154682"/>
            <a:ext cx="15828267" cy="4480556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8" name="Connector 242"/>
          <p:cNvSpPr/>
          <p:nvPr/>
        </p:nvSpPr>
        <p:spPr>
          <a:xfrm>
            <a:off x="4480559" y="3154681"/>
            <a:ext cx="16632938" cy="4480558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9" name="Connector 243"/>
          <p:cNvSpPr/>
          <p:nvPr/>
        </p:nvSpPr>
        <p:spPr>
          <a:xfrm flipH="1">
            <a:off x="868680" y="3154679"/>
            <a:ext cx="3611880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0" name="Connector 244"/>
          <p:cNvSpPr/>
          <p:nvPr/>
        </p:nvSpPr>
        <p:spPr>
          <a:xfrm flipH="1">
            <a:off x="1673351" y="3154680"/>
            <a:ext cx="2807209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1" name="Connector 245"/>
          <p:cNvSpPr/>
          <p:nvPr/>
        </p:nvSpPr>
        <p:spPr>
          <a:xfrm flipH="1">
            <a:off x="2478025" y="3154679"/>
            <a:ext cx="2002535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2" name="Connector 246"/>
          <p:cNvSpPr/>
          <p:nvPr/>
        </p:nvSpPr>
        <p:spPr>
          <a:xfrm flipH="1">
            <a:off x="3282696" y="3154679"/>
            <a:ext cx="1197864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3" name="Connector 247"/>
          <p:cNvSpPr/>
          <p:nvPr/>
        </p:nvSpPr>
        <p:spPr>
          <a:xfrm flipH="1">
            <a:off x="4434840" y="3154679"/>
            <a:ext cx="45721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4" name="Connector 248"/>
          <p:cNvSpPr/>
          <p:nvPr/>
        </p:nvSpPr>
        <p:spPr>
          <a:xfrm>
            <a:off x="4480559" y="3154679"/>
            <a:ext cx="758953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5" name="Connector 249"/>
          <p:cNvSpPr/>
          <p:nvPr/>
        </p:nvSpPr>
        <p:spPr>
          <a:xfrm>
            <a:off x="4480559" y="3154679"/>
            <a:ext cx="1563625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6" name="Connector 250"/>
          <p:cNvSpPr/>
          <p:nvPr/>
        </p:nvSpPr>
        <p:spPr>
          <a:xfrm>
            <a:off x="4480560" y="3154679"/>
            <a:ext cx="2368296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7" name="Connector 251"/>
          <p:cNvSpPr/>
          <p:nvPr/>
        </p:nvSpPr>
        <p:spPr>
          <a:xfrm>
            <a:off x="4480560" y="3154679"/>
            <a:ext cx="3520440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8" name="Connector 252"/>
          <p:cNvSpPr/>
          <p:nvPr/>
        </p:nvSpPr>
        <p:spPr>
          <a:xfrm>
            <a:off x="4480560" y="3154679"/>
            <a:ext cx="4325112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9" name="Connector 253"/>
          <p:cNvSpPr/>
          <p:nvPr/>
        </p:nvSpPr>
        <p:spPr>
          <a:xfrm>
            <a:off x="4480560" y="3154679"/>
            <a:ext cx="5129784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0" name="Connector 254"/>
          <p:cNvSpPr/>
          <p:nvPr/>
        </p:nvSpPr>
        <p:spPr>
          <a:xfrm>
            <a:off x="4480559" y="3154679"/>
            <a:ext cx="5934457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1" name="Connector 255"/>
          <p:cNvSpPr/>
          <p:nvPr/>
        </p:nvSpPr>
        <p:spPr>
          <a:xfrm>
            <a:off x="4480559" y="3154680"/>
            <a:ext cx="7086602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2" name="Connector 256"/>
          <p:cNvSpPr/>
          <p:nvPr/>
        </p:nvSpPr>
        <p:spPr>
          <a:xfrm>
            <a:off x="4480560" y="3154679"/>
            <a:ext cx="7891272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3" name="Connector 257"/>
          <p:cNvSpPr/>
          <p:nvPr/>
        </p:nvSpPr>
        <p:spPr>
          <a:xfrm>
            <a:off x="4480560" y="3154679"/>
            <a:ext cx="8695943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4" name="Connector 258"/>
          <p:cNvSpPr/>
          <p:nvPr/>
        </p:nvSpPr>
        <p:spPr>
          <a:xfrm>
            <a:off x="4480560" y="3154678"/>
            <a:ext cx="9500615" cy="6080763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5" name="Connector 259"/>
          <p:cNvSpPr/>
          <p:nvPr/>
        </p:nvSpPr>
        <p:spPr>
          <a:xfrm>
            <a:off x="4480559" y="3154680"/>
            <a:ext cx="10652762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6" name="Connector 260"/>
          <p:cNvSpPr/>
          <p:nvPr/>
        </p:nvSpPr>
        <p:spPr>
          <a:xfrm>
            <a:off x="4480558" y="3154680"/>
            <a:ext cx="11457435" cy="6080759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7" name="Connector 261"/>
          <p:cNvSpPr/>
          <p:nvPr/>
        </p:nvSpPr>
        <p:spPr>
          <a:xfrm>
            <a:off x="4480558" y="3154680"/>
            <a:ext cx="12262106" cy="6080759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8" name="Connector 262"/>
          <p:cNvSpPr/>
          <p:nvPr/>
        </p:nvSpPr>
        <p:spPr>
          <a:xfrm>
            <a:off x="4480560" y="3154678"/>
            <a:ext cx="13066776" cy="6080764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9" name="Connector 263"/>
          <p:cNvSpPr/>
          <p:nvPr/>
        </p:nvSpPr>
        <p:spPr>
          <a:xfrm>
            <a:off x="4480560" y="3154678"/>
            <a:ext cx="14218920" cy="6080763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0" name="Connector 264"/>
          <p:cNvSpPr/>
          <p:nvPr/>
        </p:nvSpPr>
        <p:spPr>
          <a:xfrm>
            <a:off x="4480560" y="3154678"/>
            <a:ext cx="15023591" cy="6080763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1" name="Connector 265"/>
          <p:cNvSpPr/>
          <p:nvPr/>
        </p:nvSpPr>
        <p:spPr>
          <a:xfrm>
            <a:off x="4480559" y="3154681"/>
            <a:ext cx="15828264" cy="6080758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2" name="Connector 266"/>
          <p:cNvSpPr/>
          <p:nvPr/>
        </p:nvSpPr>
        <p:spPr>
          <a:xfrm>
            <a:off x="4480559" y="3154681"/>
            <a:ext cx="16632939" cy="6080758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3" name="Connector 267"/>
          <p:cNvSpPr/>
          <p:nvPr/>
        </p:nvSpPr>
        <p:spPr>
          <a:xfrm flipH="1">
            <a:off x="868680" y="3154679"/>
            <a:ext cx="3611880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4" name="Connector 268"/>
          <p:cNvSpPr/>
          <p:nvPr/>
        </p:nvSpPr>
        <p:spPr>
          <a:xfrm flipH="1">
            <a:off x="1673351" y="3154679"/>
            <a:ext cx="2807210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5" name="Connector 269"/>
          <p:cNvSpPr/>
          <p:nvPr/>
        </p:nvSpPr>
        <p:spPr>
          <a:xfrm flipH="1">
            <a:off x="2478024" y="3154679"/>
            <a:ext cx="2002536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6" name="Connector 270"/>
          <p:cNvSpPr/>
          <p:nvPr/>
        </p:nvSpPr>
        <p:spPr>
          <a:xfrm flipH="1">
            <a:off x="3282696" y="3154679"/>
            <a:ext cx="1197865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7" name="Connector 271"/>
          <p:cNvSpPr/>
          <p:nvPr/>
        </p:nvSpPr>
        <p:spPr>
          <a:xfrm flipH="1">
            <a:off x="4434840" y="3154679"/>
            <a:ext cx="45720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8" name="Connector 272"/>
          <p:cNvSpPr/>
          <p:nvPr/>
        </p:nvSpPr>
        <p:spPr>
          <a:xfrm>
            <a:off x="4480558" y="3154680"/>
            <a:ext cx="758955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9" name="Connector 273"/>
          <p:cNvSpPr/>
          <p:nvPr/>
        </p:nvSpPr>
        <p:spPr>
          <a:xfrm>
            <a:off x="4480559" y="3154679"/>
            <a:ext cx="1563626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0" name="Connector 274"/>
          <p:cNvSpPr/>
          <p:nvPr/>
        </p:nvSpPr>
        <p:spPr>
          <a:xfrm>
            <a:off x="4480560" y="3154679"/>
            <a:ext cx="2368295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1" name="Connector 275"/>
          <p:cNvSpPr/>
          <p:nvPr/>
        </p:nvSpPr>
        <p:spPr>
          <a:xfrm>
            <a:off x="4480559" y="3154679"/>
            <a:ext cx="3520441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2" name="Connector 276"/>
          <p:cNvSpPr/>
          <p:nvPr/>
        </p:nvSpPr>
        <p:spPr>
          <a:xfrm>
            <a:off x="4480559" y="3154680"/>
            <a:ext cx="4325114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3" name="Connector 277"/>
          <p:cNvSpPr/>
          <p:nvPr/>
        </p:nvSpPr>
        <p:spPr>
          <a:xfrm>
            <a:off x="4480559" y="3154680"/>
            <a:ext cx="5129786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4" name="Connector 278"/>
          <p:cNvSpPr/>
          <p:nvPr/>
        </p:nvSpPr>
        <p:spPr>
          <a:xfrm>
            <a:off x="4480559" y="3154680"/>
            <a:ext cx="5934458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5" name="Connector 279"/>
          <p:cNvSpPr/>
          <p:nvPr/>
        </p:nvSpPr>
        <p:spPr>
          <a:xfrm>
            <a:off x="4480560" y="3154679"/>
            <a:ext cx="7086601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6" name="Connector 280"/>
          <p:cNvSpPr/>
          <p:nvPr/>
        </p:nvSpPr>
        <p:spPr>
          <a:xfrm>
            <a:off x="4480559" y="3154680"/>
            <a:ext cx="7891274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7" name="Connector 281"/>
          <p:cNvSpPr/>
          <p:nvPr/>
        </p:nvSpPr>
        <p:spPr>
          <a:xfrm>
            <a:off x="4480560" y="3154679"/>
            <a:ext cx="8695943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8" name="Connector 282"/>
          <p:cNvSpPr/>
          <p:nvPr/>
        </p:nvSpPr>
        <p:spPr>
          <a:xfrm>
            <a:off x="4480560" y="3154678"/>
            <a:ext cx="9500616" cy="7680963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9" name="Connector 283"/>
          <p:cNvSpPr/>
          <p:nvPr/>
        </p:nvSpPr>
        <p:spPr>
          <a:xfrm>
            <a:off x="4480559" y="3154680"/>
            <a:ext cx="10652763" cy="7680959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0" name="Connector 284"/>
          <p:cNvSpPr/>
          <p:nvPr/>
        </p:nvSpPr>
        <p:spPr>
          <a:xfrm>
            <a:off x="4480560" y="3154678"/>
            <a:ext cx="11457432" cy="7680963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1" name="Connector 285"/>
          <p:cNvSpPr/>
          <p:nvPr/>
        </p:nvSpPr>
        <p:spPr>
          <a:xfrm>
            <a:off x="4480559" y="3154679"/>
            <a:ext cx="12262104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2" name="Connector 286"/>
          <p:cNvSpPr/>
          <p:nvPr/>
        </p:nvSpPr>
        <p:spPr>
          <a:xfrm>
            <a:off x="4480560" y="3154678"/>
            <a:ext cx="13066777" cy="7680964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3" name="Connector 287"/>
          <p:cNvSpPr/>
          <p:nvPr/>
        </p:nvSpPr>
        <p:spPr>
          <a:xfrm>
            <a:off x="4480559" y="3154680"/>
            <a:ext cx="14218923" cy="7680959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4" name="Connector 288"/>
          <p:cNvSpPr/>
          <p:nvPr/>
        </p:nvSpPr>
        <p:spPr>
          <a:xfrm>
            <a:off x="4480559" y="3154681"/>
            <a:ext cx="15023594" cy="7680958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5" name="Connector 289"/>
          <p:cNvSpPr/>
          <p:nvPr/>
        </p:nvSpPr>
        <p:spPr>
          <a:xfrm>
            <a:off x="4480559" y="3154681"/>
            <a:ext cx="15828265" cy="7680958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6" name="Connector 290"/>
          <p:cNvSpPr/>
          <p:nvPr/>
        </p:nvSpPr>
        <p:spPr>
          <a:xfrm>
            <a:off x="4480559" y="3154681"/>
            <a:ext cx="16632940" cy="7680957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7" name="Connector 291"/>
          <p:cNvSpPr/>
          <p:nvPr/>
        </p:nvSpPr>
        <p:spPr>
          <a:xfrm flipH="1">
            <a:off x="868679" y="3154680"/>
            <a:ext cx="4782314" cy="4480560"/>
          </a:xfrm>
          <a:prstGeom prst="line">
            <a:avLst/>
          </a:prstGeom>
          <a:ln w="27432">
            <a:solidFill>
              <a:srgbClr val="D64B2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8" name="Connector 292"/>
          <p:cNvSpPr/>
          <p:nvPr/>
        </p:nvSpPr>
        <p:spPr>
          <a:xfrm flipH="1">
            <a:off x="1673352" y="3154679"/>
            <a:ext cx="3977640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9" name="Connector 293"/>
          <p:cNvSpPr/>
          <p:nvPr/>
        </p:nvSpPr>
        <p:spPr>
          <a:xfrm flipH="1">
            <a:off x="2478023" y="3154680"/>
            <a:ext cx="3172970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0" name="Connector 294"/>
          <p:cNvSpPr/>
          <p:nvPr/>
        </p:nvSpPr>
        <p:spPr>
          <a:xfrm flipH="1">
            <a:off x="3282696" y="3154679"/>
            <a:ext cx="2368297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1" name="Connector 295"/>
          <p:cNvSpPr/>
          <p:nvPr/>
        </p:nvSpPr>
        <p:spPr>
          <a:xfrm flipH="1">
            <a:off x="4434840" y="3154680"/>
            <a:ext cx="1216153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2" name="Connector 296"/>
          <p:cNvSpPr/>
          <p:nvPr/>
        </p:nvSpPr>
        <p:spPr>
          <a:xfrm flipH="1">
            <a:off x="5239512" y="3154679"/>
            <a:ext cx="411480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3" name="Connector 297"/>
          <p:cNvSpPr/>
          <p:nvPr/>
        </p:nvSpPr>
        <p:spPr>
          <a:xfrm>
            <a:off x="5650992" y="3154679"/>
            <a:ext cx="393192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4" name="Connector 298"/>
          <p:cNvSpPr/>
          <p:nvPr/>
        </p:nvSpPr>
        <p:spPr>
          <a:xfrm>
            <a:off x="5650991" y="3154680"/>
            <a:ext cx="1197865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5" name="Connector 299"/>
          <p:cNvSpPr/>
          <p:nvPr/>
        </p:nvSpPr>
        <p:spPr>
          <a:xfrm>
            <a:off x="5650992" y="3154679"/>
            <a:ext cx="2350008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6" name="Connector 300"/>
          <p:cNvSpPr/>
          <p:nvPr/>
        </p:nvSpPr>
        <p:spPr>
          <a:xfrm>
            <a:off x="5650991" y="3154680"/>
            <a:ext cx="3154682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7" name="Connector 301"/>
          <p:cNvSpPr/>
          <p:nvPr/>
        </p:nvSpPr>
        <p:spPr>
          <a:xfrm>
            <a:off x="5650991" y="3154680"/>
            <a:ext cx="3959354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8" name="Connector 302"/>
          <p:cNvSpPr/>
          <p:nvPr/>
        </p:nvSpPr>
        <p:spPr>
          <a:xfrm>
            <a:off x="5650992" y="3154679"/>
            <a:ext cx="4764024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9" name="Connector 303"/>
          <p:cNvSpPr/>
          <p:nvPr/>
        </p:nvSpPr>
        <p:spPr>
          <a:xfrm>
            <a:off x="5650991" y="3154680"/>
            <a:ext cx="5916170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0" name="Connector 304"/>
          <p:cNvSpPr/>
          <p:nvPr/>
        </p:nvSpPr>
        <p:spPr>
          <a:xfrm>
            <a:off x="5650991" y="3154680"/>
            <a:ext cx="6720842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1" name="Connector 305"/>
          <p:cNvSpPr/>
          <p:nvPr/>
        </p:nvSpPr>
        <p:spPr>
          <a:xfrm>
            <a:off x="5650991" y="3154680"/>
            <a:ext cx="7525514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2" name="Connector 306"/>
          <p:cNvSpPr/>
          <p:nvPr/>
        </p:nvSpPr>
        <p:spPr>
          <a:xfrm>
            <a:off x="5650992" y="3154679"/>
            <a:ext cx="8330184" cy="44805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3" name="Connector 307"/>
          <p:cNvSpPr/>
          <p:nvPr/>
        </p:nvSpPr>
        <p:spPr>
          <a:xfrm>
            <a:off x="5650992" y="3154678"/>
            <a:ext cx="9482328" cy="4480563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4" name="Connector 308"/>
          <p:cNvSpPr/>
          <p:nvPr/>
        </p:nvSpPr>
        <p:spPr>
          <a:xfrm>
            <a:off x="5650991" y="3154680"/>
            <a:ext cx="10287002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5" name="Connector 309"/>
          <p:cNvSpPr/>
          <p:nvPr/>
        </p:nvSpPr>
        <p:spPr>
          <a:xfrm>
            <a:off x="5650991" y="3154681"/>
            <a:ext cx="11091674" cy="4480558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6" name="Connector 310"/>
          <p:cNvSpPr/>
          <p:nvPr/>
        </p:nvSpPr>
        <p:spPr>
          <a:xfrm>
            <a:off x="5650991" y="3154681"/>
            <a:ext cx="11896346" cy="4480558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7" name="Connector 311"/>
          <p:cNvSpPr/>
          <p:nvPr/>
        </p:nvSpPr>
        <p:spPr>
          <a:xfrm>
            <a:off x="5650991" y="3154680"/>
            <a:ext cx="13048488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8" name="Connector 312"/>
          <p:cNvSpPr/>
          <p:nvPr/>
        </p:nvSpPr>
        <p:spPr>
          <a:xfrm>
            <a:off x="5650992" y="3154679"/>
            <a:ext cx="13853162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9" name="Connector 313"/>
          <p:cNvSpPr/>
          <p:nvPr/>
        </p:nvSpPr>
        <p:spPr>
          <a:xfrm>
            <a:off x="5650992" y="3154678"/>
            <a:ext cx="14657832" cy="4480564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0" name="Connector 314"/>
          <p:cNvSpPr/>
          <p:nvPr/>
        </p:nvSpPr>
        <p:spPr>
          <a:xfrm>
            <a:off x="5650992" y="3154679"/>
            <a:ext cx="15462504" cy="44805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1" name="Connector 315"/>
          <p:cNvSpPr/>
          <p:nvPr/>
        </p:nvSpPr>
        <p:spPr>
          <a:xfrm flipH="1">
            <a:off x="868679" y="3154679"/>
            <a:ext cx="4782313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2" name="Connector 316"/>
          <p:cNvSpPr/>
          <p:nvPr/>
        </p:nvSpPr>
        <p:spPr>
          <a:xfrm flipH="1">
            <a:off x="1673351" y="3154679"/>
            <a:ext cx="3977642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3" name="Connector 317"/>
          <p:cNvSpPr/>
          <p:nvPr/>
        </p:nvSpPr>
        <p:spPr>
          <a:xfrm flipH="1">
            <a:off x="2478023" y="3154679"/>
            <a:ext cx="3172969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4" name="Connector 318"/>
          <p:cNvSpPr/>
          <p:nvPr/>
        </p:nvSpPr>
        <p:spPr>
          <a:xfrm flipH="1">
            <a:off x="3282696" y="3154679"/>
            <a:ext cx="2368296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5" name="Connector 319"/>
          <p:cNvSpPr/>
          <p:nvPr/>
        </p:nvSpPr>
        <p:spPr>
          <a:xfrm flipH="1">
            <a:off x="4434839" y="3154679"/>
            <a:ext cx="1216154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6" name="Connector 320"/>
          <p:cNvSpPr/>
          <p:nvPr/>
        </p:nvSpPr>
        <p:spPr>
          <a:xfrm flipH="1">
            <a:off x="5239512" y="3154679"/>
            <a:ext cx="411480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7" name="Connector 321"/>
          <p:cNvSpPr/>
          <p:nvPr/>
        </p:nvSpPr>
        <p:spPr>
          <a:xfrm>
            <a:off x="5650992" y="3154679"/>
            <a:ext cx="393192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8" name="Connector 322"/>
          <p:cNvSpPr/>
          <p:nvPr/>
        </p:nvSpPr>
        <p:spPr>
          <a:xfrm>
            <a:off x="5650992" y="3154679"/>
            <a:ext cx="1197864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9" name="Connector 323"/>
          <p:cNvSpPr/>
          <p:nvPr/>
        </p:nvSpPr>
        <p:spPr>
          <a:xfrm>
            <a:off x="5650992" y="3154679"/>
            <a:ext cx="2350008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0" name="Connector 324"/>
          <p:cNvSpPr/>
          <p:nvPr/>
        </p:nvSpPr>
        <p:spPr>
          <a:xfrm>
            <a:off x="5650992" y="3154679"/>
            <a:ext cx="3154679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1" name="Connector 325"/>
          <p:cNvSpPr/>
          <p:nvPr/>
        </p:nvSpPr>
        <p:spPr>
          <a:xfrm>
            <a:off x="5650991" y="3154680"/>
            <a:ext cx="3959353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2" name="Connector 326"/>
          <p:cNvSpPr/>
          <p:nvPr/>
        </p:nvSpPr>
        <p:spPr>
          <a:xfrm>
            <a:off x="5650991" y="3154680"/>
            <a:ext cx="4764026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3" name="Connector 327"/>
          <p:cNvSpPr/>
          <p:nvPr/>
        </p:nvSpPr>
        <p:spPr>
          <a:xfrm>
            <a:off x="5650991" y="3154680"/>
            <a:ext cx="5916170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4" name="Connector 328"/>
          <p:cNvSpPr/>
          <p:nvPr/>
        </p:nvSpPr>
        <p:spPr>
          <a:xfrm>
            <a:off x="5650992" y="3154679"/>
            <a:ext cx="6720840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5" name="Connector 329"/>
          <p:cNvSpPr/>
          <p:nvPr/>
        </p:nvSpPr>
        <p:spPr>
          <a:xfrm>
            <a:off x="5650991" y="3154680"/>
            <a:ext cx="7525514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6" name="Connector 330"/>
          <p:cNvSpPr/>
          <p:nvPr/>
        </p:nvSpPr>
        <p:spPr>
          <a:xfrm>
            <a:off x="5650991" y="3154680"/>
            <a:ext cx="8330186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7" name="Connector 331"/>
          <p:cNvSpPr/>
          <p:nvPr/>
        </p:nvSpPr>
        <p:spPr>
          <a:xfrm>
            <a:off x="5650992" y="3154679"/>
            <a:ext cx="9482328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8" name="Connector 332"/>
          <p:cNvSpPr/>
          <p:nvPr/>
        </p:nvSpPr>
        <p:spPr>
          <a:xfrm>
            <a:off x="5650991" y="3154680"/>
            <a:ext cx="10287002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9" name="Connector 333"/>
          <p:cNvSpPr/>
          <p:nvPr/>
        </p:nvSpPr>
        <p:spPr>
          <a:xfrm>
            <a:off x="5650991" y="3154680"/>
            <a:ext cx="11091673" cy="6080759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0" name="Connector 334"/>
          <p:cNvSpPr/>
          <p:nvPr/>
        </p:nvSpPr>
        <p:spPr>
          <a:xfrm>
            <a:off x="5650991" y="3154679"/>
            <a:ext cx="11896344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1" name="Connector 335"/>
          <p:cNvSpPr/>
          <p:nvPr/>
        </p:nvSpPr>
        <p:spPr>
          <a:xfrm>
            <a:off x="5650991" y="3154679"/>
            <a:ext cx="13048489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2" name="Connector 336"/>
          <p:cNvSpPr/>
          <p:nvPr/>
        </p:nvSpPr>
        <p:spPr>
          <a:xfrm>
            <a:off x="5650992" y="3154678"/>
            <a:ext cx="13853161" cy="6080764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3" name="Connector 337"/>
          <p:cNvSpPr/>
          <p:nvPr/>
        </p:nvSpPr>
        <p:spPr>
          <a:xfrm>
            <a:off x="5650991" y="3154680"/>
            <a:ext cx="14657833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4" name="Connector 338"/>
          <p:cNvSpPr/>
          <p:nvPr/>
        </p:nvSpPr>
        <p:spPr>
          <a:xfrm>
            <a:off x="5650991" y="3154679"/>
            <a:ext cx="15462505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5" name="Connector 339"/>
          <p:cNvSpPr/>
          <p:nvPr/>
        </p:nvSpPr>
        <p:spPr>
          <a:xfrm flipH="1">
            <a:off x="868679" y="3154679"/>
            <a:ext cx="4782314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6" name="Connector 340"/>
          <p:cNvSpPr/>
          <p:nvPr/>
        </p:nvSpPr>
        <p:spPr>
          <a:xfrm flipH="1">
            <a:off x="1673352" y="3154679"/>
            <a:ext cx="3977641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7" name="Connector 341"/>
          <p:cNvSpPr/>
          <p:nvPr/>
        </p:nvSpPr>
        <p:spPr>
          <a:xfrm flipH="1">
            <a:off x="2478024" y="3154679"/>
            <a:ext cx="3172968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8" name="Connector 342"/>
          <p:cNvSpPr/>
          <p:nvPr/>
        </p:nvSpPr>
        <p:spPr>
          <a:xfrm flipH="1">
            <a:off x="3282695" y="3154680"/>
            <a:ext cx="2368297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9" name="Connector 343"/>
          <p:cNvSpPr/>
          <p:nvPr/>
        </p:nvSpPr>
        <p:spPr>
          <a:xfrm flipH="1">
            <a:off x="4434841" y="3154679"/>
            <a:ext cx="1216151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0" name="Connector 344"/>
          <p:cNvSpPr/>
          <p:nvPr/>
        </p:nvSpPr>
        <p:spPr>
          <a:xfrm flipH="1">
            <a:off x="5239511" y="3154679"/>
            <a:ext cx="411482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1" name="Connector 345"/>
          <p:cNvSpPr/>
          <p:nvPr/>
        </p:nvSpPr>
        <p:spPr>
          <a:xfrm>
            <a:off x="5650991" y="3154679"/>
            <a:ext cx="393194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2" name="Connector 346"/>
          <p:cNvSpPr/>
          <p:nvPr/>
        </p:nvSpPr>
        <p:spPr>
          <a:xfrm>
            <a:off x="5650991" y="3154679"/>
            <a:ext cx="1197866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3" name="Connector 347"/>
          <p:cNvSpPr/>
          <p:nvPr/>
        </p:nvSpPr>
        <p:spPr>
          <a:xfrm>
            <a:off x="5650991" y="3154680"/>
            <a:ext cx="2350010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4" name="Connector 348"/>
          <p:cNvSpPr/>
          <p:nvPr/>
        </p:nvSpPr>
        <p:spPr>
          <a:xfrm>
            <a:off x="5650992" y="3154679"/>
            <a:ext cx="3154680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5" name="Connector 349"/>
          <p:cNvSpPr/>
          <p:nvPr/>
        </p:nvSpPr>
        <p:spPr>
          <a:xfrm>
            <a:off x="5650992" y="3154679"/>
            <a:ext cx="3959352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6" name="Connector 350"/>
          <p:cNvSpPr/>
          <p:nvPr/>
        </p:nvSpPr>
        <p:spPr>
          <a:xfrm>
            <a:off x="5650991" y="3154680"/>
            <a:ext cx="4764026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7" name="Connector 351"/>
          <p:cNvSpPr/>
          <p:nvPr/>
        </p:nvSpPr>
        <p:spPr>
          <a:xfrm>
            <a:off x="5650992" y="3154679"/>
            <a:ext cx="5916168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8" name="Connector 352"/>
          <p:cNvSpPr/>
          <p:nvPr/>
        </p:nvSpPr>
        <p:spPr>
          <a:xfrm>
            <a:off x="5650992" y="3154679"/>
            <a:ext cx="6720840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9" name="Connector 353"/>
          <p:cNvSpPr/>
          <p:nvPr/>
        </p:nvSpPr>
        <p:spPr>
          <a:xfrm>
            <a:off x="5650992" y="3154679"/>
            <a:ext cx="7525512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0" name="Connector 354"/>
          <p:cNvSpPr/>
          <p:nvPr/>
        </p:nvSpPr>
        <p:spPr>
          <a:xfrm>
            <a:off x="5650992" y="3154678"/>
            <a:ext cx="8330184" cy="7680963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1" name="Connector 355"/>
          <p:cNvSpPr/>
          <p:nvPr/>
        </p:nvSpPr>
        <p:spPr>
          <a:xfrm>
            <a:off x="5650992" y="3154678"/>
            <a:ext cx="9482328" cy="7680963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2" name="Connector 356"/>
          <p:cNvSpPr/>
          <p:nvPr/>
        </p:nvSpPr>
        <p:spPr>
          <a:xfrm>
            <a:off x="5650991" y="3154680"/>
            <a:ext cx="10287002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3" name="Connector 357"/>
          <p:cNvSpPr/>
          <p:nvPr/>
        </p:nvSpPr>
        <p:spPr>
          <a:xfrm>
            <a:off x="5650991" y="3154680"/>
            <a:ext cx="11091672" cy="7680959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4" name="Connector 358"/>
          <p:cNvSpPr/>
          <p:nvPr/>
        </p:nvSpPr>
        <p:spPr>
          <a:xfrm>
            <a:off x="5650991" y="3154679"/>
            <a:ext cx="11896345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5" name="Connector 359"/>
          <p:cNvSpPr/>
          <p:nvPr/>
        </p:nvSpPr>
        <p:spPr>
          <a:xfrm>
            <a:off x="5650991" y="3154679"/>
            <a:ext cx="13048488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6" name="Connector 360"/>
          <p:cNvSpPr/>
          <p:nvPr/>
        </p:nvSpPr>
        <p:spPr>
          <a:xfrm>
            <a:off x="5650991" y="3154680"/>
            <a:ext cx="13853164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7" name="Connector 361"/>
          <p:cNvSpPr/>
          <p:nvPr/>
        </p:nvSpPr>
        <p:spPr>
          <a:xfrm>
            <a:off x="5650992" y="3154678"/>
            <a:ext cx="14657832" cy="7680964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8" name="Connector 362"/>
          <p:cNvSpPr/>
          <p:nvPr/>
        </p:nvSpPr>
        <p:spPr>
          <a:xfrm>
            <a:off x="5650991" y="3154680"/>
            <a:ext cx="15462506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9" name="Connector 363"/>
          <p:cNvSpPr/>
          <p:nvPr/>
        </p:nvSpPr>
        <p:spPr>
          <a:xfrm flipH="1">
            <a:off x="868679" y="3154680"/>
            <a:ext cx="5952746" cy="4480560"/>
          </a:xfrm>
          <a:prstGeom prst="line">
            <a:avLst/>
          </a:prstGeom>
          <a:ln w="27432">
            <a:solidFill>
              <a:srgbClr val="D64B2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0" name="Connector 364"/>
          <p:cNvSpPr/>
          <p:nvPr/>
        </p:nvSpPr>
        <p:spPr>
          <a:xfrm flipH="1">
            <a:off x="1673351" y="3154679"/>
            <a:ext cx="5148073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1" name="Connector 365"/>
          <p:cNvSpPr/>
          <p:nvPr/>
        </p:nvSpPr>
        <p:spPr>
          <a:xfrm flipH="1">
            <a:off x="2478023" y="3154680"/>
            <a:ext cx="4343401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2" name="Connector 366"/>
          <p:cNvSpPr/>
          <p:nvPr/>
        </p:nvSpPr>
        <p:spPr>
          <a:xfrm flipH="1">
            <a:off x="3282696" y="3154680"/>
            <a:ext cx="3538729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3" name="Connector 367"/>
          <p:cNvSpPr/>
          <p:nvPr/>
        </p:nvSpPr>
        <p:spPr>
          <a:xfrm flipH="1">
            <a:off x="4434840" y="3154679"/>
            <a:ext cx="2386584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4" name="Connector 368"/>
          <p:cNvSpPr/>
          <p:nvPr/>
        </p:nvSpPr>
        <p:spPr>
          <a:xfrm flipH="1">
            <a:off x="5239511" y="3154680"/>
            <a:ext cx="1581913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5" name="Connector 369"/>
          <p:cNvSpPr/>
          <p:nvPr/>
        </p:nvSpPr>
        <p:spPr>
          <a:xfrm flipH="1">
            <a:off x="6044184" y="3154680"/>
            <a:ext cx="777240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6" name="Connector 370"/>
          <p:cNvSpPr/>
          <p:nvPr/>
        </p:nvSpPr>
        <p:spPr>
          <a:xfrm>
            <a:off x="6821423" y="3154680"/>
            <a:ext cx="27434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7" name="Connector 371"/>
          <p:cNvSpPr/>
          <p:nvPr/>
        </p:nvSpPr>
        <p:spPr>
          <a:xfrm>
            <a:off x="6821423" y="3154680"/>
            <a:ext cx="1179578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8" name="Connector 372"/>
          <p:cNvSpPr/>
          <p:nvPr/>
        </p:nvSpPr>
        <p:spPr>
          <a:xfrm>
            <a:off x="6821423" y="3154680"/>
            <a:ext cx="1984250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9" name="Connector 373"/>
          <p:cNvSpPr/>
          <p:nvPr/>
        </p:nvSpPr>
        <p:spPr>
          <a:xfrm>
            <a:off x="6821424" y="3154679"/>
            <a:ext cx="2788920" cy="44805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0" name="Connector 374"/>
          <p:cNvSpPr/>
          <p:nvPr/>
        </p:nvSpPr>
        <p:spPr>
          <a:xfrm>
            <a:off x="6821423" y="3154680"/>
            <a:ext cx="3593594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1" name="Connector 375"/>
          <p:cNvSpPr/>
          <p:nvPr/>
        </p:nvSpPr>
        <p:spPr>
          <a:xfrm>
            <a:off x="6821424" y="3154679"/>
            <a:ext cx="4745737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2" name="Connector 376"/>
          <p:cNvSpPr/>
          <p:nvPr/>
        </p:nvSpPr>
        <p:spPr>
          <a:xfrm>
            <a:off x="6821424" y="3154679"/>
            <a:ext cx="5550408" cy="44805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3" name="Connector 377"/>
          <p:cNvSpPr/>
          <p:nvPr/>
        </p:nvSpPr>
        <p:spPr>
          <a:xfrm>
            <a:off x="6821424" y="3154679"/>
            <a:ext cx="6355081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4" name="Connector 378"/>
          <p:cNvSpPr/>
          <p:nvPr/>
        </p:nvSpPr>
        <p:spPr>
          <a:xfrm>
            <a:off x="6821424" y="3154679"/>
            <a:ext cx="7159752" cy="44805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5" name="Connector 379"/>
          <p:cNvSpPr/>
          <p:nvPr/>
        </p:nvSpPr>
        <p:spPr>
          <a:xfrm>
            <a:off x="6821423" y="3154680"/>
            <a:ext cx="8311898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6" name="Connector 380"/>
          <p:cNvSpPr/>
          <p:nvPr/>
        </p:nvSpPr>
        <p:spPr>
          <a:xfrm>
            <a:off x="6821424" y="3154679"/>
            <a:ext cx="9116568" cy="44805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7" name="Connector 381"/>
          <p:cNvSpPr/>
          <p:nvPr/>
        </p:nvSpPr>
        <p:spPr>
          <a:xfrm>
            <a:off x="6821423" y="3154681"/>
            <a:ext cx="9921241" cy="4480558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8" name="Connector 382"/>
          <p:cNvSpPr/>
          <p:nvPr/>
        </p:nvSpPr>
        <p:spPr>
          <a:xfrm>
            <a:off x="6821424" y="3154679"/>
            <a:ext cx="10725913" cy="44805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9" name="Connector 383"/>
          <p:cNvSpPr/>
          <p:nvPr/>
        </p:nvSpPr>
        <p:spPr>
          <a:xfrm>
            <a:off x="6821424" y="3154679"/>
            <a:ext cx="11878057" cy="44805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60" name="Connector 384"/>
          <p:cNvSpPr/>
          <p:nvPr/>
        </p:nvSpPr>
        <p:spPr>
          <a:xfrm>
            <a:off x="6821423" y="3154681"/>
            <a:ext cx="12682730" cy="4480558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61" name="Connector 385"/>
          <p:cNvSpPr/>
          <p:nvPr/>
        </p:nvSpPr>
        <p:spPr>
          <a:xfrm>
            <a:off x="6821423" y="3154681"/>
            <a:ext cx="13487402" cy="4480558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62" name="Connector 386"/>
          <p:cNvSpPr/>
          <p:nvPr/>
        </p:nvSpPr>
        <p:spPr>
          <a:xfrm>
            <a:off x="6821423" y="3154680"/>
            <a:ext cx="14292073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63" name="Connector 387"/>
          <p:cNvSpPr/>
          <p:nvPr/>
        </p:nvSpPr>
        <p:spPr>
          <a:xfrm flipH="1">
            <a:off x="868680" y="3154679"/>
            <a:ext cx="5952745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64" name="Connector 388"/>
          <p:cNvSpPr/>
          <p:nvPr/>
        </p:nvSpPr>
        <p:spPr>
          <a:xfrm flipH="1">
            <a:off x="1673351" y="3154679"/>
            <a:ext cx="5148073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65" name="Connector 389"/>
          <p:cNvSpPr/>
          <p:nvPr/>
        </p:nvSpPr>
        <p:spPr>
          <a:xfrm flipH="1">
            <a:off x="2478024" y="3154679"/>
            <a:ext cx="4343400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66" name="Connector 390"/>
          <p:cNvSpPr/>
          <p:nvPr/>
        </p:nvSpPr>
        <p:spPr>
          <a:xfrm flipH="1">
            <a:off x="3282696" y="3154679"/>
            <a:ext cx="3538729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67" name="Connector 391"/>
          <p:cNvSpPr/>
          <p:nvPr/>
        </p:nvSpPr>
        <p:spPr>
          <a:xfrm flipH="1">
            <a:off x="4434839" y="3154679"/>
            <a:ext cx="2386586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68" name="Connector 392"/>
          <p:cNvSpPr/>
          <p:nvPr/>
        </p:nvSpPr>
        <p:spPr>
          <a:xfrm flipH="1">
            <a:off x="5239511" y="3154679"/>
            <a:ext cx="1581914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69" name="Connector 393"/>
          <p:cNvSpPr/>
          <p:nvPr/>
        </p:nvSpPr>
        <p:spPr>
          <a:xfrm flipH="1">
            <a:off x="6044184" y="3154679"/>
            <a:ext cx="777241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70" name="Connector 394"/>
          <p:cNvSpPr/>
          <p:nvPr/>
        </p:nvSpPr>
        <p:spPr>
          <a:xfrm>
            <a:off x="6821423" y="3154679"/>
            <a:ext cx="27434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71" name="Connector 395"/>
          <p:cNvSpPr/>
          <p:nvPr/>
        </p:nvSpPr>
        <p:spPr>
          <a:xfrm>
            <a:off x="6821423" y="3154679"/>
            <a:ext cx="1179578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72" name="Connector 396"/>
          <p:cNvSpPr/>
          <p:nvPr/>
        </p:nvSpPr>
        <p:spPr>
          <a:xfrm>
            <a:off x="6821423" y="3154679"/>
            <a:ext cx="1984250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73" name="Connector 397"/>
          <p:cNvSpPr/>
          <p:nvPr/>
        </p:nvSpPr>
        <p:spPr>
          <a:xfrm>
            <a:off x="6821423" y="3154679"/>
            <a:ext cx="2788921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74" name="Connector 398"/>
          <p:cNvSpPr/>
          <p:nvPr/>
        </p:nvSpPr>
        <p:spPr>
          <a:xfrm>
            <a:off x="6821424" y="3154679"/>
            <a:ext cx="3593592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75" name="Connector 399"/>
          <p:cNvSpPr/>
          <p:nvPr/>
        </p:nvSpPr>
        <p:spPr>
          <a:xfrm>
            <a:off x="6821423" y="3154680"/>
            <a:ext cx="4745738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76" name="Connector 400"/>
          <p:cNvSpPr/>
          <p:nvPr/>
        </p:nvSpPr>
        <p:spPr>
          <a:xfrm>
            <a:off x="6821424" y="3154679"/>
            <a:ext cx="5550408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77" name="Connector 401"/>
          <p:cNvSpPr/>
          <p:nvPr/>
        </p:nvSpPr>
        <p:spPr>
          <a:xfrm>
            <a:off x="6821423" y="3154679"/>
            <a:ext cx="6355081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78" name="Connector 402"/>
          <p:cNvSpPr/>
          <p:nvPr/>
        </p:nvSpPr>
        <p:spPr>
          <a:xfrm>
            <a:off x="6821423" y="3154680"/>
            <a:ext cx="7159753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79" name="Connector 403"/>
          <p:cNvSpPr/>
          <p:nvPr/>
        </p:nvSpPr>
        <p:spPr>
          <a:xfrm>
            <a:off x="6821423" y="3154679"/>
            <a:ext cx="8311897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0" name="Connector 404"/>
          <p:cNvSpPr/>
          <p:nvPr/>
        </p:nvSpPr>
        <p:spPr>
          <a:xfrm>
            <a:off x="6821424" y="3154679"/>
            <a:ext cx="9116568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1" name="Connector 405"/>
          <p:cNvSpPr/>
          <p:nvPr/>
        </p:nvSpPr>
        <p:spPr>
          <a:xfrm>
            <a:off x="6821423" y="3154679"/>
            <a:ext cx="9921240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2" name="Connector 406"/>
          <p:cNvSpPr/>
          <p:nvPr/>
        </p:nvSpPr>
        <p:spPr>
          <a:xfrm>
            <a:off x="6821423" y="3154680"/>
            <a:ext cx="10725914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3" name="Connector 407"/>
          <p:cNvSpPr/>
          <p:nvPr/>
        </p:nvSpPr>
        <p:spPr>
          <a:xfrm>
            <a:off x="6821424" y="3154679"/>
            <a:ext cx="11878056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4" name="Connector 408"/>
          <p:cNvSpPr/>
          <p:nvPr/>
        </p:nvSpPr>
        <p:spPr>
          <a:xfrm>
            <a:off x="6821423" y="3154680"/>
            <a:ext cx="12682730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5" name="Connector 409"/>
          <p:cNvSpPr/>
          <p:nvPr/>
        </p:nvSpPr>
        <p:spPr>
          <a:xfrm>
            <a:off x="6821423" y="3154681"/>
            <a:ext cx="13487403" cy="6080758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6" name="Connector 410"/>
          <p:cNvSpPr/>
          <p:nvPr/>
        </p:nvSpPr>
        <p:spPr>
          <a:xfrm>
            <a:off x="6821424" y="3154679"/>
            <a:ext cx="14292072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7" name="Connector 411"/>
          <p:cNvSpPr/>
          <p:nvPr/>
        </p:nvSpPr>
        <p:spPr>
          <a:xfrm flipH="1">
            <a:off x="868680" y="3154679"/>
            <a:ext cx="5952744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8" name="Connector 412"/>
          <p:cNvSpPr/>
          <p:nvPr/>
        </p:nvSpPr>
        <p:spPr>
          <a:xfrm flipH="1">
            <a:off x="1673351" y="3154679"/>
            <a:ext cx="5148073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9" name="Connector 413"/>
          <p:cNvSpPr/>
          <p:nvPr/>
        </p:nvSpPr>
        <p:spPr>
          <a:xfrm flipH="1">
            <a:off x="2478024" y="3154679"/>
            <a:ext cx="4343400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0" name="Connector 414"/>
          <p:cNvSpPr/>
          <p:nvPr/>
        </p:nvSpPr>
        <p:spPr>
          <a:xfrm flipH="1">
            <a:off x="3282695" y="3154679"/>
            <a:ext cx="3538731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1" name="Connector 415"/>
          <p:cNvSpPr/>
          <p:nvPr/>
        </p:nvSpPr>
        <p:spPr>
          <a:xfrm flipH="1">
            <a:off x="4434839" y="3154679"/>
            <a:ext cx="2386586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2" name="Connector 416"/>
          <p:cNvSpPr/>
          <p:nvPr/>
        </p:nvSpPr>
        <p:spPr>
          <a:xfrm flipH="1">
            <a:off x="5239512" y="3154679"/>
            <a:ext cx="1581912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3" name="Connector 417"/>
          <p:cNvSpPr/>
          <p:nvPr/>
        </p:nvSpPr>
        <p:spPr>
          <a:xfrm flipH="1">
            <a:off x="6044185" y="3154679"/>
            <a:ext cx="777239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4" name="Connector 418"/>
          <p:cNvSpPr/>
          <p:nvPr/>
        </p:nvSpPr>
        <p:spPr>
          <a:xfrm>
            <a:off x="6821424" y="3154679"/>
            <a:ext cx="27432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5" name="Connector 419"/>
          <p:cNvSpPr/>
          <p:nvPr/>
        </p:nvSpPr>
        <p:spPr>
          <a:xfrm>
            <a:off x="6821424" y="3154679"/>
            <a:ext cx="1179576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6" name="Connector 420"/>
          <p:cNvSpPr/>
          <p:nvPr/>
        </p:nvSpPr>
        <p:spPr>
          <a:xfrm>
            <a:off x="6821423" y="3154679"/>
            <a:ext cx="1984250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7" name="Connector 421"/>
          <p:cNvSpPr/>
          <p:nvPr/>
        </p:nvSpPr>
        <p:spPr>
          <a:xfrm>
            <a:off x="6821423" y="3154679"/>
            <a:ext cx="2788921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8" name="Connector 422"/>
          <p:cNvSpPr/>
          <p:nvPr/>
        </p:nvSpPr>
        <p:spPr>
          <a:xfrm>
            <a:off x="6821424" y="3154679"/>
            <a:ext cx="3593592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9" name="Connector 423"/>
          <p:cNvSpPr/>
          <p:nvPr/>
        </p:nvSpPr>
        <p:spPr>
          <a:xfrm>
            <a:off x="6821423" y="3154679"/>
            <a:ext cx="4745738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0" name="Connector 424"/>
          <p:cNvSpPr/>
          <p:nvPr/>
        </p:nvSpPr>
        <p:spPr>
          <a:xfrm>
            <a:off x="6821423" y="3154680"/>
            <a:ext cx="5550410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1" name="Connector 425"/>
          <p:cNvSpPr/>
          <p:nvPr/>
        </p:nvSpPr>
        <p:spPr>
          <a:xfrm>
            <a:off x="6821424" y="3154679"/>
            <a:ext cx="6355080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2" name="Connector 426"/>
          <p:cNvSpPr/>
          <p:nvPr/>
        </p:nvSpPr>
        <p:spPr>
          <a:xfrm>
            <a:off x="6821424" y="3154679"/>
            <a:ext cx="7159752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3" name="Connector 427"/>
          <p:cNvSpPr/>
          <p:nvPr/>
        </p:nvSpPr>
        <p:spPr>
          <a:xfrm>
            <a:off x="6821423" y="3154680"/>
            <a:ext cx="8311898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4" name="Connector 428"/>
          <p:cNvSpPr/>
          <p:nvPr/>
        </p:nvSpPr>
        <p:spPr>
          <a:xfrm>
            <a:off x="6821423" y="3154680"/>
            <a:ext cx="9116570" cy="7680959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5" name="Connector 429"/>
          <p:cNvSpPr/>
          <p:nvPr/>
        </p:nvSpPr>
        <p:spPr>
          <a:xfrm>
            <a:off x="6821423" y="3154680"/>
            <a:ext cx="9921242" cy="7680959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6" name="Connector 430"/>
          <p:cNvSpPr/>
          <p:nvPr/>
        </p:nvSpPr>
        <p:spPr>
          <a:xfrm>
            <a:off x="6821424" y="3154678"/>
            <a:ext cx="10725912" cy="7680963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7" name="Connector 431"/>
          <p:cNvSpPr/>
          <p:nvPr/>
        </p:nvSpPr>
        <p:spPr>
          <a:xfrm>
            <a:off x="6821424" y="3154678"/>
            <a:ext cx="11878055" cy="7680964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8" name="Connector 432"/>
          <p:cNvSpPr/>
          <p:nvPr/>
        </p:nvSpPr>
        <p:spPr>
          <a:xfrm>
            <a:off x="6821424" y="3154678"/>
            <a:ext cx="12682727" cy="7680964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9" name="Connector 433"/>
          <p:cNvSpPr/>
          <p:nvPr/>
        </p:nvSpPr>
        <p:spPr>
          <a:xfrm>
            <a:off x="6821422" y="3154681"/>
            <a:ext cx="13487403" cy="7680958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0" name="Connector 434"/>
          <p:cNvSpPr/>
          <p:nvPr/>
        </p:nvSpPr>
        <p:spPr>
          <a:xfrm>
            <a:off x="6821423" y="3154680"/>
            <a:ext cx="14292075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1" name="Connector 435"/>
          <p:cNvSpPr/>
          <p:nvPr/>
        </p:nvSpPr>
        <p:spPr>
          <a:xfrm flipH="1">
            <a:off x="868679" y="3154680"/>
            <a:ext cx="7123177" cy="4480560"/>
          </a:xfrm>
          <a:prstGeom prst="line">
            <a:avLst/>
          </a:prstGeom>
          <a:ln w="27432">
            <a:solidFill>
              <a:srgbClr val="D64B2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2" name="Connector 436"/>
          <p:cNvSpPr/>
          <p:nvPr/>
        </p:nvSpPr>
        <p:spPr>
          <a:xfrm flipH="1">
            <a:off x="1673351" y="3154679"/>
            <a:ext cx="6318505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3" name="Connector 437"/>
          <p:cNvSpPr/>
          <p:nvPr/>
        </p:nvSpPr>
        <p:spPr>
          <a:xfrm flipH="1">
            <a:off x="2478023" y="3154680"/>
            <a:ext cx="5513834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4" name="Connector 438"/>
          <p:cNvSpPr/>
          <p:nvPr/>
        </p:nvSpPr>
        <p:spPr>
          <a:xfrm flipH="1">
            <a:off x="3282696" y="3154679"/>
            <a:ext cx="4709160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5" name="Connector 439"/>
          <p:cNvSpPr/>
          <p:nvPr/>
        </p:nvSpPr>
        <p:spPr>
          <a:xfrm flipH="1">
            <a:off x="4434841" y="3154680"/>
            <a:ext cx="3557016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6" name="Connector 440"/>
          <p:cNvSpPr/>
          <p:nvPr/>
        </p:nvSpPr>
        <p:spPr>
          <a:xfrm flipH="1">
            <a:off x="5239511" y="3154680"/>
            <a:ext cx="2752345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7" name="Connector 441"/>
          <p:cNvSpPr/>
          <p:nvPr/>
        </p:nvSpPr>
        <p:spPr>
          <a:xfrm flipH="1">
            <a:off x="6044184" y="3154680"/>
            <a:ext cx="1947673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8" name="Connector 442"/>
          <p:cNvSpPr/>
          <p:nvPr/>
        </p:nvSpPr>
        <p:spPr>
          <a:xfrm flipH="1">
            <a:off x="6848856" y="3154680"/>
            <a:ext cx="1143001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9" name="Connector 443"/>
          <p:cNvSpPr/>
          <p:nvPr/>
        </p:nvSpPr>
        <p:spPr>
          <a:xfrm>
            <a:off x="7991856" y="3154679"/>
            <a:ext cx="9146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0" name="Connector 444"/>
          <p:cNvSpPr/>
          <p:nvPr/>
        </p:nvSpPr>
        <p:spPr>
          <a:xfrm>
            <a:off x="7991856" y="3154679"/>
            <a:ext cx="813817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1" name="Connector 445"/>
          <p:cNvSpPr/>
          <p:nvPr/>
        </p:nvSpPr>
        <p:spPr>
          <a:xfrm>
            <a:off x="7991856" y="3154679"/>
            <a:ext cx="1618489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2" name="Connector 446"/>
          <p:cNvSpPr/>
          <p:nvPr/>
        </p:nvSpPr>
        <p:spPr>
          <a:xfrm>
            <a:off x="7991856" y="3154679"/>
            <a:ext cx="2423161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3" name="Connector 447"/>
          <p:cNvSpPr/>
          <p:nvPr/>
        </p:nvSpPr>
        <p:spPr>
          <a:xfrm>
            <a:off x="7991855" y="3154680"/>
            <a:ext cx="3575305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4" name="Connector 448"/>
          <p:cNvSpPr/>
          <p:nvPr/>
        </p:nvSpPr>
        <p:spPr>
          <a:xfrm>
            <a:off x="7991856" y="3154679"/>
            <a:ext cx="4379976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5" name="Connector 449"/>
          <p:cNvSpPr/>
          <p:nvPr/>
        </p:nvSpPr>
        <p:spPr>
          <a:xfrm>
            <a:off x="7991856" y="3154679"/>
            <a:ext cx="5184649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6" name="Connector 450"/>
          <p:cNvSpPr/>
          <p:nvPr/>
        </p:nvSpPr>
        <p:spPr>
          <a:xfrm>
            <a:off x="7991856" y="3154679"/>
            <a:ext cx="5989320" cy="44805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7" name="Connector 451"/>
          <p:cNvSpPr/>
          <p:nvPr/>
        </p:nvSpPr>
        <p:spPr>
          <a:xfrm>
            <a:off x="7991856" y="3154680"/>
            <a:ext cx="7141465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8" name="Connector 452"/>
          <p:cNvSpPr/>
          <p:nvPr/>
        </p:nvSpPr>
        <p:spPr>
          <a:xfrm>
            <a:off x="7991856" y="3154679"/>
            <a:ext cx="7946136" cy="44805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9" name="Connector 453"/>
          <p:cNvSpPr/>
          <p:nvPr/>
        </p:nvSpPr>
        <p:spPr>
          <a:xfrm>
            <a:off x="7991856" y="3154678"/>
            <a:ext cx="8750807" cy="4480563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0" name="Connector 454"/>
          <p:cNvSpPr/>
          <p:nvPr/>
        </p:nvSpPr>
        <p:spPr>
          <a:xfrm>
            <a:off x="7991856" y="3154680"/>
            <a:ext cx="9555481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1" name="Connector 455"/>
          <p:cNvSpPr/>
          <p:nvPr/>
        </p:nvSpPr>
        <p:spPr>
          <a:xfrm>
            <a:off x="7991856" y="3154680"/>
            <a:ext cx="10707624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2" name="Connector 456"/>
          <p:cNvSpPr/>
          <p:nvPr/>
        </p:nvSpPr>
        <p:spPr>
          <a:xfrm>
            <a:off x="7991855" y="3154680"/>
            <a:ext cx="11512298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3" name="Connector 457"/>
          <p:cNvSpPr/>
          <p:nvPr/>
        </p:nvSpPr>
        <p:spPr>
          <a:xfrm>
            <a:off x="7991855" y="3154680"/>
            <a:ext cx="12316970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4" name="Connector 458"/>
          <p:cNvSpPr/>
          <p:nvPr/>
        </p:nvSpPr>
        <p:spPr>
          <a:xfrm>
            <a:off x="7991855" y="3154680"/>
            <a:ext cx="13121642" cy="4480559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5" name="Connector 459"/>
          <p:cNvSpPr/>
          <p:nvPr/>
        </p:nvSpPr>
        <p:spPr>
          <a:xfrm flipH="1">
            <a:off x="868679" y="3154679"/>
            <a:ext cx="7123178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6" name="Connector 460"/>
          <p:cNvSpPr/>
          <p:nvPr/>
        </p:nvSpPr>
        <p:spPr>
          <a:xfrm flipH="1">
            <a:off x="1673352" y="3154679"/>
            <a:ext cx="6318504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7" name="Connector 461"/>
          <p:cNvSpPr/>
          <p:nvPr/>
        </p:nvSpPr>
        <p:spPr>
          <a:xfrm flipH="1">
            <a:off x="2478024" y="3154679"/>
            <a:ext cx="5513833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8" name="Connector 462"/>
          <p:cNvSpPr/>
          <p:nvPr/>
        </p:nvSpPr>
        <p:spPr>
          <a:xfrm flipH="1">
            <a:off x="3282696" y="3154679"/>
            <a:ext cx="4709161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9" name="Connector 463"/>
          <p:cNvSpPr/>
          <p:nvPr/>
        </p:nvSpPr>
        <p:spPr>
          <a:xfrm flipH="1">
            <a:off x="4434841" y="3154679"/>
            <a:ext cx="3557015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40" name="Connector 464"/>
          <p:cNvSpPr/>
          <p:nvPr/>
        </p:nvSpPr>
        <p:spPr>
          <a:xfrm flipH="1">
            <a:off x="5239511" y="3154679"/>
            <a:ext cx="2752346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41" name="Connector 465"/>
          <p:cNvSpPr/>
          <p:nvPr/>
        </p:nvSpPr>
        <p:spPr>
          <a:xfrm flipH="1">
            <a:off x="6044184" y="3154679"/>
            <a:ext cx="1947672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42" name="Connector 466"/>
          <p:cNvSpPr/>
          <p:nvPr/>
        </p:nvSpPr>
        <p:spPr>
          <a:xfrm flipH="1">
            <a:off x="6848856" y="3154679"/>
            <a:ext cx="1143001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43" name="Connector 467"/>
          <p:cNvSpPr/>
          <p:nvPr/>
        </p:nvSpPr>
        <p:spPr>
          <a:xfrm>
            <a:off x="7991856" y="3154679"/>
            <a:ext cx="9144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44" name="Connector 468"/>
          <p:cNvSpPr/>
          <p:nvPr/>
        </p:nvSpPr>
        <p:spPr>
          <a:xfrm>
            <a:off x="7991856" y="3154679"/>
            <a:ext cx="813817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45" name="Connector 469"/>
          <p:cNvSpPr/>
          <p:nvPr/>
        </p:nvSpPr>
        <p:spPr>
          <a:xfrm>
            <a:off x="7991856" y="3154679"/>
            <a:ext cx="1618489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46" name="Connector 470"/>
          <p:cNvSpPr/>
          <p:nvPr/>
        </p:nvSpPr>
        <p:spPr>
          <a:xfrm>
            <a:off x="7991857" y="3154679"/>
            <a:ext cx="2423159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47" name="Connector 471"/>
          <p:cNvSpPr/>
          <p:nvPr/>
        </p:nvSpPr>
        <p:spPr>
          <a:xfrm>
            <a:off x="7991855" y="3154680"/>
            <a:ext cx="3575305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48" name="Connector 472"/>
          <p:cNvSpPr/>
          <p:nvPr/>
        </p:nvSpPr>
        <p:spPr>
          <a:xfrm>
            <a:off x="7991856" y="3154679"/>
            <a:ext cx="4379977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49" name="Connector 473"/>
          <p:cNvSpPr/>
          <p:nvPr/>
        </p:nvSpPr>
        <p:spPr>
          <a:xfrm>
            <a:off x="7991855" y="3154680"/>
            <a:ext cx="5184650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50" name="Connector 474"/>
          <p:cNvSpPr/>
          <p:nvPr/>
        </p:nvSpPr>
        <p:spPr>
          <a:xfrm>
            <a:off x="7991856" y="3154679"/>
            <a:ext cx="5989321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51" name="Connector 475"/>
          <p:cNvSpPr/>
          <p:nvPr/>
        </p:nvSpPr>
        <p:spPr>
          <a:xfrm>
            <a:off x="7991856" y="3154679"/>
            <a:ext cx="7141465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52" name="Connector 476"/>
          <p:cNvSpPr/>
          <p:nvPr/>
        </p:nvSpPr>
        <p:spPr>
          <a:xfrm>
            <a:off x="7991856" y="3154680"/>
            <a:ext cx="7946137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53" name="Connector 477"/>
          <p:cNvSpPr/>
          <p:nvPr/>
        </p:nvSpPr>
        <p:spPr>
          <a:xfrm>
            <a:off x="7991855" y="3154680"/>
            <a:ext cx="8750810" cy="6080759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54" name="Connector 478"/>
          <p:cNvSpPr/>
          <p:nvPr/>
        </p:nvSpPr>
        <p:spPr>
          <a:xfrm>
            <a:off x="7991856" y="3154679"/>
            <a:ext cx="9555481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55" name="Connector 479"/>
          <p:cNvSpPr/>
          <p:nvPr/>
        </p:nvSpPr>
        <p:spPr>
          <a:xfrm>
            <a:off x="7991856" y="3154680"/>
            <a:ext cx="10707626" cy="6080759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56" name="Connector 480"/>
          <p:cNvSpPr/>
          <p:nvPr/>
        </p:nvSpPr>
        <p:spPr>
          <a:xfrm>
            <a:off x="7991854" y="3154681"/>
            <a:ext cx="11512298" cy="6080758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57" name="Connector 481"/>
          <p:cNvSpPr/>
          <p:nvPr/>
        </p:nvSpPr>
        <p:spPr>
          <a:xfrm>
            <a:off x="7991856" y="3154678"/>
            <a:ext cx="12316969" cy="6080763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58" name="Connector 482"/>
          <p:cNvSpPr/>
          <p:nvPr/>
        </p:nvSpPr>
        <p:spPr>
          <a:xfrm>
            <a:off x="7991856" y="3154678"/>
            <a:ext cx="13121640" cy="6080764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59" name="Connector 483"/>
          <p:cNvSpPr/>
          <p:nvPr/>
        </p:nvSpPr>
        <p:spPr>
          <a:xfrm flipH="1">
            <a:off x="868680" y="3154679"/>
            <a:ext cx="7123177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0" name="Connector 484"/>
          <p:cNvSpPr/>
          <p:nvPr/>
        </p:nvSpPr>
        <p:spPr>
          <a:xfrm flipH="1">
            <a:off x="1673352" y="3154679"/>
            <a:ext cx="6318504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1" name="Connector 485"/>
          <p:cNvSpPr/>
          <p:nvPr/>
        </p:nvSpPr>
        <p:spPr>
          <a:xfrm flipH="1">
            <a:off x="2478024" y="3154679"/>
            <a:ext cx="5513832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2" name="Connector 486"/>
          <p:cNvSpPr/>
          <p:nvPr/>
        </p:nvSpPr>
        <p:spPr>
          <a:xfrm flipH="1">
            <a:off x="3282695" y="3154680"/>
            <a:ext cx="4709162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3" name="Connector 487"/>
          <p:cNvSpPr/>
          <p:nvPr/>
        </p:nvSpPr>
        <p:spPr>
          <a:xfrm flipH="1">
            <a:off x="4434841" y="3154679"/>
            <a:ext cx="3557015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4" name="Connector 488"/>
          <p:cNvSpPr/>
          <p:nvPr/>
        </p:nvSpPr>
        <p:spPr>
          <a:xfrm flipH="1">
            <a:off x="5239512" y="3154679"/>
            <a:ext cx="2752345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5" name="Connector 489"/>
          <p:cNvSpPr/>
          <p:nvPr/>
        </p:nvSpPr>
        <p:spPr>
          <a:xfrm flipH="1">
            <a:off x="6044184" y="3154679"/>
            <a:ext cx="1947673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6" name="Connector 490"/>
          <p:cNvSpPr/>
          <p:nvPr/>
        </p:nvSpPr>
        <p:spPr>
          <a:xfrm flipH="1">
            <a:off x="6848856" y="3154679"/>
            <a:ext cx="1143001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7" name="Connector 491"/>
          <p:cNvSpPr/>
          <p:nvPr/>
        </p:nvSpPr>
        <p:spPr>
          <a:xfrm>
            <a:off x="7991856" y="3154679"/>
            <a:ext cx="9145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8" name="Connector 492"/>
          <p:cNvSpPr/>
          <p:nvPr/>
        </p:nvSpPr>
        <p:spPr>
          <a:xfrm>
            <a:off x="7991856" y="3154679"/>
            <a:ext cx="813817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9" name="Connector 493"/>
          <p:cNvSpPr/>
          <p:nvPr/>
        </p:nvSpPr>
        <p:spPr>
          <a:xfrm>
            <a:off x="7991857" y="3154679"/>
            <a:ext cx="1618487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70" name="Connector 494"/>
          <p:cNvSpPr/>
          <p:nvPr/>
        </p:nvSpPr>
        <p:spPr>
          <a:xfrm>
            <a:off x="7991856" y="3154679"/>
            <a:ext cx="2423161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71" name="Connector 495"/>
          <p:cNvSpPr/>
          <p:nvPr/>
        </p:nvSpPr>
        <p:spPr>
          <a:xfrm>
            <a:off x="7991856" y="3154679"/>
            <a:ext cx="3575304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72" name="Connector 496"/>
          <p:cNvSpPr/>
          <p:nvPr/>
        </p:nvSpPr>
        <p:spPr>
          <a:xfrm>
            <a:off x="7991857" y="3154679"/>
            <a:ext cx="4379975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73" name="Connector 497"/>
          <p:cNvSpPr/>
          <p:nvPr/>
        </p:nvSpPr>
        <p:spPr>
          <a:xfrm>
            <a:off x="7991856" y="3154679"/>
            <a:ext cx="5184649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74" name="Connector 498"/>
          <p:cNvSpPr/>
          <p:nvPr/>
        </p:nvSpPr>
        <p:spPr>
          <a:xfrm>
            <a:off x="7991856" y="3154679"/>
            <a:ext cx="5989320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75" name="Connector 499"/>
          <p:cNvSpPr/>
          <p:nvPr/>
        </p:nvSpPr>
        <p:spPr>
          <a:xfrm>
            <a:off x="7991857" y="3154678"/>
            <a:ext cx="7141463" cy="7680963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76" name="Connector 500"/>
          <p:cNvSpPr/>
          <p:nvPr/>
        </p:nvSpPr>
        <p:spPr>
          <a:xfrm>
            <a:off x="7991855" y="3154680"/>
            <a:ext cx="7946139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77" name="Connector 501"/>
          <p:cNvSpPr/>
          <p:nvPr/>
        </p:nvSpPr>
        <p:spPr>
          <a:xfrm>
            <a:off x="7991855" y="3154680"/>
            <a:ext cx="8750809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78" name="Connector 502"/>
          <p:cNvSpPr/>
          <p:nvPr/>
        </p:nvSpPr>
        <p:spPr>
          <a:xfrm>
            <a:off x="7991855" y="3154680"/>
            <a:ext cx="9555483" cy="7680959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79" name="Connector 503"/>
          <p:cNvSpPr/>
          <p:nvPr/>
        </p:nvSpPr>
        <p:spPr>
          <a:xfrm>
            <a:off x="7991856" y="3154678"/>
            <a:ext cx="10707625" cy="7680963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80" name="Connector 504"/>
          <p:cNvSpPr/>
          <p:nvPr/>
        </p:nvSpPr>
        <p:spPr>
          <a:xfrm>
            <a:off x="7991855" y="3154680"/>
            <a:ext cx="11512298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81" name="Connector 505"/>
          <p:cNvSpPr/>
          <p:nvPr/>
        </p:nvSpPr>
        <p:spPr>
          <a:xfrm>
            <a:off x="7991856" y="3154679"/>
            <a:ext cx="12316970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82" name="Connector 506"/>
          <p:cNvSpPr/>
          <p:nvPr/>
        </p:nvSpPr>
        <p:spPr>
          <a:xfrm>
            <a:off x="7991856" y="3154678"/>
            <a:ext cx="13121638" cy="7680964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83" name="Connector 507"/>
          <p:cNvSpPr/>
          <p:nvPr/>
        </p:nvSpPr>
        <p:spPr>
          <a:xfrm flipH="1">
            <a:off x="868680" y="3154679"/>
            <a:ext cx="8293608" cy="4480561"/>
          </a:xfrm>
          <a:prstGeom prst="line">
            <a:avLst/>
          </a:prstGeom>
          <a:ln w="27432">
            <a:solidFill>
              <a:srgbClr val="D64B2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84" name="Connector 508"/>
          <p:cNvSpPr/>
          <p:nvPr/>
        </p:nvSpPr>
        <p:spPr>
          <a:xfrm flipH="1">
            <a:off x="1673351" y="3154680"/>
            <a:ext cx="7488938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85" name="Connector 509"/>
          <p:cNvSpPr/>
          <p:nvPr/>
        </p:nvSpPr>
        <p:spPr>
          <a:xfrm flipH="1">
            <a:off x="2478023" y="3154680"/>
            <a:ext cx="6684266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86" name="Connector 510"/>
          <p:cNvSpPr/>
          <p:nvPr/>
        </p:nvSpPr>
        <p:spPr>
          <a:xfrm flipH="1">
            <a:off x="3282695" y="3154680"/>
            <a:ext cx="5879594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87" name="Connector 511"/>
          <p:cNvSpPr/>
          <p:nvPr/>
        </p:nvSpPr>
        <p:spPr>
          <a:xfrm flipH="1">
            <a:off x="4434839" y="3154680"/>
            <a:ext cx="4727449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88" name="Connector 512"/>
          <p:cNvSpPr/>
          <p:nvPr/>
        </p:nvSpPr>
        <p:spPr>
          <a:xfrm flipH="1">
            <a:off x="5239511" y="3154680"/>
            <a:ext cx="3922778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89" name="Connector 513"/>
          <p:cNvSpPr/>
          <p:nvPr/>
        </p:nvSpPr>
        <p:spPr>
          <a:xfrm flipH="1">
            <a:off x="6044184" y="3154679"/>
            <a:ext cx="3118104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90" name="Connector 514"/>
          <p:cNvSpPr/>
          <p:nvPr/>
        </p:nvSpPr>
        <p:spPr>
          <a:xfrm flipH="1">
            <a:off x="6848856" y="3154679"/>
            <a:ext cx="2313433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91" name="Connector 515"/>
          <p:cNvSpPr/>
          <p:nvPr/>
        </p:nvSpPr>
        <p:spPr>
          <a:xfrm flipH="1">
            <a:off x="8001000" y="3154679"/>
            <a:ext cx="1161288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92" name="Connector 516"/>
          <p:cNvSpPr/>
          <p:nvPr/>
        </p:nvSpPr>
        <p:spPr>
          <a:xfrm flipH="1">
            <a:off x="8805671" y="3154680"/>
            <a:ext cx="356617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93" name="Connector 517"/>
          <p:cNvSpPr/>
          <p:nvPr/>
        </p:nvSpPr>
        <p:spPr>
          <a:xfrm>
            <a:off x="9162287" y="3154680"/>
            <a:ext cx="448058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94" name="Connector 518"/>
          <p:cNvSpPr/>
          <p:nvPr/>
        </p:nvSpPr>
        <p:spPr>
          <a:xfrm>
            <a:off x="9162289" y="3154679"/>
            <a:ext cx="1252727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95" name="Connector 519"/>
          <p:cNvSpPr/>
          <p:nvPr/>
        </p:nvSpPr>
        <p:spPr>
          <a:xfrm>
            <a:off x="9162288" y="3154679"/>
            <a:ext cx="2404873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96" name="Connector 520"/>
          <p:cNvSpPr/>
          <p:nvPr/>
        </p:nvSpPr>
        <p:spPr>
          <a:xfrm>
            <a:off x="9162288" y="3154679"/>
            <a:ext cx="3209544" cy="44805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97" name="Connector 521"/>
          <p:cNvSpPr/>
          <p:nvPr/>
        </p:nvSpPr>
        <p:spPr>
          <a:xfrm>
            <a:off x="9162288" y="3154679"/>
            <a:ext cx="4014215" cy="44805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98" name="Connector 522"/>
          <p:cNvSpPr/>
          <p:nvPr/>
        </p:nvSpPr>
        <p:spPr>
          <a:xfrm>
            <a:off x="9162287" y="3154679"/>
            <a:ext cx="4818889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99" name="Connector 523"/>
          <p:cNvSpPr/>
          <p:nvPr/>
        </p:nvSpPr>
        <p:spPr>
          <a:xfrm>
            <a:off x="9162288" y="3154679"/>
            <a:ext cx="5971032" cy="44805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00" name="Connector 524"/>
          <p:cNvSpPr/>
          <p:nvPr/>
        </p:nvSpPr>
        <p:spPr>
          <a:xfrm>
            <a:off x="9162287" y="3154680"/>
            <a:ext cx="6775706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01" name="Connector 525"/>
          <p:cNvSpPr/>
          <p:nvPr/>
        </p:nvSpPr>
        <p:spPr>
          <a:xfrm>
            <a:off x="9162287" y="3154679"/>
            <a:ext cx="7580377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02" name="Connector 526"/>
          <p:cNvSpPr/>
          <p:nvPr/>
        </p:nvSpPr>
        <p:spPr>
          <a:xfrm>
            <a:off x="9162288" y="3154680"/>
            <a:ext cx="8385049" cy="4480559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03" name="Connector 527"/>
          <p:cNvSpPr/>
          <p:nvPr/>
        </p:nvSpPr>
        <p:spPr>
          <a:xfrm>
            <a:off x="9162287" y="3154680"/>
            <a:ext cx="9537194" cy="4480559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04" name="Connector 528"/>
          <p:cNvSpPr/>
          <p:nvPr/>
        </p:nvSpPr>
        <p:spPr>
          <a:xfrm>
            <a:off x="9162288" y="3154678"/>
            <a:ext cx="10341864" cy="4480563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05" name="Connector 529"/>
          <p:cNvSpPr/>
          <p:nvPr/>
        </p:nvSpPr>
        <p:spPr>
          <a:xfrm>
            <a:off x="9162288" y="3154679"/>
            <a:ext cx="11146536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06" name="Connector 530"/>
          <p:cNvSpPr/>
          <p:nvPr/>
        </p:nvSpPr>
        <p:spPr>
          <a:xfrm>
            <a:off x="9162287" y="3154680"/>
            <a:ext cx="11951210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07" name="Connector 531"/>
          <p:cNvSpPr/>
          <p:nvPr/>
        </p:nvSpPr>
        <p:spPr>
          <a:xfrm flipH="1">
            <a:off x="868680" y="3154679"/>
            <a:ext cx="8293608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08" name="Connector 532"/>
          <p:cNvSpPr/>
          <p:nvPr/>
        </p:nvSpPr>
        <p:spPr>
          <a:xfrm flipH="1">
            <a:off x="1673352" y="3154679"/>
            <a:ext cx="7488936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09" name="Connector 533"/>
          <p:cNvSpPr/>
          <p:nvPr/>
        </p:nvSpPr>
        <p:spPr>
          <a:xfrm flipH="1">
            <a:off x="2478023" y="3154680"/>
            <a:ext cx="6684266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10" name="Connector 534"/>
          <p:cNvSpPr/>
          <p:nvPr/>
        </p:nvSpPr>
        <p:spPr>
          <a:xfrm flipH="1">
            <a:off x="3282695" y="3154680"/>
            <a:ext cx="5879594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11" name="Connector 535"/>
          <p:cNvSpPr/>
          <p:nvPr/>
        </p:nvSpPr>
        <p:spPr>
          <a:xfrm flipH="1">
            <a:off x="4434839" y="3154679"/>
            <a:ext cx="4727449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12" name="Connector 536"/>
          <p:cNvSpPr/>
          <p:nvPr/>
        </p:nvSpPr>
        <p:spPr>
          <a:xfrm flipH="1">
            <a:off x="5239511" y="3154679"/>
            <a:ext cx="3922778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13" name="Connector 537"/>
          <p:cNvSpPr/>
          <p:nvPr/>
        </p:nvSpPr>
        <p:spPr>
          <a:xfrm flipH="1">
            <a:off x="6044184" y="3154679"/>
            <a:ext cx="3118105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14" name="Connector 538"/>
          <p:cNvSpPr/>
          <p:nvPr/>
        </p:nvSpPr>
        <p:spPr>
          <a:xfrm flipH="1">
            <a:off x="6848856" y="3154679"/>
            <a:ext cx="2313433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15" name="Connector 539"/>
          <p:cNvSpPr/>
          <p:nvPr/>
        </p:nvSpPr>
        <p:spPr>
          <a:xfrm flipH="1">
            <a:off x="8000999" y="3154679"/>
            <a:ext cx="1161290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16" name="Connector 540"/>
          <p:cNvSpPr/>
          <p:nvPr/>
        </p:nvSpPr>
        <p:spPr>
          <a:xfrm flipH="1">
            <a:off x="8805672" y="3154679"/>
            <a:ext cx="356616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17" name="Connector 541"/>
          <p:cNvSpPr/>
          <p:nvPr/>
        </p:nvSpPr>
        <p:spPr>
          <a:xfrm>
            <a:off x="9162288" y="3154679"/>
            <a:ext cx="448056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18" name="Connector 542"/>
          <p:cNvSpPr/>
          <p:nvPr/>
        </p:nvSpPr>
        <p:spPr>
          <a:xfrm>
            <a:off x="9162287" y="3154679"/>
            <a:ext cx="1252730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19" name="Connector 543"/>
          <p:cNvSpPr/>
          <p:nvPr/>
        </p:nvSpPr>
        <p:spPr>
          <a:xfrm>
            <a:off x="9162287" y="3154680"/>
            <a:ext cx="2404873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20" name="Connector 544"/>
          <p:cNvSpPr/>
          <p:nvPr/>
        </p:nvSpPr>
        <p:spPr>
          <a:xfrm>
            <a:off x="9162288" y="3154679"/>
            <a:ext cx="3209544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21" name="Connector 545"/>
          <p:cNvSpPr/>
          <p:nvPr/>
        </p:nvSpPr>
        <p:spPr>
          <a:xfrm>
            <a:off x="9162287" y="3154680"/>
            <a:ext cx="4014217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22" name="Connector 546"/>
          <p:cNvSpPr/>
          <p:nvPr/>
        </p:nvSpPr>
        <p:spPr>
          <a:xfrm>
            <a:off x="9162289" y="3154679"/>
            <a:ext cx="4818887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23" name="Connector 547"/>
          <p:cNvSpPr/>
          <p:nvPr/>
        </p:nvSpPr>
        <p:spPr>
          <a:xfrm>
            <a:off x="9162287" y="3154680"/>
            <a:ext cx="5971034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24" name="Connector 548"/>
          <p:cNvSpPr/>
          <p:nvPr/>
        </p:nvSpPr>
        <p:spPr>
          <a:xfrm>
            <a:off x="9162287" y="3154679"/>
            <a:ext cx="6775705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25" name="Connector 549"/>
          <p:cNvSpPr/>
          <p:nvPr/>
        </p:nvSpPr>
        <p:spPr>
          <a:xfrm>
            <a:off x="9162288" y="3154679"/>
            <a:ext cx="7580375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26" name="Connector 550"/>
          <p:cNvSpPr/>
          <p:nvPr/>
        </p:nvSpPr>
        <p:spPr>
          <a:xfrm>
            <a:off x="9162288" y="3154679"/>
            <a:ext cx="8385048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27" name="Connector 551"/>
          <p:cNvSpPr/>
          <p:nvPr/>
        </p:nvSpPr>
        <p:spPr>
          <a:xfrm>
            <a:off x="9162288" y="3154679"/>
            <a:ext cx="9537192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28" name="Connector 552"/>
          <p:cNvSpPr/>
          <p:nvPr/>
        </p:nvSpPr>
        <p:spPr>
          <a:xfrm>
            <a:off x="9162287" y="3154680"/>
            <a:ext cx="10341866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29" name="Connector 553"/>
          <p:cNvSpPr/>
          <p:nvPr/>
        </p:nvSpPr>
        <p:spPr>
          <a:xfrm>
            <a:off x="9162287" y="3154681"/>
            <a:ext cx="11146538" cy="6080758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30" name="Connector 554"/>
          <p:cNvSpPr/>
          <p:nvPr/>
        </p:nvSpPr>
        <p:spPr>
          <a:xfrm>
            <a:off x="9162288" y="3154678"/>
            <a:ext cx="11951208" cy="6080764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31" name="Connector 555"/>
          <p:cNvSpPr/>
          <p:nvPr/>
        </p:nvSpPr>
        <p:spPr>
          <a:xfrm flipH="1">
            <a:off x="868680" y="3154680"/>
            <a:ext cx="8293609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32" name="Connector 556"/>
          <p:cNvSpPr/>
          <p:nvPr/>
        </p:nvSpPr>
        <p:spPr>
          <a:xfrm flipH="1">
            <a:off x="1673351" y="3154680"/>
            <a:ext cx="7488937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33" name="Connector 557"/>
          <p:cNvSpPr/>
          <p:nvPr/>
        </p:nvSpPr>
        <p:spPr>
          <a:xfrm flipH="1">
            <a:off x="2478023" y="3154679"/>
            <a:ext cx="6684266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34" name="Connector 558"/>
          <p:cNvSpPr/>
          <p:nvPr/>
        </p:nvSpPr>
        <p:spPr>
          <a:xfrm flipH="1">
            <a:off x="3282696" y="3154679"/>
            <a:ext cx="5879593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35" name="Connector 559"/>
          <p:cNvSpPr/>
          <p:nvPr/>
        </p:nvSpPr>
        <p:spPr>
          <a:xfrm flipH="1">
            <a:off x="4434839" y="3154680"/>
            <a:ext cx="4727450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36" name="Connector 560"/>
          <p:cNvSpPr/>
          <p:nvPr/>
        </p:nvSpPr>
        <p:spPr>
          <a:xfrm flipH="1">
            <a:off x="5239512" y="3154679"/>
            <a:ext cx="3922776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37" name="Connector 561"/>
          <p:cNvSpPr/>
          <p:nvPr/>
        </p:nvSpPr>
        <p:spPr>
          <a:xfrm flipH="1">
            <a:off x="6044184" y="3154679"/>
            <a:ext cx="3118104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38" name="Connector 562"/>
          <p:cNvSpPr/>
          <p:nvPr/>
        </p:nvSpPr>
        <p:spPr>
          <a:xfrm flipH="1">
            <a:off x="6848856" y="3154679"/>
            <a:ext cx="2313433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39" name="Connector 563"/>
          <p:cNvSpPr/>
          <p:nvPr/>
        </p:nvSpPr>
        <p:spPr>
          <a:xfrm flipH="1">
            <a:off x="8000999" y="3154679"/>
            <a:ext cx="1161290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40" name="Connector 564"/>
          <p:cNvSpPr/>
          <p:nvPr/>
        </p:nvSpPr>
        <p:spPr>
          <a:xfrm flipH="1">
            <a:off x="8805671" y="3154679"/>
            <a:ext cx="356618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41" name="Connector 565"/>
          <p:cNvSpPr/>
          <p:nvPr/>
        </p:nvSpPr>
        <p:spPr>
          <a:xfrm>
            <a:off x="9162287" y="3154679"/>
            <a:ext cx="448057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42" name="Connector 566"/>
          <p:cNvSpPr/>
          <p:nvPr/>
        </p:nvSpPr>
        <p:spPr>
          <a:xfrm>
            <a:off x="9162287" y="3154679"/>
            <a:ext cx="1252730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43" name="Connector 567"/>
          <p:cNvSpPr/>
          <p:nvPr/>
        </p:nvSpPr>
        <p:spPr>
          <a:xfrm>
            <a:off x="9162287" y="3154680"/>
            <a:ext cx="2404874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44" name="Connector 568"/>
          <p:cNvSpPr/>
          <p:nvPr/>
        </p:nvSpPr>
        <p:spPr>
          <a:xfrm>
            <a:off x="9162288" y="3154679"/>
            <a:ext cx="3209544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45" name="Connector 569"/>
          <p:cNvSpPr/>
          <p:nvPr/>
        </p:nvSpPr>
        <p:spPr>
          <a:xfrm>
            <a:off x="9162288" y="3154679"/>
            <a:ext cx="4014214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46" name="Connector 570"/>
          <p:cNvSpPr/>
          <p:nvPr/>
        </p:nvSpPr>
        <p:spPr>
          <a:xfrm>
            <a:off x="9162289" y="3154679"/>
            <a:ext cx="4818887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47" name="Connector 571"/>
          <p:cNvSpPr/>
          <p:nvPr/>
        </p:nvSpPr>
        <p:spPr>
          <a:xfrm>
            <a:off x="9162288" y="3154679"/>
            <a:ext cx="5971032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48" name="Connector 572"/>
          <p:cNvSpPr/>
          <p:nvPr/>
        </p:nvSpPr>
        <p:spPr>
          <a:xfrm>
            <a:off x="9162287" y="3154679"/>
            <a:ext cx="6775706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49" name="Connector 573"/>
          <p:cNvSpPr/>
          <p:nvPr/>
        </p:nvSpPr>
        <p:spPr>
          <a:xfrm>
            <a:off x="9162287" y="3154679"/>
            <a:ext cx="7580376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50" name="Connector 574"/>
          <p:cNvSpPr/>
          <p:nvPr/>
        </p:nvSpPr>
        <p:spPr>
          <a:xfrm>
            <a:off x="9162287" y="3154680"/>
            <a:ext cx="8385050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51" name="Connector 575"/>
          <p:cNvSpPr/>
          <p:nvPr/>
        </p:nvSpPr>
        <p:spPr>
          <a:xfrm>
            <a:off x="9162287" y="3154679"/>
            <a:ext cx="9537194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52" name="Connector 576"/>
          <p:cNvSpPr/>
          <p:nvPr/>
        </p:nvSpPr>
        <p:spPr>
          <a:xfrm>
            <a:off x="9162287" y="3154680"/>
            <a:ext cx="10341867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53" name="Connector 577"/>
          <p:cNvSpPr/>
          <p:nvPr/>
        </p:nvSpPr>
        <p:spPr>
          <a:xfrm>
            <a:off x="9162287" y="3154680"/>
            <a:ext cx="11146537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54" name="Connector 578"/>
          <p:cNvSpPr/>
          <p:nvPr/>
        </p:nvSpPr>
        <p:spPr>
          <a:xfrm>
            <a:off x="9162288" y="3154680"/>
            <a:ext cx="11951209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55" name="Connector 579"/>
          <p:cNvSpPr/>
          <p:nvPr/>
        </p:nvSpPr>
        <p:spPr>
          <a:xfrm flipH="1">
            <a:off x="868680" y="3154680"/>
            <a:ext cx="9464041" cy="4480560"/>
          </a:xfrm>
          <a:prstGeom prst="line">
            <a:avLst/>
          </a:prstGeom>
          <a:ln w="27432">
            <a:solidFill>
              <a:srgbClr val="D64B2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56" name="Connector 580"/>
          <p:cNvSpPr/>
          <p:nvPr/>
        </p:nvSpPr>
        <p:spPr>
          <a:xfrm flipH="1">
            <a:off x="1673352" y="3154679"/>
            <a:ext cx="8659369" cy="44805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57" name="Connector 581"/>
          <p:cNvSpPr/>
          <p:nvPr/>
        </p:nvSpPr>
        <p:spPr>
          <a:xfrm flipH="1">
            <a:off x="2478024" y="3154679"/>
            <a:ext cx="7854696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58" name="Connector 582"/>
          <p:cNvSpPr/>
          <p:nvPr/>
        </p:nvSpPr>
        <p:spPr>
          <a:xfrm flipH="1">
            <a:off x="3282695" y="3154680"/>
            <a:ext cx="7050026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59" name="Connector 583"/>
          <p:cNvSpPr/>
          <p:nvPr/>
        </p:nvSpPr>
        <p:spPr>
          <a:xfrm flipH="1">
            <a:off x="4434840" y="3154679"/>
            <a:ext cx="5897881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60" name="Connector 584"/>
          <p:cNvSpPr/>
          <p:nvPr/>
        </p:nvSpPr>
        <p:spPr>
          <a:xfrm flipH="1">
            <a:off x="5239512" y="3154679"/>
            <a:ext cx="5093209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61" name="Connector 585"/>
          <p:cNvSpPr/>
          <p:nvPr/>
        </p:nvSpPr>
        <p:spPr>
          <a:xfrm flipH="1">
            <a:off x="6044184" y="3154679"/>
            <a:ext cx="4288536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62" name="Connector 586"/>
          <p:cNvSpPr/>
          <p:nvPr/>
        </p:nvSpPr>
        <p:spPr>
          <a:xfrm flipH="1">
            <a:off x="6848856" y="3154680"/>
            <a:ext cx="3483865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63" name="Connector 587"/>
          <p:cNvSpPr/>
          <p:nvPr/>
        </p:nvSpPr>
        <p:spPr>
          <a:xfrm flipH="1">
            <a:off x="8001000" y="3154680"/>
            <a:ext cx="2331721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64" name="Connector 588"/>
          <p:cNvSpPr/>
          <p:nvPr/>
        </p:nvSpPr>
        <p:spPr>
          <a:xfrm flipH="1">
            <a:off x="8805672" y="3154679"/>
            <a:ext cx="1527048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65" name="Connector 589"/>
          <p:cNvSpPr/>
          <p:nvPr/>
        </p:nvSpPr>
        <p:spPr>
          <a:xfrm flipH="1">
            <a:off x="9610343" y="3154680"/>
            <a:ext cx="722376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66" name="Connector 590"/>
          <p:cNvSpPr/>
          <p:nvPr/>
        </p:nvSpPr>
        <p:spPr>
          <a:xfrm>
            <a:off x="10332719" y="3154680"/>
            <a:ext cx="82297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67" name="Connector 591"/>
          <p:cNvSpPr/>
          <p:nvPr/>
        </p:nvSpPr>
        <p:spPr>
          <a:xfrm>
            <a:off x="10332720" y="3154679"/>
            <a:ext cx="1234440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68" name="Connector 592"/>
          <p:cNvSpPr/>
          <p:nvPr/>
        </p:nvSpPr>
        <p:spPr>
          <a:xfrm>
            <a:off x="10332720" y="3154679"/>
            <a:ext cx="2039112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69" name="Connector 593"/>
          <p:cNvSpPr/>
          <p:nvPr/>
        </p:nvSpPr>
        <p:spPr>
          <a:xfrm>
            <a:off x="10332720" y="3154679"/>
            <a:ext cx="2843784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70" name="Connector 594"/>
          <p:cNvSpPr/>
          <p:nvPr/>
        </p:nvSpPr>
        <p:spPr>
          <a:xfrm>
            <a:off x="10332719" y="3154679"/>
            <a:ext cx="3648457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71" name="Connector 595"/>
          <p:cNvSpPr/>
          <p:nvPr/>
        </p:nvSpPr>
        <p:spPr>
          <a:xfrm>
            <a:off x="10332719" y="3154680"/>
            <a:ext cx="4800601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72" name="Connector 596"/>
          <p:cNvSpPr/>
          <p:nvPr/>
        </p:nvSpPr>
        <p:spPr>
          <a:xfrm>
            <a:off x="10332719" y="3154680"/>
            <a:ext cx="5605274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73" name="Connector 597"/>
          <p:cNvSpPr/>
          <p:nvPr/>
        </p:nvSpPr>
        <p:spPr>
          <a:xfrm>
            <a:off x="10332719" y="3154679"/>
            <a:ext cx="6409943" cy="44805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74" name="Connector 598"/>
          <p:cNvSpPr/>
          <p:nvPr/>
        </p:nvSpPr>
        <p:spPr>
          <a:xfrm>
            <a:off x="10332719" y="3154680"/>
            <a:ext cx="7214618" cy="4480559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75" name="Connector 599"/>
          <p:cNvSpPr/>
          <p:nvPr/>
        </p:nvSpPr>
        <p:spPr>
          <a:xfrm>
            <a:off x="10332719" y="3154680"/>
            <a:ext cx="8366762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76" name="Connector 600"/>
          <p:cNvSpPr/>
          <p:nvPr/>
        </p:nvSpPr>
        <p:spPr>
          <a:xfrm>
            <a:off x="10332720" y="3154679"/>
            <a:ext cx="9171431" cy="44805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77" name="Connector 601"/>
          <p:cNvSpPr/>
          <p:nvPr/>
        </p:nvSpPr>
        <p:spPr>
          <a:xfrm>
            <a:off x="10332719" y="3154679"/>
            <a:ext cx="9976105" cy="44805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78" name="Connector 602"/>
          <p:cNvSpPr/>
          <p:nvPr/>
        </p:nvSpPr>
        <p:spPr>
          <a:xfrm>
            <a:off x="10332720" y="3154679"/>
            <a:ext cx="10780777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79" name="Connector 603"/>
          <p:cNvSpPr/>
          <p:nvPr/>
        </p:nvSpPr>
        <p:spPr>
          <a:xfrm flipH="1">
            <a:off x="868680" y="3154679"/>
            <a:ext cx="9464041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80" name="Connector 604"/>
          <p:cNvSpPr/>
          <p:nvPr/>
        </p:nvSpPr>
        <p:spPr>
          <a:xfrm flipH="1">
            <a:off x="1673352" y="3154679"/>
            <a:ext cx="8659369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81" name="Connector 605"/>
          <p:cNvSpPr/>
          <p:nvPr/>
        </p:nvSpPr>
        <p:spPr>
          <a:xfrm flipH="1">
            <a:off x="2478024" y="3154679"/>
            <a:ext cx="7854696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82" name="Connector 606"/>
          <p:cNvSpPr/>
          <p:nvPr/>
        </p:nvSpPr>
        <p:spPr>
          <a:xfrm flipH="1">
            <a:off x="3282696" y="3154679"/>
            <a:ext cx="7050024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83" name="Connector 607"/>
          <p:cNvSpPr/>
          <p:nvPr/>
        </p:nvSpPr>
        <p:spPr>
          <a:xfrm flipH="1">
            <a:off x="4434840" y="3154679"/>
            <a:ext cx="5897881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84" name="Connector 608"/>
          <p:cNvSpPr/>
          <p:nvPr/>
        </p:nvSpPr>
        <p:spPr>
          <a:xfrm flipH="1">
            <a:off x="5239511" y="3154679"/>
            <a:ext cx="5093209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85" name="Connector 609"/>
          <p:cNvSpPr/>
          <p:nvPr/>
        </p:nvSpPr>
        <p:spPr>
          <a:xfrm flipH="1">
            <a:off x="6044183" y="3154679"/>
            <a:ext cx="4288538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86" name="Connector 610"/>
          <p:cNvSpPr/>
          <p:nvPr/>
        </p:nvSpPr>
        <p:spPr>
          <a:xfrm flipH="1">
            <a:off x="6848857" y="3154679"/>
            <a:ext cx="3483864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87" name="Connector 611"/>
          <p:cNvSpPr/>
          <p:nvPr/>
        </p:nvSpPr>
        <p:spPr>
          <a:xfrm flipH="1">
            <a:off x="8000999" y="3154679"/>
            <a:ext cx="2331721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88" name="Connector 612"/>
          <p:cNvSpPr/>
          <p:nvPr/>
        </p:nvSpPr>
        <p:spPr>
          <a:xfrm flipH="1">
            <a:off x="8805671" y="3154679"/>
            <a:ext cx="1527049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89" name="Connector 613"/>
          <p:cNvSpPr/>
          <p:nvPr/>
        </p:nvSpPr>
        <p:spPr>
          <a:xfrm flipH="1">
            <a:off x="9610343" y="3154679"/>
            <a:ext cx="722377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90" name="Connector 614"/>
          <p:cNvSpPr/>
          <p:nvPr/>
        </p:nvSpPr>
        <p:spPr>
          <a:xfrm>
            <a:off x="10332719" y="3154679"/>
            <a:ext cx="82297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91" name="Connector 615"/>
          <p:cNvSpPr/>
          <p:nvPr/>
        </p:nvSpPr>
        <p:spPr>
          <a:xfrm>
            <a:off x="10332719" y="3154679"/>
            <a:ext cx="1234441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92" name="Connector 616"/>
          <p:cNvSpPr/>
          <p:nvPr/>
        </p:nvSpPr>
        <p:spPr>
          <a:xfrm>
            <a:off x="10332719" y="3154679"/>
            <a:ext cx="2039113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93" name="Connector 617"/>
          <p:cNvSpPr/>
          <p:nvPr/>
        </p:nvSpPr>
        <p:spPr>
          <a:xfrm>
            <a:off x="10332718" y="3154680"/>
            <a:ext cx="2843787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94" name="Connector 618"/>
          <p:cNvSpPr/>
          <p:nvPr/>
        </p:nvSpPr>
        <p:spPr>
          <a:xfrm>
            <a:off x="10332720" y="3154679"/>
            <a:ext cx="3648456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95" name="Connector 619"/>
          <p:cNvSpPr/>
          <p:nvPr/>
        </p:nvSpPr>
        <p:spPr>
          <a:xfrm>
            <a:off x="10332719" y="3154679"/>
            <a:ext cx="4800601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96" name="Connector 620"/>
          <p:cNvSpPr/>
          <p:nvPr/>
        </p:nvSpPr>
        <p:spPr>
          <a:xfrm>
            <a:off x="10332719" y="3154680"/>
            <a:ext cx="5605274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97" name="Connector 621"/>
          <p:cNvSpPr/>
          <p:nvPr/>
        </p:nvSpPr>
        <p:spPr>
          <a:xfrm>
            <a:off x="10332718" y="3154680"/>
            <a:ext cx="6409945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98" name="Connector 622"/>
          <p:cNvSpPr/>
          <p:nvPr/>
        </p:nvSpPr>
        <p:spPr>
          <a:xfrm>
            <a:off x="10332719" y="3154680"/>
            <a:ext cx="7214618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99" name="Connector 623"/>
          <p:cNvSpPr/>
          <p:nvPr/>
        </p:nvSpPr>
        <p:spPr>
          <a:xfrm>
            <a:off x="10332720" y="3154679"/>
            <a:ext cx="8366760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00" name="Connector 624"/>
          <p:cNvSpPr/>
          <p:nvPr/>
        </p:nvSpPr>
        <p:spPr>
          <a:xfrm>
            <a:off x="10332720" y="3154678"/>
            <a:ext cx="9171431" cy="6080763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01" name="Connector 625"/>
          <p:cNvSpPr/>
          <p:nvPr/>
        </p:nvSpPr>
        <p:spPr>
          <a:xfrm>
            <a:off x="10332719" y="3154678"/>
            <a:ext cx="9976105" cy="6080763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02" name="Connector 626"/>
          <p:cNvSpPr/>
          <p:nvPr/>
        </p:nvSpPr>
        <p:spPr>
          <a:xfrm>
            <a:off x="10332719" y="3154679"/>
            <a:ext cx="10780777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03" name="Connector 627"/>
          <p:cNvSpPr/>
          <p:nvPr/>
        </p:nvSpPr>
        <p:spPr>
          <a:xfrm flipH="1">
            <a:off x="868679" y="3154680"/>
            <a:ext cx="9464042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04" name="Connector 628"/>
          <p:cNvSpPr/>
          <p:nvPr/>
        </p:nvSpPr>
        <p:spPr>
          <a:xfrm flipH="1">
            <a:off x="1673352" y="3154680"/>
            <a:ext cx="8659369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05" name="Connector 629"/>
          <p:cNvSpPr/>
          <p:nvPr/>
        </p:nvSpPr>
        <p:spPr>
          <a:xfrm flipH="1">
            <a:off x="2478023" y="3154680"/>
            <a:ext cx="7854697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06" name="Connector 630"/>
          <p:cNvSpPr/>
          <p:nvPr/>
        </p:nvSpPr>
        <p:spPr>
          <a:xfrm flipH="1">
            <a:off x="3282696" y="3154679"/>
            <a:ext cx="7050024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07" name="Connector 631"/>
          <p:cNvSpPr/>
          <p:nvPr/>
        </p:nvSpPr>
        <p:spPr>
          <a:xfrm flipH="1">
            <a:off x="4434839" y="3154679"/>
            <a:ext cx="5897882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08" name="Connector 632"/>
          <p:cNvSpPr/>
          <p:nvPr/>
        </p:nvSpPr>
        <p:spPr>
          <a:xfrm flipH="1">
            <a:off x="5239511" y="3154679"/>
            <a:ext cx="5093210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09" name="Connector 633"/>
          <p:cNvSpPr/>
          <p:nvPr/>
        </p:nvSpPr>
        <p:spPr>
          <a:xfrm flipH="1">
            <a:off x="6044183" y="3154680"/>
            <a:ext cx="4288538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10" name="Connector 634"/>
          <p:cNvSpPr/>
          <p:nvPr/>
        </p:nvSpPr>
        <p:spPr>
          <a:xfrm flipH="1">
            <a:off x="6848856" y="3154679"/>
            <a:ext cx="3483865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11" name="Connector 635"/>
          <p:cNvSpPr/>
          <p:nvPr/>
        </p:nvSpPr>
        <p:spPr>
          <a:xfrm flipH="1">
            <a:off x="8000999" y="3154679"/>
            <a:ext cx="2331722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12" name="Connector 636"/>
          <p:cNvSpPr/>
          <p:nvPr/>
        </p:nvSpPr>
        <p:spPr>
          <a:xfrm flipH="1">
            <a:off x="8805672" y="3154679"/>
            <a:ext cx="1527048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13" name="Connector 637"/>
          <p:cNvSpPr/>
          <p:nvPr/>
        </p:nvSpPr>
        <p:spPr>
          <a:xfrm flipH="1">
            <a:off x="9610342" y="3154680"/>
            <a:ext cx="722379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14" name="Connector 638"/>
          <p:cNvSpPr/>
          <p:nvPr/>
        </p:nvSpPr>
        <p:spPr>
          <a:xfrm>
            <a:off x="10332719" y="3154679"/>
            <a:ext cx="82297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15" name="Connector 639"/>
          <p:cNvSpPr/>
          <p:nvPr/>
        </p:nvSpPr>
        <p:spPr>
          <a:xfrm>
            <a:off x="10332718" y="3154680"/>
            <a:ext cx="1234443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16" name="Connector 640"/>
          <p:cNvSpPr/>
          <p:nvPr/>
        </p:nvSpPr>
        <p:spPr>
          <a:xfrm>
            <a:off x="10332720" y="3154679"/>
            <a:ext cx="2039111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17" name="Connector 641"/>
          <p:cNvSpPr/>
          <p:nvPr/>
        </p:nvSpPr>
        <p:spPr>
          <a:xfrm>
            <a:off x="10332719" y="3154679"/>
            <a:ext cx="2843785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18" name="Connector 642"/>
          <p:cNvSpPr/>
          <p:nvPr/>
        </p:nvSpPr>
        <p:spPr>
          <a:xfrm>
            <a:off x="10332719" y="3154679"/>
            <a:ext cx="3648457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19" name="Connector 643"/>
          <p:cNvSpPr/>
          <p:nvPr/>
        </p:nvSpPr>
        <p:spPr>
          <a:xfrm>
            <a:off x="10332720" y="3154679"/>
            <a:ext cx="4800599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20" name="Connector 644"/>
          <p:cNvSpPr/>
          <p:nvPr/>
        </p:nvSpPr>
        <p:spPr>
          <a:xfrm>
            <a:off x="10332719" y="3154679"/>
            <a:ext cx="5605274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21" name="Connector 645"/>
          <p:cNvSpPr/>
          <p:nvPr/>
        </p:nvSpPr>
        <p:spPr>
          <a:xfrm>
            <a:off x="10332719" y="3154679"/>
            <a:ext cx="6409944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22" name="Connector 646"/>
          <p:cNvSpPr/>
          <p:nvPr/>
        </p:nvSpPr>
        <p:spPr>
          <a:xfrm>
            <a:off x="10332720" y="3154679"/>
            <a:ext cx="7214616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23" name="Connector 647"/>
          <p:cNvSpPr/>
          <p:nvPr/>
        </p:nvSpPr>
        <p:spPr>
          <a:xfrm>
            <a:off x="10332719" y="3154679"/>
            <a:ext cx="8366762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24" name="Connector 648"/>
          <p:cNvSpPr/>
          <p:nvPr/>
        </p:nvSpPr>
        <p:spPr>
          <a:xfrm>
            <a:off x="10332720" y="3154678"/>
            <a:ext cx="9171430" cy="7680963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25" name="Connector 649"/>
          <p:cNvSpPr/>
          <p:nvPr/>
        </p:nvSpPr>
        <p:spPr>
          <a:xfrm>
            <a:off x="10332719" y="3154679"/>
            <a:ext cx="9976105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26" name="Connector 650"/>
          <p:cNvSpPr/>
          <p:nvPr/>
        </p:nvSpPr>
        <p:spPr>
          <a:xfrm>
            <a:off x="10332719" y="3154680"/>
            <a:ext cx="10780777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27" name="Connector 651"/>
          <p:cNvSpPr/>
          <p:nvPr/>
        </p:nvSpPr>
        <p:spPr>
          <a:xfrm flipH="1">
            <a:off x="868679" y="3154680"/>
            <a:ext cx="10634474" cy="4480560"/>
          </a:xfrm>
          <a:prstGeom prst="line">
            <a:avLst/>
          </a:prstGeom>
          <a:ln w="27432">
            <a:solidFill>
              <a:srgbClr val="D64B2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28" name="Connector 652"/>
          <p:cNvSpPr/>
          <p:nvPr/>
        </p:nvSpPr>
        <p:spPr>
          <a:xfrm flipH="1">
            <a:off x="1673352" y="3154679"/>
            <a:ext cx="9829800" cy="44805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29" name="Connector 653"/>
          <p:cNvSpPr/>
          <p:nvPr/>
        </p:nvSpPr>
        <p:spPr>
          <a:xfrm flipH="1">
            <a:off x="2478024" y="3154679"/>
            <a:ext cx="9025128" cy="44805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30" name="Connector 654"/>
          <p:cNvSpPr/>
          <p:nvPr/>
        </p:nvSpPr>
        <p:spPr>
          <a:xfrm flipH="1">
            <a:off x="3282696" y="3154680"/>
            <a:ext cx="8220457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31" name="Connector 655"/>
          <p:cNvSpPr/>
          <p:nvPr/>
        </p:nvSpPr>
        <p:spPr>
          <a:xfrm flipH="1">
            <a:off x="4434840" y="3154679"/>
            <a:ext cx="7068313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32" name="Connector 656"/>
          <p:cNvSpPr/>
          <p:nvPr/>
        </p:nvSpPr>
        <p:spPr>
          <a:xfrm flipH="1">
            <a:off x="5239511" y="3154680"/>
            <a:ext cx="6263642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33" name="Connector 657"/>
          <p:cNvSpPr/>
          <p:nvPr/>
        </p:nvSpPr>
        <p:spPr>
          <a:xfrm flipH="1">
            <a:off x="6044184" y="3154679"/>
            <a:ext cx="5458969" cy="44805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34" name="Connector 658"/>
          <p:cNvSpPr/>
          <p:nvPr/>
        </p:nvSpPr>
        <p:spPr>
          <a:xfrm flipH="1">
            <a:off x="6848856" y="3154680"/>
            <a:ext cx="4654297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35" name="Connector 659"/>
          <p:cNvSpPr/>
          <p:nvPr/>
        </p:nvSpPr>
        <p:spPr>
          <a:xfrm flipH="1">
            <a:off x="8000999" y="3154679"/>
            <a:ext cx="3502153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36" name="Connector 660"/>
          <p:cNvSpPr/>
          <p:nvPr/>
        </p:nvSpPr>
        <p:spPr>
          <a:xfrm flipH="1">
            <a:off x="8805672" y="3154679"/>
            <a:ext cx="2697480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37" name="Connector 661"/>
          <p:cNvSpPr/>
          <p:nvPr/>
        </p:nvSpPr>
        <p:spPr>
          <a:xfrm flipH="1">
            <a:off x="9610344" y="3154679"/>
            <a:ext cx="1892808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38" name="Connector 662"/>
          <p:cNvSpPr/>
          <p:nvPr/>
        </p:nvSpPr>
        <p:spPr>
          <a:xfrm flipH="1">
            <a:off x="10415016" y="3154680"/>
            <a:ext cx="1088137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39" name="Connector 663"/>
          <p:cNvSpPr/>
          <p:nvPr/>
        </p:nvSpPr>
        <p:spPr>
          <a:xfrm>
            <a:off x="11503151" y="3154680"/>
            <a:ext cx="64009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40" name="Connector 664"/>
          <p:cNvSpPr/>
          <p:nvPr/>
        </p:nvSpPr>
        <p:spPr>
          <a:xfrm>
            <a:off x="11503152" y="3154679"/>
            <a:ext cx="868680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41" name="Connector 665"/>
          <p:cNvSpPr/>
          <p:nvPr/>
        </p:nvSpPr>
        <p:spPr>
          <a:xfrm>
            <a:off x="11503151" y="3154680"/>
            <a:ext cx="1673353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42" name="Connector 666"/>
          <p:cNvSpPr/>
          <p:nvPr/>
        </p:nvSpPr>
        <p:spPr>
          <a:xfrm>
            <a:off x="11503151" y="3154680"/>
            <a:ext cx="2478025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43" name="Connector 667"/>
          <p:cNvSpPr/>
          <p:nvPr/>
        </p:nvSpPr>
        <p:spPr>
          <a:xfrm>
            <a:off x="11503152" y="3154679"/>
            <a:ext cx="3630168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44" name="Connector 668"/>
          <p:cNvSpPr/>
          <p:nvPr/>
        </p:nvSpPr>
        <p:spPr>
          <a:xfrm>
            <a:off x="11503152" y="3154679"/>
            <a:ext cx="4434841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45" name="Connector 669"/>
          <p:cNvSpPr/>
          <p:nvPr/>
        </p:nvSpPr>
        <p:spPr>
          <a:xfrm>
            <a:off x="11503152" y="3154679"/>
            <a:ext cx="5239511" cy="44805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46" name="Connector 670"/>
          <p:cNvSpPr/>
          <p:nvPr/>
        </p:nvSpPr>
        <p:spPr>
          <a:xfrm>
            <a:off x="11503152" y="3154679"/>
            <a:ext cx="6044184" cy="44805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47" name="Connector 671"/>
          <p:cNvSpPr/>
          <p:nvPr/>
        </p:nvSpPr>
        <p:spPr>
          <a:xfrm>
            <a:off x="11503151" y="3154680"/>
            <a:ext cx="7196330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48" name="Connector 672"/>
          <p:cNvSpPr/>
          <p:nvPr/>
        </p:nvSpPr>
        <p:spPr>
          <a:xfrm>
            <a:off x="11503151" y="3154681"/>
            <a:ext cx="8001003" cy="4480558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49" name="Connector 673"/>
          <p:cNvSpPr/>
          <p:nvPr/>
        </p:nvSpPr>
        <p:spPr>
          <a:xfrm>
            <a:off x="11503152" y="3154679"/>
            <a:ext cx="8805673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50" name="Connector 674"/>
          <p:cNvSpPr/>
          <p:nvPr/>
        </p:nvSpPr>
        <p:spPr>
          <a:xfrm>
            <a:off x="11503152" y="3154679"/>
            <a:ext cx="9610344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51" name="Connector 675"/>
          <p:cNvSpPr/>
          <p:nvPr/>
        </p:nvSpPr>
        <p:spPr>
          <a:xfrm flipH="1">
            <a:off x="868679" y="3154680"/>
            <a:ext cx="10634473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52" name="Connector 676"/>
          <p:cNvSpPr/>
          <p:nvPr/>
        </p:nvSpPr>
        <p:spPr>
          <a:xfrm flipH="1">
            <a:off x="1673352" y="3154679"/>
            <a:ext cx="9829800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53" name="Connector 677"/>
          <p:cNvSpPr/>
          <p:nvPr/>
        </p:nvSpPr>
        <p:spPr>
          <a:xfrm flipH="1">
            <a:off x="2478024" y="3154679"/>
            <a:ext cx="9025129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54" name="Connector 678"/>
          <p:cNvSpPr/>
          <p:nvPr/>
        </p:nvSpPr>
        <p:spPr>
          <a:xfrm flipH="1">
            <a:off x="3282696" y="3154679"/>
            <a:ext cx="8220457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55" name="Connector 679"/>
          <p:cNvSpPr/>
          <p:nvPr/>
        </p:nvSpPr>
        <p:spPr>
          <a:xfrm flipH="1">
            <a:off x="4434840" y="3154679"/>
            <a:ext cx="7068312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56" name="Connector 680"/>
          <p:cNvSpPr/>
          <p:nvPr/>
        </p:nvSpPr>
        <p:spPr>
          <a:xfrm flipH="1">
            <a:off x="5239511" y="3154680"/>
            <a:ext cx="6263642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57" name="Connector 681"/>
          <p:cNvSpPr/>
          <p:nvPr/>
        </p:nvSpPr>
        <p:spPr>
          <a:xfrm flipH="1">
            <a:off x="6044184" y="3154679"/>
            <a:ext cx="5458968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58" name="Connector 682"/>
          <p:cNvSpPr/>
          <p:nvPr/>
        </p:nvSpPr>
        <p:spPr>
          <a:xfrm flipH="1">
            <a:off x="6848856" y="3154680"/>
            <a:ext cx="4654297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59" name="Connector 683"/>
          <p:cNvSpPr/>
          <p:nvPr/>
        </p:nvSpPr>
        <p:spPr>
          <a:xfrm flipH="1">
            <a:off x="8000999" y="3154680"/>
            <a:ext cx="3502154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60" name="Connector 684"/>
          <p:cNvSpPr/>
          <p:nvPr/>
        </p:nvSpPr>
        <p:spPr>
          <a:xfrm flipH="1">
            <a:off x="8805671" y="3154679"/>
            <a:ext cx="2697481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61" name="Connector 685"/>
          <p:cNvSpPr/>
          <p:nvPr/>
        </p:nvSpPr>
        <p:spPr>
          <a:xfrm flipH="1">
            <a:off x="9610344" y="3154679"/>
            <a:ext cx="1892808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62" name="Connector 686"/>
          <p:cNvSpPr/>
          <p:nvPr/>
        </p:nvSpPr>
        <p:spPr>
          <a:xfrm flipH="1">
            <a:off x="10415016" y="3154679"/>
            <a:ext cx="1088136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63" name="Connector 687"/>
          <p:cNvSpPr/>
          <p:nvPr/>
        </p:nvSpPr>
        <p:spPr>
          <a:xfrm>
            <a:off x="11503152" y="3154679"/>
            <a:ext cx="64009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64" name="Connector 688"/>
          <p:cNvSpPr/>
          <p:nvPr/>
        </p:nvSpPr>
        <p:spPr>
          <a:xfrm>
            <a:off x="11503152" y="3154679"/>
            <a:ext cx="868681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65" name="Connector 689"/>
          <p:cNvSpPr/>
          <p:nvPr/>
        </p:nvSpPr>
        <p:spPr>
          <a:xfrm>
            <a:off x="11503151" y="3154679"/>
            <a:ext cx="1673353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66" name="Connector 690"/>
          <p:cNvSpPr/>
          <p:nvPr/>
        </p:nvSpPr>
        <p:spPr>
          <a:xfrm>
            <a:off x="11503151" y="3154679"/>
            <a:ext cx="2478025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67" name="Connector 691"/>
          <p:cNvSpPr/>
          <p:nvPr/>
        </p:nvSpPr>
        <p:spPr>
          <a:xfrm>
            <a:off x="11503151" y="3154679"/>
            <a:ext cx="3630169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68" name="Connector 692"/>
          <p:cNvSpPr/>
          <p:nvPr/>
        </p:nvSpPr>
        <p:spPr>
          <a:xfrm>
            <a:off x="11503151" y="3154680"/>
            <a:ext cx="4434842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69" name="Connector 693"/>
          <p:cNvSpPr/>
          <p:nvPr/>
        </p:nvSpPr>
        <p:spPr>
          <a:xfrm>
            <a:off x="11503151" y="3154680"/>
            <a:ext cx="5239513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70" name="Connector 694"/>
          <p:cNvSpPr/>
          <p:nvPr/>
        </p:nvSpPr>
        <p:spPr>
          <a:xfrm>
            <a:off x="11503152" y="3154679"/>
            <a:ext cx="6044183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71" name="Connector 695"/>
          <p:cNvSpPr/>
          <p:nvPr/>
        </p:nvSpPr>
        <p:spPr>
          <a:xfrm>
            <a:off x="11503152" y="3154679"/>
            <a:ext cx="7196329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72" name="Connector 696"/>
          <p:cNvSpPr/>
          <p:nvPr/>
        </p:nvSpPr>
        <p:spPr>
          <a:xfrm>
            <a:off x="11503152" y="3154679"/>
            <a:ext cx="8001001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73" name="Connector 697"/>
          <p:cNvSpPr/>
          <p:nvPr/>
        </p:nvSpPr>
        <p:spPr>
          <a:xfrm>
            <a:off x="11503152" y="3154678"/>
            <a:ext cx="8805672" cy="6080763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74" name="Connector 698"/>
          <p:cNvSpPr/>
          <p:nvPr/>
        </p:nvSpPr>
        <p:spPr>
          <a:xfrm>
            <a:off x="11503151" y="3154680"/>
            <a:ext cx="9610346" cy="6080759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75" name="Connector 699"/>
          <p:cNvSpPr/>
          <p:nvPr/>
        </p:nvSpPr>
        <p:spPr>
          <a:xfrm flipH="1">
            <a:off x="868679" y="3154680"/>
            <a:ext cx="10634474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76" name="Connector 700"/>
          <p:cNvSpPr/>
          <p:nvPr/>
        </p:nvSpPr>
        <p:spPr>
          <a:xfrm flipH="1">
            <a:off x="1673351" y="3154679"/>
            <a:ext cx="9829801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77" name="Connector 701"/>
          <p:cNvSpPr/>
          <p:nvPr/>
        </p:nvSpPr>
        <p:spPr>
          <a:xfrm flipH="1">
            <a:off x="2478024" y="3154679"/>
            <a:ext cx="9025129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78" name="Connector 702"/>
          <p:cNvSpPr/>
          <p:nvPr/>
        </p:nvSpPr>
        <p:spPr>
          <a:xfrm flipH="1">
            <a:off x="3282696" y="3154679"/>
            <a:ext cx="8220458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79" name="Connector 703"/>
          <p:cNvSpPr/>
          <p:nvPr/>
        </p:nvSpPr>
        <p:spPr>
          <a:xfrm flipH="1">
            <a:off x="4434839" y="3154679"/>
            <a:ext cx="7068314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80" name="Connector 704"/>
          <p:cNvSpPr/>
          <p:nvPr/>
        </p:nvSpPr>
        <p:spPr>
          <a:xfrm flipH="1">
            <a:off x="5239512" y="3154679"/>
            <a:ext cx="6263641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81" name="Connector 705"/>
          <p:cNvSpPr/>
          <p:nvPr/>
        </p:nvSpPr>
        <p:spPr>
          <a:xfrm flipH="1">
            <a:off x="6044184" y="3154679"/>
            <a:ext cx="5458969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82" name="Connector 706"/>
          <p:cNvSpPr/>
          <p:nvPr/>
        </p:nvSpPr>
        <p:spPr>
          <a:xfrm flipH="1">
            <a:off x="6848856" y="3154679"/>
            <a:ext cx="4654297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83" name="Connector 707"/>
          <p:cNvSpPr/>
          <p:nvPr/>
        </p:nvSpPr>
        <p:spPr>
          <a:xfrm flipH="1">
            <a:off x="8001000" y="3154679"/>
            <a:ext cx="3502153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84" name="Connector 708"/>
          <p:cNvSpPr/>
          <p:nvPr/>
        </p:nvSpPr>
        <p:spPr>
          <a:xfrm flipH="1">
            <a:off x="8805671" y="3154679"/>
            <a:ext cx="2697481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85" name="Connector 709"/>
          <p:cNvSpPr/>
          <p:nvPr/>
        </p:nvSpPr>
        <p:spPr>
          <a:xfrm flipH="1">
            <a:off x="9610344" y="3154679"/>
            <a:ext cx="1892807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86" name="Connector 710"/>
          <p:cNvSpPr/>
          <p:nvPr/>
        </p:nvSpPr>
        <p:spPr>
          <a:xfrm flipH="1">
            <a:off x="10415017" y="3154679"/>
            <a:ext cx="1088135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87" name="Connector 711"/>
          <p:cNvSpPr/>
          <p:nvPr/>
        </p:nvSpPr>
        <p:spPr>
          <a:xfrm>
            <a:off x="11503152" y="3154679"/>
            <a:ext cx="64008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88" name="Connector 712"/>
          <p:cNvSpPr/>
          <p:nvPr/>
        </p:nvSpPr>
        <p:spPr>
          <a:xfrm>
            <a:off x="11503152" y="3154679"/>
            <a:ext cx="868680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89" name="Connector 713"/>
          <p:cNvSpPr/>
          <p:nvPr/>
        </p:nvSpPr>
        <p:spPr>
          <a:xfrm>
            <a:off x="11503152" y="3154679"/>
            <a:ext cx="1673352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90" name="Connector 714"/>
          <p:cNvSpPr/>
          <p:nvPr/>
        </p:nvSpPr>
        <p:spPr>
          <a:xfrm>
            <a:off x="11503153" y="3154679"/>
            <a:ext cx="2478023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91" name="Connector 715"/>
          <p:cNvSpPr/>
          <p:nvPr/>
        </p:nvSpPr>
        <p:spPr>
          <a:xfrm>
            <a:off x="11503153" y="3154679"/>
            <a:ext cx="3630167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92" name="Connector 716"/>
          <p:cNvSpPr/>
          <p:nvPr/>
        </p:nvSpPr>
        <p:spPr>
          <a:xfrm>
            <a:off x="11503152" y="3154679"/>
            <a:ext cx="4434840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93" name="Connector 717"/>
          <p:cNvSpPr/>
          <p:nvPr/>
        </p:nvSpPr>
        <p:spPr>
          <a:xfrm>
            <a:off x="11503152" y="3154679"/>
            <a:ext cx="5239511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94" name="Connector 718"/>
          <p:cNvSpPr/>
          <p:nvPr/>
        </p:nvSpPr>
        <p:spPr>
          <a:xfrm>
            <a:off x="11503152" y="3154679"/>
            <a:ext cx="6044184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95" name="Connector 719"/>
          <p:cNvSpPr/>
          <p:nvPr/>
        </p:nvSpPr>
        <p:spPr>
          <a:xfrm>
            <a:off x="11503151" y="3154680"/>
            <a:ext cx="7196331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96" name="Connector 720"/>
          <p:cNvSpPr/>
          <p:nvPr/>
        </p:nvSpPr>
        <p:spPr>
          <a:xfrm>
            <a:off x="11503152" y="3154679"/>
            <a:ext cx="8001000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97" name="Connector 721"/>
          <p:cNvSpPr/>
          <p:nvPr/>
        </p:nvSpPr>
        <p:spPr>
          <a:xfrm>
            <a:off x="11503152" y="3154679"/>
            <a:ext cx="8805673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98" name="Connector 722"/>
          <p:cNvSpPr/>
          <p:nvPr/>
        </p:nvSpPr>
        <p:spPr>
          <a:xfrm>
            <a:off x="11503152" y="3154679"/>
            <a:ext cx="9610344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99" name="Connector 723"/>
          <p:cNvSpPr/>
          <p:nvPr/>
        </p:nvSpPr>
        <p:spPr>
          <a:xfrm flipH="1">
            <a:off x="868679" y="3154680"/>
            <a:ext cx="11804906" cy="4480560"/>
          </a:xfrm>
          <a:prstGeom prst="line">
            <a:avLst/>
          </a:prstGeom>
          <a:ln w="27432">
            <a:solidFill>
              <a:srgbClr val="D64B2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00" name="Connector 724"/>
          <p:cNvSpPr/>
          <p:nvPr/>
        </p:nvSpPr>
        <p:spPr>
          <a:xfrm flipH="1">
            <a:off x="1673351" y="3154680"/>
            <a:ext cx="11000233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01" name="Connector 725"/>
          <p:cNvSpPr/>
          <p:nvPr/>
        </p:nvSpPr>
        <p:spPr>
          <a:xfrm flipH="1">
            <a:off x="2478023" y="3154679"/>
            <a:ext cx="10195561" cy="44805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02" name="Connector 726"/>
          <p:cNvSpPr/>
          <p:nvPr/>
        </p:nvSpPr>
        <p:spPr>
          <a:xfrm flipH="1">
            <a:off x="3282695" y="3154680"/>
            <a:ext cx="9390890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03" name="Connector 727"/>
          <p:cNvSpPr/>
          <p:nvPr/>
        </p:nvSpPr>
        <p:spPr>
          <a:xfrm flipH="1">
            <a:off x="4434840" y="3154680"/>
            <a:ext cx="8238744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04" name="Connector 728"/>
          <p:cNvSpPr/>
          <p:nvPr/>
        </p:nvSpPr>
        <p:spPr>
          <a:xfrm flipH="1">
            <a:off x="5239511" y="3154679"/>
            <a:ext cx="7434073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05" name="Connector 729"/>
          <p:cNvSpPr/>
          <p:nvPr/>
        </p:nvSpPr>
        <p:spPr>
          <a:xfrm flipH="1">
            <a:off x="6044184" y="3154679"/>
            <a:ext cx="6629401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06" name="Connector 730"/>
          <p:cNvSpPr/>
          <p:nvPr/>
        </p:nvSpPr>
        <p:spPr>
          <a:xfrm flipH="1">
            <a:off x="6848856" y="3154680"/>
            <a:ext cx="5824729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07" name="Connector 731"/>
          <p:cNvSpPr/>
          <p:nvPr/>
        </p:nvSpPr>
        <p:spPr>
          <a:xfrm flipH="1">
            <a:off x="8000999" y="3154680"/>
            <a:ext cx="4672586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08" name="Connector 732"/>
          <p:cNvSpPr/>
          <p:nvPr/>
        </p:nvSpPr>
        <p:spPr>
          <a:xfrm flipH="1">
            <a:off x="8805671" y="3154679"/>
            <a:ext cx="3867913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09" name="Connector 733"/>
          <p:cNvSpPr/>
          <p:nvPr/>
        </p:nvSpPr>
        <p:spPr>
          <a:xfrm flipH="1">
            <a:off x="9610343" y="3154680"/>
            <a:ext cx="3063242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10" name="Connector 734"/>
          <p:cNvSpPr/>
          <p:nvPr/>
        </p:nvSpPr>
        <p:spPr>
          <a:xfrm flipH="1">
            <a:off x="10415016" y="3154680"/>
            <a:ext cx="2258569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11" name="Connector 735"/>
          <p:cNvSpPr/>
          <p:nvPr/>
        </p:nvSpPr>
        <p:spPr>
          <a:xfrm flipH="1">
            <a:off x="11567159" y="3154680"/>
            <a:ext cx="1106426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12" name="Connector 736"/>
          <p:cNvSpPr/>
          <p:nvPr/>
        </p:nvSpPr>
        <p:spPr>
          <a:xfrm flipH="1">
            <a:off x="12371832" y="3154679"/>
            <a:ext cx="301752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13" name="Connector 737"/>
          <p:cNvSpPr/>
          <p:nvPr/>
        </p:nvSpPr>
        <p:spPr>
          <a:xfrm>
            <a:off x="12673584" y="3154680"/>
            <a:ext cx="502919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14" name="Connector 738"/>
          <p:cNvSpPr/>
          <p:nvPr/>
        </p:nvSpPr>
        <p:spPr>
          <a:xfrm>
            <a:off x="12673583" y="3154680"/>
            <a:ext cx="1307594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15" name="Connector 739"/>
          <p:cNvSpPr/>
          <p:nvPr/>
        </p:nvSpPr>
        <p:spPr>
          <a:xfrm>
            <a:off x="12673583" y="3154680"/>
            <a:ext cx="2459738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16" name="Connector 740"/>
          <p:cNvSpPr/>
          <p:nvPr/>
        </p:nvSpPr>
        <p:spPr>
          <a:xfrm>
            <a:off x="12673583" y="3154680"/>
            <a:ext cx="3264409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17" name="Connector 741"/>
          <p:cNvSpPr/>
          <p:nvPr/>
        </p:nvSpPr>
        <p:spPr>
          <a:xfrm>
            <a:off x="12673583" y="3154679"/>
            <a:ext cx="4069080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18" name="Connector 742"/>
          <p:cNvSpPr/>
          <p:nvPr/>
        </p:nvSpPr>
        <p:spPr>
          <a:xfrm>
            <a:off x="12673583" y="3154680"/>
            <a:ext cx="4873753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19" name="Connector 743"/>
          <p:cNvSpPr/>
          <p:nvPr/>
        </p:nvSpPr>
        <p:spPr>
          <a:xfrm>
            <a:off x="12673584" y="3154679"/>
            <a:ext cx="6025896" cy="44805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20" name="Connector 744"/>
          <p:cNvSpPr/>
          <p:nvPr/>
        </p:nvSpPr>
        <p:spPr>
          <a:xfrm>
            <a:off x="12673583" y="3154680"/>
            <a:ext cx="6830570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21" name="Connector 745"/>
          <p:cNvSpPr/>
          <p:nvPr/>
        </p:nvSpPr>
        <p:spPr>
          <a:xfrm>
            <a:off x="12673583" y="3154681"/>
            <a:ext cx="7635241" cy="4480558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22" name="Connector 746"/>
          <p:cNvSpPr/>
          <p:nvPr/>
        </p:nvSpPr>
        <p:spPr>
          <a:xfrm>
            <a:off x="12673584" y="3154679"/>
            <a:ext cx="8439913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23" name="Connector 747"/>
          <p:cNvSpPr/>
          <p:nvPr/>
        </p:nvSpPr>
        <p:spPr>
          <a:xfrm flipH="1">
            <a:off x="868680" y="3154679"/>
            <a:ext cx="11804904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24" name="Connector 748"/>
          <p:cNvSpPr/>
          <p:nvPr/>
        </p:nvSpPr>
        <p:spPr>
          <a:xfrm flipH="1">
            <a:off x="1673351" y="3154679"/>
            <a:ext cx="11000233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25" name="Connector 749"/>
          <p:cNvSpPr/>
          <p:nvPr/>
        </p:nvSpPr>
        <p:spPr>
          <a:xfrm flipH="1">
            <a:off x="2478023" y="3154680"/>
            <a:ext cx="10195561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26" name="Connector 750"/>
          <p:cNvSpPr/>
          <p:nvPr/>
        </p:nvSpPr>
        <p:spPr>
          <a:xfrm flipH="1">
            <a:off x="3282696" y="3154679"/>
            <a:ext cx="9390888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27" name="Connector 751"/>
          <p:cNvSpPr/>
          <p:nvPr/>
        </p:nvSpPr>
        <p:spPr>
          <a:xfrm flipH="1">
            <a:off x="4434840" y="3154679"/>
            <a:ext cx="8238744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28" name="Connector 752"/>
          <p:cNvSpPr/>
          <p:nvPr/>
        </p:nvSpPr>
        <p:spPr>
          <a:xfrm flipH="1">
            <a:off x="5239511" y="3154680"/>
            <a:ext cx="7434073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29" name="Connector 753"/>
          <p:cNvSpPr/>
          <p:nvPr/>
        </p:nvSpPr>
        <p:spPr>
          <a:xfrm flipH="1">
            <a:off x="6044184" y="3154679"/>
            <a:ext cx="6629401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30" name="Connector 754"/>
          <p:cNvSpPr/>
          <p:nvPr/>
        </p:nvSpPr>
        <p:spPr>
          <a:xfrm flipH="1">
            <a:off x="6848856" y="3154679"/>
            <a:ext cx="5824729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31" name="Connector 755"/>
          <p:cNvSpPr/>
          <p:nvPr/>
        </p:nvSpPr>
        <p:spPr>
          <a:xfrm flipH="1">
            <a:off x="8001000" y="3154679"/>
            <a:ext cx="4672585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32" name="Connector 756"/>
          <p:cNvSpPr/>
          <p:nvPr/>
        </p:nvSpPr>
        <p:spPr>
          <a:xfrm flipH="1">
            <a:off x="8805671" y="3154679"/>
            <a:ext cx="3867913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33" name="Connector 757"/>
          <p:cNvSpPr/>
          <p:nvPr/>
        </p:nvSpPr>
        <p:spPr>
          <a:xfrm flipH="1">
            <a:off x="9610343" y="3154679"/>
            <a:ext cx="3063241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34" name="Connector 758"/>
          <p:cNvSpPr/>
          <p:nvPr/>
        </p:nvSpPr>
        <p:spPr>
          <a:xfrm flipH="1">
            <a:off x="10415015" y="3154679"/>
            <a:ext cx="2258569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35" name="Connector 759"/>
          <p:cNvSpPr/>
          <p:nvPr/>
        </p:nvSpPr>
        <p:spPr>
          <a:xfrm flipH="1">
            <a:off x="11567159" y="3154679"/>
            <a:ext cx="1106426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36" name="Connector 760"/>
          <p:cNvSpPr/>
          <p:nvPr/>
        </p:nvSpPr>
        <p:spPr>
          <a:xfrm flipH="1">
            <a:off x="12371832" y="3154679"/>
            <a:ext cx="301752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37" name="Connector 761"/>
          <p:cNvSpPr/>
          <p:nvPr/>
        </p:nvSpPr>
        <p:spPr>
          <a:xfrm>
            <a:off x="12673584" y="3154679"/>
            <a:ext cx="502919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38" name="Connector 762"/>
          <p:cNvSpPr/>
          <p:nvPr/>
        </p:nvSpPr>
        <p:spPr>
          <a:xfrm>
            <a:off x="12673584" y="3154679"/>
            <a:ext cx="1307592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39" name="Connector 763"/>
          <p:cNvSpPr/>
          <p:nvPr/>
        </p:nvSpPr>
        <p:spPr>
          <a:xfrm>
            <a:off x="12673583" y="3154679"/>
            <a:ext cx="2459738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40" name="Connector 764"/>
          <p:cNvSpPr/>
          <p:nvPr/>
        </p:nvSpPr>
        <p:spPr>
          <a:xfrm>
            <a:off x="12673583" y="3154680"/>
            <a:ext cx="3264410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41" name="Connector 765"/>
          <p:cNvSpPr/>
          <p:nvPr/>
        </p:nvSpPr>
        <p:spPr>
          <a:xfrm>
            <a:off x="12673583" y="3154680"/>
            <a:ext cx="4069080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42" name="Connector 766"/>
          <p:cNvSpPr/>
          <p:nvPr/>
        </p:nvSpPr>
        <p:spPr>
          <a:xfrm>
            <a:off x="12673583" y="3154680"/>
            <a:ext cx="4873753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43" name="Connector 767"/>
          <p:cNvSpPr/>
          <p:nvPr/>
        </p:nvSpPr>
        <p:spPr>
          <a:xfrm>
            <a:off x="12673583" y="3154679"/>
            <a:ext cx="6025898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44" name="Connector 768"/>
          <p:cNvSpPr/>
          <p:nvPr/>
        </p:nvSpPr>
        <p:spPr>
          <a:xfrm>
            <a:off x="12673583" y="3154679"/>
            <a:ext cx="6830569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45" name="Connector 769"/>
          <p:cNvSpPr/>
          <p:nvPr/>
        </p:nvSpPr>
        <p:spPr>
          <a:xfrm>
            <a:off x="12673583" y="3154680"/>
            <a:ext cx="7635242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46" name="Connector 770"/>
          <p:cNvSpPr/>
          <p:nvPr/>
        </p:nvSpPr>
        <p:spPr>
          <a:xfrm>
            <a:off x="12673584" y="3154679"/>
            <a:ext cx="8439912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47" name="Connector 771"/>
          <p:cNvSpPr/>
          <p:nvPr/>
        </p:nvSpPr>
        <p:spPr>
          <a:xfrm flipH="1">
            <a:off x="868680" y="3154679"/>
            <a:ext cx="11804905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48" name="Connector 772"/>
          <p:cNvSpPr/>
          <p:nvPr/>
        </p:nvSpPr>
        <p:spPr>
          <a:xfrm flipH="1">
            <a:off x="1673351" y="3154679"/>
            <a:ext cx="11000234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49" name="Connector 773"/>
          <p:cNvSpPr/>
          <p:nvPr/>
        </p:nvSpPr>
        <p:spPr>
          <a:xfrm flipH="1">
            <a:off x="2478023" y="3154679"/>
            <a:ext cx="10195561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50" name="Connector 774"/>
          <p:cNvSpPr/>
          <p:nvPr/>
        </p:nvSpPr>
        <p:spPr>
          <a:xfrm flipH="1">
            <a:off x="3282695" y="3154680"/>
            <a:ext cx="9390890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51" name="Connector 775"/>
          <p:cNvSpPr/>
          <p:nvPr/>
        </p:nvSpPr>
        <p:spPr>
          <a:xfrm flipH="1">
            <a:off x="4434840" y="3154679"/>
            <a:ext cx="8238744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52" name="Connector 776"/>
          <p:cNvSpPr/>
          <p:nvPr/>
        </p:nvSpPr>
        <p:spPr>
          <a:xfrm flipH="1">
            <a:off x="5239511" y="3154680"/>
            <a:ext cx="7434074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53" name="Connector 777"/>
          <p:cNvSpPr/>
          <p:nvPr/>
        </p:nvSpPr>
        <p:spPr>
          <a:xfrm flipH="1">
            <a:off x="6044184" y="3154679"/>
            <a:ext cx="6629401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54" name="Connector 778"/>
          <p:cNvSpPr/>
          <p:nvPr/>
        </p:nvSpPr>
        <p:spPr>
          <a:xfrm flipH="1">
            <a:off x="6848856" y="3154679"/>
            <a:ext cx="5824729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55" name="Connector 779"/>
          <p:cNvSpPr/>
          <p:nvPr/>
        </p:nvSpPr>
        <p:spPr>
          <a:xfrm flipH="1">
            <a:off x="8001000" y="3154679"/>
            <a:ext cx="4672584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56" name="Connector 780"/>
          <p:cNvSpPr/>
          <p:nvPr/>
        </p:nvSpPr>
        <p:spPr>
          <a:xfrm flipH="1">
            <a:off x="8805672" y="3154679"/>
            <a:ext cx="3867912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57" name="Connector 781"/>
          <p:cNvSpPr/>
          <p:nvPr/>
        </p:nvSpPr>
        <p:spPr>
          <a:xfrm flipH="1">
            <a:off x="9610343" y="3154679"/>
            <a:ext cx="3063241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58" name="Connector 782"/>
          <p:cNvSpPr/>
          <p:nvPr/>
        </p:nvSpPr>
        <p:spPr>
          <a:xfrm flipH="1">
            <a:off x="10415016" y="3154679"/>
            <a:ext cx="2258569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59" name="Connector 783"/>
          <p:cNvSpPr/>
          <p:nvPr/>
        </p:nvSpPr>
        <p:spPr>
          <a:xfrm flipH="1">
            <a:off x="11567160" y="3154679"/>
            <a:ext cx="1106424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60" name="Connector 784"/>
          <p:cNvSpPr/>
          <p:nvPr/>
        </p:nvSpPr>
        <p:spPr>
          <a:xfrm flipH="1">
            <a:off x="12371830" y="3154679"/>
            <a:ext cx="301754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61" name="Connector 785"/>
          <p:cNvSpPr/>
          <p:nvPr/>
        </p:nvSpPr>
        <p:spPr>
          <a:xfrm>
            <a:off x="12673583" y="3154679"/>
            <a:ext cx="502920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62" name="Connector 786"/>
          <p:cNvSpPr/>
          <p:nvPr/>
        </p:nvSpPr>
        <p:spPr>
          <a:xfrm>
            <a:off x="12673583" y="3154679"/>
            <a:ext cx="1307594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63" name="Connector 787"/>
          <p:cNvSpPr/>
          <p:nvPr/>
        </p:nvSpPr>
        <p:spPr>
          <a:xfrm>
            <a:off x="12673583" y="3154679"/>
            <a:ext cx="2459738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64" name="Connector 788"/>
          <p:cNvSpPr/>
          <p:nvPr/>
        </p:nvSpPr>
        <p:spPr>
          <a:xfrm>
            <a:off x="12673584" y="3154679"/>
            <a:ext cx="3264408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65" name="Connector 789"/>
          <p:cNvSpPr/>
          <p:nvPr/>
        </p:nvSpPr>
        <p:spPr>
          <a:xfrm>
            <a:off x="12673583" y="3154679"/>
            <a:ext cx="4069080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66" name="Connector 790"/>
          <p:cNvSpPr/>
          <p:nvPr/>
        </p:nvSpPr>
        <p:spPr>
          <a:xfrm>
            <a:off x="12673584" y="3154679"/>
            <a:ext cx="4873752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67" name="Connector 791"/>
          <p:cNvSpPr/>
          <p:nvPr/>
        </p:nvSpPr>
        <p:spPr>
          <a:xfrm>
            <a:off x="12673584" y="3154679"/>
            <a:ext cx="6025896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68" name="Connector 792"/>
          <p:cNvSpPr/>
          <p:nvPr/>
        </p:nvSpPr>
        <p:spPr>
          <a:xfrm>
            <a:off x="12673583" y="3154680"/>
            <a:ext cx="6830569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69" name="Connector 793"/>
          <p:cNvSpPr/>
          <p:nvPr/>
        </p:nvSpPr>
        <p:spPr>
          <a:xfrm>
            <a:off x="12673583" y="3154680"/>
            <a:ext cx="7635242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70" name="Connector 794"/>
          <p:cNvSpPr/>
          <p:nvPr/>
        </p:nvSpPr>
        <p:spPr>
          <a:xfrm>
            <a:off x="12673583" y="3154680"/>
            <a:ext cx="8439914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71" name="Connector 795"/>
          <p:cNvSpPr/>
          <p:nvPr/>
        </p:nvSpPr>
        <p:spPr>
          <a:xfrm flipH="1">
            <a:off x="868679" y="3154679"/>
            <a:ext cx="12975337" cy="4480562"/>
          </a:xfrm>
          <a:prstGeom prst="line">
            <a:avLst/>
          </a:prstGeom>
          <a:ln w="27432">
            <a:solidFill>
              <a:srgbClr val="D64B2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72" name="Connector 796"/>
          <p:cNvSpPr/>
          <p:nvPr/>
        </p:nvSpPr>
        <p:spPr>
          <a:xfrm flipH="1">
            <a:off x="1673351" y="3154680"/>
            <a:ext cx="12170666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73" name="Connector 797"/>
          <p:cNvSpPr/>
          <p:nvPr/>
        </p:nvSpPr>
        <p:spPr>
          <a:xfrm flipH="1">
            <a:off x="2478023" y="3154680"/>
            <a:ext cx="11365994" cy="4480559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74" name="Connector 798"/>
          <p:cNvSpPr/>
          <p:nvPr/>
        </p:nvSpPr>
        <p:spPr>
          <a:xfrm flipH="1">
            <a:off x="3282695" y="3154680"/>
            <a:ext cx="10561322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75" name="Connector 799"/>
          <p:cNvSpPr/>
          <p:nvPr/>
        </p:nvSpPr>
        <p:spPr>
          <a:xfrm flipH="1">
            <a:off x="4434840" y="3154679"/>
            <a:ext cx="9409176" cy="44805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76" name="Connector 800"/>
          <p:cNvSpPr/>
          <p:nvPr/>
        </p:nvSpPr>
        <p:spPr>
          <a:xfrm flipH="1">
            <a:off x="5239512" y="3154680"/>
            <a:ext cx="8604505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77" name="Connector 801"/>
          <p:cNvSpPr/>
          <p:nvPr/>
        </p:nvSpPr>
        <p:spPr>
          <a:xfrm flipH="1">
            <a:off x="6044184" y="3154679"/>
            <a:ext cx="7799832" cy="44805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78" name="Connector 802"/>
          <p:cNvSpPr/>
          <p:nvPr/>
        </p:nvSpPr>
        <p:spPr>
          <a:xfrm flipH="1">
            <a:off x="6848855" y="3154680"/>
            <a:ext cx="6995161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79" name="Connector 803"/>
          <p:cNvSpPr/>
          <p:nvPr/>
        </p:nvSpPr>
        <p:spPr>
          <a:xfrm flipH="1">
            <a:off x="8001000" y="3154679"/>
            <a:ext cx="5843016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80" name="Connector 804"/>
          <p:cNvSpPr/>
          <p:nvPr/>
        </p:nvSpPr>
        <p:spPr>
          <a:xfrm flipH="1">
            <a:off x="8805671" y="3154680"/>
            <a:ext cx="5038345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81" name="Connector 805"/>
          <p:cNvSpPr/>
          <p:nvPr/>
        </p:nvSpPr>
        <p:spPr>
          <a:xfrm flipH="1">
            <a:off x="9610343" y="3154679"/>
            <a:ext cx="4233673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82" name="Connector 806"/>
          <p:cNvSpPr/>
          <p:nvPr/>
        </p:nvSpPr>
        <p:spPr>
          <a:xfrm flipH="1">
            <a:off x="10415016" y="3154679"/>
            <a:ext cx="3429001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83" name="Connector 807"/>
          <p:cNvSpPr/>
          <p:nvPr/>
        </p:nvSpPr>
        <p:spPr>
          <a:xfrm flipH="1">
            <a:off x="11567159" y="3154679"/>
            <a:ext cx="2276857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84" name="Connector 808"/>
          <p:cNvSpPr/>
          <p:nvPr/>
        </p:nvSpPr>
        <p:spPr>
          <a:xfrm flipH="1">
            <a:off x="12371831" y="3154679"/>
            <a:ext cx="1472185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85" name="Connector 809"/>
          <p:cNvSpPr/>
          <p:nvPr/>
        </p:nvSpPr>
        <p:spPr>
          <a:xfrm flipH="1">
            <a:off x="13176504" y="3154680"/>
            <a:ext cx="667512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86" name="Connector 810"/>
          <p:cNvSpPr/>
          <p:nvPr/>
        </p:nvSpPr>
        <p:spPr>
          <a:xfrm>
            <a:off x="13844014" y="3154680"/>
            <a:ext cx="137162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87" name="Connector 811"/>
          <p:cNvSpPr/>
          <p:nvPr/>
        </p:nvSpPr>
        <p:spPr>
          <a:xfrm>
            <a:off x="13844015" y="3154679"/>
            <a:ext cx="1289305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88" name="Connector 812"/>
          <p:cNvSpPr/>
          <p:nvPr/>
        </p:nvSpPr>
        <p:spPr>
          <a:xfrm>
            <a:off x="13844015" y="3154679"/>
            <a:ext cx="2093977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89" name="Connector 813"/>
          <p:cNvSpPr/>
          <p:nvPr/>
        </p:nvSpPr>
        <p:spPr>
          <a:xfrm>
            <a:off x="13844015" y="3154680"/>
            <a:ext cx="2898648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90" name="Connector 814"/>
          <p:cNvSpPr/>
          <p:nvPr/>
        </p:nvSpPr>
        <p:spPr>
          <a:xfrm>
            <a:off x="13844015" y="3154679"/>
            <a:ext cx="3703320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91" name="Connector 815"/>
          <p:cNvSpPr/>
          <p:nvPr/>
        </p:nvSpPr>
        <p:spPr>
          <a:xfrm>
            <a:off x="13844015" y="3154680"/>
            <a:ext cx="4855466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92" name="Connector 816"/>
          <p:cNvSpPr/>
          <p:nvPr/>
        </p:nvSpPr>
        <p:spPr>
          <a:xfrm>
            <a:off x="13844015" y="3154679"/>
            <a:ext cx="5660137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93" name="Connector 817"/>
          <p:cNvSpPr/>
          <p:nvPr/>
        </p:nvSpPr>
        <p:spPr>
          <a:xfrm>
            <a:off x="13844014" y="3154679"/>
            <a:ext cx="6464809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94" name="Connector 818"/>
          <p:cNvSpPr/>
          <p:nvPr/>
        </p:nvSpPr>
        <p:spPr>
          <a:xfrm>
            <a:off x="13844015" y="3154679"/>
            <a:ext cx="7269480" cy="44805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95" name="Connector 819"/>
          <p:cNvSpPr/>
          <p:nvPr/>
        </p:nvSpPr>
        <p:spPr>
          <a:xfrm flipH="1">
            <a:off x="868679" y="3154679"/>
            <a:ext cx="12975337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96" name="Connector 820"/>
          <p:cNvSpPr/>
          <p:nvPr/>
        </p:nvSpPr>
        <p:spPr>
          <a:xfrm flipH="1">
            <a:off x="1673352" y="3154678"/>
            <a:ext cx="12170665" cy="6080763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97" name="Connector 821"/>
          <p:cNvSpPr/>
          <p:nvPr/>
        </p:nvSpPr>
        <p:spPr>
          <a:xfrm flipH="1">
            <a:off x="2478024" y="3154679"/>
            <a:ext cx="11365992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98" name="Connector 822"/>
          <p:cNvSpPr/>
          <p:nvPr/>
        </p:nvSpPr>
        <p:spPr>
          <a:xfrm flipH="1">
            <a:off x="3282696" y="3154679"/>
            <a:ext cx="10561320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99" name="Connector 823"/>
          <p:cNvSpPr/>
          <p:nvPr/>
        </p:nvSpPr>
        <p:spPr>
          <a:xfrm flipH="1">
            <a:off x="4434840" y="3154679"/>
            <a:ext cx="9409177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00" name="Connector 824"/>
          <p:cNvSpPr/>
          <p:nvPr/>
        </p:nvSpPr>
        <p:spPr>
          <a:xfrm flipH="1">
            <a:off x="5239512" y="3154679"/>
            <a:ext cx="8604505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01" name="Connector 825"/>
          <p:cNvSpPr/>
          <p:nvPr/>
        </p:nvSpPr>
        <p:spPr>
          <a:xfrm flipH="1">
            <a:off x="6044184" y="3154679"/>
            <a:ext cx="7799832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02" name="Connector 826"/>
          <p:cNvSpPr/>
          <p:nvPr/>
        </p:nvSpPr>
        <p:spPr>
          <a:xfrm flipH="1">
            <a:off x="6848856" y="3154679"/>
            <a:ext cx="6995161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03" name="Connector 827"/>
          <p:cNvSpPr/>
          <p:nvPr/>
        </p:nvSpPr>
        <p:spPr>
          <a:xfrm flipH="1">
            <a:off x="8000999" y="3154680"/>
            <a:ext cx="5843018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04" name="Connector 828"/>
          <p:cNvSpPr/>
          <p:nvPr/>
        </p:nvSpPr>
        <p:spPr>
          <a:xfrm flipH="1">
            <a:off x="8805671" y="3154680"/>
            <a:ext cx="5038345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05" name="Connector 829"/>
          <p:cNvSpPr/>
          <p:nvPr/>
        </p:nvSpPr>
        <p:spPr>
          <a:xfrm flipH="1">
            <a:off x="9610343" y="3154679"/>
            <a:ext cx="4233672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06" name="Connector 830"/>
          <p:cNvSpPr/>
          <p:nvPr/>
        </p:nvSpPr>
        <p:spPr>
          <a:xfrm flipH="1">
            <a:off x="10415015" y="3154680"/>
            <a:ext cx="3429002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07" name="Connector 831"/>
          <p:cNvSpPr/>
          <p:nvPr/>
        </p:nvSpPr>
        <p:spPr>
          <a:xfrm flipH="1">
            <a:off x="11567160" y="3154679"/>
            <a:ext cx="2276856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08" name="Connector 832"/>
          <p:cNvSpPr/>
          <p:nvPr/>
        </p:nvSpPr>
        <p:spPr>
          <a:xfrm flipH="1">
            <a:off x="12371831" y="3154679"/>
            <a:ext cx="1472186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09" name="Connector 833"/>
          <p:cNvSpPr/>
          <p:nvPr/>
        </p:nvSpPr>
        <p:spPr>
          <a:xfrm flipH="1">
            <a:off x="13176504" y="3154679"/>
            <a:ext cx="667513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10" name="Connector 834"/>
          <p:cNvSpPr/>
          <p:nvPr/>
        </p:nvSpPr>
        <p:spPr>
          <a:xfrm>
            <a:off x="13844014" y="3154679"/>
            <a:ext cx="137162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11" name="Connector 835"/>
          <p:cNvSpPr/>
          <p:nvPr/>
        </p:nvSpPr>
        <p:spPr>
          <a:xfrm>
            <a:off x="13844015" y="3154679"/>
            <a:ext cx="1289305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12" name="Connector 836"/>
          <p:cNvSpPr/>
          <p:nvPr/>
        </p:nvSpPr>
        <p:spPr>
          <a:xfrm>
            <a:off x="13844014" y="3154679"/>
            <a:ext cx="2093978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13" name="Connector 837"/>
          <p:cNvSpPr/>
          <p:nvPr/>
        </p:nvSpPr>
        <p:spPr>
          <a:xfrm>
            <a:off x="13844014" y="3154680"/>
            <a:ext cx="2898650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14" name="Connector 838"/>
          <p:cNvSpPr/>
          <p:nvPr/>
        </p:nvSpPr>
        <p:spPr>
          <a:xfrm>
            <a:off x="13844015" y="3154679"/>
            <a:ext cx="3703320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15" name="Connector 839"/>
          <p:cNvSpPr/>
          <p:nvPr/>
        </p:nvSpPr>
        <p:spPr>
          <a:xfrm>
            <a:off x="13844015" y="3154679"/>
            <a:ext cx="4855465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16" name="Connector 840"/>
          <p:cNvSpPr/>
          <p:nvPr/>
        </p:nvSpPr>
        <p:spPr>
          <a:xfrm>
            <a:off x="13844016" y="3154679"/>
            <a:ext cx="5660136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17" name="Connector 841"/>
          <p:cNvSpPr/>
          <p:nvPr/>
        </p:nvSpPr>
        <p:spPr>
          <a:xfrm>
            <a:off x="13844015" y="3154680"/>
            <a:ext cx="6464810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18" name="Connector 842"/>
          <p:cNvSpPr/>
          <p:nvPr/>
        </p:nvSpPr>
        <p:spPr>
          <a:xfrm>
            <a:off x="13844015" y="3154679"/>
            <a:ext cx="7269481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19" name="Connector 843"/>
          <p:cNvSpPr/>
          <p:nvPr/>
        </p:nvSpPr>
        <p:spPr>
          <a:xfrm flipH="1">
            <a:off x="868679" y="3154679"/>
            <a:ext cx="12975337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20" name="Connector 844"/>
          <p:cNvSpPr/>
          <p:nvPr/>
        </p:nvSpPr>
        <p:spPr>
          <a:xfrm flipH="1">
            <a:off x="1673352" y="3154679"/>
            <a:ext cx="12170665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21" name="Connector 845"/>
          <p:cNvSpPr/>
          <p:nvPr/>
        </p:nvSpPr>
        <p:spPr>
          <a:xfrm flipH="1">
            <a:off x="2478024" y="3154679"/>
            <a:ext cx="11365993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22" name="Connector 846"/>
          <p:cNvSpPr/>
          <p:nvPr/>
        </p:nvSpPr>
        <p:spPr>
          <a:xfrm flipH="1">
            <a:off x="3282696" y="3154679"/>
            <a:ext cx="10561321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23" name="Connector 847"/>
          <p:cNvSpPr/>
          <p:nvPr/>
        </p:nvSpPr>
        <p:spPr>
          <a:xfrm flipH="1">
            <a:off x="4434840" y="3154679"/>
            <a:ext cx="9409177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24" name="Connector 848"/>
          <p:cNvSpPr/>
          <p:nvPr/>
        </p:nvSpPr>
        <p:spPr>
          <a:xfrm flipH="1">
            <a:off x="5239511" y="3154680"/>
            <a:ext cx="8604506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25" name="Connector 849"/>
          <p:cNvSpPr/>
          <p:nvPr/>
        </p:nvSpPr>
        <p:spPr>
          <a:xfrm flipH="1">
            <a:off x="6044184" y="3154679"/>
            <a:ext cx="7799832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26" name="Connector 850"/>
          <p:cNvSpPr/>
          <p:nvPr/>
        </p:nvSpPr>
        <p:spPr>
          <a:xfrm flipH="1">
            <a:off x="6848856" y="3154679"/>
            <a:ext cx="6995161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27" name="Connector 851"/>
          <p:cNvSpPr/>
          <p:nvPr/>
        </p:nvSpPr>
        <p:spPr>
          <a:xfrm flipH="1">
            <a:off x="8000999" y="3154680"/>
            <a:ext cx="5843018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28" name="Connector 852"/>
          <p:cNvSpPr/>
          <p:nvPr/>
        </p:nvSpPr>
        <p:spPr>
          <a:xfrm flipH="1">
            <a:off x="8805671" y="3154679"/>
            <a:ext cx="5038345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29" name="Connector 853"/>
          <p:cNvSpPr/>
          <p:nvPr/>
        </p:nvSpPr>
        <p:spPr>
          <a:xfrm flipH="1">
            <a:off x="9610343" y="3154679"/>
            <a:ext cx="4233672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30" name="Connector 854"/>
          <p:cNvSpPr/>
          <p:nvPr/>
        </p:nvSpPr>
        <p:spPr>
          <a:xfrm flipH="1">
            <a:off x="10415016" y="3154679"/>
            <a:ext cx="3429000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31" name="Connector 855"/>
          <p:cNvSpPr/>
          <p:nvPr/>
        </p:nvSpPr>
        <p:spPr>
          <a:xfrm flipH="1">
            <a:off x="11567160" y="3154679"/>
            <a:ext cx="2276856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32" name="Connector 856"/>
          <p:cNvSpPr/>
          <p:nvPr/>
        </p:nvSpPr>
        <p:spPr>
          <a:xfrm flipH="1">
            <a:off x="12371832" y="3154679"/>
            <a:ext cx="1472184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33" name="Connector 857"/>
          <p:cNvSpPr/>
          <p:nvPr/>
        </p:nvSpPr>
        <p:spPr>
          <a:xfrm flipH="1">
            <a:off x="13176504" y="3154679"/>
            <a:ext cx="667513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34" name="Connector 858"/>
          <p:cNvSpPr/>
          <p:nvPr/>
        </p:nvSpPr>
        <p:spPr>
          <a:xfrm>
            <a:off x="13844014" y="3154679"/>
            <a:ext cx="137163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35" name="Connector 859"/>
          <p:cNvSpPr/>
          <p:nvPr/>
        </p:nvSpPr>
        <p:spPr>
          <a:xfrm>
            <a:off x="13844014" y="3154680"/>
            <a:ext cx="1289307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36" name="Connector 860"/>
          <p:cNvSpPr/>
          <p:nvPr/>
        </p:nvSpPr>
        <p:spPr>
          <a:xfrm>
            <a:off x="13844014" y="3154680"/>
            <a:ext cx="2093979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37" name="Connector 861"/>
          <p:cNvSpPr/>
          <p:nvPr/>
        </p:nvSpPr>
        <p:spPr>
          <a:xfrm>
            <a:off x="13844016" y="3154679"/>
            <a:ext cx="2898646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38" name="Connector 862"/>
          <p:cNvSpPr/>
          <p:nvPr/>
        </p:nvSpPr>
        <p:spPr>
          <a:xfrm>
            <a:off x="13844014" y="3154680"/>
            <a:ext cx="3703323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39" name="Connector 863"/>
          <p:cNvSpPr/>
          <p:nvPr/>
        </p:nvSpPr>
        <p:spPr>
          <a:xfrm>
            <a:off x="13844015" y="3154679"/>
            <a:ext cx="4855465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40" name="Connector 864"/>
          <p:cNvSpPr/>
          <p:nvPr/>
        </p:nvSpPr>
        <p:spPr>
          <a:xfrm>
            <a:off x="13844014" y="3154680"/>
            <a:ext cx="5660139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41" name="Connector 865"/>
          <p:cNvSpPr/>
          <p:nvPr/>
        </p:nvSpPr>
        <p:spPr>
          <a:xfrm>
            <a:off x="13844014" y="3154680"/>
            <a:ext cx="6464811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42" name="Connector 866"/>
          <p:cNvSpPr/>
          <p:nvPr/>
        </p:nvSpPr>
        <p:spPr>
          <a:xfrm>
            <a:off x="13844014" y="3154680"/>
            <a:ext cx="7269482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43" name="Connector 867"/>
          <p:cNvSpPr/>
          <p:nvPr/>
        </p:nvSpPr>
        <p:spPr>
          <a:xfrm flipH="1">
            <a:off x="868678" y="3154680"/>
            <a:ext cx="14145769" cy="4480560"/>
          </a:xfrm>
          <a:prstGeom prst="line">
            <a:avLst/>
          </a:prstGeom>
          <a:ln w="27432">
            <a:solidFill>
              <a:srgbClr val="D64B2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44" name="Connector 868"/>
          <p:cNvSpPr/>
          <p:nvPr/>
        </p:nvSpPr>
        <p:spPr>
          <a:xfrm flipH="1">
            <a:off x="1673351" y="3154680"/>
            <a:ext cx="13341098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45" name="Connector 869"/>
          <p:cNvSpPr/>
          <p:nvPr/>
        </p:nvSpPr>
        <p:spPr>
          <a:xfrm flipH="1">
            <a:off x="2478023" y="3154680"/>
            <a:ext cx="12536425" cy="4480559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46" name="Connector 870"/>
          <p:cNvSpPr/>
          <p:nvPr/>
        </p:nvSpPr>
        <p:spPr>
          <a:xfrm flipH="1">
            <a:off x="3282696" y="3154679"/>
            <a:ext cx="11731753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47" name="Connector 871"/>
          <p:cNvSpPr/>
          <p:nvPr/>
        </p:nvSpPr>
        <p:spPr>
          <a:xfrm flipH="1">
            <a:off x="4434839" y="3154680"/>
            <a:ext cx="10579610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48" name="Connector 872"/>
          <p:cNvSpPr/>
          <p:nvPr/>
        </p:nvSpPr>
        <p:spPr>
          <a:xfrm flipH="1">
            <a:off x="5239511" y="3154679"/>
            <a:ext cx="9774937" cy="44805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49" name="Connector 873"/>
          <p:cNvSpPr/>
          <p:nvPr/>
        </p:nvSpPr>
        <p:spPr>
          <a:xfrm flipH="1">
            <a:off x="6044184" y="3154679"/>
            <a:ext cx="8970264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50" name="Connector 874"/>
          <p:cNvSpPr/>
          <p:nvPr/>
        </p:nvSpPr>
        <p:spPr>
          <a:xfrm flipH="1">
            <a:off x="6848856" y="3154680"/>
            <a:ext cx="8165594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51" name="Connector 875"/>
          <p:cNvSpPr/>
          <p:nvPr/>
        </p:nvSpPr>
        <p:spPr>
          <a:xfrm flipH="1">
            <a:off x="8000999" y="3154679"/>
            <a:ext cx="7013449" cy="44805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52" name="Connector 876"/>
          <p:cNvSpPr/>
          <p:nvPr/>
        </p:nvSpPr>
        <p:spPr>
          <a:xfrm flipH="1">
            <a:off x="8805671" y="3154679"/>
            <a:ext cx="6208777" cy="44805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53" name="Connector 877"/>
          <p:cNvSpPr/>
          <p:nvPr/>
        </p:nvSpPr>
        <p:spPr>
          <a:xfrm flipH="1">
            <a:off x="9610343" y="3154680"/>
            <a:ext cx="5404106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54" name="Connector 878"/>
          <p:cNvSpPr/>
          <p:nvPr/>
        </p:nvSpPr>
        <p:spPr>
          <a:xfrm flipH="1">
            <a:off x="10415015" y="3154680"/>
            <a:ext cx="4599434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55" name="Connector 879"/>
          <p:cNvSpPr/>
          <p:nvPr/>
        </p:nvSpPr>
        <p:spPr>
          <a:xfrm flipH="1">
            <a:off x="11567159" y="3154680"/>
            <a:ext cx="3447289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56" name="Connector 880"/>
          <p:cNvSpPr/>
          <p:nvPr/>
        </p:nvSpPr>
        <p:spPr>
          <a:xfrm flipH="1">
            <a:off x="12371831" y="3154680"/>
            <a:ext cx="2642618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57" name="Connector 881"/>
          <p:cNvSpPr/>
          <p:nvPr/>
        </p:nvSpPr>
        <p:spPr>
          <a:xfrm flipH="1">
            <a:off x="13176504" y="3154679"/>
            <a:ext cx="1837944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58" name="Connector 882"/>
          <p:cNvSpPr/>
          <p:nvPr/>
        </p:nvSpPr>
        <p:spPr>
          <a:xfrm flipH="1">
            <a:off x="13981176" y="3154680"/>
            <a:ext cx="1033273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59" name="Connector 883"/>
          <p:cNvSpPr/>
          <p:nvPr/>
        </p:nvSpPr>
        <p:spPr>
          <a:xfrm>
            <a:off x="15014448" y="3154680"/>
            <a:ext cx="118871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60" name="Connector 884"/>
          <p:cNvSpPr/>
          <p:nvPr/>
        </p:nvSpPr>
        <p:spPr>
          <a:xfrm>
            <a:off x="15014448" y="3154680"/>
            <a:ext cx="923544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61" name="Connector 885"/>
          <p:cNvSpPr/>
          <p:nvPr/>
        </p:nvSpPr>
        <p:spPr>
          <a:xfrm>
            <a:off x="15014448" y="3154679"/>
            <a:ext cx="1728214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62" name="Connector 886"/>
          <p:cNvSpPr/>
          <p:nvPr/>
        </p:nvSpPr>
        <p:spPr>
          <a:xfrm>
            <a:off x="15014447" y="3154679"/>
            <a:ext cx="2532888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63" name="Connector 887"/>
          <p:cNvSpPr/>
          <p:nvPr/>
        </p:nvSpPr>
        <p:spPr>
          <a:xfrm>
            <a:off x="15014448" y="3154679"/>
            <a:ext cx="3685033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64" name="Connector 888"/>
          <p:cNvSpPr/>
          <p:nvPr/>
        </p:nvSpPr>
        <p:spPr>
          <a:xfrm>
            <a:off x="15014448" y="3154680"/>
            <a:ext cx="4489705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65" name="Connector 889"/>
          <p:cNvSpPr/>
          <p:nvPr/>
        </p:nvSpPr>
        <p:spPr>
          <a:xfrm>
            <a:off x="15014448" y="3154680"/>
            <a:ext cx="5294378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66" name="Connector 890"/>
          <p:cNvSpPr/>
          <p:nvPr/>
        </p:nvSpPr>
        <p:spPr>
          <a:xfrm>
            <a:off x="15014448" y="3154680"/>
            <a:ext cx="6099049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67" name="Connector 891"/>
          <p:cNvSpPr/>
          <p:nvPr/>
        </p:nvSpPr>
        <p:spPr>
          <a:xfrm flipH="1">
            <a:off x="868679" y="3154680"/>
            <a:ext cx="14145769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68" name="Connector 892"/>
          <p:cNvSpPr/>
          <p:nvPr/>
        </p:nvSpPr>
        <p:spPr>
          <a:xfrm flipH="1">
            <a:off x="1673351" y="3154680"/>
            <a:ext cx="13341098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69" name="Connector 893"/>
          <p:cNvSpPr/>
          <p:nvPr/>
        </p:nvSpPr>
        <p:spPr>
          <a:xfrm flipH="1">
            <a:off x="2478023" y="3154680"/>
            <a:ext cx="12536426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70" name="Connector 894"/>
          <p:cNvSpPr/>
          <p:nvPr/>
        </p:nvSpPr>
        <p:spPr>
          <a:xfrm flipH="1">
            <a:off x="3282696" y="3154679"/>
            <a:ext cx="11731753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71" name="Connector 895"/>
          <p:cNvSpPr/>
          <p:nvPr/>
        </p:nvSpPr>
        <p:spPr>
          <a:xfrm flipH="1">
            <a:off x="4434840" y="3154679"/>
            <a:ext cx="10579608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72" name="Connector 896"/>
          <p:cNvSpPr/>
          <p:nvPr/>
        </p:nvSpPr>
        <p:spPr>
          <a:xfrm flipH="1">
            <a:off x="5239511" y="3154679"/>
            <a:ext cx="9774937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73" name="Connector 897"/>
          <p:cNvSpPr/>
          <p:nvPr/>
        </p:nvSpPr>
        <p:spPr>
          <a:xfrm flipH="1">
            <a:off x="6044184" y="3154679"/>
            <a:ext cx="8970265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74" name="Connector 898"/>
          <p:cNvSpPr/>
          <p:nvPr/>
        </p:nvSpPr>
        <p:spPr>
          <a:xfrm flipH="1">
            <a:off x="6848856" y="3154679"/>
            <a:ext cx="8165594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75" name="Connector 899"/>
          <p:cNvSpPr/>
          <p:nvPr/>
        </p:nvSpPr>
        <p:spPr>
          <a:xfrm flipH="1">
            <a:off x="8000999" y="3154680"/>
            <a:ext cx="7013450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76" name="Connector 900"/>
          <p:cNvSpPr/>
          <p:nvPr/>
        </p:nvSpPr>
        <p:spPr>
          <a:xfrm flipH="1">
            <a:off x="8805671" y="3154680"/>
            <a:ext cx="6208778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77" name="Connector 901"/>
          <p:cNvSpPr/>
          <p:nvPr/>
        </p:nvSpPr>
        <p:spPr>
          <a:xfrm flipH="1">
            <a:off x="9610343" y="3154679"/>
            <a:ext cx="5404105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78" name="Connector 902"/>
          <p:cNvSpPr/>
          <p:nvPr/>
        </p:nvSpPr>
        <p:spPr>
          <a:xfrm flipH="1">
            <a:off x="10415016" y="3154679"/>
            <a:ext cx="4599433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79" name="Connector 903"/>
          <p:cNvSpPr/>
          <p:nvPr/>
        </p:nvSpPr>
        <p:spPr>
          <a:xfrm flipH="1">
            <a:off x="11567159" y="3154679"/>
            <a:ext cx="3447289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80" name="Connector 904"/>
          <p:cNvSpPr/>
          <p:nvPr/>
        </p:nvSpPr>
        <p:spPr>
          <a:xfrm flipH="1">
            <a:off x="12371831" y="3154680"/>
            <a:ext cx="2642617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81" name="Connector 905"/>
          <p:cNvSpPr/>
          <p:nvPr/>
        </p:nvSpPr>
        <p:spPr>
          <a:xfrm flipH="1">
            <a:off x="13176504" y="3154679"/>
            <a:ext cx="1837945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82" name="Connector 906"/>
          <p:cNvSpPr/>
          <p:nvPr/>
        </p:nvSpPr>
        <p:spPr>
          <a:xfrm flipH="1">
            <a:off x="13981176" y="3154679"/>
            <a:ext cx="1033273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83" name="Connector 907"/>
          <p:cNvSpPr/>
          <p:nvPr/>
        </p:nvSpPr>
        <p:spPr>
          <a:xfrm>
            <a:off x="15014448" y="3154679"/>
            <a:ext cx="118870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84" name="Connector 908"/>
          <p:cNvSpPr/>
          <p:nvPr/>
        </p:nvSpPr>
        <p:spPr>
          <a:xfrm>
            <a:off x="15014446" y="3154679"/>
            <a:ext cx="923547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85" name="Connector 909"/>
          <p:cNvSpPr/>
          <p:nvPr/>
        </p:nvSpPr>
        <p:spPr>
          <a:xfrm>
            <a:off x="15014448" y="3154679"/>
            <a:ext cx="1728215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86" name="Connector 910"/>
          <p:cNvSpPr/>
          <p:nvPr/>
        </p:nvSpPr>
        <p:spPr>
          <a:xfrm>
            <a:off x="15014448" y="3154679"/>
            <a:ext cx="2532888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87" name="Connector 911"/>
          <p:cNvSpPr/>
          <p:nvPr/>
        </p:nvSpPr>
        <p:spPr>
          <a:xfrm>
            <a:off x="15014447" y="3154679"/>
            <a:ext cx="3685033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88" name="Connector 912"/>
          <p:cNvSpPr/>
          <p:nvPr/>
        </p:nvSpPr>
        <p:spPr>
          <a:xfrm>
            <a:off x="15014448" y="3154679"/>
            <a:ext cx="4489705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89" name="Connector 913"/>
          <p:cNvSpPr/>
          <p:nvPr/>
        </p:nvSpPr>
        <p:spPr>
          <a:xfrm>
            <a:off x="15014447" y="3154679"/>
            <a:ext cx="5294376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90" name="Connector 914"/>
          <p:cNvSpPr/>
          <p:nvPr/>
        </p:nvSpPr>
        <p:spPr>
          <a:xfrm>
            <a:off x="15014447" y="3154679"/>
            <a:ext cx="6099049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91" name="Connector 915"/>
          <p:cNvSpPr/>
          <p:nvPr/>
        </p:nvSpPr>
        <p:spPr>
          <a:xfrm flipH="1">
            <a:off x="868679" y="3154680"/>
            <a:ext cx="14145769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92" name="Connector 916"/>
          <p:cNvSpPr/>
          <p:nvPr/>
        </p:nvSpPr>
        <p:spPr>
          <a:xfrm flipH="1">
            <a:off x="1673351" y="3154679"/>
            <a:ext cx="13341098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93" name="Connector 917"/>
          <p:cNvSpPr/>
          <p:nvPr/>
        </p:nvSpPr>
        <p:spPr>
          <a:xfrm flipH="1">
            <a:off x="2478024" y="3154679"/>
            <a:ext cx="12536424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94" name="Connector 918"/>
          <p:cNvSpPr/>
          <p:nvPr/>
        </p:nvSpPr>
        <p:spPr>
          <a:xfrm flipH="1">
            <a:off x="3282696" y="3154679"/>
            <a:ext cx="11731753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95" name="Connector 919"/>
          <p:cNvSpPr/>
          <p:nvPr/>
        </p:nvSpPr>
        <p:spPr>
          <a:xfrm flipH="1">
            <a:off x="4434840" y="3154679"/>
            <a:ext cx="10579609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96" name="Connector 920"/>
          <p:cNvSpPr/>
          <p:nvPr/>
        </p:nvSpPr>
        <p:spPr>
          <a:xfrm flipH="1">
            <a:off x="5239511" y="3154679"/>
            <a:ext cx="9774938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97" name="Connector 921"/>
          <p:cNvSpPr/>
          <p:nvPr/>
        </p:nvSpPr>
        <p:spPr>
          <a:xfrm flipH="1">
            <a:off x="6044183" y="3154680"/>
            <a:ext cx="8970266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98" name="Connector 922"/>
          <p:cNvSpPr/>
          <p:nvPr/>
        </p:nvSpPr>
        <p:spPr>
          <a:xfrm flipH="1">
            <a:off x="6848856" y="3154680"/>
            <a:ext cx="8165594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99" name="Connector 923"/>
          <p:cNvSpPr/>
          <p:nvPr/>
        </p:nvSpPr>
        <p:spPr>
          <a:xfrm flipH="1">
            <a:off x="8001000" y="3154679"/>
            <a:ext cx="7013448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00" name="Connector 924"/>
          <p:cNvSpPr/>
          <p:nvPr/>
        </p:nvSpPr>
        <p:spPr>
          <a:xfrm flipH="1">
            <a:off x="8805671" y="3154679"/>
            <a:ext cx="6208778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01" name="Connector 925"/>
          <p:cNvSpPr/>
          <p:nvPr/>
        </p:nvSpPr>
        <p:spPr>
          <a:xfrm flipH="1">
            <a:off x="9610344" y="3154679"/>
            <a:ext cx="5404104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02" name="Connector 926"/>
          <p:cNvSpPr/>
          <p:nvPr/>
        </p:nvSpPr>
        <p:spPr>
          <a:xfrm flipH="1">
            <a:off x="10415016" y="3154679"/>
            <a:ext cx="4599433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03" name="Connector 927"/>
          <p:cNvSpPr/>
          <p:nvPr/>
        </p:nvSpPr>
        <p:spPr>
          <a:xfrm flipH="1">
            <a:off x="11567160" y="3154679"/>
            <a:ext cx="3447288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04" name="Connector 928"/>
          <p:cNvSpPr/>
          <p:nvPr/>
        </p:nvSpPr>
        <p:spPr>
          <a:xfrm flipH="1">
            <a:off x="12371831" y="3154679"/>
            <a:ext cx="2642617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05" name="Connector 929"/>
          <p:cNvSpPr/>
          <p:nvPr/>
        </p:nvSpPr>
        <p:spPr>
          <a:xfrm flipH="1">
            <a:off x="13176504" y="3154679"/>
            <a:ext cx="1837945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06" name="Connector 930"/>
          <p:cNvSpPr/>
          <p:nvPr/>
        </p:nvSpPr>
        <p:spPr>
          <a:xfrm flipH="1">
            <a:off x="13981175" y="3154679"/>
            <a:ext cx="1033274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07" name="Connector 931"/>
          <p:cNvSpPr/>
          <p:nvPr/>
        </p:nvSpPr>
        <p:spPr>
          <a:xfrm>
            <a:off x="15014449" y="3154679"/>
            <a:ext cx="118870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08" name="Connector 932"/>
          <p:cNvSpPr/>
          <p:nvPr/>
        </p:nvSpPr>
        <p:spPr>
          <a:xfrm>
            <a:off x="15014447" y="3154679"/>
            <a:ext cx="923546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09" name="Connector 933"/>
          <p:cNvSpPr/>
          <p:nvPr/>
        </p:nvSpPr>
        <p:spPr>
          <a:xfrm>
            <a:off x="15014446" y="3154680"/>
            <a:ext cx="1728218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10" name="Connector 934"/>
          <p:cNvSpPr/>
          <p:nvPr/>
        </p:nvSpPr>
        <p:spPr>
          <a:xfrm>
            <a:off x="15014448" y="3154679"/>
            <a:ext cx="2532888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11" name="Connector 935"/>
          <p:cNvSpPr/>
          <p:nvPr/>
        </p:nvSpPr>
        <p:spPr>
          <a:xfrm>
            <a:off x="15014447" y="3154679"/>
            <a:ext cx="3685033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12" name="Connector 936"/>
          <p:cNvSpPr/>
          <p:nvPr/>
        </p:nvSpPr>
        <p:spPr>
          <a:xfrm>
            <a:off x="15014447" y="3154680"/>
            <a:ext cx="4489706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13" name="Connector 937"/>
          <p:cNvSpPr/>
          <p:nvPr/>
        </p:nvSpPr>
        <p:spPr>
          <a:xfrm>
            <a:off x="15014447" y="3154679"/>
            <a:ext cx="5294378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14" name="Connector 938"/>
          <p:cNvSpPr/>
          <p:nvPr/>
        </p:nvSpPr>
        <p:spPr>
          <a:xfrm>
            <a:off x="15014447" y="3154680"/>
            <a:ext cx="6099051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15" name="Connector 939"/>
          <p:cNvSpPr/>
          <p:nvPr/>
        </p:nvSpPr>
        <p:spPr>
          <a:xfrm flipH="1">
            <a:off x="868679" y="3154679"/>
            <a:ext cx="15316202" cy="4480561"/>
          </a:xfrm>
          <a:prstGeom prst="line">
            <a:avLst/>
          </a:prstGeom>
          <a:ln w="27432">
            <a:solidFill>
              <a:srgbClr val="D64B2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16" name="Connector 940"/>
          <p:cNvSpPr/>
          <p:nvPr/>
        </p:nvSpPr>
        <p:spPr>
          <a:xfrm flipH="1">
            <a:off x="1673351" y="3154680"/>
            <a:ext cx="14511529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17" name="Connector 941"/>
          <p:cNvSpPr/>
          <p:nvPr/>
        </p:nvSpPr>
        <p:spPr>
          <a:xfrm flipH="1">
            <a:off x="2478024" y="3154679"/>
            <a:ext cx="13706857" cy="44805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18" name="Connector 942"/>
          <p:cNvSpPr/>
          <p:nvPr/>
        </p:nvSpPr>
        <p:spPr>
          <a:xfrm flipH="1">
            <a:off x="3282695" y="3154680"/>
            <a:ext cx="12902186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19" name="Connector 943"/>
          <p:cNvSpPr/>
          <p:nvPr/>
        </p:nvSpPr>
        <p:spPr>
          <a:xfrm flipH="1">
            <a:off x="4434840" y="3154679"/>
            <a:ext cx="11750041" cy="44805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20" name="Connector 944"/>
          <p:cNvSpPr/>
          <p:nvPr/>
        </p:nvSpPr>
        <p:spPr>
          <a:xfrm flipH="1">
            <a:off x="5239512" y="3154679"/>
            <a:ext cx="10945369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21" name="Connector 945"/>
          <p:cNvSpPr/>
          <p:nvPr/>
        </p:nvSpPr>
        <p:spPr>
          <a:xfrm flipH="1">
            <a:off x="6044184" y="3154679"/>
            <a:ext cx="10140696" cy="44805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22" name="Connector 946"/>
          <p:cNvSpPr/>
          <p:nvPr/>
        </p:nvSpPr>
        <p:spPr>
          <a:xfrm flipH="1">
            <a:off x="6848856" y="3154679"/>
            <a:ext cx="9336025" cy="44805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23" name="Connector 947"/>
          <p:cNvSpPr/>
          <p:nvPr/>
        </p:nvSpPr>
        <p:spPr>
          <a:xfrm flipH="1">
            <a:off x="8001000" y="3154679"/>
            <a:ext cx="8183881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24" name="Connector 948"/>
          <p:cNvSpPr/>
          <p:nvPr/>
        </p:nvSpPr>
        <p:spPr>
          <a:xfrm flipH="1">
            <a:off x="8805672" y="3154680"/>
            <a:ext cx="7379209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25" name="Connector 949"/>
          <p:cNvSpPr/>
          <p:nvPr/>
        </p:nvSpPr>
        <p:spPr>
          <a:xfrm flipH="1">
            <a:off x="9610343" y="3154680"/>
            <a:ext cx="6574537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26" name="Connector 950"/>
          <p:cNvSpPr/>
          <p:nvPr/>
        </p:nvSpPr>
        <p:spPr>
          <a:xfrm flipH="1">
            <a:off x="10415016" y="3154680"/>
            <a:ext cx="5769865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27" name="Connector 951"/>
          <p:cNvSpPr/>
          <p:nvPr/>
        </p:nvSpPr>
        <p:spPr>
          <a:xfrm flipH="1">
            <a:off x="11567160" y="3154680"/>
            <a:ext cx="4617721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28" name="Connector 952"/>
          <p:cNvSpPr/>
          <p:nvPr/>
        </p:nvSpPr>
        <p:spPr>
          <a:xfrm flipH="1">
            <a:off x="12371831" y="3154680"/>
            <a:ext cx="3813049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29" name="Connector 953"/>
          <p:cNvSpPr/>
          <p:nvPr/>
        </p:nvSpPr>
        <p:spPr>
          <a:xfrm flipH="1">
            <a:off x="13176504" y="3154680"/>
            <a:ext cx="3008376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30" name="Connector 954"/>
          <p:cNvSpPr/>
          <p:nvPr/>
        </p:nvSpPr>
        <p:spPr>
          <a:xfrm flipH="1">
            <a:off x="13981176" y="3154679"/>
            <a:ext cx="2203705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31" name="Connector 955"/>
          <p:cNvSpPr/>
          <p:nvPr/>
        </p:nvSpPr>
        <p:spPr>
          <a:xfrm flipH="1">
            <a:off x="15133321" y="3154679"/>
            <a:ext cx="1051560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32" name="Connector 956"/>
          <p:cNvSpPr/>
          <p:nvPr/>
        </p:nvSpPr>
        <p:spPr>
          <a:xfrm flipH="1">
            <a:off x="15937990" y="3154680"/>
            <a:ext cx="246889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33" name="Connector 957"/>
          <p:cNvSpPr/>
          <p:nvPr/>
        </p:nvSpPr>
        <p:spPr>
          <a:xfrm>
            <a:off x="16184880" y="3154679"/>
            <a:ext cx="557784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34" name="Connector 958"/>
          <p:cNvSpPr/>
          <p:nvPr/>
        </p:nvSpPr>
        <p:spPr>
          <a:xfrm>
            <a:off x="16184879" y="3154679"/>
            <a:ext cx="1362457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35" name="Connector 959"/>
          <p:cNvSpPr/>
          <p:nvPr/>
        </p:nvSpPr>
        <p:spPr>
          <a:xfrm>
            <a:off x="16184880" y="3154680"/>
            <a:ext cx="2514601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36" name="Connector 960"/>
          <p:cNvSpPr/>
          <p:nvPr/>
        </p:nvSpPr>
        <p:spPr>
          <a:xfrm>
            <a:off x="16184880" y="3154679"/>
            <a:ext cx="3319272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37" name="Connector 961"/>
          <p:cNvSpPr/>
          <p:nvPr/>
        </p:nvSpPr>
        <p:spPr>
          <a:xfrm>
            <a:off x="16184880" y="3154679"/>
            <a:ext cx="4123944" cy="44805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38" name="Connector 962"/>
          <p:cNvSpPr/>
          <p:nvPr/>
        </p:nvSpPr>
        <p:spPr>
          <a:xfrm>
            <a:off x="16184880" y="3154680"/>
            <a:ext cx="4928617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39" name="Connector 963"/>
          <p:cNvSpPr/>
          <p:nvPr/>
        </p:nvSpPr>
        <p:spPr>
          <a:xfrm flipH="1">
            <a:off x="868680" y="3154678"/>
            <a:ext cx="15316200" cy="6080763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40" name="Connector 964"/>
          <p:cNvSpPr/>
          <p:nvPr/>
        </p:nvSpPr>
        <p:spPr>
          <a:xfrm flipH="1">
            <a:off x="1673351" y="3154680"/>
            <a:ext cx="14511530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41" name="Connector 965"/>
          <p:cNvSpPr/>
          <p:nvPr/>
        </p:nvSpPr>
        <p:spPr>
          <a:xfrm flipH="1">
            <a:off x="2478024" y="3154680"/>
            <a:ext cx="13706857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42" name="Connector 966"/>
          <p:cNvSpPr/>
          <p:nvPr/>
        </p:nvSpPr>
        <p:spPr>
          <a:xfrm flipH="1">
            <a:off x="3282695" y="3154679"/>
            <a:ext cx="12902185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43" name="Connector 967"/>
          <p:cNvSpPr/>
          <p:nvPr/>
        </p:nvSpPr>
        <p:spPr>
          <a:xfrm flipH="1">
            <a:off x="4434840" y="3154680"/>
            <a:ext cx="11750042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44" name="Connector 968"/>
          <p:cNvSpPr/>
          <p:nvPr/>
        </p:nvSpPr>
        <p:spPr>
          <a:xfrm flipH="1">
            <a:off x="5239512" y="3154679"/>
            <a:ext cx="10945368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45" name="Connector 969"/>
          <p:cNvSpPr/>
          <p:nvPr/>
        </p:nvSpPr>
        <p:spPr>
          <a:xfrm flipH="1">
            <a:off x="6044184" y="3154679"/>
            <a:ext cx="10140696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46" name="Connector 970"/>
          <p:cNvSpPr/>
          <p:nvPr/>
        </p:nvSpPr>
        <p:spPr>
          <a:xfrm flipH="1">
            <a:off x="6848855" y="3154680"/>
            <a:ext cx="9336026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47" name="Connector 971"/>
          <p:cNvSpPr/>
          <p:nvPr/>
        </p:nvSpPr>
        <p:spPr>
          <a:xfrm flipH="1">
            <a:off x="8001000" y="3154680"/>
            <a:ext cx="8183882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48" name="Connector 972"/>
          <p:cNvSpPr/>
          <p:nvPr/>
        </p:nvSpPr>
        <p:spPr>
          <a:xfrm flipH="1">
            <a:off x="8805672" y="3154679"/>
            <a:ext cx="7379208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49" name="Connector 973"/>
          <p:cNvSpPr/>
          <p:nvPr/>
        </p:nvSpPr>
        <p:spPr>
          <a:xfrm flipH="1">
            <a:off x="9610343" y="3154679"/>
            <a:ext cx="6574537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50" name="Connector 974"/>
          <p:cNvSpPr/>
          <p:nvPr/>
        </p:nvSpPr>
        <p:spPr>
          <a:xfrm flipH="1">
            <a:off x="10415016" y="3154679"/>
            <a:ext cx="5769864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51" name="Connector 975"/>
          <p:cNvSpPr/>
          <p:nvPr/>
        </p:nvSpPr>
        <p:spPr>
          <a:xfrm flipH="1">
            <a:off x="11567160" y="3154679"/>
            <a:ext cx="4617721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52" name="Connector 976"/>
          <p:cNvSpPr/>
          <p:nvPr/>
        </p:nvSpPr>
        <p:spPr>
          <a:xfrm flipH="1">
            <a:off x="12371831" y="3154679"/>
            <a:ext cx="3813050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53" name="Connector 977"/>
          <p:cNvSpPr/>
          <p:nvPr/>
        </p:nvSpPr>
        <p:spPr>
          <a:xfrm flipH="1">
            <a:off x="13176503" y="3154680"/>
            <a:ext cx="3008378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54" name="Connector 978"/>
          <p:cNvSpPr/>
          <p:nvPr/>
        </p:nvSpPr>
        <p:spPr>
          <a:xfrm flipH="1">
            <a:off x="13981175" y="3154679"/>
            <a:ext cx="2203705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55" name="Connector 979"/>
          <p:cNvSpPr/>
          <p:nvPr/>
        </p:nvSpPr>
        <p:spPr>
          <a:xfrm flipH="1">
            <a:off x="15133320" y="3154679"/>
            <a:ext cx="1051560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56" name="Connector 980"/>
          <p:cNvSpPr/>
          <p:nvPr/>
        </p:nvSpPr>
        <p:spPr>
          <a:xfrm flipH="1">
            <a:off x="15937992" y="3154679"/>
            <a:ext cx="246888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57" name="Connector 981"/>
          <p:cNvSpPr/>
          <p:nvPr/>
        </p:nvSpPr>
        <p:spPr>
          <a:xfrm>
            <a:off x="16184880" y="3154679"/>
            <a:ext cx="557784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58" name="Connector 982"/>
          <p:cNvSpPr/>
          <p:nvPr/>
        </p:nvSpPr>
        <p:spPr>
          <a:xfrm>
            <a:off x="16184880" y="3154679"/>
            <a:ext cx="1362457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59" name="Connector 983"/>
          <p:cNvSpPr/>
          <p:nvPr/>
        </p:nvSpPr>
        <p:spPr>
          <a:xfrm>
            <a:off x="16184880" y="3154679"/>
            <a:ext cx="2514600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60" name="Connector 984"/>
          <p:cNvSpPr/>
          <p:nvPr/>
        </p:nvSpPr>
        <p:spPr>
          <a:xfrm>
            <a:off x="16184880" y="3154680"/>
            <a:ext cx="3319273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61" name="Connector 985"/>
          <p:cNvSpPr/>
          <p:nvPr/>
        </p:nvSpPr>
        <p:spPr>
          <a:xfrm>
            <a:off x="16184879" y="3154680"/>
            <a:ext cx="4123947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62" name="Connector 986"/>
          <p:cNvSpPr/>
          <p:nvPr/>
        </p:nvSpPr>
        <p:spPr>
          <a:xfrm>
            <a:off x="16184881" y="3154679"/>
            <a:ext cx="4928616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63" name="Connector 987"/>
          <p:cNvSpPr/>
          <p:nvPr/>
        </p:nvSpPr>
        <p:spPr>
          <a:xfrm flipH="1">
            <a:off x="868679" y="3154679"/>
            <a:ext cx="15316201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64" name="Connector 988"/>
          <p:cNvSpPr/>
          <p:nvPr/>
        </p:nvSpPr>
        <p:spPr>
          <a:xfrm flipH="1">
            <a:off x="1673351" y="3154680"/>
            <a:ext cx="14511530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65" name="Connector 989"/>
          <p:cNvSpPr/>
          <p:nvPr/>
        </p:nvSpPr>
        <p:spPr>
          <a:xfrm flipH="1">
            <a:off x="2478024" y="3154679"/>
            <a:ext cx="13706857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66" name="Connector 990"/>
          <p:cNvSpPr/>
          <p:nvPr/>
        </p:nvSpPr>
        <p:spPr>
          <a:xfrm flipH="1">
            <a:off x="3282696" y="3154679"/>
            <a:ext cx="12902184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67" name="Connector 991"/>
          <p:cNvSpPr/>
          <p:nvPr/>
        </p:nvSpPr>
        <p:spPr>
          <a:xfrm flipH="1">
            <a:off x="4434840" y="3154680"/>
            <a:ext cx="11750041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68" name="Connector 992"/>
          <p:cNvSpPr/>
          <p:nvPr/>
        </p:nvSpPr>
        <p:spPr>
          <a:xfrm flipH="1">
            <a:off x="5239512" y="3154679"/>
            <a:ext cx="10945368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69" name="Connector 993"/>
          <p:cNvSpPr/>
          <p:nvPr/>
        </p:nvSpPr>
        <p:spPr>
          <a:xfrm flipH="1">
            <a:off x="6044183" y="3154680"/>
            <a:ext cx="10140698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70" name="Connector 994"/>
          <p:cNvSpPr/>
          <p:nvPr/>
        </p:nvSpPr>
        <p:spPr>
          <a:xfrm flipH="1">
            <a:off x="6848856" y="3154679"/>
            <a:ext cx="9336025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71" name="Connector 995"/>
          <p:cNvSpPr/>
          <p:nvPr/>
        </p:nvSpPr>
        <p:spPr>
          <a:xfrm flipH="1">
            <a:off x="8001000" y="3154680"/>
            <a:ext cx="8183881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72" name="Connector 996"/>
          <p:cNvSpPr/>
          <p:nvPr/>
        </p:nvSpPr>
        <p:spPr>
          <a:xfrm flipH="1">
            <a:off x="8805672" y="3154679"/>
            <a:ext cx="7379207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73" name="Connector 997"/>
          <p:cNvSpPr/>
          <p:nvPr/>
        </p:nvSpPr>
        <p:spPr>
          <a:xfrm flipH="1">
            <a:off x="9610343" y="3154679"/>
            <a:ext cx="6574537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74" name="Connector 998"/>
          <p:cNvSpPr/>
          <p:nvPr/>
        </p:nvSpPr>
        <p:spPr>
          <a:xfrm flipH="1">
            <a:off x="10415016" y="3154679"/>
            <a:ext cx="5769865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75" name="Connector 999"/>
          <p:cNvSpPr/>
          <p:nvPr/>
        </p:nvSpPr>
        <p:spPr>
          <a:xfrm flipH="1">
            <a:off x="11567159" y="3154679"/>
            <a:ext cx="4617722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76" name="Connector 1000"/>
          <p:cNvSpPr/>
          <p:nvPr/>
        </p:nvSpPr>
        <p:spPr>
          <a:xfrm flipH="1">
            <a:off x="12371832" y="3154679"/>
            <a:ext cx="3813048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77" name="Connector 1001"/>
          <p:cNvSpPr/>
          <p:nvPr/>
        </p:nvSpPr>
        <p:spPr>
          <a:xfrm flipH="1">
            <a:off x="13176504" y="3154679"/>
            <a:ext cx="3008377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78" name="Connector 1002"/>
          <p:cNvSpPr/>
          <p:nvPr/>
        </p:nvSpPr>
        <p:spPr>
          <a:xfrm flipH="1">
            <a:off x="13981176" y="3154679"/>
            <a:ext cx="2203705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79" name="Connector 1003"/>
          <p:cNvSpPr/>
          <p:nvPr/>
        </p:nvSpPr>
        <p:spPr>
          <a:xfrm flipH="1">
            <a:off x="15133319" y="3154679"/>
            <a:ext cx="1051560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80" name="Connector 1004"/>
          <p:cNvSpPr/>
          <p:nvPr/>
        </p:nvSpPr>
        <p:spPr>
          <a:xfrm flipH="1">
            <a:off x="15937992" y="3154679"/>
            <a:ext cx="246887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81" name="Connector 1005"/>
          <p:cNvSpPr/>
          <p:nvPr/>
        </p:nvSpPr>
        <p:spPr>
          <a:xfrm>
            <a:off x="16184880" y="3154679"/>
            <a:ext cx="557785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82" name="Connector 1006"/>
          <p:cNvSpPr/>
          <p:nvPr/>
        </p:nvSpPr>
        <p:spPr>
          <a:xfrm>
            <a:off x="16184879" y="3154679"/>
            <a:ext cx="1362458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83" name="Connector 1007"/>
          <p:cNvSpPr/>
          <p:nvPr/>
        </p:nvSpPr>
        <p:spPr>
          <a:xfrm>
            <a:off x="16184879" y="3154680"/>
            <a:ext cx="2514602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84" name="Connector 1008"/>
          <p:cNvSpPr/>
          <p:nvPr/>
        </p:nvSpPr>
        <p:spPr>
          <a:xfrm>
            <a:off x="16184878" y="3154680"/>
            <a:ext cx="3319274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85" name="Connector 1009"/>
          <p:cNvSpPr/>
          <p:nvPr/>
        </p:nvSpPr>
        <p:spPr>
          <a:xfrm>
            <a:off x="16184880" y="3154680"/>
            <a:ext cx="4123946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86" name="Connector 1010"/>
          <p:cNvSpPr/>
          <p:nvPr/>
        </p:nvSpPr>
        <p:spPr>
          <a:xfrm>
            <a:off x="16184881" y="3154679"/>
            <a:ext cx="4928614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87" name="Connector 1011"/>
          <p:cNvSpPr/>
          <p:nvPr/>
        </p:nvSpPr>
        <p:spPr>
          <a:xfrm flipH="1">
            <a:off x="868680" y="3154680"/>
            <a:ext cx="16486634" cy="4480559"/>
          </a:xfrm>
          <a:prstGeom prst="line">
            <a:avLst/>
          </a:prstGeom>
          <a:ln w="27432">
            <a:solidFill>
              <a:srgbClr val="D64B2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88" name="Connector 1012"/>
          <p:cNvSpPr/>
          <p:nvPr/>
        </p:nvSpPr>
        <p:spPr>
          <a:xfrm flipH="1">
            <a:off x="1673350" y="3154680"/>
            <a:ext cx="15681962" cy="4480559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89" name="Connector 1013"/>
          <p:cNvSpPr/>
          <p:nvPr/>
        </p:nvSpPr>
        <p:spPr>
          <a:xfrm flipH="1">
            <a:off x="2478023" y="3154680"/>
            <a:ext cx="14877289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90" name="Connector 1014"/>
          <p:cNvSpPr/>
          <p:nvPr/>
        </p:nvSpPr>
        <p:spPr>
          <a:xfrm flipH="1">
            <a:off x="3282696" y="3154680"/>
            <a:ext cx="14072616" cy="4480559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91" name="Connector 1015"/>
          <p:cNvSpPr/>
          <p:nvPr/>
        </p:nvSpPr>
        <p:spPr>
          <a:xfrm flipH="1">
            <a:off x="4434839" y="3154679"/>
            <a:ext cx="12920473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92" name="Connector 1016"/>
          <p:cNvSpPr/>
          <p:nvPr/>
        </p:nvSpPr>
        <p:spPr>
          <a:xfrm flipH="1">
            <a:off x="5239512" y="3154679"/>
            <a:ext cx="12115800" cy="44805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93" name="Connector 1017"/>
          <p:cNvSpPr/>
          <p:nvPr/>
        </p:nvSpPr>
        <p:spPr>
          <a:xfrm flipH="1">
            <a:off x="6044184" y="3154679"/>
            <a:ext cx="11311128" cy="44805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94" name="Connector 1018"/>
          <p:cNvSpPr/>
          <p:nvPr/>
        </p:nvSpPr>
        <p:spPr>
          <a:xfrm flipH="1">
            <a:off x="6848857" y="3154679"/>
            <a:ext cx="10506456" cy="44805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95" name="Connector 1019"/>
          <p:cNvSpPr/>
          <p:nvPr/>
        </p:nvSpPr>
        <p:spPr>
          <a:xfrm flipH="1">
            <a:off x="8000999" y="3154680"/>
            <a:ext cx="9354313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96" name="Connector 1020"/>
          <p:cNvSpPr/>
          <p:nvPr/>
        </p:nvSpPr>
        <p:spPr>
          <a:xfrm flipH="1">
            <a:off x="8805672" y="3154679"/>
            <a:ext cx="8549641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97" name="Connector 1021"/>
          <p:cNvSpPr/>
          <p:nvPr/>
        </p:nvSpPr>
        <p:spPr>
          <a:xfrm flipH="1">
            <a:off x="9610343" y="3154680"/>
            <a:ext cx="7744969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98" name="Connector 1022"/>
          <p:cNvSpPr/>
          <p:nvPr/>
        </p:nvSpPr>
        <p:spPr>
          <a:xfrm flipH="1">
            <a:off x="10415016" y="3154679"/>
            <a:ext cx="6940296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99" name="Connector 1023"/>
          <p:cNvSpPr/>
          <p:nvPr/>
        </p:nvSpPr>
        <p:spPr>
          <a:xfrm flipH="1">
            <a:off x="11567160" y="3154680"/>
            <a:ext cx="5788153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00" name="Connector 1024"/>
          <p:cNvSpPr/>
          <p:nvPr/>
        </p:nvSpPr>
        <p:spPr>
          <a:xfrm flipH="1">
            <a:off x="12371831" y="3154679"/>
            <a:ext cx="4983481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01" name="Connector 1025"/>
          <p:cNvSpPr/>
          <p:nvPr/>
        </p:nvSpPr>
        <p:spPr>
          <a:xfrm flipH="1">
            <a:off x="13176504" y="3154679"/>
            <a:ext cx="4178809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02" name="Connector 1026"/>
          <p:cNvSpPr/>
          <p:nvPr/>
        </p:nvSpPr>
        <p:spPr>
          <a:xfrm flipH="1">
            <a:off x="13981175" y="3154680"/>
            <a:ext cx="3374138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03" name="Connector 1027"/>
          <p:cNvSpPr/>
          <p:nvPr/>
        </p:nvSpPr>
        <p:spPr>
          <a:xfrm flipH="1">
            <a:off x="15133319" y="3154679"/>
            <a:ext cx="2221992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04" name="Connector 1028"/>
          <p:cNvSpPr/>
          <p:nvPr/>
        </p:nvSpPr>
        <p:spPr>
          <a:xfrm flipH="1">
            <a:off x="15937992" y="3154679"/>
            <a:ext cx="1417320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05" name="Connector 1029"/>
          <p:cNvSpPr/>
          <p:nvPr/>
        </p:nvSpPr>
        <p:spPr>
          <a:xfrm flipH="1">
            <a:off x="16742663" y="3154679"/>
            <a:ext cx="612649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06" name="Connector 1030"/>
          <p:cNvSpPr/>
          <p:nvPr/>
        </p:nvSpPr>
        <p:spPr>
          <a:xfrm>
            <a:off x="17355311" y="3154680"/>
            <a:ext cx="192026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07" name="Connector 1031"/>
          <p:cNvSpPr/>
          <p:nvPr/>
        </p:nvSpPr>
        <p:spPr>
          <a:xfrm>
            <a:off x="17355313" y="3154680"/>
            <a:ext cx="1344169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08" name="Connector 1032"/>
          <p:cNvSpPr/>
          <p:nvPr/>
        </p:nvSpPr>
        <p:spPr>
          <a:xfrm>
            <a:off x="17355312" y="3154680"/>
            <a:ext cx="2148842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09" name="Connector 1033"/>
          <p:cNvSpPr/>
          <p:nvPr/>
        </p:nvSpPr>
        <p:spPr>
          <a:xfrm>
            <a:off x="17355312" y="3154679"/>
            <a:ext cx="2953513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10" name="Connector 1034"/>
          <p:cNvSpPr/>
          <p:nvPr/>
        </p:nvSpPr>
        <p:spPr>
          <a:xfrm>
            <a:off x="17355312" y="3154680"/>
            <a:ext cx="3758185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11" name="Connector 1035"/>
          <p:cNvSpPr/>
          <p:nvPr/>
        </p:nvSpPr>
        <p:spPr>
          <a:xfrm flipH="1">
            <a:off x="868680" y="3154680"/>
            <a:ext cx="16486633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12" name="Connector 1036"/>
          <p:cNvSpPr/>
          <p:nvPr/>
        </p:nvSpPr>
        <p:spPr>
          <a:xfrm flipH="1">
            <a:off x="1673351" y="3154678"/>
            <a:ext cx="15681962" cy="6080763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13" name="Connector 1037"/>
          <p:cNvSpPr/>
          <p:nvPr/>
        </p:nvSpPr>
        <p:spPr>
          <a:xfrm flipH="1">
            <a:off x="2478024" y="3154679"/>
            <a:ext cx="14877287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14" name="Connector 1038"/>
          <p:cNvSpPr/>
          <p:nvPr/>
        </p:nvSpPr>
        <p:spPr>
          <a:xfrm flipH="1">
            <a:off x="3282696" y="3154680"/>
            <a:ext cx="14072617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15" name="Connector 1039"/>
          <p:cNvSpPr/>
          <p:nvPr/>
        </p:nvSpPr>
        <p:spPr>
          <a:xfrm flipH="1">
            <a:off x="4434839" y="3154679"/>
            <a:ext cx="12920473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16" name="Connector 1040"/>
          <p:cNvSpPr/>
          <p:nvPr/>
        </p:nvSpPr>
        <p:spPr>
          <a:xfrm flipH="1">
            <a:off x="5239512" y="3154679"/>
            <a:ext cx="12115800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17" name="Connector 1041"/>
          <p:cNvSpPr/>
          <p:nvPr/>
        </p:nvSpPr>
        <p:spPr>
          <a:xfrm flipH="1">
            <a:off x="6044184" y="3154680"/>
            <a:ext cx="11311129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18" name="Connector 1042"/>
          <p:cNvSpPr/>
          <p:nvPr/>
        </p:nvSpPr>
        <p:spPr>
          <a:xfrm flipH="1">
            <a:off x="6848856" y="3154680"/>
            <a:ext cx="10506458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19" name="Connector 1043"/>
          <p:cNvSpPr/>
          <p:nvPr/>
        </p:nvSpPr>
        <p:spPr>
          <a:xfrm flipH="1">
            <a:off x="8000999" y="3154680"/>
            <a:ext cx="9354314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20" name="Connector 1044"/>
          <p:cNvSpPr/>
          <p:nvPr/>
        </p:nvSpPr>
        <p:spPr>
          <a:xfrm flipH="1">
            <a:off x="8805671" y="3154680"/>
            <a:ext cx="8549642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21" name="Connector 1045"/>
          <p:cNvSpPr/>
          <p:nvPr/>
        </p:nvSpPr>
        <p:spPr>
          <a:xfrm flipH="1">
            <a:off x="9610343" y="3154680"/>
            <a:ext cx="7744969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22" name="Connector 1046"/>
          <p:cNvSpPr/>
          <p:nvPr/>
        </p:nvSpPr>
        <p:spPr>
          <a:xfrm flipH="1">
            <a:off x="10415015" y="3154680"/>
            <a:ext cx="6940297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23" name="Connector 1047"/>
          <p:cNvSpPr/>
          <p:nvPr/>
        </p:nvSpPr>
        <p:spPr>
          <a:xfrm flipH="1">
            <a:off x="11567159" y="3154679"/>
            <a:ext cx="5788153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24" name="Connector 1048"/>
          <p:cNvSpPr/>
          <p:nvPr/>
        </p:nvSpPr>
        <p:spPr>
          <a:xfrm flipH="1">
            <a:off x="12371831" y="3154679"/>
            <a:ext cx="4983480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25" name="Connector 1049"/>
          <p:cNvSpPr/>
          <p:nvPr/>
        </p:nvSpPr>
        <p:spPr>
          <a:xfrm flipH="1">
            <a:off x="13176504" y="3154680"/>
            <a:ext cx="4178809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26" name="Connector 1050"/>
          <p:cNvSpPr/>
          <p:nvPr/>
        </p:nvSpPr>
        <p:spPr>
          <a:xfrm flipH="1">
            <a:off x="13981176" y="3154679"/>
            <a:ext cx="3374136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27" name="Connector 1051"/>
          <p:cNvSpPr/>
          <p:nvPr/>
        </p:nvSpPr>
        <p:spPr>
          <a:xfrm flipH="1">
            <a:off x="15133319" y="3154679"/>
            <a:ext cx="2221993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28" name="Connector 1052"/>
          <p:cNvSpPr/>
          <p:nvPr/>
        </p:nvSpPr>
        <p:spPr>
          <a:xfrm flipH="1">
            <a:off x="15937992" y="3154679"/>
            <a:ext cx="1417320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29" name="Connector 1053"/>
          <p:cNvSpPr/>
          <p:nvPr/>
        </p:nvSpPr>
        <p:spPr>
          <a:xfrm flipH="1">
            <a:off x="16742663" y="3154679"/>
            <a:ext cx="612651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30" name="Connector 1054"/>
          <p:cNvSpPr/>
          <p:nvPr/>
        </p:nvSpPr>
        <p:spPr>
          <a:xfrm>
            <a:off x="17355312" y="3154679"/>
            <a:ext cx="192026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31" name="Connector 1055"/>
          <p:cNvSpPr/>
          <p:nvPr/>
        </p:nvSpPr>
        <p:spPr>
          <a:xfrm>
            <a:off x="17355312" y="3154679"/>
            <a:ext cx="1344170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32" name="Connector 1056"/>
          <p:cNvSpPr/>
          <p:nvPr/>
        </p:nvSpPr>
        <p:spPr>
          <a:xfrm>
            <a:off x="17355313" y="3154679"/>
            <a:ext cx="2148840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33" name="Connector 1057"/>
          <p:cNvSpPr/>
          <p:nvPr/>
        </p:nvSpPr>
        <p:spPr>
          <a:xfrm>
            <a:off x="17355313" y="3154679"/>
            <a:ext cx="2953511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34" name="Connector 1058"/>
          <p:cNvSpPr/>
          <p:nvPr/>
        </p:nvSpPr>
        <p:spPr>
          <a:xfrm>
            <a:off x="17355312" y="3154679"/>
            <a:ext cx="3758184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35" name="Connector 1059"/>
          <p:cNvSpPr/>
          <p:nvPr/>
        </p:nvSpPr>
        <p:spPr>
          <a:xfrm flipH="1">
            <a:off x="868680" y="3154680"/>
            <a:ext cx="16486634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36" name="Connector 1060"/>
          <p:cNvSpPr/>
          <p:nvPr/>
        </p:nvSpPr>
        <p:spPr>
          <a:xfrm flipH="1">
            <a:off x="1673351" y="3154679"/>
            <a:ext cx="15681961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37" name="Connector 1061"/>
          <p:cNvSpPr/>
          <p:nvPr/>
        </p:nvSpPr>
        <p:spPr>
          <a:xfrm flipH="1">
            <a:off x="2478024" y="3154679"/>
            <a:ext cx="14877289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38" name="Connector 1062"/>
          <p:cNvSpPr/>
          <p:nvPr/>
        </p:nvSpPr>
        <p:spPr>
          <a:xfrm flipH="1">
            <a:off x="3282696" y="3154679"/>
            <a:ext cx="14072616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39" name="Connector 1063"/>
          <p:cNvSpPr/>
          <p:nvPr/>
        </p:nvSpPr>
        <p:spPr>
          <a:xfrm flipH="1">
            <a:off x="4434840" y="3154678"/>
            <a:ext cx="12920472" cy="7680963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40" name="Connector 1064"/>
          <p:cNvSpPr/>
          <p:nvPr/>
        </p:nvSpPr>
        <p:spPr>
          <a:xfrm flipH="1">
            <a:off x="5239511" y="3154680"/>
            <a:ext cx="12115801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41" name="Connector 1065"/>
          <p:cNvSpPr/>
          <p:nvPr/>
        </p:nvSpPr>
        <p:spPr>
          <a:xfrm flipH="1">
            <a:off x="6044183" y="3154680"/>
            <a:ext cx="11311130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42" name="Connector 1066"/>
          <p:cNvSpPr/>
          <p:nvPr/>
        </p:nvSpPr>
        <p:spPr>
          <a:xfrm flipH="1">
            <a:off x="6848856" y="3154679"/>
            <a:ext cx="10506458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43" name="Connector 1067"/>
          <p:cNvSpPr/>
          <p:nvPr/>
        </p:nvSpPr>
        <p:spPr>
          <a:xfrm flipH="1">
            <a:off x="8000999" y="3154679"/>
            <a:ext cx="9354313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44" name="Connector 1068"/>
          <p:cNvSpPr/>
          <p:nvPr/>
        </p:nvSpPr>
        <p:spPr>
          <a:xfrm flipH="1">
            <a:off x="8805671" y="3154680"/>
            <a:ext cx="8549641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45" name="Connector 1069"/>
          <p:cNvSpPr/>
          <p:nvPr/>
        </p:nvSpPr>
        <p:spPr>
          <a:xfrm flipH="1">
            <a:off x="9610343" y="3154680"/>
            <a:ext cx="7744970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46" name="Connector 1070"/>
          <p:cNvSpPr/>
          <p:nvPr/>
        </p:nvSpPr>
        <p:spPr>
          <a:xfrm flipH="1">
            <a:off x="10415016" y="3154680"/>
            <a:ext cx="6940297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47" name="Connector 1071"/>
          <p:cNvSpPr/>
          <p:nvPr/>
        </p:nvSpPr>
        <p:spPr>
          <a:xfrm flipH="1">
            <a:off x="11567159" y="3154680"/>
            <a:ext cx="5788154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48" name="Connector 1072"/>
          <p:cNvSpPr/>
          <p:nvPr/>
        </p:nvSpPr>
        <p:spPr>
          <a:xfrm flipH="1">
            <a:off x="12371831" y="3154679"/>
            <a:ext cx="4983481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49" name="Connector 1073"/>
          <p:cNvSpPr/>
          <p:nvPr/>
        </p:nvSpPr>
        <p:spPr>
          <a:xfrm flipH="1">
            <a:off x="13176504" y="3154679"/>
            <a:ext cx="4178809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50" name="Connector 1074"/>
          <p:cNvSpPr/>
          <p:nvPr/>
        </p:nvSpPr>
        <p:spPr>
          <a:xfrm flipH="1">
            <a:off x="13981176" y="3154679"/>
            <a:ext cx="3374137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51" name="Connector 1075"/>
          <p:cNvSpPr/>
          <p:nvPr/>
        </p:nvSpPr>
        <p:spPr>
          <a:xfrm flipH="1">
            <a:off x="15133319" y="3154679"/>
            <a:ext cx="2221993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52" name="Connector 1076"/>
          <p:cNvSpPr/>
          <p:nvPr/>
        </p:nvSpPr>
        <p:spPr>
          <a:xfrm flipH="1">
            <a:off x="15937991" y="3154679"/>
            <a:ext cx="1417321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53" name="Connector 1077"/>
          <p:cNvSpPr/>
          <p:nvPr/>
        </p:nvSpPr>
        <p:spPr>
          <a:xfrm flipH="1">
            <a:off x="16742664" y="3154679"/>
            <a:ext cx="612648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54" name="Connector 1078"/>
          <p:cNvSpPr/>
          <p:nvPr/>
        </p:nvSpPr>
        <p:spPr>
          <a:xfrm>
            <a:off x="17355312" y="3154679"/>
            <a:ext cx="192026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55" name="Connector 1079"/>
          <p:cNvSpPr/>
          <p:nvPr/>
        </p:nvSpPr>
        <p:spPr>
          <a:xfrm>
            <a:off x="17355313" y="3154679"/>
            <a:ext cx="1344168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56" name="Connector 1080"/>
          <p:cNvSpPr/>
          <p:nvPr/>
        </p:nvSpPr>
        <p:spPr>
          <a:xfrm>
            <a:off x="17355311" y="3154680"/>
            <a:ext cx="2148843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57" name="Connector 1081"/>
          <p:cNvSpPr/>
          <p:nvPr/>
        </p:nvSpPr>
        <p:spPr>
          <a:xfrm>
            <a:off x="17355313" y="3154679"/>
            <a:ext cx="2953511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58" name="Connector 1082"/>
          <p:cNvSpPr/>
          <p:nvPr/>
        </p:nvSpPr>
        <p:spPr>
          <a:xfrm>
            <a:off x="17355312" y="3154679"/>
            <a:ext cx="3758184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59" name="Connector 1083"/>
          <p:cNvSpPr/>
          <p:nvPr/>
        </p:nvSpPr>
        <p:spPr>
          <a:xfrm flipH="1">
            <a:off x="868680" y="3154680"/>
            <a:ext cx="17657064" cy="4480560"/>
          </a:xfrm>
          <a:prstGeom prst="line">
            <a:avLst/>
          </a:prstGeom>
          <a:ln w="27432">
            <a:solidFill>
              <a:srgbClr val="D64B2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60" name="Connector 1084"/>
          <p:cNvSpPr/>
          <p:nvPr/>
        </p:nvSpPr>
        <p:spPr>
          <a:xfrm flipH="1">
            <a:off x="1673350" y="3154679"/>
            <a:ext cx="16852393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61" name="Connector 1085"/>
          <p:cNvSpPr/>
          <p:nvPr/>
        </p:nvSpPr>
        <p:spPr>
          <a:xfrm flipH="1">
            <a:off x="2478023" y="3154679"/>
            <a:ext cx="16047721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62" name="Connector 1086"/>
          <p:cNvSpPr/>
          <p:nvPr/>
        </p:nvSpPr>
        <p:spPr>
          <a:xfrm flipH="1">
            <a:off x="3282695" y="3154679"/>
            <a:ext cx="15243050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63" name="Connector 1087"/>
          <p:cNvSpPr/>
          <p:nvPr/>
        </p:nvSpPr>
        <p:spPr>
          <a:xfrm flipH="1">
            <a:off x="4434840" y="3154680"/>
            <a:ext cx="14090906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64" name="Connector 1088"/>
          <p:cNvSpPr/>
          <p:nvPr/>
        </p:nvSpPr>
        <p:spPr>
          <a:xfrm flipH="1">
            <a:off x="5239512" y="3154679"/>
            <a:ext cx="13286234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65" name="Connector 1089"/>
          <p:cNvSpPr/>
          <p:nvPr/>
        </p:nvSpPr>
        <p:spPr>
          <a:xfrm flipH="1">
            <a:off x="6044184" y="3154679"/>
            <a:ext cx="12481561" cy="44805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66" name="Connector 1090"/>
          <p:cNvSpPr/>
          <p:nvPr/>
        </p:nvSpPr>
        <p:spPr>
          <a:xfrm flipH="1">
            <a:off x="6848856" y="3154679"/>
            <a:ext cx="11676889" cy="44805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67" name="Connector 1091"/>
          <p:cNvSpPr/>
          <p:nvPr/>
        </p:nvSpPr>
        <p:spPr>
          <a:xfrm flipH="1">
            <a:off x="8001000" y="3154679"/>
            <a:ext cx="10524744" cy="44805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68" name="Connector 1092"/>
          <p:cNvSpPr/>
          <p:nvPr/>
        </p:nvSpPr>
        <p:spPr>
          <a:xfrm flipH="1">
            <a:off x="8805671" y="3154679"/>
            <a:ext cx="9720073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69" name="Connector 1093"/>
          <p:cNvSpPr/>
          <p:nvPr/>
        </p:nvSpPr>
        <p:spPr>
          <a:xfrm flipH="1">
            <a:off x="9610343" y="3154679"/>
            <a:ext cx="8915401" cy="44805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70" name="Connector 1094"/>
          <p:cNvSpPr/>
          <p:nvPr/>
        </p:nvSpPr>
        <p:spPr>
          <a:xfrm flipH="1">
            <a:off x="10415016" y="3154679"/>
            <a:ext cx="8110729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71" name="Connector 1095"/>
          <p:cNvSpPr/>
          <p:nvPr/>
        </p:nvSpPr>
        <p:spPr>
          <a:xfrm flipH="1">
            <a:off x="11567159" y="3154679"/>
            <a:ext cx="6958585" cy="44805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72" name="Connector 1096"/>
          <p:cNvSpPr/>
          <p:nvPr/>
        </p:nvSpPr>
        <p:spPr>
          <a:xfrm flipH="1">
            <a:off x="12371831" y="3154680"/>
            <a:ext cx="6153913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73" name="Connector 1097"/>
          <p:cNvSpPr/>
          <p:nvPr/>
        </p:nvSpPr>
        <p:spPr>
          <a:xfrm flipH="1">
            <a:off x="13176504" y="3154680"/>
            <a:ext cx="5349241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74" name="Connector 1098"/>
          <p:cNvSpPr/>
          <p:nvPr/>
        </p:nvSpPr>
        <p:spPr>
          <a:xfrm flipH="1">
            <a:off x="13981176" y="3154679"/>
            <a:ext cx="4544569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75" name="Connector 1099"/>
          <p:cNvSpPr/>
          <p:nvPr/>
        </p:nvSpPr>
        <p:spPr>
          <a:xfrm flipH="1">
            <a:off x="15133320" y="3154679"/>
            <a:ext cx="3392425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76" name="Connector 1100"/>
          <p:cNvSpPr/>
          <p:nvPr/>
        </p:nvSpPr>
        <p:spPr>
          <a:xfrm flipH="1">
            <a:off x="15937991" y="3154679"/>
            <a:ext cx="2587752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77" name="Connector 1101"/>
          <p:cNvSpPr/>
          <p:nvPr/>
        </p:nvSpPr>
        <p:spPr>
          <a:xfrm flipH="1">
            <a:off x="16742663" y="3154679"/>
            <a:ext cx="1783082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78" name="Connector 1102"/>
          <p:cNvSpPr/>
          <p:nvPr/>
        </p:nvSpPr>
        <p:spPr>
          <a:xfrm flipH="1">
            <a:off x="17547336" y="3154680"/>
            <a:ext cx="978410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79" name="Connector 1103"/>
          <p:cNvSpPr/>
          <p:nvPr/>
        </p:nvSpPr>
        <p:spPr>
          <a:xfrm>
            <a:off x="18525744" y="3154680"/>
            <a:ext cx="173736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80" name="Connector 1104"/>
          <p:cNvSpPr/>
          <p:nvPr/>
        </p:nvSpPr>
        <p:spPr>
          <a:xfrm>
            <a:off x="18525743" y="3154680"/>
            <a:ext cx="978410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81" name="Connector 1105"/>
          <p:cNvSpPr/>
          <p:nvPr/>
        </p:nvSpPr>
        <p:spPr>
          <a:xfrm>
            <a:off x="18525742" y="3154680"/>
            <a:ext cx="1783081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82" name="Connector 1106"/>
          <p:cNvSpPr/>
          <p:nvPr/>
        </p:nvSpPr>
        <p:spPr>
          <a:xfrm>
            <a:off x="18525742" y="3154680"/>
            <a:ext cx="2587754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83" name="Connector 1107"/>
          <p:cNvSpPr/>
          <p:nvPr/>
        </p:nvSpPr>
        <p:spPr>
          <a:xfrm flipH="1">
            <a:off x="868680" y="3154679"/>
            <a:ext cx="17657063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84" name="Connector 1108"/>
          <p:cNvSpPr/>
          <p:nvPr/>
        </p:nvSpPr>
        <p:spPr>
          <a:xfrm flipH="1">
            <a:off x="1673350" y="3154679"/>
            <a:ext cx="16852393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85" name="Connector 1109"/>
          <p:cNvSpPr/>
          <p:nvPr/>
        </p:nvSpPr>
        <p:spPr>
          <a:xfrm flipH="1">
            <a:off x="2478022" y="3154680"/>
            <a:ext cx="16047722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86" name="Connector 1110"/>
          <p:cNvSpPr/>
          <p:nvPr/>
        </p:nvSpPr>
        <p:spPr>
          <a:xfrm flipH="1">
            <a:off x="3282695" y="3154679"/>
            <a:ext cx="15243049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87" name="Connector 1111"/>
          <p:cNvSpPr/>
          <p:nvPr/>
        </p:nvSpPr>
        <p:spPr>
          <a:xfrm flipH="1">
            <a:off x="4434840" y="3154680"/>
            <a:ext cx="14090905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88" name="Connector 1112"/>
          <p:cNvSpPr/>
          <p:nvPr/>
        </p:nvSpPr>
        <p:spPr>
          <a:xfrm flipH="1">
            <a:off x="5239512" y="3154679"/>
            <a:ext cx="13286233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89" name="Connector 1113"/>
          <p:cNvSpPr/>
          <p:nvPr/>
        </p:nvSpPr>
        <p:spPr>
          <a:xfrm flipH="1">
            <a:off x="6044183" y="3154679"/>
            <a:ext cx="12481562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90" name="Connector 1114"/>
          <p:cNvSpPr/>
          <p:nvPr/>
        </p:nvSpPr>
        <p:spPr>
          <a:xfrm flipH="1">
            <a:off x="6848856" y="3154679"/>
            <a:ext cx="11676889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91" name="Connector 1115"/>
          <p:cNvSpPr/>
          <p:nvPr/>
        </p:nvSpPr>
        <p:spPr>
          <a:xfrm flipH="1">
            <a:off x="8001000" y="3154679"/>
            <a:ext cx="10524743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92" name="Connector 1116"/>
          <p:cNvSpPr/>
          <p:nvPr/>
        </p:nvSpPr>
        <p:spPr>
          <a:xfrm flipH="1">
            <a:off x="8805671" y="3154679"/>
            <a:ext cx="9720073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93" name="Connector 1117"/>
          <p:cNvSpPr/>
          <p:nvPr/>
        </p:nvSpPr>
        <p:spPr>
          <a:xfrm flipH="1">
            <a:off x="9610343" y="3154679"/>
            <a:ext cx="8915401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94" name="Connector 1118"/>
          <p:cNvSpPr/>
          <p:nvPr/>
        </p:nvSpPr>
        <p:spPr>
          <a:xfrm flipH="1">
            <a:off x="10415016" y="3154680"/>
            <a:ext cx="8110729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95" name="Connector 1119"/>
          <p:cNvSpPr/>
          <p:nvPr/>
        </p:nvSpPr>
        <p:spPr>
          <a:xfrm flipH="1">
            <a:off x="11567159" y="3154679"/>
            <a:ext cx="6958585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96" name="Connector 1120"/>
          <p:cNvSpPr/>
          <p:nvPr/>
        </p:nvSpPr>
        <p:spPr>
          <a:xfrm flipH="1">
            <a:off x="12371831" y="3154680"/>
            <a:ext cx="6153913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97" name="Connector 1121"/>
          <p:cNvSpPr/>
          <p:nvPr/>
        </p:nvSpPr>
        <p:spPr>
          <a:xfrm flipH="1">
            <a:off x="13176504" y="3154679"/>
            <a:ext cx="5349241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98" name="Connector 1122"/>
          <p:cNvSpPr/>
          <p:nvPr/>
        </p:nvSpPr>
        <p:spPr>
          <a:xfrm flipH="1">
            <a:off x="13981175" y="3154680"/>
            <a:ext cx="4544570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99" name="Connector 1123"/>
          <p:cNvSpPr/>
          <p:nvPr/>
        </p:nvSpPr>
        <p:spPr>
          <a:xfrm flipH="1">
            <a:off x="15133319" y="3154679"/>
            <a:ext cx="3392425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00" name="Connector 1124"/>
          <p:cNvSpPr/>
          <p:nvPr/>
        </p:nvSpPr>
        <p:spPr>
          <a:xfrm flipH="1">
            <a:off x="15937991" y="3154679"/>
            <a:ext cx="2587754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01" name="Connector 1125"/>
          <p:cNvSpPr/>
          <p:nvPr/>
        </p:nvSpPr>
        <p:spPr>
          <a:xfrm flipH="1">
            <a:off x="16742662" y="3154679"/>
            <a:ext cx="1783083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02" name="Connector 1126"/>
          <p:cNvSpPr/>
          <p:nvPr/>
        </p:nvSpPr>
        <p:spPr>
          <a:xfrm flipH="1">
            <a:off x="17547335" y="3154679"/>
            <a:ext cx="978410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03" name="Connector 1127"/>
          <p:cNvSpPr/>
          <p:nvPr/>
        </p:nvSpPr>
        <p:spPr>
          <a:xfrm>
            <a:off x="18525743" y="3154679"/>
            <a:ext cx="173736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04" name="Connector 1128"/>
          <p:cNvSpPr/>
          <p:nvPr/>
        </p:nvSpPr>
        <p:spPr>
          <a:xfrm>
            <a:off x="18525742" y="3154679"/>
            <a:ext cx="978410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05" name="Connector 1129"/>
          <p:cNvSpPr/>
          <p:nvPr/>
        </p:nvSpPr>
        <p:spPr>
          <a:xfrm>
            <a:off x="18525744" y="3154679"/>
            <a:ext cx="1783079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06" name="Connector 1130"/>
          <p:cNvSpPr/>
          <p:nvPr/>
        </p:nvSpPr>
        <p:spPr>
          <a:xfrm>
            <a:off x="18525743" y="3154679"/>
            <a:ext cx="2587754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07" name="Connector 1131"/>
          <p:cNvSpPr/>
          <p:nvPr/>
        </p:nvSpPr>
        <p:spPr>
          <a:xfrm flipH="1">
            <a:off x="868680" y="3154680"/>
            <a:ext cx="17657063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08" name="Connector 1132"/>
          <p:cNvSpPr/>
          <p:nvPr/>
        </p:nvSpPr>
        <p:spPr>
          <a:xfrm flipH="1">
            <a:off x="1673351" y="3154679"/>
            <a:ext cx="16852392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09" name="Connector 1133"/>
          <p:cNvSpPr/>
          <p:nvPr/>
        </p:nvSpPr>
        <p:spPr>
          <a:xfrm flipH="1">
            <a:off x="2478022" y="3154680"/>
            <a:ext cx="16047723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10" name="Connector 1134"/>
          <p:cNvSpPr/>
          <p:nvPr/>
        </p:nvSpPr>
        <p:spPr>
          <a:xfrm flipH="1">
            <a:off x="3282695" y="3154679"/>
            <a:ext cx="15243050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11" name="Connector 1135"/>
          <p:cNvSpPr/>
          <p:nvPr/>
        </p:nvSpPr>
        <p:spPr>
          <a:xfrm flipH="1">
            <a:off x="4434840" y="3154678"/>
            <a:ext cx="14090905" cy="7680963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12" name="Connector 1136"/>
          <p:cNvSpPr/>
          <p:nvPr/>
        </p:nvSpPr>
        <p:spPr>
          <a:xfrm flipH="1">
            <a:off x="5239512" y="3154679"/>
            <a:ext cx="13286233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13" name="Connector 1137"/>
          <p:cNvSpPr/>
          <p:nvPr/>
        </p:nvSpPr>
        <p:spPr>
          <a:xfrm flipH="1">
            <a:off x="6044183" y="3154680"/>
            <a:ext cx="12481561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14" name="Connector 1138"/>
          <p:cNvSpPr/>
          <p:nvPr/>
        </p:nvSpPr>
        <p:spPr>
          <a:xfrm flipH="1">
            <a:off x="6848856" y="3154679"/>
            <a:ext cx="11676888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15" name="Connector 1139"/>
          <p:cNvSpPr/>
          <p:nvPr/>
        </p:nvSpPr>
        <p:spPr>
          <a:xfrm flipH="1">
            <a:off x="8001000" y="3154679"/>
            <a:ext cx="10524744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16" name="Connector 1140"/>
          <p:cNvSpPr/>
          <p:nvPr/>
        </p:nvSpPr>
        <p:spPr>
          <a:xfrm flipH="1">
            <a:off x="8805671" y="3154680"/>
            <a:ext cx="9720074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17" name="Connector 1141"/>
          <p:cNvSpPr/>
          <p:nvPr/>
        </p:nvSpPr>
        <p:spPr>
          <a:xfrm flipH="1">
            <a:off x="9610344" y="3154679"/>
            <a:ext cx="8915400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18" name="Connector 1142"/>
          <p:cNvSpPr/>
          <p:nvPr/>
        </p:nvSpPr>
        <p:spPr>
          <a:xfrm flipH="1">
            <a:off x="10415015" y="3154680"/>
            <a:ext cx="8110730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19" name="Connector 1143"/>
          <p:cNvSpPr/>
          <p:nvPr/>
        </p:nvSpPr>
        <p:spPr>
          <a:xfrm flipH="1">
            <a:off x="11567159" y="3154679"/>
            <a:ext cx="6958584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20" name="Connector 1144"/>
          <p:cNvSpPr/>
          <p:nvPr/>
        </p:nvSpPr>
        <p:spPr>
          <a:xfrm flipH="1">
            <a:off x="12371832" y="3154679"/>
            <a:ext cx="6153912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21" name="Connector 1145"/>
          <p:cNvSpPr/>
          <p:nvPr/>
        </p:nvSpPr>
        <p:spPr>
          <a:xfrm flipH="1">
            <a:off x="13176503" y="3154680"/>
            <a:ext cx="5349242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22" name="Connector 1146"/>
          <p:cNvSpPr/>
          <p:nvPr/>
        </p:nvSpPr>
        <p:spPr>
          <a:xfrm flipH="1">
            <a:off x="13981175" y="3154679"/>
            <a:ext cx="4544569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23" name="Connector 1147"/>
          <p:cNvSpPr/>
          <p:nvPr/>
        </p:nvSpPr>
        <p:spPr>
          <a:xfrm flipH="1">
            <a:off x="15133319" y="3154679"/>
            <a:ext cx="3392425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24" name="Connector 1148"/>
          <p:cNvSpPr/>
          <p:nvPr/>
        </p:nvSpPr>
        <p:spPr>
          <a:xfrm flipH="1">
            <a:off x="15937991" y="3154679"/>
            <a:ext cx="2587752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25" name="Connector 1149"/>
          <p:cNvSpPr/>
          <p:nvPr/>
        </p:nvSpPr>
        <p:spPr>
          <a:xfrm flipH="1">
            <a:off x="16742663" y="3154679"/>
            <a:ext cx="1783083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26" name="Connector 1150"/>
          <p:cNvSpPr/>
          <p:nvPr/>
        </p:nvSpPr>
        <p:spPr>
          <a:xfrm flipH="1">
            <a:off x="17547335" y="3154680"/>
            <a:ext cx="978411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27" name="Connector 1151"/>
          <p:cNvSpPr/>
          <p:nvPr/>
        </p:nvSpPr>
        <p:spPr>
          <a:xfrm>
            <a:off x="18525744" y="3154679"/>
            <a:ext cx="173736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28" name="Connector 1152"/>
          <p:cNvSpPr/>
          <p:nvPr/>
        </p:nvSpPr>
        <p:spPr>
          <a:xfrm>
            <a:off x="18525742" y="3154680"/>
            <a:ext cx="978411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29" name="Connector 1153"/>
          <p:cNvSpPr/>
          <p:nvPr/>
        </p:nvSpPr>
        <p:spPr>
          <a:xfrm>
            <a:off x="18525743" y="3154679"/>
            <a:ext cx="1783080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30" name="Connector 1154"/>
          <p:cNvSpPr/>
          <p:nvPr/>
        </p:nvSpPr>
        <p:spPr>
          <a:xfrm>
            <a:off x="18525742" y="3154679"/>
            <a:ext cx="2587754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31" name="Connector 1155"/>
          <p:cNvSpPr/>
          <p:nvPr/>
        </p:nvSpPr>
        <p:spPr>
          <a:xfrm flipH="1">
            <a:off x="868679" y="3154679"/>
            <a:ext cx="18827497" cy="4480562"/>
          </a:xfrm>
          <a:prstGeom prst="line">
            <a:avLst/>
          </a:prstGeom>
          <a:ln w="27432">
            <a:solidFill>
              <a:srgbClr val="D64B2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32" name="Connector 1156"/>
          <p:cNvSpPr/>
          <p:nvPr/>
        </p:nvSpPr>
        <p:spPr>
          <a:xfrm flipH="1">
            <a:off x="1673351" y="3154679"/>
            <a:ext cx="18022826" cy="44805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33" name="Connector 1157"/>
          <p:cNvSpPr/>
          <p:nvPr/>
        </p:nvSpPr>
        <p:spPr>
          <a:xfrm flipH="1">
            <a:off x="2478023" y="3154680"/>
            <a:ext cx="17218154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34" name="Connector 1158"/>
          <p:cNvSpPr/>
          <p:nvPr/>
        </p:nvSpPr>
        <p:spPr>
          <a:xfrm flipH="1">
            <a:off x="3282696" y="3154680"/>
            <a:ext cx="16413481" cy="4480559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35" name="Connector 1159"/>
          <p:cNvSpPr/>
          <p:nvPr/>
        </p:nvSpPr>
        <p:spPr>
          <a:xfrm flipH="1">
            <a:off x="4434839" y="3154680"/>
            <a:ext cx="15261338" cy="4480559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36" name="Connector 1160"/>
          <p:cNvSpPr/>
          <p:nvPr/>
        </p:nvSpPr>
        <p:spPr>
          <a:xfrm flipH="1">
            <a:off x="5239512" y="3154679"/>
            <a:ext cx="14456664" cy="44805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37" name="Connector 1161"/>
          <p:cNvSpPr/>
          <p:nvPr/>
        </p:nvSpPr>
        <p:spPr>
          <a:xfrm flipH="1">
            <a:off x="6044184" y="3154680"/>
            <a:ext cx="13651992" cy="4480559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38" name="Connector 1162"/>
          <p:cNvSpPr/>
          <p:nvPr/>
        </p:nvSpPr>
        <p:spPr>
          <a:xfrm flipH="1">
            <a:off x="6848856" y="3154680"/>
            <a:ext cx="12847322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39" name="Connector 1163"/>
          <p:cNvSpPr/>
          <p:nvPr/>
        </p:nvSpPr>
        <p:spPr>
          <a:xfrm flipH="1">
            <a:off x="8000999" y="3154680"/>
            <a:ext cx="11695178" cy="4480559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40" name="Connector 1164"/>
          <p:cNvSpPr/>
          <p:nvPr/>
        </p:nvSpPr>
        <p:spPr>
          <a:xfrm flipH="1">
            <a:off x="8805671" y="3154680"/>
            <a:ext cx="10890506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41" name="Connector 1165"/>
          <p:cNvSpPr/>
          <p:nvPr/>
        </p:nvSpPr>
        <p:spPr>
          <a:xfrm flipH="1">
            <a:off x="9610343" y="3154679"/>
            <a:ext cx="10085832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42" name="Connector 1166"/>
          <p:cNvSpPr/>
          <p:nvPr/>
        </p:nvSpPr>
        <p:spPr>
          <a:xfrm flipH="1">
            <a:off x="10415016" y="3154679"/>
            <a:ext cx="9281161" cy="44805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43" name="Connector 1167"/>
          <p:cNvSpPr/>
          <p:nvPr/>
        </p:nvSpPr>
        <p:spPr>
          <a:xfrm flipH="1">
            <a:off x="11567160" y="3154680"/>
            <a:ext cx="8129017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44" name="Connector 1168"/>
          <p:cNvSpPr/>
          <p:nvPr/>
        </p:nvSpPr>
        <p:spPr>
          <a:xfrm flipH="1">
            <a:off x="12371831" y="3154680"/>
            <a:ext cx="7324345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45" name="Connector 1169"/>
          <p:cNvSpPr/>
          <p:nvPr/>
        </p:nvSpPr>
        <p:spPr>
          <a:xfrm flipH="1">
            <a:off x="13176503" y="3154679"/>
            <a:ext cx="6519673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46" name="Connector 1170"/>
          <p:cNvSpPr/>
          <p:nvPr/>
        </p:nvSpPr>
        <p:spPr>
          <a:xfrm flipH="1">
            <a:off x="13981176" y="3154679"/>
            <a:ext cx="5715000" cy="44805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47" name="Connector 1171"/>
          <p:cNvSpPr/>
          <p:nvPr/>
        </p:nvSpPr>
        <p:spPr>
          <a:xfrm flipH="1">
            <a:off x="15133320" y="3154680"/>
            <a:ext cx="4562857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48" name="Connector 1172"/>
          <p:cNvSpPr/>
          <p:nvPr/>
        </p:nvSpPr>
        <p:spPr>
          <a:xfrm flipH="1">
            <a:off x="15937991" y="3154680"/>
            <a:ext cx="3758185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49" name="Connector 1173"/>
          <p:cNvSpPr/>
          <p:nvPr/>
        </p:nvSpPr>
        <p:spPr>
          <a:xfrm flipH="1">
            <a:off x="16742662" y="3154680"/>
            <a:ext cx="2953514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50" name="Connector 1174"/>
          <p:cNvSpPr/>
          <p:nvPr/>
        </p:nvSpPr>
        <p:spPr>
          <a:xfrm flipH="1">
            <a:off x="17547336" y="3154679"/>
            <a:ext cx="2148841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51" name="Connector 1175"/>
          <p:cNvSpPr/>
          <p:nvPr/>
        </p:nvSpPr>
        <p:spPr>
          <a:xfrm flipH="1">
            <a:off x="18699480" y="3154680"/>
            <a:ext cx="996698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52" name="Connector 1176"/>
          <p:cNvSpPr/>
          <p:nvPr/>
        </p:nvSpPr>
        <p:spPr>
          <a:xfrm flipH="1">
            <a:off x="19504151" y="3154680"/>
            <a:ext cx="192025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53" name="Connector 1177"/>
          <p:cNvSpPr/>
          <p:nvPr/>
        </p:nvSpPr>
        <p:spPr>
          <a:xfrm>
            <a:off x="19696175" y="3154680"/>
            <a:ext cx="612649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54" name="Connector 1178"/>
          <p:cNvSpPr/>
          <p:nvPr/>
        </p:nvSpPr>
        <p:spPr>
          <a:xfrm>
            <a:off x="19696176" y="3154680"/>
            <a:ext cx="1417321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55" name="Connector 1179"/>
          <p:cNvSpPr/>
          <p:nvPr/>
        </p:nvSpPr>
        <p:spPr>
          <a:xfrm flipH="1">
            <a:off x="868679" y="3154680"/>
            <a:ext cx="18827498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56" name="Connector 1180"/>
          <p:cNvSpPr/>
          <p:nvPr/>
        </p:nvSpPr>
        <p:spPr>
          <a:xfrm flipH="1">
            <a:off x="1673351" y="3154679"/>
            <a:ext cx="18022826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57" name="Connector 1181"/>
          <p:cNvSpPr/>
          <p:nvPr/>
        </p:nvSpPr>
        <p:spPr>
          <a:xfrm flipH="1">
            <a:off x="2478023" y="3154680"/>
            <a:ext cx="17218154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58" name="Connector 1182"/>
          <p:cNvSpPr/>
          <p:nvPr/>
        </p:nvSpPr>
        <p:spPr>
          <a:xfrm flipH="1">
            <a:off x="3282696" y="3154679"/>
            <a:ext cx="16413480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59" name="Connector 1183"/>
          <p:cNvSpPr/>
          <p:nvPr/>
        </p:nvSpPr>
        <p:spPr>
          <a:xfrm flipH="1">
            <a:off x="4434839" y="3154679"/>
            <a:ext cx="15261337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60" name="Connector 1184"/>
          <p:cNvSpPr/>
          <p:nvPr/>
        </p:nvSpPr>
        <p:spPr>
          <a:xfrm flipH="1">
            <a:off x="5239512" y="3154679"/>
            <a:ext cx="14456664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61" name="Connector 1185"/>
          <p:cNvSpPr/>
          <p:nvPr/>
        </p:nvSpPr>
        <p:spPr>
          <a:xfrm flipH="1">
            <a:off x="6044184" y="3154680"/>
            <a:ext cx="13651992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62" name="Connector 1186"/>
          <p:cNvSpPr/>
          <p:nvPr/>
        </p:nvSpPr>
        <p:spPr>
          <a:xfrm flipH="1">
            <a:off x="6848855" y="3154679"/>
            <a:ext cx="12847321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63" name="Connector 1187"/>
          <p:cNvSpPr/>
          <p:nvPr/>
        </p:nvSpPr>
        <p:spPr>
          <a:xfrm flipH="1">
            <a:off x="8000999" y="3154680"/>
            <a:ext cx="11695178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64" name="Connector 1188"/>
          <p:cNvSpPr/>
          <p:nvPr/>
        </p:nvSpPr>
        <p:spPr>
          <a:xfrm flipH="1">
            <a:off x="8805672" y="3154679"/>
            <a:ext cx="10890505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65" name="Connector 1189"/>
          <p:cNvSpPr/>
          <p:nvPr/>
        </p:nvSpPr>
        <p:spPr>
          <a:xfrm flipH="1">
            <a:off x="9610343" y="3154679"/>
            <a:ext cx="10085832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66" name="Connector 1190"/>
          <p:cNvSpPr/>
          <p:nvPr/>
        </p:nvSpPr>
        <p:spPr>
          <a:xfrm flipH="1">
            <a:off x="10415015" y="3154680"/>
            <a:ext cx="9281162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67" name="Connector 1191"/>
          <p:cNvSpPr/>
          <p:nvPr/>
        </p:nvSpPr>
        <p:spPr>
          <a:xfrm flipH="1">
            <a:off x="11567160" y="3154679"/>
            <a:ext cx="8129016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68" name="Connector 1192"/>
          <p:cNvSpPr/>
          <p:nvPr/>
        </p:nvSpPr>
        <p:spPr>
          <a:xfrm flipH="1">
            <a:off x="12371831" y="3154679"/>
            <a:ext cx="7324344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69" name="Connector 1193"/>
          <p:cNvSpPr/>
          <p:nvPr/>
        </p:nvSpPr>
        <p:spPr>
          <a:xfrm flipH="1">
            <a:off x="13176503" y="3154679"/>
            <a:ext cx="6519673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70" name="Connector 1194"/>
          <p:cNvSpPr/>
          <p:nvPr/>
        </p:nvSpPr>
        <p:spPr>
          <a:xfrm flipH="1">
            <a:off x="13981176" y="3154679"/>
            <a:ext cx="5715000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71" name="Connector 1195"/>
          <p:cNvSpPr/>
          <p:nvPr/>
        </p:nvSpPr>
        <p:spPr>
          <a:xfrm flipH="1">
            <a:off x="15133318" y="3154679"/>
            <a:ext cx="4562858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72" name="Connector 1196"/>
          <p:cNvSpPr/>
          <p:nvPr/>
        </p:nvSpPr>
        <p:spPr>
          <a:xfrm flipH="1">
            <a:off x="15937990" y="3154679"/>
            <a:ext cx="3758186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73" name="Connector 1197"/>
          <p:cNvSpPr/>
          <p:nvPr/>
        </p:nvSpPr>
        <p:spPr>
          <a:xfrm flipH="1">
            <a:off x="16742663" y="3154679"/>
            <a:ext cx="2953513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74" name="Connector 1198"/>
          <p:cNvSpPr/>
          <p:nvPr/>
        </p:nvSpPr>
        <p:spPr>
          <a:xfrm flipH="1">
            <a:off x="17547336" y="3154679"/>
            <a:ext cx="2148842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75" name="Connector 1199"/>
          <p:cNvSpPr/>
          <p:nvPr/>
        </p:nvSpPr>
        <p:spPr>
          <a:xfrm flipH="1">
            <a:off x="18699480" y="3154679"/>
            <a:ext cx="996697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76" name="Connector 1200"/>
          <p:cNvSpPr/>
          <p:nvPr/>
        </p:nvSpPr>
        <p:spPr>
          <a:xfrm flipH="1">
            <a:off x="19504151" y="3154679"/>
            <a:ext cx="192026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77" name="Connector 1201"/>
          <p:cNvSpPr/>
          <p:nvPr/>
        </p:nvSpPr>
        <p:spPr>
          <a:xfrm>
            <a:off x="19696177" y="3154679"/>
            <a:ext cx="612648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78" name="Connector 1202"/>
          <p:cNvSpPr/>
          <p:nvPr/>
        </p:nvSpPr>
        <p:spPr>
          <a:xfrm>
            <a:off x="19696177" y="3154679"/>
            <a:ext cx="1417319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79" name="Connector 1203"/>
          <p:cNvSpPr/>
          <p:nvPr/>
        </p:nvSpPr>
        <p:spPr>
          <a:xfrm flipH="1">
            <a:off x="868679" y="3154679"/>
            <a:ext cx="18827497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80" name="Connector 1204"/>
          <p:cNvSpPr/>
          <p:nvPr/>
        </p:nvSpPr>
        <p:spPr>
          <a:xfrm flipH="1">
            <a:off x="1673351" y="3154679"/>
            <a:ext cx="18022825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81" name="Connector 1205"/>
          <p:cNvSpPr/>
          <p:nvPr/>
        </p:nvSpPr>
        <p:spPr>
          <a:xfrm flipH="1">
            <a:off x="2478023" y="3154680"/>
            <a:ext cx="17218153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82" name="Connector 1206"/>
          <p:cNvSpPr/>
          <p:nvPr/>
        </p:nvSpPr>
        <p:spPr>
          <a:xfrm flipH="1">
            <a:off x="3282696" y="3154680"/>
            <a:ext cx="16413482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83" name="Connector 1207"/>
          <p:cNvSpPr/>
          <p:nvPr/>
        </p:nvSpPr>
        <p:spPr>
          <a:xfrm flipH="1">
            <a:off x="4434839" y="3154680"/>
            <a:ext cx="15261338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84" name="Connector 1208"/>
          <p:cNvSpPr/>
          <p:nvPr/>
        </p:nvSpPr>
        <p:spPr>
          <a:xfrm flipH="1">
            <a:off x="5239512" y="3154679"/>
            <a:ext cx="14456663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85" name="Connector 1209"/>
          <p:cNvSpPr/>
          <p:nvPr/>
        </p:nvSpPr>
        <p:spPr>
          <a:xfrm flipH="1">
            <a:off x="6044184" y="3154679"/>
            <a:ext cx="13651993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86" name="Connector 1210"/>
          <p:cNvSpPr/>
          <p:nvPr/>
        </p:nvSpPr>
        <p:spPr>
          <a:xfrm flipH="1">
            <a:off x="6848856" y="3154679"/>
            <a:ext cx="12847321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87" name="Connector 1211"/>
          <p:cNvSpPr/>
          <p:nvPr/>
        </p:nvSpPr>
        <p:spPr>
          <a:xfrm flipH="1">
            <a:off x="8000999" y="3154680"/>
            <a:ext cx="11695178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88" name="Connector 1212"/>
          <p:cNvSpPr/>
          <p:nvPr/>
        </p:nvSpPr>
        <p:spPr>
          <a:xfrm flipH="1">
            <a:off x="8805671" y="3154680"/>
            <a:ext cx="10890506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89" name="Connector 1213"/>
          <p:cNvSpPr/>
          <p:nvPr/>
        </p:nvSpPr>
        <p:spPr>
          <a:xfrm flipH="1">
            <a:off x="9610343" y="3154679"/>
            <a:ext cx="10085832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90" name="Connector 1214"/>
          <p:cNvSpPr/>
          <p:nvPr/>
        </p:nvSpPr>
        <p:spPr>
          <a:xfrm flipH="1">
            <a:off x="10415015" y="3154679"/>
            <a:ext cx="9281162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91" name="Connector 1215"/>
          <p:cNvSpPr/>
          <p:nvPr/>
        </p:nvSpPr>
        <p:spPr>
          <a:xfrm flipH="1">
            <a:off x="11567159" y="3154680"/>
            <a:ext cx="8129018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92" name="Connector 1216"/>
          <p:cNvSpPr/>
          <p:nvPr/>
        </p:nvSpPr>
        <p:spPr>
          <a:xfrm flipH="1">
            <a:off x="12371831" y="3154680"/>
            <a:ext cx="7324345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93" name="Connector 1217"/>
          <p:cNvSpPr/>
          <p:nvPr/>
        </p:nvSpPr>
        <p:spPr>
          <a:xfrm flipH="1">
            <a:off x="13176503" y="3154680"/>
            <a:ext cx="6519674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94" name="Connector 1218"/>
          <p:cNvSpPr/>
          <p:nvPr/>
        </p:nvSpPr>
        <p:spPr>
          <a:xfrm flipH="1">
            <a:off x="13981176" y="3154679"/>
            <a:ext cx="5715001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95" name="Connector 1219"/>
          <p:cNvSpPr/>
          <p:nvPr/>
        </p:nvSpPr>
        <p:spPr>
          <a:xfrm flipH="1">
            <a:off x="15133319" y="3154679"/>
            <a:ext cx="4562857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96" name="Connector 1220"/>
          <p:cNvSpPr/>
          <p:nvPr/>
        </p:nvSpPr>
        <p:spPr>
          <a:xfrm flipH="1">
            <a:off x="15937991" y="3154679"/>
            <a:ext cx="3758184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97" name="Connector 1221"/>
          <p:cNvSpPr/>
          <p:nvPr/>
        </p:nvSpPr>
        <p:spPr>
          <a:xfrm flipH="1">
            <a:off x="16742663" y="3154679"/>
            <a:ext cx="2953513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98" name="Connector 1222"/>
          <p:cNvSpPr/>
          <p:nvPr/>
        </p:nvSpPr>
        <p:spPr>
          <a:xfrm flipH="1">
            <a:off x="17547336" y="3154679"/>
            <a:ext cx="2148841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99" name="Connector 1223"/>
          <p:cNvSpPr/>
          <p:nvPr/>
        </p:nvSpPr>
        <p:spPr>
          <a:xfrm flipH="1">
            <a:off x="18699480" y="3154679"/>
            <a:ext cx="996696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00" name="Connector 1224"/>
          <p:cNvSpPr/>
          <p:nvPr/>
        </p:nvSpPr>
        <p:spPr>
          <a:xfrm flipH="1">
            <a:off x="19504152" y="3154679"/>
            <a:ext cx="192025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01" name="Connector 1225"/>
          <p:cNvSpPr/>
          <p:nvPr/>
        </p:nvSpPr>
        <p:spPr>
          <a:xfrm>
            <a:off x="19696176" y="3154679"/>
            <a:ext cx="612649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02" name="Connector 1226"/>
          <p:cNvSpPr/>
          <p:nvPr/>
        </p:nvSpPr>
        <p:spPr>
          <a:xfrm>
            <a:off x="19696176" y="3154679"/>
            <a:ext cx="1417321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03" name="Connector 1227"/>
          <p:cNvSpPr/>
          <p:nvPr/>
        </p:nvSpPr>
        <p:spPr>
          <a:xfrm flipH="1">
            <a:off x="868680" y="3154679"/>
            <a:ext cx="19997929" cy="4480561"/>
          </a:xfrm>
          <a:prstGeom prst="line">
            <a:avLst/>
          </a:prstGeom>
          <a:ln w="27432">
            <a:solidFill>
              <a:srgbClr val="D64B2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04" name="Connector 1228"/>
          <p:cNvSpPr/>
          <p:nvPr/>
        </p:nvSpPr>
        <p:spPr>
          <a:xfrm flipH="1">
            <a:off x="1673352" y="3154680"/>
            <a:ext cx="19193256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05" name="Connector 1229"/>
          <p:cNvSpPr/>
          <p:nvPr/>
        </p:nvSpPr>
        <p:spPr>
          <a:xfrm flipH="1">
            <a:off x="2478024" y="3154678"/>
            <a:ext cx="18388586" cy="4480563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06" name="Connector 1230"/>
          <p:cNvSpPr/>
          <p:nvPr/>
        </p:nvSpPr>
        <p:spPr>
          <a:xfrm flipH="1">
            <a:off x="3282696" y="3154680"/>
            <a:ext cx="17583913" cy="4480559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07" name="Connector 1231"/>
          <p:cNvSpPr/>
          <p:nvPr/>
        </p:nvSpPr>
        <p:spPr>
          <a:xfrm flipH="1">
            <a:off x="4434839" y="3154679"/>
            <a:ext cx="16431769" cy="44805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08" name="Connector 1232"/>
          <p:cNvSpPr/>
          <p:nvPr/>
        </p:nvSpPr>
        <p:spPr>
          <a:xfrm flipH="1">
            <a:off x="5239511" y="3154679"/>
            <a:ext cx="15627096" cy="44805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09" name="Connector 1233"/>
          <p:cNvSpPr/>
          <p:nvPr/>
        </p:nvSpPr>
        <p:spPr>
          <a:xfrm flipH="1">
            <a:off x="6044183" y="3154679"/>
            <a:ext cx="14822425" cy="44805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10" name="Connector 1234"/>
          <p:cNvSpPr/>
          <p:nvPr/>
        </p:nvSpPr>
        <p:spPr>
          <a:xfrm flipH="1">
            <a:off x="6848856" y="3154680"/>
            <a:ext cx="14017753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11" name="Connector 1235"/>
          <p:cNvSpPr/>
          <p:nvPr/>
        </p:nvSpPr>
        <p:spPr>
          <a:xfrm flipH="1">
            <a:off x="8000999" y="3154680"/>
            <a:ext cx="12865610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12" name="Connector 1236"/>
          <p:cNvSpPr/>
          <p:nvPr/>
        </p:nvSpPr>
        <p:spPr>
          <a:xfrm flipH="1">
            <a:off x="8805671" y="3154680"/>
            <a:ext cx="12060937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13" name="Connector 1237"/>
          <p:cNvSpPr/>
          <p:nvPr/>
        </p:nvSpPr>
        <p:spPr>
          <a:xfrm flipH="1">
            <a:off x="9610344" y="3154679"/>
            <a:ext cx="11256265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14" name="Connector 1238"/>
          <p:cNvSpPr/>
          <p:nvPr/>
        </p:nvSpPr>
        <p:spPr>
          <a:xfrm flipH="1">
            <a:off x="10415016" y="3154680"/>
            <a:ext cx="10451593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15" name="Connector 1239"/>
          <p:cNvSpPr/>
          <p:nvPr/>
        </p:nvSpPr>
        <p:spPr>
          <a:xfrm flipH="1">
            <a:off x="11567159" y="3154680"/>
            <a:ext cx="9299449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16" name="Connector 1240"/>
          <p:cNvSpPr/>
          <p:nvPr/>
        </p:nvSpPr>
        <p:spPr>
          <a:xfrm flipH="1">
            <a:off x="12371831" y="3154679"/>
            <a:ext cx="8494777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17" name="Connector 1241"/>
          <p:cNvSpPr/>
          <p:nvPr/>
        </p:nvSpPr>
        <p:spPr>
          <a:xfrm flipH="1">
            <a:off x="13176504" y="3154679"/>
            <a:ext cx="7690105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18" name="Connector 1242"/>
          <p:cNvSpPr/>
          <p:nvPr/>
        </p:nvSpPr>
        <p:spPr>
          <a:xfrm flipH="1">
            <a:off x="13981177" y="3154679"/>
            <a:ext cx="6885431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19" name="Connector 1243"/>
          <p:cNvSpPr/>
          <p:nvPr/>
        </p:nvSpPr>
        <p:spPr>
          <a:xfrm flipH="1">
            <a:off x="15133320" y="3154679"/>
            <a:ext cx="5733289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20" name="Connector 1244"/>
          <p:cNvSpPr/>
          <p:nvPr/>
        </p:nvSpPr>
        <p:spPr>
          <a:xfrm flipH="1">
            <a:off x="15937990" y="3154680"/>
            <a:ext cx="4928617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21" name="Connector 1245"/>
          <p:cNvSpPr/>
          <p:nvPr/>
        </p:nvSpPr>
        <p:spPr>
          <a:xfrm flipH="1">
            <a:off x="16742663" y="3154679"/>
            <a:ext cx="4123945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22" name="Connector 1246"/>
          <p:cNvSpPr/>
          <p:nvPr/>
        </p:nvSpPr>
        <p:spPr>
          <a:xfrm flipH="1">
            <a:off x="17547336" y="3154679"/>
            <a:ext cx="3319273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23" name="Connector 1247"/>
          <p:cNvSpPr/>
          <p:nvPr/>
        </p:nvSpPr>
        <p:spPr>
          <a:xfrm flipH="1">
            <a:off x="18699480" y="3154680"/>
            <a:ext cx="2167129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24" name="Connector 1248"/>
          <p:cNvSpPr/>
          <p:nvPr/>
        </p:nvSpPr>
        <p:spPr>
          <a:xfrm flipH="1">
            <a:off x="19504151" y="3154680"/>
            <a:ext cx="1362457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25" name="Connector 1249"/>
          <p:cNvSpPr/>
          <p:nvPr/>
        </p:nvSpPr>
        <p:spPr>
          <a:xfrm flipH="1">
            <a:off x="20308824" y="3154679"/>
            <a:ext cx="557784" cy="44805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26" name="Connector 1250"/>
          <p:cNvSpPr/>
          <p:nvPr/>
        </p:nvSpPr>
        <p:spPr>
          <a:xfrm>
            <a:off x="20866607" y="3154680"/>
            <a:ext cx="246889" cy="44805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27" name="Connector 1251"/>
          <p:cNvSpPr/>
          <p:nvPr/>
        </p:nvSpPr>
        <p:spPr>
          <a:xfrm flipH="1">
            <a:off x="868680" y="3154679"/>
            <a:ext cx="19997928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28" name="Connector 1252"/>
          <p:cNvSpPr/>
          <p:nvPr/>
        </p:nvSpPr>
        <p:spPr>
          <a:xfrm flipH="1">
            <a:off x="1673352" y="3154679"/>
            <a:ext cx="19193257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29" name="Connector 1253"/>
          <p:cNvSpPr/>
          <p:nvPr/>
        </p:nvSpPr>
        <p:spPr>
          <a:xfrm flipH="1">
            <a:off x="2478024" y="3154680"/>
            <a:ext cx="18388585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30" name="Connector 1254"/>
          <p:cNvSpPr/>
          <p:nvPr/>
        </p:nvSpPr>
        <p:spPr>
          <a:xfrm flipH="1">
            <a:off x="3282697" y="3154679"/>
            <a:ext cx="17583912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31" name="Connector 1255"/>
          <p:cNvSpPr/>
          <p:nvPr/>
        </p:nvSpPr>
        <p:spPr>
          <a:xfrm flipH="1">
            <a:off x="4434839" y="3154680"/>
            <a:ext cx="16431769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32" name="Connector 1256"/>
          <p:cNvSpPr/>
          <p:nvPr/>
        </p:nvSpPr>
        <p:spPr>
          <a:xfrm flipH="1">
            <a:off x="5239511" y="3154680"/>
            <a:ext cx="15627097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33" name="Connector 1257"/>
          <p:cNvSpPr/>
          <p:nvPr/>
        </p:nvSpPr>
        <p:spPr>
          <a:xfrm flipH="1">
            <a:off x="6044184" y="3154679"/>
            <a:ext cx="14822424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34" name="Connector 1258"/>
          <p:cNvSpPr/>
          <p:nvPr/>
        </p:nvSpPr>
        <p:spPr>
          <a:xfrm flipH="1">
            <a:off x="6848856" y="3154679"/>
            <a:ext cx="14017753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35" name="Connector 1259"/>
          <p:cNvSpPr/>
          <p:nvPr/>
        </p:nvSpPr>
        <p:spPr>
          <a:xfrm flipH="1">
            <a:off x="8000999" y="3154679"/>
            <a:ext cx="12865609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36" name="Connector 1260"/>
          <p:cNvSpPr/>
          <p:nvPr/>
        </p:nvSpPr>
        <p:spPr>
          <a:xfrm flipH="1">
            <a:off x="8805671" y="3154680"/>
            <a:ext cx="12060937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37" name="Connector 1261"/>
          <p:cNvSpPr/>
          <p:nvPr/>
        </p:nvSpPr>
        <p:spPr>
          <a:xfrm flipH="1">
            <a:off x="9610343" y="3154679"/>
            <a:ext cx="11256265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38" name="Connector 1262"/>
          <p:cNvSpPr/>
          <p:nvPr/>
        </p:nvSpPr>
        <p:spPr>
          <a:xfrm flipH="1">
            <a:off x="10415016" y="3154679"/>
            <a:ext cx="10451593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39" name="Connector 1263"/>
          <p:cNvSpPr/>
          <p:nvPr/>
        </p:nvSpPr>
        <p:spPr>
          <a:xfrm flipH="1">
            <a:off x="11567159" y="3154680"/>
            <a:ext cx="9299450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40" name="Connector 1264"/>
          <p:cNvSpPr/>
          <p:nvPr/>
        </p:nvSpPr>
        <p:spPr>
          <a:xfrm flipH="1">
            <a:off x="12371832" y="3154679"/>
            <a:ext cx="8494777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41" name="Connector 1265"/>
          <p:cNvSpPr/>
          <p:nvPr/>
        </p:nvSpPr>
        <p:spPr>
          <a:xfrm flipH="1">
            <a:off x="13176504" y="3154679"/>
            <a:ext cx="7690105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42" name="Connector 1266"/>
          <p:cNvSpPr/>
          <p:nvPr/>
        </p:nvSpPr>
        <p:spPr>
          <a:xfrm flipH="1">
            <a:off x="13981176" y="3154680"/>
            <a:ext cx="6885432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43" name="Connector 1267"/>
          <p:cNvSpPr/>
          <p:nvPr/>
        </p:nvSpPr>
        <p:spPr>
          <a:xfrm flipH="1">
            <a:off x="15133318" y="3154680"/>
            <a:ext cx="5733290" cy="60807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44" name="Connector 1268"/>
          <p:cNvSpPr/>
          <p:nvPr/>
        </p:nvSpPr>
        <p:spPr>
          <a:xfrm flipH="1">
            <a:off x="15937991" y="3154679"/>
            <a:ext cx="4928618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45" name="Connector 1269"/>
          <p:cNvSpPr/>
          <p:nvPr/>
        </p:nvSpPr>
        <p:spPr>
          <a:xfrm flipH="1">
            <a:off x="16742663" y="3154679"/>
            <a:ext cx="4123945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46" name="Connector 1270"/>
          <p:cNvSpPr/>
          <p:nvPr/>
        </p:nvSpPr>
        <p:spPr>
          <a:xfrm flipH="1">
            <a:off x="17547337" y="3154679"/>
            <a:ext cx="3319272" cy="60807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47" name="Connector 1271"/>
          <p:cNvSpPr/>
          <p:nvPr/>
        </p:nvSpPr>
        <p:spPr>
          <a:xfrm flipH="1">
            <a:off x="18699479" y="3154679"/>
            <a:ext cx="2167130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48" name="Connector 1272"/>
          <p:cNvSpPr/>
          <p:nvPr/>
        </p:nvSpPr>
        <p:spPr>
          <a:xfrm flipH="1">
            <a:off x="19504152" y="3154679"/>
            <a:ext cx="1362457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49" name="Connector 1273"/>
          <p:cNvSpPr/>
          <p:nvPr/>
        </p:nvSpPr>
        <p:spPr>
          <a:xfrm flipH="1">
            <a:off x="20308824" y="3154679"/>
            <a:ext cx="557784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50" name="Connector 1274"/>
          <p:cNvSpPr/>
          <p:nvPr/>
        </p:nvSpPr>
        <p:spPr>
          <a:xfrm>
            <a:off x="20866609" y="3154679"/>
            <a:ext cx="246888" cy="60807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51" name="Connector 1275"/>
          <p:cNvSpPr/>
          <p:nvPr/>
        </p:nvSpPr>
        <p:spPr>
          <a:xfrm flipH="1">
            <a:off x="868679" y="3154680"/>
            <a:ext cx="19997930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52" name="Connector 1276"/>
          <p:cNvSpPr/>
          <p:nvPr/>
        </p:nvSpPr>
        <p:spPr>
          <a:xfrm flipH="1">
            <a:off x="1673352" y="3154679"/>
            <a:ext cx="19193257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53" name="Connector 1277"/>
          <p:cNvSpPr/>
          <p:nvPr/>
        </p:nvSpPr>
        <p:spPr>
          <a:xfrm flipH="1">
            <a:off x="2478024" y="3154679"/>
            <a:ext cx="18388585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54" name="Connector 1278"/>
          <p:cNvSpPr/>
          <p:nvPr/>
        </p:nvSpPr>
        <p:spPr>
          <a:xfrm flipH="1">
            <a:off x="3282696" y="3154680"/>
            <a:ext cx="17583914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55" name="Connector 1279"/>
          <p:cNvSpPr/>
          <p:nvPr/>
        </p:nvSpPr>
        <p:spPr>
          <a:xfrm flipH="1">
            <a:off x="4434839" y="3154679"/>
            <a:ext cx="16431768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56" name="Connector 1280"/>
          <p:cNvSpPr/>
          <p:nvPr/>
        </p:nvSpPr>
        <p:spPr>
          <a:xfrm flipH="1">
            <a:off x="5239511" y="3154679"/>
            <a:ext cx="15627098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57" name="Connector 1281"/>
          <p:cNvSpPr/>
          <p:nvPr/>
        </p:nvSpPr>
        <p:spPr>
          <a:xfrm flipH="1">
            <a:off x="6044183" y="3154679"/>
            <a:ext cx="14822426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58" name="Connector 1282"/>
          <p:cNvSpPr/>
          <p:nvPr/>
        </p:nvSpPr>
        <p:spPr>
          <a:xfrm flipH="1">
            <a:off x="6848855" y="3154680"/>
            <a:ext cx="14017755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59" name="Connector 1283"/>
          <p:cNvSpPr/>
          <p:nvPr/>
        </p:nvSpPr>
        <p:spPr>
          <a:xfrm flipH="1">
            <a:off x="8000999" y="3154680"/>
            <a:ext cx="12865609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60" name="Connector 1284"/>
          <p:cNvSpPr/>
          <p:nvPr/>
        </p:nvSpPr>
        <p:spPr>
          <a:xfrm flipH="1">
            <a:off x="8805671" y="3154680"/>
            <a:ext cx="12060937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61" name="Connector 1285"/>
          <p:cNvSpPr/>
          <p:nvPr/>
        </p:nvSpPr>
        <p:spPr>
          <a:xfrm flipH="1">
            <a:off x="9610343" y="3154679"/>
            <a:ext cx="11256266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62" name="Connector 1286"/>
          <p:cNvSpPr/>
          <p:nvPr/>
        </p:nvSpPr>
        <p:spPr>
          <a:xfrm flipH="1">
            <a:off x="10415016" y="3154679"/>
            <a:ext cx="10451593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63" name="Connector 1287"/>
          <p:cNvSpPr/>
          <p:nvPr/>
        </p:nvSpPr>
        <p:spPr>
          <a:xfrm flipH="1">
            <a:off x="11567159" y="3154679"/>
            <a:ext cx="9299450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64" name="Connector 1288"/>
          <p:cNvSpPr/>
          <p:nvPr/>
        </p:nvSpPr>
        <p:spPr>
          <a:xfrm flipH="1">
            <a:off x="12371832" y="3154679"/>
            <a:ext cx="8494777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65" name="Connector 1289"/>
          <p:cNvSpPr/>
          <p:nvPr/>
        </p:nvSpPr>
        <p:spPr>
          <a:xfrm flipH="1">
            <a:off x="13176504" y="3154680"/>
            <a:ext cx="7690105" cy="7680960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66" name="Connector 1290"/>
          <p:cNvSpPr/>
          <p:nvPr/>
        </p:nvSpPr>
        <p:spPr>
          <a:xfrm flipH="1">
            <a:off x="13981176" y="3154679"/>
            <a:ext cx="6885431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67" name="Connector 1291"/>
          <p:cNvSpPr/>
          <p:nvPr/>
        </p:nvSpPr>
        <p:spPr>
          <a:xfrm flipH="1">
            <a:off x="15133320" y="3154679"/>
            <a:ext cx="5733289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68" name="Connector 1292"/>
          <p:cNvSpPr/>
          <p:nvPr/>
        </p:nvSpPr>
        <p:spPr>
          <a:xfrm flipH="1">
            <a:off x="15937991" y="3154679"/>
            <a:ext cx="4928617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69" name="Connector 1293"/>
          <p:cNvSpPr/>
          <p:nvPr/>
        </p:nvSpPr>
        <p:spPr>
          <a:xfrm flipH="1">
            <a:off x="16742663" y="3154679"/>
            <a:ext cx="4123946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70" name="Connector 1294"/>
          <p:cNvSpPr/>
          <p:nvPr/>
        </p:nvSpPr>
        <p:spPr>
          <a:xfrm flipH="1">
            <a:off x="17547337" y="3154679"/>
            <a:ext cx="3319272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71" name="Connector 1295"/>
          <p:cNvSpPr/>
          <p:nvPr/>
        </p:nvSpPr>
        <p:spPr>
          <a:xfrm flipH="1">
            <a:off x="18699481" y="3154679"/>
            <a:ext cx="2167128" cy="7680962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72" name="Connector 1296"/>
          <p:cNvSpPr/>
          <p:nvPr/>
        </p:nvSpPr>
        <p:spPr>
          <a:xfrm flipH="1">
            <a:off x="19504152" y="3154679"/>
            <a:ext cx="1362458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73" name="Connector 1297"/>
          <p:cNvSpPr/>
          <p:nvPr/>
        </p:nvSpPr>
        <p:spPr>
          <a:xfrm flipH="1">
            <a:off x="20308823" y="3154679"/>
            <a:ext cx="557785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74" name="Connector 1298"/>
          <p:cNvSpPr/>
          <p:nvPr/>
        </p:nvSpPr>
        <p:spPr>
          <a:xfrm>
            <a:off x="20866609" y="3154679"/>
            <a:ext cx="246887" cy="7680961"/>
          </a:xfrm>
          <a:prstGeom prst="line">
            <a:avLst/>
          </a:prstGeom>
          <a:ln w="4572">
            <a:solidFill>
              <a:srgbClr val="DDDDD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75" name="Rectangle 1299"/>
          <p:cNvSpPr/>
          <p:nvPr/>
        </p:nvSpPr>
        <p:spPr>
          <a:xfrm>
            <a:off x="502919" y="2468879"/>
            <a:ext cx="1033273" cy="68580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76" name="TextBox 1300"/>
          <p:cNvSpPr txBox="1"/>
          <p:nvPr/>
        </p:nvSpPr>
        <p:spPr>
          <a:xfrm>
            <a:off x="710443" y="2542032"/>
            <a:ext cx="618227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2577" name="TextBox 1301"/>
          <p:cNvSpPr txBox="1"/>
          <p:nvPr/>
        </p:nvSpPr>
        <p:spPr>
          <a:xfrm>
            <a:off x="698744" y="2724911"/>
            <a:ext cx="641624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NV-C0-S0</a:t>
            </a:r>
          </a:p>
        </p:txBody>
      </p:sp>
      <p:sp>
        <p:nvSpPr>
          <p:cNvPr id="2578" name="Rectangle 1302"/>
          <p:cNvSpPr/>
          <p:nvPr/>
        </p:nvSpPr>
        <p:spPr>
          <a:xfrm>
            <a:off x="1673351" y="2468879"/>
            <a:ext cx="1033272" cy="68580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79" name="TextBox 1303"/>
          <p:cNvSpPr txBox="1"/>
          <p:nvPr/>
        </p:nvSpPr>
        <p:spPr>
          <a:xfrm>
            <a:off x="1880875" y="2542032"/>
            <a:ext cx="61822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2580" name="TextBox 1304"/>
          <p:cNvSpPr txBox="1"/>
          <p:nvPr/>
        </p:nvSpPr>
        <p:spPr>
          <a:xfrm>
            <a:off x="1869176" y="2724911"/>
            <a:ext cx="641624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NV-C0-S1</a:t>
            </a:r>
          </a:p>
        </p:txBody>
      </p:sp>
      <p:sp>
        <p:nvSpPr>
          <p:cNvPr id="2581" name="Rectangle 1305"/>
          <p:cNvSpPr/>
          <p:nvPr/>
        </p:nvSpPr>
        <p:spPr>
          <a:xfrm>
            <a:off x="2843783" y="2468879"/>
            <a:ext cx="1033273" cy="68580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82" name="TextBox 1306"/>
          <p:cNvSpPr txBox="1"/>
          <p:nvPr/>
        </p:nvSpPr>
        <p:spPr>
          <a:xfrm>
            <a:off x="3051306" y="2542032"/>
            <a:ext cx="618227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2583" name="TextBox 1307"/>
          <p:cNvSpPr txBox="1"/>
          <p:nvPr/>
        </p:nvSpPr>
        <p:spPr>
          <a:xfrm>
            <a:off x="3039608" y="2724911"/>
            <a:ext cx="641624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NV-C0-S2</a:t>
            </a:r>
          </a:p>
        </p:txBody>
      </p:sp>
      <p:sp>
        <p:nvSpPr>
          <p:cNvPr id="2584" name="Rectangle 1308"/>
          <p:cNvSpPr/>
          <p:nvPr/>
        </p:nvSpPr>
        <p:spPr>
          <a:xfrm>
            <a:off x="4014215" y="2468879"/>
            <a:ext cx="1033272" cy="68580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85" name="TextBox 1309"/>
          <p:cNvSpPr txBox="1"/>
          <p:nvPr/>
        </p:nvSpPr>
        <p:spPr>
          <a:xfrm>
            <a:off x="4221739" y="2542032"/>
            <a:ext cx="618227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2586" name="TextBox 1310"/>
          <p:cNvSpPr txBox="1"/>
          <p:nvPr/>
        </p:nvSpPr>
        <p:spPr>
          <a:xfrm>
            <a:off x="4210040" y="2724911"/>
            <a:ext cx="641624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NV-C0-S3</a:t>
            </a:r>
          </a:p>
        </p:txBody>
      </p:sp>
      <p:sp>
        <p:nvSpPr>
          <p:cNvPr id="2587" name="Rectangle 1311"/>
          <p:cNvSpPr/>
          <p:nvPr/>
        </p:nvSpPr>
        <p:spPr>
          <a:xfrm>
            <a:off x="5184647" y="2468879"/>
            <a:ext cx="1033272" cy="68580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88" name="TextBox 1312"/>
          <p:cNvSpPr txBox="1"/>
          <p:nvPr/>
        </p:nvSpPr>
        <p:spPr>
          <a:xfrm>
            <a:off x="5392171" y="2542032"/>
            <a:ext cx="618227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2589" name="TextBox 1313"/>
          <p:cNvSpPr txBox="1"/>
          <p:nvPr/>
        </p:nvSpPr>
        <p:spPr>
          <a:xfrm>
            <a:off x="5380472" y="2724911"/>
            <a:ext cx="641624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NV-C0-S4</a:t>
            </a:r>
          </a:p>
        </p:txBody>
      </p:sp>
      <p:sp>
        <p:nvSpPr>
          <p:cNvPr id="2590" name="Rectangle 1314"/>
          <p:cNvSpPr/>
          <p:nvPr/>
        </p:nvSpPr>
        <p:spPr>
          <a:xfrm>
            <a:off x="6355079" y="2468879"/>
            <a:ext cx="1033272" cy="68580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91" name="TextBox 1315"/>
          <p:cNvSpPr txBox="1"/>
          <p:nvPr/>
        </p:nvSpPr>
        <p:spPr>
          <a:xfrm>
            <a:off x="6562603" y="2542032"/>
            <a:ext cx="618227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2592" name="TextBox 1316"/>
          <p:cNvSpPr txBox="1"/>
          <p:nvPr/>
        </p:nvSpPr>
        <p:spPr>
          <a:xfrm>
            <a:off x="6550904" y="2724911"/>
            <a:ext cx="641624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NV-C0-S5</a:t>
            </a:r>
          </a:p>
        </p:txBody>
      </p:sp>
      <p:sp>
        <p:nvSpPr>
          <p:cNvPr id="2593" name="Rectangle 1317"/>
          <p:cNvSpPr/>
          <p:nvPr/>
        </p:nvSpPr>
        <p:spPr>
          <a:xfrm>
            <a:off x="7525511" y="2468879"/>
            <a:ext cx="1033273" cy="68580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94" name="TextBox 1318"/>
          <p:cNvSpPr txBox="1"/>
          <p:nvPr/>
        </p:nvSpPr>
        <p:spPr>
          <a:xfrm>
            <a:off x="7733034" y="2542032"/>
            <a:ext cx="618227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2595" name="TextBox 1319"/>
          <p:cNvSpPr txBox="1"/>
          <p:nvPr/>
        </p:nvSpPr>
        <p:spPr>
          <a:xfrm>
            <a:off x="7721336" y="2724911"/>
            <a:ext cx="641624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NV-C0-S6</a:t>
            </a:r>
          </a:p>
        </p:txBody>
      </p:sp>
      <p:sp>
        <p:nvSpPr>
          <p:cNvPr id="2596" name="Rectangle 1320"/>
          <p:cNvSpPr/>
          <p:nvPr/>
        </p:nvSpPr>
        <p:spPr>
          <a:xfrm>
            <a:off x="8695943" y="2468879"/>
            <a:ext cx="1033272" cy="68580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97" name="TextBox 1321"/>
          <p:cNvSpPr txBox="1"/>
          <p:nvPr/>
        </p:nvSpPr>
        <p:spPr>
          <a:xfrm>
            <a:off x="8903467" y="2542032"/>
            <a:ext cx="618227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2598" name="TextBox 1322"/>
          <p:cNvSpPr txBox="1"/>
          <p:nvPr/>
        </p:nvSpPr>
        <p:spPr>
          <a:xfrm>
            <a:off x="8891768" y="2724911"/>
            <a:ext cx="641624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NV-C0-S7</a:t>
            </a:r>
          </a:p>
        </p:txBody>
      </p:sp>
      <p:sp>
        <p:nvSpPr>
          <p:cNvPr id="2599" name="Rectangle 1323"/>
          <p:cNvSpPr/>
          <p:nvPr/>
        </p:nvSpPr>
        <p:spPr>
          <a:xfrm>
            <a:off x="9866376" y="2468879"/>
            <a:ext cx="1033272" cy="68580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00" name="TextBox 1324"/>
          <p:cNvSpPr txBox="1"/>
          <p:nvPr/>
        </p:nvSpPr>
        <p:spPr>
          <a:xfrm>
            <a:off x="10073899" y="2542032"/>
            <a:ext cx="61822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2601" name="TextBox 1325"/>
          <p:cNvSpPr txBox="1"/>
          <p:nvPr/>
        </p:nvSpPr>
        <p:spPr>
          <a:xfrm>
            <a:off x="10062200" y="2724911"/>
            <a:ext cx="641624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NV-C0-S8</a:t>
            </a:r>
          </a:p>
        </p:txBody>
      </p:sp>
      <p:sp>
        <p:nvSpPr>
          <p:cNvPr id="2602" name="Rectangle 1326"/>
          <p:cNvSpPr/>
          <p:nvPr/>
        </p:nvSpPr>
        <p:spPr>
          <a:xfrm>
            <a:off x="11036807" y="2468879"/>
            <a:ext cx="1033272" cy="68580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03" name="TextBox 1327"/>
          <p:cNvSpPr txBox="1"/>
          <p:nvPr/>
        </p:nvSpPr>
        <p:spPr>
          <a:xfrm>
            <a:off x="11244330" y="2542032"/>
            <a:ext cx="618227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2604" name="TextBox 1328"/>
          <p:cNvSpPr txBox="1"/>
          <p:nvPr/>
        </p:nvSpPr>
        <p:spPr>
          <a:xfrm>
            <a:off x="11232632" y="2724911"/>
            <a:ext cx="641624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NV-C0-S9</a:t>
            </a:r>
          </a:p>
        </p:txBody>
      </p:sp>
      <p:sp>
        <p:nvSpPr>
          <p:cNvPr id="2605" name="Rectangle 1329"/>
          <p:cNvSpPr/>
          <p:nvPr/>
        </p:nvSpPr>
        <p:spPr>
          <a:xfrm>
            <a:off x="12207240" y="2468879"/>
            <a:ext cx="1033272" cy="68580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06" name="TextBox 1330"/>
          <p:cNvSpPr txBox="1"/>
          <p:nvPr/>
        </p:nvSpPr>
        <p:spPr>
          <a:xfrm>
            <a:off x="12414763" y="2542032"/>
            <a:ext cx="61822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2607" name="TextBox 1331"/>
          <p:cNvSpPr txBox="1"/>
          <p:nvPr/>
        </p:nvSpPr>
        <p:spPr>
          <a:xfrm>
            <a:off x="12364217" y="2724911"/>
            <a:ext cx="719318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NV-C0-S10</a:t>
            </a:r>
          </a:p>
        </p:txBody>
      </p:sp>
      <p:sp>
        <p:nvSpPr>
          <p:cNvPr id="2608" name="Rectangle 1332"/>
          <p:cNvSpPr/>
          <p:nvPr/>
        </p:nvSpPr>
        <p:spPr>
          <a:xfrm>
            <a:off x="13377671" y="2468879"/>
            <a:ext cx="1033272" cy="68580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09" name="TextBox 1333"/>
          <p:cNvSpPr txBox="1"/>
          <p:nvPr/>
        </p:nvSpPr>
        <p:spPr>
          <a:xfrm>
            <a:off x="13585195" y="2542032"/>
            <a:ext cx="618227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2610" name="TextBox 1334"/>
          <p:cNvSpPr txBox="1"/>
          <p:nvPr/>
        </p:nvSpPr>
        <p:spPr>
          <a:xfrm>
            <a:off x="13539799" y="2724911"/>
            <a:ext cx="709019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NV-C0-S11</a:t>
            </a:r>
          </a:p>
        </p:txBody>
      </p:sp>
      <p:sp>
        <p:nvSpPr>
          <p:cNvPr id="2611" name="Rectangle 1335"/>
          <p:cNvSpPr/>
          <p:nvPr/>
        </p:nvSpPr>
        <p:spPr>
          <a:xfrm>
            <a:off x="14548104" y="2468879"/>
            <a:ext cx="1033272" cy="68580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12" name="TextBox 1336"/>
          <p:cNvSpPr txBox="1"/>
          <p:nvPr/>
        </p:nvSpPr>
        <p:spPr>
          <a:xfrm>
            <a:off x="14755626" y="2542032"/>
            <a:ext cx="618227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2613" name="TextBox 1337"/>
          <p:cNvSpPr txBox="1"/>
          <p:nvPr/>
        </p:nvSpPr>
        <p:spPr>
          <a:xfrm>
            <a:off x="14705080" y="2724911"/>
            <a:ext cx="719319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NV-C0-S12</a:t>
            </a:r>
          </a:p>
        </p:txBody>
      </p:sp>
      <p:sp>
        <p:nvSpPr>
          <p:cNvPr id="2614" name="Rectangle 1338"/>
          <p:cNvSpPr/>
          <p:nvPr/>
        </p:nvSpPr>
        <p:spPr>
          <a:xfrm>
            <a:off x="15718536" y="2468879"/>
            <a:ext cx="1033272" cy="68580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15" name="TextBox 1339"/>
          <p:cNvSpPr txBox="1"/>
          <p:nvPr/>
        </p:nvSpPr>
        <p:spPr>
          <a:xfrm>
            <a:off x="15926058" y="2542032"/>
            <a:ext cx="618227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2616" name="TextBox 1340"/>
          <p:cNvSpPr txBox="1"/>
          <p:nvPr/>
        </p:nvSpPr>
        <p:spPr>
          <a:xfrm>
            <a:off x="15875513" y="2724911"/>
            <a:ext cx="719318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NV-C0-S13</a:t>
            </a:r>
          </a:p>
        </p:txBody>
      </p:sp>
      <p:sp>
        <p:nvSpPr>
          <p:cNvPr id="2617" name="Rectangle 1341"/>
          <p:cNvSpPr/>
          <p:nvPr/>
        </p:nvSpPr>
        <p:spPr>
          <a:xfrm>
            <a:off x="16888967" y="2468879"/>
            <a:ext cx="1033272" cy="68580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18" name="TextBox 1342"/>
          <p:cNvSpPr txBox="1"/>
          <p:nvPr/>
        </p:nvSpPr>
        <p:spPr>
          <a:xfrm>
            <a:off x="17096491" y="2542032"/>
            <a:ext cx="618227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2619" name="TextBox 1343"/>
          <p:cNvSpPr txBox="1"/>
          <p:nvPr/>
        </p:nvSpPr>
        <p:spPr>
          <a:xfrm>
            <a:off x="17045945" y="2724911"/>
            <a:ext cx="719318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NV-C0-S14</a:t>
            </a:r>
          </a:p>
        </p:txBody>
      </p:sp>
      <p:sp>
        <p:nvSpPr>
          <p:cNvPr id="2620" name="Rectangle 1344"/>
          <p:cNvSpPr/>
          <p:nvPr/>
        </p:nvSpPr>
        <p:spPr>
          <a:xfrm>
            <a:off x="18059400" y="2468879"/>
            <a:ext cx="1033272" cy="68580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21" name="TextBox 1345"/>
          <p:cNvSpPr txBox="1"/>
          <p:nvPr/>
        </p:nvSpPr>
        <p:spPr>
          <a:xfrm>
            <a:off x="18266922" y="2542032"/>
            <a:ext cx="618227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2622" name="TextBox 1346"/>
          <p:cNvSpPr txBox="1"/>
          <p:nvPr/>
        </p:nvSpPr>
        <p:spPr>
          <a:xfrm>
            <a:off x="18216376" y="2724911"/>
            <a:ext cx="719318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NV-C0-S15</a:t>
            </a:r>
          </a:p>
        </p:txBody>
      </p:sp>
      <p:sp>
        <p:nvSpPr>
          <p:cNvPr id="2623" name="Rectangle 1347"/>
          <p:cNvSpPr/>
          <p:nvPr/>
        </p:nvSpPr>
        <p:spPr>
          <a:xfrm>
            <a:off x="19229832" y="2468879"/>
            <a:ext cx="1033272" cy="68580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24" name="TextBox 1348"/>
          <p:cNvSpPr txBox="1"/>
          <p:nvPr/>
        </p:nvSpPr>
        <p:spPr>
          <a:xfrm>
            <a:off x="19437356" y="2542032"/>
            <a:ext cx="618227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2625" name="TextBox 1349"/>
          <p:cNvSpPr txBox="1"/>
          <p:nvPr/>
        </p:nvSpPr>
        <p:spPr>
          <a:xfrm>
            <a:off x="19386810" y="2724911"/>
            <a:ext cx="719318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NV-C0-S16</a:t>
            </a:r>
          </a:p>
        </p:txBody>
      </p:sp>
      <p:sp>
        <p:nvSpPr>
          <p:cNvPr id="2626" name="Rectangle 1350"/>
          <p:cNvSpPr/>
          <p:nvPr/>
        </p:nvSpPr>
        <p:spPr>
          <a:xfrm>
            <a:off x="20400263" y="2468879"/>
            <a:ext cx="1033272" cy="685801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27" name="TextBox 1351"/>
          <p:cNvSpPr txBox="1"/>
          <p:nvPr/>
        </p:nvSpPr>
        <p:spPr>
          <a:xfrm>
            <a:off x="20607787" y="2542032"/>
            <a:ext cx="61822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2628" name="TextBox 1352"/>
          <p:cNvSpPr txBox="1"/>
          <p:nvPr/>
        </p:nvSpPr>
        <p:spPr>
          <a:xfrm>
            <a:off x="20557241" y="2724911"/>
            <a:ext cx="719318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NV-C0-S17</a:t>
            </a:r>
          </a:p>
        </p:txBody>
      </p:sp>
      <p:sp>
        <p:nvSpPr>
          <p:cNvPr id="2629" name="Rectangle 1353"/>
          <p:cNvSpPr/>
          <p:nvPr/>
        </p:nvSpPr>
        <p:spPr>
          <a:xfrm>
            <a:off x="3977638" y="4105655"/>
            <a:ext cx="13990321" cy="85039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30" name="TextBox 1354"/>
          <p:cNvSpPr txBox="1"/>
          <p:nvPr/>
        </p:nvSpPr>
        <p:spPr>
          <a:xfrm>
            <a:off x="6946059" y="4178808"/>
            <a:ext cx="8053482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9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Complete bipartite connection: 72 GPUs x 18 NVSwitch ASICs = 1296 links</a:t>
            </a:r>
          </a:p>
        </p:txBody>
      </p:sp>
      <p:sp>
        <p:nvSpPr>
          <p:cNvPr id="2631" name="TextBox 1355"/>
          <p:cNvSpPr txBox="1"/>
          <p:nvPr/>
        </p:nvSpPr>
        <p:spPr>
          <a:xfrm>
            <a:off x="7098109" y="4617720"/>
            <a:ext cx="7749382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6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Each link: 50 GB/s per direction. Rack 1 has the same connections for ranks r72-r143.</a:t>
            </a:r>
          </a:p>
        </p:txBody>
      </p:sp>
      <p:sp>
        <p:nvSpPr>
          <p:cNvPr id="2632" name="Rectangle 1356"/>
          <p:cNvSpPr/>
          <p:nvPr/>
        </p:nvSpPr>
        <p:spPr>
          <a:xfrm>
            <a:off x="457200" y="6949440"/>
            <a:ext cx="3319272" cy="1344169"/>
          </a:xfrm>
          <a:prstGeom prst="rect">
            <a:avLst/>
          </a:prstGeom>
          <a:solidFill>
            <a:srgbClr val="FFFFFF"/>
          </a:solidFill>
          <a:ln w="9144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33" name="TextBox 1357"/>
          <p:cNvSpPr txBox="1"/>
          <p:nvPr/>
        </p:nvSpPr>
        <p:spPr>
          <a:xfrm>
            <a:off x="1464226" y="7022592"/>
            <a:ext cx="127779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4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Compute Tray 0</a:t>
            </a:r>
          </a:p>
        </p:txBody>
      </p:sp>
      <p:sp>
        <p:nvSpPr>
          <p:cNvPr id="2634" name="Rectangle 1358"/>
          <p:cNvSpPr/>
          <p:nvPr/>
        </p:nvSpPr>
        <p:spPr>
          <a:xfrm>
            <a:off x="521206" y="7429500"/>
            <a:ext cx="694946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35" name="TextBox 1359"/>
          <p:cNvSpPr txBox="1"/>
          <p:nvPr/>
        </p:nvSpPr>
        <p:spPr>
          <a:xfrm>
            <a:off x="710965" y="7502652"/>
            <a:ext cx="31543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2636" name="TextBox 1360"/>
          <p:cNvSpPr txBox="1"/>
          <p:nvPr/>
        </p:nvSpPr>
        <p:spPr>
          <a:xfrm>
            <a:off x="800222" y="7685530"/>
            <a:ext cx="136917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r0</a:t>
            </a:r>
          </a:p>
        </p:txBody>
      </p:sp>
      <p:sp>
        <p:nvSpPr>
          <p:cNvPr id="2637" name="Rectangle 1361"/>
          <p:cNvSpPr/>
          <p:nvPr/>
        </p:nvSpPr>
        <p:spPr>
          <a:xfrm>
            <a:off x="1325880" y="7429500"/>
            <a:ext cx="694945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38" name="TextBox 1362"/>
          <p:cNvSpPr txBox="1"/>
          <p:nvPr/>
        </p:nvSpPr>
        <p:spPr>
          <a:xfrm>
            <a:off x="1515637" y="7502652"/>
            <a:ext cx="31543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2639" name="TextBox 1363"/>
          <p:cNvSpPr txBox="1"/>
          <p:nvPr/>
        </p:nvSpPr>
        <p:spPr>
          <a:xfrm>
            <a:off x="1604894" y="7685530"/>
            <a:ext cx="13691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</a:t>
            </a:r>
          </a:p>
        </p:txBody>
      </p:sp>
      <p:sp>
        <p:nvSpPr>
          <p:cNvPr id="2640" name="Rectangle 1364"/>
          <p:cNvSpPr/>
          <p:nvPr/>
        </p:nvSpPr>
        <p:spPr>
          <a:xfrm>
            <a:off x="2130551" y="7429500"/>
            <a:ext cx="694945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41" name="TextBox 1365"/>
          <p:cNvSpPr txBox="1"/>
          <p:nvPr/>
        </p:nvSpPr>
        <p:spPr>
          <a:xfrm>
            <a:off x="2320310" y="7502652"/>
            <a:ext cx="31543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2642" name="TextBox 1366"/>
          <p:cNvSpPr txBox="1"/>
          <p:nvPr/>
        </p:nvSpPr>
        <p:spPr>
          <a:xfrm>
            <a:off x="2409566" y="7685530"/>
            <a:ext cx="136917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r2</a:t>
            </a:r>
          </a:p>
        </p:txBody>
      </p:sp>
      <p:sp>
        <p:nvSpPr>
          <p:cNvPr id="2643" name="Rectangle 1367"/>
          <p:cNvSpPr/>
          <p:nvPr/>
        </p:nvSpPr>
        <p:spPr>
          <a:xfrm>
            <a:off x="2935223" y="7429500"/>
            <a:ext cx="694945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44" name="TextBox 1368"/>
          <p:cNvSpPr txBox="1"/>
          <p:nvPr/>
        </p:nvSpPr>
        <p:spPr>
          <a:xfrm>
            <a:off x="3124981" y="7502652"/>
            <a:ext cx="31543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2645" name="TextBox 1369"/>
          <p:cNvSpPr txBox="1"/>
          <p:nvPr/>
        </p:nvSpPr>
        <p:spPr>
          <a:xfrm>
            <a:off x="3214237" y="7685530"/>
            <a:ext cx="136917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r3</a:t>
            </a:r>
          </a:p>
        </p:txBody>
      </p:sp>
      <p:sp>
        <p:nvSpPr>
          <p:cNvPr id="2646" name="Rectangle 1370"/>
          <p:cNvSpPr/>
          <p:nvPr/>
        </p:nvSpPr>
        <p:spPr>
          <a:xfrm>
            <a:off x="4023359" y="6949440"/>
            <a:ext cx="3319272" cy="1344169"/>
          </a:xfrm>
          <a:prstGeom prst="rect">
            <a:avLst/>
          </a:prstGeom>
          <a:solidFill>
            <a:srgbClr val="FFFFFF"/>
          </a:solidFill>
          <a:ln w="9144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47" name="TextBox 1371"/>
          <p:cNvSpPr txBox="1"/>
          <p:nvPr/>
        </p:nvSpPr>
        <p:spPr>
          <a:xfrm>
            <a:off x="5030385" y="7022592"/>
            <a:ext cx="127779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4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Compute Tray 1</a:t>
            </a:r>
          </a:p>
        </p:txBody>
      </p:sp>
      <p:sp>
        <p:nvSpPr>
          <p:cNvPr id="2648" name="Rectangle 1372"/>
          <p:cNvSpPr/>
          <p:nvPr/>
        </p:nvSpPr>
        <p:spPr>
          <a:xfrm>
            <a:off x="4087367" y="7429500"/>
            <a:ext cx="694945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49" name="TextBox 1373"/>
          <p:cNvSpPr txBox="1"/>
          <p:nvPr/>
        </p:nvSpPr>
        <p:spPr>
          <a:xfrm>
            <a:off x="4277125" y="7502652"/>
            <a:ext cx="31543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2650" name="TextBox 1374"/>
          <p:cNvSpPr txBox="1"/>
          <p:nvPr/>
        </p:nvSpPr>
        <p:spPr>
          <a:xfrm>
            <a:off x="4366382" y="7685530"/>
            <a:ext cx="13691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r4</a:t>
            </a:r>
          </a:p>
        </p:txBody>
      </p:sp>
      <p:sp>
        <p:nvSpPr>
          <p:cNvPr id="2651" name="Rectangle 1375"/>
          <p:cNvSpPr/>
          <p:nvPr/>
        </p:nvSpPr>
        <p:spPr>
          <a:xfrm>
            <a:off x="4892040" y="7429500"/>
            <a:ext cx="694945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52" name="TextBox 1376"/>
          <p:cNvSpPr txBox="1"/>
          <p:nvPr/>
        </p:nvSpPr>
        <p:spPr>
          <a:xfrm>
            <a:off x="5081797" y="7502652"/>
            <a:ext cx="31543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2653" name="TextBox 1377"/>
          <p:cNvSpPr txBox="1"/>
          <p:nvPr/>
        </p:nvSpPr>
        <p:spPr>
          <a:xfrm>
            <a:off x="5171054" y="7685530"/>
            <a:ext cx="13691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r5</a:t>
            </a:r>
          </a:p>
        </p:txBody>
      </p:sp>
      <p:sp>
        <p:nvSpPr>
          <p:cNvPr id="2654" name="Rectangle 1378"/>
          <p:cNvSpPr/>
          <p:nvPr/>
        </p:nvSpPr>
        <p:spPr>
          <a:xfrm>
            <a:off x="5696711" y="7429500"/>
            <a:ext cx="694945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55" name="TextBox 1379"/>
          <p:cNvSpPr txBox="1"/>
          <p:nvPr/>
        </p:nvSpPr>
        <p:spPr>
          <a:xfrm>
            <a:off x="5886470" y="7502652"/>
            <a:ext cx="31543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2656" name="TextBox 1380"/>
          <p:cNvSpPr txBox="1"/>
          <p:nvPr/>
        </p:nvSpPr>
        <p:spPr>
          <a:xfrm>
            <a:off x="5975727" y="7685530"/>
            <a:ext cx="13691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r6</a:t>
            </a:r>
          </a:p>
        </p:txBody>
      </p:sp>
      <p:sp>
        <p:nvSpPr>
          <p:cNvPr id="2657" name="Rectangle 1381"/>
          <p:cNvSpPr/>
          <p:nvPr/>
        </p:nvSpPr>
        <p:spPr>
          <a:xfrm>
            <a:off x="6501384" y="7429500"/>
            <a:ext cx="694945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58" name="TextBox 1382"/>
          <p:cNvSpPr txBox="1"/>
          <p:nvPr/>
        </p:nvSpPr>
        <p:spPr>
          <a:xfrm>
            <a:off x="6691141" y="7502652"/>
            <a:ext cx="31543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2659" name="TextBox 1383"/>
          <p:cNvSpPr txBox="1"/>
          <p:nvPr/>
        </p:nvSpPr>
        <p:spPr>
          <a:xfrm>
            <a:off x="6780398" y="7685530"/>
            <a:ext cx="136917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r7</a:t>
            </a:r>
          </a:p>
        </p:txBody>
      </p:sp>
      <p:sp>
        <p:nvSpPr>
          <p:cNvPr id="2660" name="Rectangle 1384"/>
          <p:cNvSpPr/>
          <p:nvPr/>
        </p:nvSpPr>
        <p:spPr>
          <a:xfrm>
            <a:off x="7589519" y="6949440"/>
            <a:ext cx="3319272" cy="1344169"/>
          </a:xfrm>
          <a:prstGeom prst="rect">
            <a:avLst/>
          </a:prstGeom>
          <a:solidFill>
            <a:srgbClr val="FFFFFF"/>
          </a:solidFill>
          <a:ln w="9144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61" name="TextBox 1385"/>
          <p:cNvSpPr txBox="1"/>
          <p:nvPr/>
        </p:nvSpPr>
        <p:spPr>
          <a:xfrm>
            <a:off x="8596545" y="7022592"/>
            <a:ext cx="127779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4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Compute Tray 2</a:t>
            </a:r>
          </a:p>
        </p:txBody>
      </p:sp>
      <p:sp>
        <p:nvSpPr>
          <p:cNvPr id="2662" name="Rectangle 1386"/>
          <p:cNvSpPr/>
          <p:nvPr/>
        </p:nvSpPr>
        <p:spPr>
          <a:xfrm>
            <a:off x="7653526" y="7429500"/>
            <a:ext cx="694945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63" name="TextBox 1387"/>
          <p:cNvSpPr txBox="1"/>
          <p:nvPr/>
        </p:nvSpPr>
        <p:spPr>
          <a:xfrm>
            <a:off x="7843285" y="7502652"/>
            <a:ext cx="31543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2664" name="TextBox 1388"/>
          <p:cNvSpPr txBox="1"/>
          <p:nvPr/>
        </p:nvSpPr>
        <p:spPr>
          <a:xfrm>
            <a:off x="7932542" y="7685530"/>
            <a:ext cx="13691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r8</a:t>
            </a:r>
          </a:p>
        </p:txBody>
      </p:sp>
      <p:sp>
        <p:nvSpPr>
          <p:cNvPr id="2665" name="Rectangle 1389"/>
          <p:cNvSpPr/>
          <p:nvPr/>
        </p:nvSpPr>
        <p:spPr>
          <a:xfrm>
            <a:off x="8458200" y="7429500"/>
            <a:ext cx="694945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66" name="TextBox 1390"/>
          <p:cNvSpPr txBox="1"/>
          <p:nvPr/>
        </p:nvSpPr>
        <p:spPr>
          <a:xfrm>
            <a:off x="8647957" y="7502652"/>
            <a:ext cx="31543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2667" name="TextBox 1391"/>
          <p:cNvSpPr txBox="1"/>
          <p:nvPr/>
        </p:nvSpPr>
        <p:spPr>
          <a:xfrm>
            <a:off x="8737213" y="7685530"/>
            <a:ext cx="136917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r9</a:t>
            </a:r>
          </a:p>
        </p:txBody>
      </p:sp>
      <p:sp>
        <p:nvSpPr>
          <p:cNvPr id="2668" name="Rectangle 1392"/>
          <p:cNvSpPr/>
          <p:nvPr/>
        </p:nvSpPr>
        <p:spPr>
          <a:xfrm>
            <a:off x="9262871" y="7429500"/>
            <a:ext cx="694945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69" name="TextBox 1393"/>
          <p:cNvSpPr txBox="1"/>
          <p:nvPr/>
        </p:nvSpPr>
        <p:spPr>
          <a:xfrm>
            <a:off x="9452629" y="7502652"/>
            <a:ext cx="31543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2670" name="TextBox 1394"/>
          <p:cNvSpPr txBox="1"/>
          <p:nvPr/>
        </p:nvSpPr>
        <p:spPr>
          <a:xfrm>
            <a:off x="9503038" y="7685530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r10</a:t>
            </a:r>
          </a:p>
        </p:txBody>
      </p:sp>
      <p:sp>
        <p:nvSpPr>
          <p:cNvPr id="2671" name="Rectangle 1395"/>
          <p:cNvSpPr/>
          <p:nvPr/>
        </p:nvSpPr>
        <p:spPr>
          <a:xfrm>
            <a:off x="10067543" y="7429500"/>
            <a:ext cx="694945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72" name="TextBox 1396"/>
          <p:cNvSpPr txBox="1"/>
          <p:nvPr/>
        </p:nvSpPr>
        <p:spPr>
          <a:xfrm>
            <a:off x="10257301" y="7502652"/>
            <a:ext cx="31543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2673" name="TextBox 1397"/>
          <p:cNvSpPr txBox="1"/>
          <p:nvPr/>
        </p:nvSpPr>
        <p:spPr>
          <a:xfrm>
            <a:off x="10312861" y="7685530"/>
            <a:ext cx="2043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r11</a:t>
            </a:r>
          </a:p>
        </p:txBody>
      </p:sp>
      <p:sp>
        <p:nvSpPr>
          <p:cNvPr id="2674" name="Rectangle 1398"/>
          <p:cNvSpPr/>
          <p:nvPr/>
        </p:nvSpPr>
        <p:spPr>
          <a:xfrm>
            <a:off x="11155680" y="6949440"/>
            <a:ext cx="3319272" cy="1344169"/>
          </a:xfrm>
          <a:prstGeom prst="rect">
            <a:avLst/>
          </a:prstGeom>
          <a:solidFill>
            <a:srgbClr val="FFFFFF"/>
          </a:solidFill>
          <a:ln w="9144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75" name="TextBox 1399"/>
          <p:cNvSpPr txBox="1"/>
          <p:nvPr/>
        </p:nvSpPr>
        <p:spPr>
          <a:xfrm>
            <a:off x="12162705" y="7022592"/>
            <a:ext cx="127779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4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Compute Tray 3</a:t>
            </a:r>
          </a:p>
        </p:txBody>
      </p:sp>
      <p:sp>
        <p:nvSpPr>
          <p:cNvPr id="2676" name="Rectangle 1400"/>
          <p:cNvSpPr/>
          <p:nvPr/>
        </p:nvSpPr>
        <p:spPr>
          <a:xfrm>
            <a:off x="11219688" y="7429500"/>
            <a:ext cx="694945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77" name="TextBox 1401"/>
          <p:cNvSpPr txBox="1"/>
          <p:nvPr/>
        </p:nvSpPr>
        <p:spPr>
          <a:xfrm>
            <a:off x="11409445" y="7502652"/>
            <a:ext cx="31543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2678" name="TextBox 1402"/>
          <p:cNvSpPr txBox="1"/>
          <p:nvPr/>
        </p:nvSpPr>
        <p:spPr>
          <a:xfrm>
            <a:off x="11459854" y="7685530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r12</a:t>
            </a:r>
          </a:p>
        </p:txBody>
      </p:sp>
      <p:sp>
        <p:nvSpPr>
          <p:cNvPr id="2679" name="Rectangle 1403"/>
          <p:cNvSpPr/>
          <p:nvPr/>
        </p:nvSpPr>
        <p:spPr>
          <a:xfrm>
            <a:off x="12024359" y="7429500"/>
            <a:ext cx="694945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80" name="TextBox 1404"/>
          <p:cNvSpPr txBox="1"/>
          <p:nvPr/>
        </p:nvSpPr>
        <p:spPr>
          <a:xfrm>
            <a:off x="12214118" y="7502652"/>
            <a:ext cx="315429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2681" name="TextBox 1405"/>
          <p:cNvSpPr txBox="1"/>
          <p:nvPr/>
        </p:nvSpPr>
        <p:spPr>
          <a:xfrm>
            <a:off x="12264527" y="7685530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r13</a:t>
            </a:r>
          </a:p>
        </p:txBody>
      </p:sp>
      <p:sp>
        <p:nvSpPr>
          <p:cNvPr id="2682" name="Rectangle 1406"/>
          <p:cNvSpPr/>
          <p:nvPr/>
        </p:nvSpPr>
        <p:spPr>
          <a:xfrm>
            <a:off x="12829031" y="7429500"/>
            <a:ext cx="694945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83" name="TextBox 1407"/>
          <p:cNvSpPr txBox="1"/>
          <p:nvPr/>
        </p:nvSpPr>
        <p:spPr>
          <a:xfrm>
            <a:off x="13018789" y="7502652"/>
            <a:ext cx="31543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2684" name="TextBox 1408"/>
          <p:cNvSpPr txBox="1"/>
          <p:nvPr/>
        </p:nvSpPr>
        <p:spPr>
          <a:xfrm>
            <a:off x="13069199" y="7685530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r14</a:t>
            </a:r>
          </a:p>
        </p:txBody>
      </p:sp>
      <p:sp>
        <p:nvSpPr>
          <p:cNvPr id="2685" name="Rectangle 1409"/>
          <p:cNvSpPr/>
          <p:nvPr/>
        </p:nvSpPr>
        <p:spPr>
          <a:xfrm>
            <a:off x="13633704" y="7429500"/>
            <a:ext cx="694945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86" name="TextBox 1410"/>
          <p:cNvSpPr txBox="1"/>
          <p:nvPr/>
        </p:nvSpPr>
        <p:spPr>
          <a:xfrm>
            <a:off x="13823461" y="7502652"/>
            <a:ext cx="31543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2687" name="TextBox 1411"/>
          <p:cNvSpPr txBox="1"/>
          <p:nvPr/>
        </p:nvSpPr>
        <p:spPr>
          <a:xfrm>
            <a:off x="13873870" y="7685530"/>
            <a:ext cx="21461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r15</a:t>
            </a:r>
          </a:p>
        </p:txBody>
      </p:sp>
      <p:sp>
        <p:nvSpPr>
          <p:cNvPr id="2688" name="Rectangle 1412"/>
          <p:cNvSpPr/>
          <p:nvPr/>
        </p:nvSpPr>
        <p:spPr>
          <a:xfrm>
            <a:off x="14721839" y="6949440"/>
            <a:ext cx="3319272" cy="1344169"/>
          </a:xfrm>
          <a:prstGeom prst="rect">
            <a:avLst/>
          </a:prstGeom>
          <a:solidFill>
            <a:srgbClr val="FFFFFF"/>
          </a:solidFill>
          <a:ln w="9144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89" name="TextBox 1413"/>
          <p:cNvSpPr txBox="1"/>
          <p:nvPr/>
        </p:nvSpPr>
        <p:spPr>
          <a:xfrm>
            <a:off x="15728866" y="7022592"/>
            <a:ext cx="1277789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4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Compute Tray 4</a:t>
            </a:r>
          </a:p>
        </p:txBody>
      </p:sp>
      <p:sp>
        <p:nvSpPr>
          <p:cNvPr id="2690" name="Rectangle 1414"/>
          <p:cNvSpPr/>
          <p:nvPr/>
        </p:nvSpPr>
        <p:spPr>
          <a:xfrm>
            <a:off x="14785847" y="7429500"/>
            <a:ext cx="694945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91" name="TextBox 1415"/>
          <p:cNvSpPr txBox="1"/>
          <p:nvPr/>
        </p:nvSpPr>
        <p:spPr>
          <a:xfrm>
            <a:off x="14975605" y="7502652"/>
            <a:ext cx="31543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2692" name="TextBox 1416"/>
          <p:cNvSpPr txBox="1"/>
          <p:nvPr/>
        </p:nvSpPr>
        <p:spPr>
          <a:xfrm>
            <a:off x="15026014" y="7685530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r16</a:t>
            </a:r>
          </a:p>
        </p:txBody>
      </p:sp>
      <p:sp>
        <p:nvSpPr>
          <p:cNvPr id="2693" name="Rectangle 1417"/>
          <p:cNvSpPr/>
          <p:nvPr/>
        </p:nvSpPr>
        <p:spPr>
          <a:xfrm>
            <a:off x="15590519" y="7429500"/>
            <a:ext cx="694945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94" name="TextBox 1418"/>
          <p:cNvSpPr txBox="1"/>
          <p:nvPr/>
        </p:nvSpPr>
        <p:spPr>
          <a:xfrm>
            <a:off x="15780277" y="7502652"/>
            <a:ext cx="315429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2695" name="TextBox 1419"/>
          <p:cNvSpPr txBox="1"/>
          <p:nvPr/>
        </p:nvSpPr>
        <p:spPr>
          <a:xfrm>
            <a:off x="15830686" y="7685530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r17</a:t>
            </a:r>
          </a:p>
        </p:txBody>
      </p:sp>
      <p:sp>
        <p:nvSpPr>
          <p:cNvPr id="2696" name="Rectangle 1420"/>
          <p:cNvSpPr/>
          <p:nvPr/>
        </p:nvSpPr>
        <p:spPr>
          <a:xfrm>
            <a:off x="16395191" y="7429500"/>
            <a:ext cx="694945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97" name="TextBox 1421"/>
          <p:cNvSpPr txBox="1"/>
          <p:nvPr/>
        </p:nvSpPr>
        <p:spPr>
          <a:xfrm>
            <a:off x="16584950" y="7502652"/>
            <a:ext cx="31543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2698" name="TextBox 1422"/>
          <p:cNvSpPr txBox="1"/>
          <p:nvPr/>
        </p:nvSpPr>
        <p:spPr>
          <a:xfrm>
            <a:off x="16635359" y="7685530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r18</a:t>
            </a:r>
          </a:p>
        </p:txBody>
      </p:sp>
      <p:sp>
        <p:nvSpPr>
          <p:cNvPr id="2699" name="Rectangle 1423"/>
          <p:cNvSpPr/>
          <p:nvPr/>
        </p:nvSpPr>
        <p:spPr>
          <a:xfrm>
            <a:off x="17199863" y="7429500"/>
            <a:ext cx="694945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00" name="TextBox 1424"/>
          <p:cNvSpPr txBox="1"/>
          <p:nvPr/>
        </p:nvSpPr>
        <p:spPr>
          <a:xfrm>
            <a:off x="17389620" y="7502652"/>
            <a:ext cx="31543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2701" name="TextBox 1425"/>
          <p:cNvSpPr txBox="1"/>
          <p:nvPr/>
        </p:nvSpPr>
        <p:spPr>
          <a:xfrm>
            <a:off x="17440030" y="7685530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r19</a:t>
            </a:r>
          </a:p>
        </p:txBody>
      </p:sp>
      <p:sp>
        <p:nvSpPr>
          <p:cNvPr id="2702" name="Rectangle 1426"/>
          <p:cNvSpPr/>
          <p:nvPr/>
        </p:nvSpPr>
        <p:spPr>
          <a:xfrm>
            <a:off x="18288000" y="6949440"/>
            <a:ext cx="3319272" cy="1344169"/>
          </a:xfrm>
          <a:prstGeom prst="rect">
            <a:avLst/>
          </a:prstGeom>
          <a:solidFill>
            <a:srgbClr val="FFFFFF"/>
          </a:solidFill>
          <a:ln w="9144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03" name="TextBox 1427"/>
          <p:cNvSpPr txBox="1"/>
          <p:nvPr/>
        </p:nvSpPr>
        <p:spPr>
          <a:xfrm>
            <a:off x="19295025" y="7022592"/>
            <a:ext cx="127779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4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Compute Tray 5</a:t>
            </a:r>
          </a:p>
        </p:txBody>
      </p:sp>
      <p:sp>
        <p:nvSpPr>
          <p:cNvPr id="2704" name="Rectangle 1428"/>
          <p:cNvSpPr/>
          <p:nvPr/>
        </p:nvSpPr>
        <p:spPr>
          <a:xfrm>
            <a:off x="18352008" y="7429500"/>
            <a:ext cx="694945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05" name="TextBox 1429"/>
          <p:cNvSpPr txBox="1"/>
          <p:nvPr/>
        </p:nvSpPr>
        <p:spPr>
          <a:xfrm>
            <a:off x="18541765" y="7502652"/>
            <a:ext cx="31543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2706" name="TextBox 1430"/>
          <p:cNvSpPr txBox="1"/>
          <p:nvPr/>
        </p:nvSpPr>
        <p:spPr>
          <a:xfrm>
            <a:off x="18592175" y="7685530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r20</a:t>
            </a:r>
          </a:p>
        </p:txBody>
      </p:sp>
      <p:sp>
        <p:nvSpPr>
          <p:cNvPr id="2707" name="Rectangle 1431"/>
          <p:cNvSpPr/>
          <p:nvPr/>
        </p:nvSpPr>
        <p:spPr>
          <a:xfrm>
            <a:off x="19156680" y="7429500"/>
            <a:ext cx="694945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08" name="TextBox 1432"/>
          <p:cNvSpPr txBox="1"/>
          <p:nvPr/>
        </p:nvSpPr>
        <p:spPr>
          <a:xfrm>
            <a:off x="19346437" y="7502652"/>
            <a:ext cx="31543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2709" name="TextBox 1433"/>
          <p:cNvSpPr txBox="1"/>
          <p:nvPr/>
        </p:nvSpPr>
        <p:spPr>
          <a:xfrm>
            <a:off x="19396847" y="7685530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r21</a:t>
            </a:r>
          </a:p>
        </p:txBody>
      </p:sp>
      <p:sp>
        <p:nvSpPr>
          <p:cNvPr id="2710" name="Rectangle 1434"/>
          <p:cNvSpPr/>
          <p:nvPr/>
        </p:nvSpPr>
        <p:spPr>
          <a:xfrm>
            <a:off x="19961352" y="7429500"/>
            <a:ext cx="694945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11" name="TextBox 1435"/>
          <p:cNvSpPr txBox="1"/>
          <p:nvPr/>
        </p:nvSpPr>
        <p:spPr>
          <a:xfrm>
            <a:off x="20151109" y="7502652"/>
            <a:ext cx="31543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2712" name="TextBox 1436"/>
          <p:cNvSpPr txBox="1"/>
          <p:nvPr/>
        </p:nvSpPr>
        <p:spPr>
          <a:xfrm>
            <a:off x="20201518" y="7685530"/>
            <a:ext cx="21461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r22</a:t>
            </a:r>
          </a:p>
        </p:txBody>
      </p:sp>
      <p:sp>
        <p:nvSpPr>
          <p:cNvPr id="2713" name="Rectangle 1437"/>
          <p:cNvSpPr/>
          <p:nvPr/>
        </p:nvSpPr>
        <p:spPr>
          <a:xfrm>
            <a:off x="20766023" y="7429500"/>
            <a:ext cx="694945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14" name="TextBox 1438"/>
          <p:cNvSpPr txBox="1"/>
          <p:nvPr/>
        </p:nvSpPr>
        <p:spPr>
          <a:xfrm>
            <a:off x="20955781" y="7502652"/>
            <a:ext cx="31543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2715" name="TextBox 1439"/>
          <p:cNvSpPr txBox="1"/>
          <p:nvPr/>
        </p:nvSpPr>
        <p:spPr>
          <a:xfrm>
            <a:off x="21006190" y="7685530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r23</a:t>
            </a:r>
          </a:p>
        </p:txBody>
      </p:sp>
      <p:sp>
        <p:nvSpPr>
          <p:cNvPr id="2716" name="Rectangle 1440"/>
          <p:cNvSpPr/>
          <p:nvPr/>
        </p:nvSpPr>
        <p:spPr>
          <a:xfrm>
            <a:off x="457200" y="8549640"/>
            <a:ext cx="3319272" cy="1344169"/>
          </a:xfrm>
          <a:prstGeom prst="rect">
            <a:avLst/>
          </a:prstGeom>
          <a:solidFill>
            <a:srgbClr val="FFFFFF"/>
          </a:solidFill>
          <a:ln w="9144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17" name="TextBox 1441"/>
          <p:cNvSpPr txBox="1"/>
          <p:nvPr/>
        </p:nvSpPr>
        <p:spPr>
          <a:xfrm>
            <a:off x="1464226" y="8622792"/>
            <a:ext cx="127779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4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Compute Tray 6</a:t>
            </a:r>
          </a:p>
        </p:txBody>
      </p:sp>
      <p:sp>
        <p:nvSpPr>
          <p:cNvPr id="2718" name="Rectangle 1442"/>
          <p:cNvSpPr/>
          <p:nvPr/>
        </p:nvSpPr>
        <p:spPr>
          <a:xfrm>
            <a:off x="521206" y="9029700"/>
            <a:ext cx="694946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19" name="TextBox 1443"/>
          <p:cNvSpPr txBox="1"/>
          <p:nvPr/>
        </p:nvSpPr>
        <p:spPr>
          <a:xfrm>
            <a:off x="710965" y="9102852"/>
            <a:ext cx="31543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2720" name="TextBox 1444"/>
          <p:cNvSpPr txBox="1"/>
          <p:nvPr/>
        </p:nvSpPr>
        <p:spPr>
          <a:xfrm>
            <a:off x="761375" y="9285731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r24</a:t>
            </a:r>
          </a:p>
        </p:txBody>
      </p:sp>
      <p:sp>
        <p:nvSpPr>
          <p:cNvPr id="2721" name="Rectangle 1445"/>
          <p:cNvSpPr/>
          <p:nvPr/>
        </p:nvSpPr>
        <p:spPr>
          <a:xfrm>
            <a:off x="1325880" y="9029700"/>
            <a:ext cx="694945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22" name="TextBox 1446"/>
          <p:cNvSpPr txBox="1"/>
          <p:nvPr/>
        </p:nvSpPr>
        <p:spPr>
          <a:xfrm>
            <a:off x="1515637" y="9102852"/>
            <a:ext cx="31543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2723" name="TextBox 1447"/>
          <p:cNvSpPr txBox="1"/>
          <p:nvPr/>
        </p:nvSpPr>
        <p:spPr>
          <a:xfrm>
            <a:off x="1566047" y="9285731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r25</a:t>
            </a:r>
          </a:p>
        </p:txBody>
      </p:sp>
      <p:sp>
        <p:nvSpPr>
          <p:cNvPr id="2724" name="Rectangle 1448"/>
          <p:cNvSpPr/>
          <p:nvPr/>
        </p:nvSpPr>
        <p:spPr>
          <a:xfrm>
            <a:off x="2130551" y="9029700"/>
            <a:ext cx="694945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25" name="TextBox 1449"/>
          <p:cNvSpPr txBox="1"/>
          <p:nvPr/>
        </p:nvSpPr>
        <p:spPr>
          <a:xfrm>
            <a:off x="2320310" y="9102852"/>
            <a:ext cx="31543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2726" name="TextBox 1450"/>
          <p:cNvSpPr txBox="1"/>
          <p:nvPr/>
        </p:nvSpPr>
        <p:spPr>
          <a:xfrm>
            <a:off x="2370719" y="9285731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r26</a:t>
            </a:r>
          </a:p>
        </p:txBody>
      </p:sp>
      <p:sp>
        <p:nvSpPr>
          <p:cNvPr id="2727" name="Rectangle 1451"/>
          <p:cNvSpPr/>
          <p:nvPr/>
        </p:nvSpPr>
        <p:spPr>
          <a:xfrm>
            <a:off x="2935223" y="9029700"/>
            <a:ext cx="694945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28" name="TextBox 1452"/>
          <p:cNvSpPr txBox="1"/>
          <p:nvPr/>
        </p:nvSpPr>
        <p:spPr>
          <a:xfrm>
            <a:off x="3124981" y="9102852"/>
            <a:ext cx="31543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2729" name="TextBox 1453"/>
          <p:cNvSpPr txBox="1"/>
          <p:nvPr/>
        </p:nvSpPr>
        <p:spPr>
          <a:xfrm>
            <a:off x="3175390" y="9285731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r27</a:t>
            </a:r>
          </a:p>
        </p:txBody>
      </p:sp>
      <p:sp>
        <p:nvSpPr>
          <p:cNvPr id="2730" name="Rectangle 1454"/>
          <p:cNvSpPr/>
          <p:nvPr/>
        </p:nvSpPr>
        <p:spPr>
          <a:xfrm>
            <a:off x="4023359" y="8549640"/>
            <a:ext cx="3319272" cy="1344169"/>
          </a:xfrm>
          <a:prstGeom prst="rect">
            <a:avLst/>
          </a:prstGeom>
          <a:solidFill>
            <a:srgbClr val="FFFFFF"/>
          </a:solidFill>
          <a:ln w="9144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31" name="TextBox 1455"/>
          <p:cNvSpPr txBox="1"/>
          <p:nvPr/>
        </p:nvSpPr>
        <p:spPr>
          <a:xfrm>
            <a:off x="5030385" y="8622792"/>
            <a:ext cx="127779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4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Compute Tray 7</a:t>
            </a:r>
          </a:p>
        </p:txBody>
      </p:sp>
      <p:sp>
        <p:nvSpPr>
          <p:cNvPr id="2732" name="Rectangle 1456"/>
          <p:cNvSpPr/>
          <p:nvPr/>
        </p:nvSpPr>
        <p:spPr>
          <a:xfrm>
            <a:off x="4087367" y="9029700"/>
            <a:ext cx="694945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33" name="TextBox 1457"/>
          <p:cNvSpPr txBox="1"/>
          <p:nvPr/>
        </p:nvSpPr>
        <p:spPr>
          <a:xfrm>
            <a:off x="4277125" y="9102852"/>
            <a:ext cx="31543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2734" name="TextBox 1458"/>
          <p:cNvSpPr txBox="1"/>
          <p:nvPr/>
        </p:nvSpPr>
        <p:spPr>
          <a:xfrm>
            <a:off x="4327535" y="9285731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r28</a:t>
            </a:r>
          </a:p>
        </p:txBody>
      </p:sp>
      <p:sp>
        <p:nvSpPr>
          <p:cNvPr id="2735" name="Rectangle 1459"/>
          <p:cNvSpPr/>
          <p:nvPr/>
        </p:nvSpPr>
        <p:spPr>
          <a:xfrm>
            <a:off x="4892040" y="9029700"/>
            <a:ext cx="694945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36" name="TextBox 1460"/>
          <p:cNvSpPr txBox="1"/>
          <p:nvPr/>
        </p:nvSpPr>
        <p:spPr>
          <a:xfrm>
            <a:off x="5081797" y="9102852"/>
            <a:ext cx="31543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2737" name="TextBox 1461"/>
          <p:cNvSpPr txBox="1"/>
          <p:nvPr/>
        </p:nvSpPr>
        <p:spPr>
          <a:xfrm>
            <a:off x="5132206" y="9285731"/>
            <a:ext cx="21461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r29</a:t>
            </a:r>
          </a:p>
        </p:txBody>
      </p:sp>
      <p:sp>
        <p:nvSpPr>
          <p:cNvPr id="2738" name="Rectangle 1462"/>
          <p:cNvSpPr/>
          <p:nvPr/>
        </p:nvSpPr>
        <p:spPr>
          <a:xfrm>
            <a:off x="5696711" y="9029700"/>
            <a:ext cx="694945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39" name="TextBox 1463"/>
          <p:cNvSpPr txBox="1"/>
          <p:nvPr/>
        </p:nvSpPr>
        <p:spPr>
          <a:xfrm>
            <a:off x="5886470" y="9102852"/>
            <a:ext cx="31543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2740" name="TextBox 1464"/>
          <p:cNvSpPr txBox="1"/>
          <p:nvPr/>
        </p:nvSpPr>
        <p:spPr>
          <a:xfrm>
            <a:off x="5936879" y="9285731"/>
            <a:ext cx="21461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r30</a:t>
            </a:r>
          </a:p>
        </p:txBody>
      </p:sp>
      <p:sp>
        <p:nvSpPr>
          <p:cNvPr id="2741" name="Rectangle 1465"/>
          <p:cNvSpPr/>
          <p:nvPr/>
        </p:nvSpPr>
        <p:spPr>
          <a:xfrm>
            <a:off x="6501384" y="9029700"/>
            <a:ext cx="694945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42" name="TextBox 1466"/>
          <p:cNvSpPr txBox="1"/>
          <p:nvPr/>
        </p:nvSpPr>
        <p:spPr>
          <a:xfrm>
            <a:off x="6691141" y="9102852"/>
            <a:ext cx="31543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2743" name="TextBox 1467"/>
          <p:cNvSpPr txBox="1"/>
          <p:nvPr/>
        </p:nvSpPr>
        <p:spPr>
          <a:xfrm>
            <a:off x="6741551" y="9285731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r31</a:t>
            </a:r>
          </a:p>
        </p:txBody>
      </p:sp>
      <p:sp>
        <p:nvSpPr>
          <p:cNvPr id="2744" name="Rectangle 1468"/>
          <p:cNvSpPr/>
          <p:nvPr/>
        </p:nvSpPr>
        <p:spPr>
          <a:xfrm>
            <a:off x="7589519" y="8549640"/>
            <a:ext cx="3319272" cy="1344169"/>
          </a:xfrm>
          <a:prstGeom prst="rect">
            <a:avLst/>
          </a:prstGeom>
          <a:solidFill>
            <a:srgbClr val="FFFFFF"/>
          </a:solidFill>
          <a:ln w="9144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45" name="TextBox 1469"/>
          <p:cNvSpPr txBox="1"/>
          <p:nvPr/>
        </p:nvSpPr>
        <p:spPr>
          <a:xfrm>
            <a:off x="8596545" y="8622792"/>
            <a:ext cx="127779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4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Compute Tray 8</a:t>
            </a:r>
          </a:p>
        </p:txBody>
      </p:sp>
      <p:sp>
        <p:nvSpPr>
          <p:cNvPr id="2746" name="Rectangle 1470"/>
          <p:cNvSpPr/>
          <p:nvPr/>
        </p:nvSpPr>
        <p:spPr>
          <a:xfrm>
            <a:off x="7653526" y="9029700"/>
            <a:ext cx="694945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47" name="TextBox 1471"/>
          <p:cNvSpPr txBox="1"/>
          <p:nvPr/>
        </p:nvSpPr>
        <p:spPr>
          <a:xfrm>
            <a:off x="7843285" y="9102852"/>
            <a:ext cx="31543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2748" name="TextBox 1472"/>
          <p:cNvSpPr txBox="1"/>
          <p:nvPr/>
        </p:nvSpPr>
        <p:spPr>
          <a:xfrm>
            <a:off x="7893694" y="9285731"/>
            <a:ext cx="21461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r32</a:t>
            </a:r>
          </a:p>
        </p:txBody>
      </p:sp>
      <p:sp>
        <p:nvSpPr>
          <p:cNvPr id="2749" name="Rectangle 1473"/>
          <p:cNvSpPr/>
          <p:nvPr/>
        </p:nvSpPr>
        <p:spPr>
          <a:xfrm>
            <a:off x="8458200" y="9029700"/>
            <a:ext cx="694945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50" name="TextBox 1474"/>
          <p:cNvSpPr txBox="1"/>
          <p:nvPr/>
        </p:nvSpPr>
        <p:spPr>
          <a:xfrm>
            <a:off x="8647957" y="9102852"/>
            <a:ext cx="31543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2751" name="TextBox 1475"/>
          <p:cNvSpPr txBox="1"/>
          <p:nvPr/>
        </p:nvSpPr>
        <p:spPr>
          <a:xfrm>
            <a:off x="8698366" y="9285731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r33</a:t>
            </a:r>
          </a:p>
        </p:txBody>
      </p:sp>
      <p:sp>
        <p:nvSpPr>
          <p:cNvPr id="2752" name="Rectangle 1476"/>
          <p:cNvSpPr/>
          <p:nvPr/>
        </p:nvSpPr>
        <p:spPr>
          <a:xfrm>
            <a:off x="9262871" y="9029700"/>
            <a:ext cx="694945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53" name="TextBox 1477"/>
          <p:cNvSpPr txBox="1"/>
          <p:nvPr/>
        </p:nvSpPr>
        <p:spPr>
          <a:xfrm>
            <a:off x="9452629" y="9102852"/>
            <a:ext cx="31543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2754" name="TextBox 1478"/>
          <p:cNvSpPr txBox="1"/>
          <p:nvPr/>
        </p:nvSpPr>
        <p:spPr>
          <a:xfrm>
            <a:off x="9503038" y="9285731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r34</a:t>
            </a:r>
          </a:p>
        </p:txBody>
      </p:sp>
      <p:sp>
        <p:nvSpPr>
          <p:cNvPr id="2755" name="Rectangle 1479"/>
          <p:cNvSpPr/>
          <p:nvPr/>
        </p:nvSpPr>
        <p:spPr>
          <a:xfrm>
            <a:off x="10067543" y="9029700"/>
            <a:ext cx="694945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56" name="TextBox 1480"/>
          <p:cNvSpPr txBox="1"/>
          <p:nvPr/>
        </p:nvSpPr>
        <p:spPr>
          <a:xfrm>
            <a:off x="10257301" y="9102852"/>
            <a:ext cx="31543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2757" name="TextBox 1481"/>
          <p:cNvSpPr txBox="1"/>
          <p:nvPr/>
        </p:nvSpPr>
        <p:spPr>
          <a:xfrm>
            <a:off x="10307711" y="9285731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r35</a:t>
            </a:r>
          </a:p>
        </p:txBody>
      </p:sp>
      <p:sp>
        <p:nvSpPr>
          <p:cNvPr id="2758" name="Rectangle 1482"/>
          <p:cNvSpPr/>
          <p:nvPr/>
        </p:nvSpPr>
        <p:spPr>
          <a:xfrm>
            <a:off x="11155680" y="8549640"/>
            <a:ext cx="3319272" cy="1344169"/>
          </a:xfrm>
          <a:prstGeom prst="rect">
            <a:avLst/>
          </a:prstGeom>
          <a:solidFill>
            <a:srgbClr val="FFFFFF"/>
          </a:solidFill>
          <a:ln w="9144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59" name="TextBox 1483"/>
          <p:cNvSpPr txBox="1"/>
          <p:nvPr/>
        </p:nvSpPr>
        <p:spPr>
          <a:xfrm>
            <a:off x="12162705" y="8622792"/>
            <a:ext cx="127779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4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Compute Tray 9</a:t>
            </a:r>
          </a:p>
        </p:txBody>
      </p:sp>
      <p:sp>
        <p:nvSpPr>
          <p:cNvPr id="2760" name="Rectangle 1484"/>
          <p:cNvSpPr/>
          <p:nvPr/>
        </p:nvSpPr>
        <p:spPr>
          <a:xfrm>
            <a:off x="11219688" y="9029700"/>
            <a:ext cx="694945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61" name="TextBox 1485"/>
          <p:cNvSpPr txBox="1"/>
          <p:nvPr/>
        </p:nvSpPr>
        <p:spPr>
          <a:xfrm>
            <a:off x="11409445" y="9102852"/>
            <a:ext cx="31543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2762" name="TextBox 1486"/>
          <p:cNvSpPr txBox="1"/>
          <p:nvPr/>
        </p:nvSpPr>
        <p:spPr>
          <a:xfrm>
            <a:off x="11459854" y="9285731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r36</a:t>
            </a:r>
          </a:p>
        </p:txBody>
      </p:sp>
      <p:sp>
        <p:nvSpPr>
          <p:cNvPr id="2763" name="Rectangle 1487"/>
          <p:cNvSpPr/>
          <p:nvPr/>
        </p:nvSpPr>
        <p:spPr>
          <a:xfrm>
            <a:off x="12024359" y="9029700"/>
            <a:ext cx="694945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64" name="TextBox 1488"/>
          <p:cNvSpPr txBox="1"/>
          <p:nvPr/>
        </p:nvSpPr>
        <p:spPr>
          <a:xfrm>
            <a:off x="12214118" y="9102852"/>
            <a:ext cx="315429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2765" name="TextBox 1489"/>
          <p:cNvSpPr txBox="1"/>
          <p:nvPr/>
        </p:nvSpPr>
        <p:spPr>
          <a:xfrm>
            <a:off x="12264527" y="9285731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r37</a:t>
            </a:r>
          </a:p>
        </p:txBody>
      </p:sp>
      <p:sp>
        <p:nvSpPr>
          <p:cNvPr id="2766" name="Rectangle 1490"/>
          <p:cNvSpPr/>
          <p:nvPr/>
        </p:nvSpPr>
        <p:spPr>
          <a:xfrm>
            <a:off x="12829031" y="9029700"/>
            <a:ext cx="694945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67" name="TextBox 1491"/>
          <p:cNvSpPr txBox="1"/>
          <p:nvPr/>
        </p:nvSpPr>
        <p:spPr>
          <a:xfrm>
            <a:off x="13018789" y="9102852"/>
            <a:ext cx="31543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2768" name="TextBox 1492"/>
          <p:cNvSpPr txBox="1"/>
          <p:nvPr/>
        </p:nvSpPr>
        <p:spPr>
          <a:xfrm>
            <a:off x="13069199" y="9285731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r38</a:t>
            </a:r>
          </a:p>
        </p:txBody>
      </p:sp>
      <p:sp>
        <p:nvSpPr>
          <p:cNvPr id="2769" name="Rectangle 1493"/>
          <p:cNvSpPr/>
          <p:nvPr/>
        </p:nvSpPr>
        <p:spPr>
          <a:xfrm>
            <a:off x="13633704" y="9029700"/>
            <a:ext cx="694945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70" name="TextBox 1494"/>
          <p:cNvSpPr txBox="1"/>
          <p:nvPr/>
        </p:nvSpPr>
        <p:spPr>
          <a:xfrm>
            <a:off x="13823461" y="9102852"/>
            <a:ext cx="31543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2771" name="TextBox 1495"/>
          <p:cNvSpPr txBox="1"/>
          <p:nvPr/>
        </p:nvSpPr>
        <p:spPr>
          <a:xfrm>
            <a:off x="13873870" y="9285731"/>
            <a:ext cx="21461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r39</a:t>
            </a:r>
          </a:p>
        </p:txBody>
      </p:sp>
      <p:sp>
        <p:nvSpPr>
          <p:cNvPr id="2772" name="Rectangle 1496"/>
          <p:cNvSpPr/>
          <p:nvPr/>
        </p:nvSpPr>
        <p:spPr>
          <a:xfrm>
            <a:off x="14721839" y="8549640"/>
            <a:ext cx="3319272" cy="1344169"/>
          </a:xfrm>
          <a:prstGeom prst="rect">
            <a:avLst/>
          </a:prstGeom>
          <a:solidFill>
            <a:srgbClr val="FFFFFF"/>
          </a:solidFill>
          <a:ln w="9144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73" name="TextBox 1497"/>
          <p:cNvSpPr txBox="1"/>
          <p:nvPr/>
        </p:nvSpPr>
        <p:spPr>
          <a:xfrm>
            <a:off x="15679424" y="8622792"/>
            <a:ext cx="1376673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4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Compute Tray 10</a:t>
            </a:r>
          </a:p>
        </p:txBody>
      </p:sp>
      <p:sp>
        <p:nvSpPr>
          <p:cNvPr id="2774" name="Rectangle 1498"/>
          <p:cNvSpPr/>
          <p:nvPr/>
        </p:nvSpPr>
        <p:spPr>
          <a:xfrm>
            <a:off x="14785847" y="9029700"/>
            <a:ext cx="694945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75" name="TextBox 1499"/>
          <p:cNvSpPr txBox="1"/>
          <p:nvPr/>
        </p:nvSpPr>
        <p:spPr>
          <a:xfrm>
            <a:off x="14975605" y="9102852"/>
            <a:ext cx="31543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2776" name="TextBox 1500"/>
          <p:cNvSpPr txBox="1"/>
          <p:nvPr/>
        </p:nvSpPr>
        <p:spPr>
          <a:xfrm>
            <a:off x="15026014" y="9285731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r40</a:t>
            </a:r>
          </a:p>
        </p:txBody>
      </p:sp>
      <p:sp>
        <p:nvSpPr>
          <p:cNvPr id="2777" name="Rectangle 1501"/>
          <p:cNvSpPr/>
          <p:nvPr/>
        </p:nvSpPr>
        <p:spPr>
          <a:xfrm>
            <a:off x="15590519" y="9029700"/>
            <a:ext cx="694945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78" name="TextBox 1502"/>
          <p:cNvSpPr txBox="1"/>
          <p:nvPr/>
        </p:nvSpPr>
        <p:spPr>
          <a:xfrm>
            <a:off x="15780277" y="9102852"/>
            <a:ext cx="315429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2779" name="TextBox 1503"/>
          <p:cNvSpPr txBox="1"/>
          <p:nvPr/>
        </p:nvSpPr>
        <p:spPr>
          <a:xfrm>
            <a:off x="15830686" y="9285731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r41</a:t>
            </a:r>
          </a:p>
        </p:txBody>
      </p:sp>
      <p:sp>
        <p:nvSpPr>
          <p:cNvPr id="2780" name="Rectangle 1504"/>
          <p:cNvSpPr/>
          <p:nvPr/>
        </p:nvSpPr>
        <p:spPr>
          <a:xfrm>
            <a:off x="16395191" y="9029700"/>
            <a:ext cx="694945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81" name="TextBox 1505"/>
          <p:cNvSpPr txBox="1"/>
          <p:nvPr/>
        </p:nvSpPr>
        <p:spPr>
          <a:xfrm>
            <a:off x="16584950" y="9102852"/>
            <a:ext cx="31543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2782" name="TextBox 1506"/>
          <p:cNvSpPr txBox="1"/>
          <p:nvPr/>
        </p:nvSpPr>
        <p:spPr>
          <a:xfrm>
            <a:off x="16635359" y="9285731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r42</a:t>
            </a:r>
          </a:p>
        </p:txBody>
      </p:sp>
      <p:sp>
        <p:nvSpPr>
          <p:cNvPr id="2783" name="Rectangle 1507"/>
          <p:cNvSpPr/>
          <p:nvPr/>
        </p:nvSpPr>
        <p:spPr>
          <a:xfrm>
            <a:off x="17199863" y="9029700"/>
            <a:ext cx="694945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84" name="TextBox 1508"/>
          <p:cNvSpPr txBox="1"/>
          <p:nvPr/>
        </p:nvSpPr>
        <p:spPr>
          <a:xfrm>
            <a:off x="17389620" y="9102852"/>
            <a:ext cx="31543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2785" name="TextBox 1509"/>
          <p:cNvSpPr txBox="1"/>
          <p:nvPr/>
        </p:nvSpPr>
        <p:spPr>
          <a:xfrm>
            <a:off x="17440030" y="9285731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r43</a:t>
            </a:r>
          </a:p>
        </p:txBody>
      </p:sp>
      <p:sp>
        <p:nvSpPr>
          <p:cNvPr id="2786" name="Rectangle 1510"/>
          <p:cNvSpPr/>
          <p:nvPr/>
        </p:nvSpPr>
        <p:spPr>
          <a:xfrm>
            <a:off x="18288000" y="8549640"/>
            <a:ext cx="3319272" cy="1344169"/>
          </a:xfrm>
          <a:prstGeom prst="rect">
            <a:avLst/>
          </a:prstGeom>
          <a:solidFill>
            <a:srgbClr val="FFFFFF"/>
          </a:solidFill>
          <a:ln w="9144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87" name="TextBox 1511"/>
          <p:cNvSpPr txBox="1"/>
          <p:nvPr/>
        </p:nvSpPr>
        <p:spPr>
          <a:xfrm>
            <a:off x="19252138" y="8622792"/>
            <a:ext cx="1363564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4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Compute Tray 11</a:t>
            </a:r>
          </a:p>
        </p:txBody>
      </p:sp>
      <p:sp>
        <p:nvSpPr>
          <p:cNvPr id="2788" name="Rectangle 1512"/>
          <p:cNvSpPr/>
          <p:nvPr/>
        </p:nvSpPr>
        <p:spPr>
          <a:xfrm>
            <a:off x="18352008" y="9029700"/>
            <a:ext cx="694945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89" name="TextBox 1513"/>
          <p:cNvSpPr txBox="1"/>
          <p:nvPr/>
        </p:nvSpPr>
        <p:spPr>
          <a:xfrm>
            <a:off x="18541765" y="9102852"/>
            <a:ext cx="31543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2790" name="TextBox 1514"/>
          <p:cNvSpPr txBox="1"/>
          <p:nvPr/>
        </p:nvSpPr>
        <p:spPr>
          <a:xfrm>
            <a:off x="18592175" y="9285731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r44</a:t>
            </a:r>
          </a:p>
        </p:txBody>
      </p:sp>
      <p:sp>
        <p:nvSpPr>
          <p:cNvPr id="2791" name="Rectangle 1515"/>
          <p:cNvSpPr/>
          <p:nvPr/>
        </p:nvSpPr>
        <p:spPr>
          <a:xfrm>
            <a:off x="19156680" y="9029700"/>
            <a:ext cx="694945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92" name="TextBox 1516"/>
          <p:cNvSpPr txBox="1"/>
          <p:nvPr/>
        </p:nvSpPr>
        <p:spPr>
          <a:xfrm>
            <a:off x="19346437" y="9102852"/>
            <a:ext cx="31543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2793" name="TextBox 1517"/>
          <p:cNvSpPr txBox="1"/>
          <p:nvPr/>
        </p:nvSpPr>
        <p:spPr>
          <a:xfrm>
            <a:off x="19396847" y="9285731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r45</a:t>
            </a:r>
          </a:p>
        </p:txBody>
      </p:sp>
      <p:sp>
        <p:nvSpPr>
          <p:cNvPr id="2794" name="Rectangle 1518"/>
          <p:cNvSpPr/>
          <p:nvPr/>
        </p:nvSpPr>
        <p:spPr>
          <a:xfrm>
            <a:off x="19961352" y="9029700"/>
            <a:ext cx="694945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95" name="TextBox 1519"/>
          <p:cNvSpPr txBox="1"/>
          <p:nvPr/>
        </p:nvSpPr>
        <p:spPr>
          <a:xfrm>
            <a:off x="20151109" y="9102852"/>
            <a:ext cx="31543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2796" name="TextBox 1520"/>
          <p:cNvSpPr txBox="1"/>
          <p:nvPr/>
        </p:nvSpPr>
        <p:spPr>
          <a:xfrm>
            <a:off x="20201518" y="9285731"/>
            <a:ext cx="21461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r46</a:t>
            </a:r>
          </a:p>
        </p:txBody>
      </p:sp>
      <p:sp>
        <p:nvSpPr>
          <p:cNvPr id="2797" name="Rectangle 1521"/>
          <p:cNvSpPr/>
          <p:nvPr/>
        </p:nvSpPr>
        <p:spPr>
          <a:xfrm>
            <a:off x="20766023" y="9029700"/>
            <a:ext cx="694945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98" name="TextBox 1522"/>
          <p:cNvSpPr txBox="1"/>
          <p:nvPr/>
        </p:nvSpPr>
        <p:spPr>
          <a:xfrm>
            <a:off x="20955781" y="9102852"/>
            <a:ext cx="31543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2799" name="TextBox 1523"/>
          <p:cNvSpPr txBox="1"/>
          <p:nvPr/>
        </p:nvSpPr>
        <p:spPr>
          <a:xfrm>
            <a:off x="21006190" y="9285731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r47</a:t>
            </a:r>
          </a:p>
        </p:txBody>
      </p:sp>
      <p:sp>
        <p:nvSpPr>
          <p:cNvPr id="2800" name="Rectangle 1524"/>
          <p:cNvSpPr/>
          <p:nvPr/>
        </p:nvSpPr>
        <p:spPr>
          <a:xfrm>
            <a:off x="457200" y="10149840"/>
            <a:ext cx="3319272" cy="1344169"/>
          </a:xfrm>
          <a:prstGeom prst="rect">
            <a:avLst/>
          </a:prstGeom>
          <a:solidFill>
            <a:srgbClr val="FFFFFF"/>
          </a:solidFill>
          <a:ln w="9144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01" name="TextBox 1525"/>
          <p:cNvSpPr txBox="1"/>
          <p:nvPr/>
        </p:nvSpPr>
        <p:spPr>
          <a:xfrm>
            <a:off x="1414784" y="10222992"/>
            <a:ext cx="1376674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4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Compute Tray 12</a:t>
            </a:r>
          </a:p>
        </p:txBody>
      </p:sp>
      <p:sp>
        <p:nvSpPr>
          <p:cNvPr id="2802" name="Rectangle 1526"/>
          <p:cNvSpPr/>
          <p:nvPr/>
        </p:nvSpPr>
        <p:spPr>
          <a:xfrm>
            <a:off x="521206" y="10629900"/>
            <a:ext cx="694946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03" name="TextBox 1527"/>
          <p:cNvSpPr txBox="1"/>
          <p:nvPr/>
        </p:nvSpPr>
        <p:spPr>
          <a:xfrm>
            <a:off x="710965" y="10703052"/>
            <a:ext cx="31543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2804" name="TextBox 1528"/>
          <p:cNvSpPr txBox="1"/>
          <p:nvPr/>
        </p:nvSpPr>
        <p:spPr>
          <a:xfrm>
            <a:off x="761375" y="10885931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r48</a:t>
            </a:r>
          </a:p>
        </p:txBody>
      </p:sp>
      <p:sp>
        <p:nvSpPr>
          <p:cNvPr id="2805" name="Rectangle 1529"/>
          <p:cNvSpPr/>
          <p:nvPr/>
        </p:nvSpPr>
        <p:spPr>
          <a:xfrm>
            <a:off x="1325880" y="10629900"/>
            <a:ext cx="694945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06" name="TextBox 1530"/>
          <p:cNvSpPr txBox="1"/>
          <p:nvPr/>
        </p:nvSpPr>
        <p:spPr>
          <a:xfrm>
            <a:off x="1515637" y="10703052"/>
            <a:ext cx="31543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2807" name="TextBox 1531"/>
          <p:cNvSpPr txBox="1"/>
          <p:nvPr/>
        </p:nvSpPr>
        <p:spPr>
          <a:xfrm>
            <a:off x="1566047" y="10885931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r49</a:t>
            </a:r>
          </a:p>
        </p:txBody>
      </p:sp>
      <p:sp>
        <p:nvSpPr>
          <p:cNvPr id="2808" name="Rectangle 1532"/>
          <p:cNvSpPr/>
          <p:nvPr/>
        </p:nvSpPr>
        <p:spPr>
          <a:xfrm>
            <a:off x="2130551" y="10629900"/>
            <a:ext cx="694945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09" name="TextBox 1533"/>
          <p:cNvSpPr txBox="1"/>
          <p:nvPr/>
        </p:nvSpPr>
        <p:spPr>
          <a:xfrm>
            <a:off x="2320310" y="10703052"/>
            <a:ext cx="31543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2810" name="TextBox 1534"/>
          <p:cNvSpPr txBox="1"/>
          <p:nvPr/>
        </p:nvSpPr>
        <p:spPr>
          <a:xfrm>
            <a:off x="2370719" y="10885931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r50</a:t>
            </a:r>
          </a:p>
        </p:txBody>
      </p:sp>
      <p:sp>
        <p:nvSpPr>
          <p:cNvPr id="2811" name="Rectangle 1535"/>
          <p:cNvSpPr/>
          <p:nvPr/>
        </p:nvSpPr>
        <p:spPr>
          <a:xfrm>
            <a:off x="2935223" y="10629900"/>
            <a:ext cx="694945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12" name="TextBox 1536"/>
          <p:cNvSpPr txBox="1"/>
          <p:nvPr/>
        </p:nvSpPr>
        <p:spPr>
          <a:xfrm>
            <a:off x="3124981" y="10703052"/>
            <a:ext cx="31543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2813" name="TextBox 1537"/>
          <p:cNvSpPr txBox="1"/>
          <p:nvPr/>
        </p:nvSpPr>
        <p:spPr>
          <a:xfrm>
            <a:off x="3175390" y="10885931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r51</a:t>
            </a:r>
          </a:p>
        </p:txBody>
      </p:sp>
      <p:sp>
        <p:nvSpPr>
          <p:cNvPr id="2814" name="Rectangle 1538"/>
          <p:cNvSpPr/>
          <p:nvPr/>
        </p:nvSpPr>
        <p:spPr>
          <a:xfrm>
            <a:off x="4023359" y="10149840"/>
            <a:ext cx="3319272" cy="1344169"/>
          </a:xfrm>
          <a:prstGeom prst="rect">
            <a:avLst/>
          </a:prstGeom>
          <a:solidFill>
            <a:srgbClr val="FFFFFF"/>
          </a:solidFill>
          <a:ln w="9144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15" name="TextBox 1539"/>
          <p:cNvSpPr txBox="1"/>
          <p:nvPr/>
        </p:nvSpPr>
        <p:spPr>
          <a:xfrm>
            <a:off x="4980943" y="10222992"/>
            <a:ext cx="1376674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4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Compute Tray 13</a:t>
            </a:r>
          </a:p>
        </p:txBody>
      </p:sp>
      <p:sp>
        <p:nvSpPr>
          <p:cNvPr id="2816" name="Rectangle 1540"/>
          <p:cNvSpPr/>
          <p:nvPr/>
        </p:nvSpPr>
        <p:spPr>
          <a:xfrm>
            <a:off x="4087367" y="10629900"/>
            <a:ext cx="694945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17" name="TextBox 1541"/>
          <p:cNvSpPr txBox="1"/>
          <p:nvPr/>
        </p:nvSpPr>
        <p:spPr>
          <a:xfrm>
            <a:off x="4277125" y="10703052"/>
            <a:ext cx="31543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2818" name="TextBox 1542"/>
          <p:cNvSpPr txBox="1"/>
          <p:nvPr/>
        </p:nvSpPr>
        <p:spPr>
          <a:xfrm>
            <a:off x="4327535" y="10885931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r52</a:t>
            </a:r>
          </a:p>
        </p:txBody>
      </p:sp>
      <p:sp>
        <p:nvSpPr>
          <p:cNvPr id="2819" name="Rectangle 1543"/>
          <p:cNvSpPr/>
          <p:nvPr/>
        </p:nvSpPr>
        <p:spPr>
          <a:xfrm>
            <a:off x="4892040" y="10629900"/>
            <a:ext cx="694945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20" name="TextBox 1544"/>
          <p:cNvSpPr txBox="1"/>
          <p:nvPr/>
        </p:nvSpPr>
        <p:spPr>
          <a:xfrm>
            <a:off x="5081797" y="10703052"/>
            <a:ext cx="31543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2821" name="TextBox 1545"/>
          <p:cNvSpPr txBox="1"/>
          <p:nvPr/>
        </p:nvSpPr>
        <p:spPr>
          <a:xfrm>
            <a:off x="5132206" y="10885931"/>
            <a:ext cx="21461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r53</a:t>
            </a:r>
          </a:p>
        </p:txBody>
      </p:sp>
      <p:sp>
        <p:nvSpPr>
          <p:cNvPr id="2822" name="Rectangle 1546"/>
          <p:cNvSpPr/>
          <p:nvPr/>
        </p:nvSpPr>
        <p:spPr>
          <a:xfrm>
            <a:off x="5696711" y="10629900"/>
            <a:ext cx="694945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23" name="TextBox 1547"/>
          <p:cNvSpPr txBox="1"/>
          <p:nvPr/>
        </p:nvSpPr>
        <p:spPr>
          <a:xfrm>
            <a:off x="5886470" y="10703052"/>
            <a:ext cx="31543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2824" name="TextBox 1548"/>
          <p:cNvSpPr txBox="1"/>
          <p:nvPr/>
        </p:nvSpPr>
        <p:spPr>
          <a:xfrm>
            <a:off x="5936879" y="10885931"/>
            <a:ext cx="21461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r54</a:t>
            </a:r>
          </a:p>
        </p:txBody>
      </p:sp>
      <p:sp>
        <p:nvSpPr>
          <p:cNvPr id="2825" name="Rectangle 1549"/>
          <p:cNvSpPr/>
          <p:nvPr/>
        </p:nvSpPr>
        <p:spPr>
          <a:xfrm>
            <a:off x="6501384" y="10629900"/>
            <a:ext cx="694945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26" name="TextBox 1550"/>
          <p:cNvSpPr txBox="1"/>
          <p:nvPr/>
        </p:nvSpPr>
        <p:spPr>
          <a:xfrm>
            <a:off x="6691141" y="10703052"/>
            <a:ext cx="31543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2827" name="TextBox 1551"/>
          <p:cNvSpPr txBox="1"/>
          <p:nvPr/>
        </p:nvSpPr>
        <p:spPr>
          <a:xfrm>
            <a:off x="6741551" y="10885931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r55</a:t>
            </a:r>
          </a:p>
        </p:txBody>
      </p:sp>
      <p:sp>
        <p:nvSpPr>
          <p:cNvPr id="2828" name="Rectangle 1552"/>
          <p:cNvSpPr/>
          <p:nvPr/>
        </p:nvSpPr>
        <p:spPr>
          <a:xfrm>
            <a:off x="7589519" y="10149840"/>
            <a:ext cx="3319272" cy="1344169"/>
          </a:xfrm>
          <a:prstGeom prst="rect">
            <a:avLst/>
          </a:prstGeom>
          <a:solidFill>
            <a:srgbClr val="FFFFFF"/>
          </a:solidFill>
          <a:ln w="9144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29" name="TextBox 1553"/>
          <p:cNvSpPr txBox="1"/>
          <p:nvPr/>
        </p:nvSpPr>
        <p:spPr>
          <a:xfrm>
            <a:off x="8547103" y="10222992"/>
            <a:ext cx="1376674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4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Compute Tray 14</a:t>
            </a:r>
          </a:p>
        </p:txBody>
      </p:sp>
      <p:sp>
        <p:nvSpPr>
          <p:cNvPr id="2830" name="Rectangle 1554"/>
          <p:cNvSpPr/>
          <p:nvPr/>
        </p:nvSpPr>
        <p:spPr>
          <a:xfrm>
            <a:off x="7653526" y="10629900"/>
            <a:ext cx="694945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31" name="TextBox 1555"/>
          <p:cNvSpPr txBox="1"/>
          <p:nvPr/>
        </p:nvSpPr>
        <p:spPr>
          <a:xfrm>
            <a:off x="7843285" y="10703052"/>
            <a:ext cx="31543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2832" name="TextBox 1556"/>
          <p:cNvSpPr txBox="1"/>
          <p:nvPr/>
        </p:nvSpPr>
        <p:spPr>
          <a:xfrm>
            <a:off x="7893694" y="10885931"/>
            <a:ext cx="21461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r56</a:t>
            </a:r>
          </a:p>
        </p:txBody>
      </p:sp>
      <p:sp>
        <p:nvSpPr>
          <p:cNvPr id="2833" name="Rectangle 1557"/>
          <p:cNvSpPr/>
          <p:nvPr/>
        </p:nvSpPr>
        <p:spPr>
          <a:xfrm>
            <a:off x="8458200" y="10629900"/>
            <a:ext cx="694945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34" name="TextBox 1558"/>
          <p:cNvSpPr txBox="1"/>
          <p:nvPr/>
        </p:nvSpPr>
        <p:spPr>
          <a:xfrm>
            <a:off x="8647957" y="10703052"/>
            <a:ext cx="31543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2835" name="TextBox 1559"/>
          <p:cNvSpPr txBox="1"/>
          <p:nvPr/>
        </p:nvSpPr>
        <p:spPr>
          <a:xfrm>
            <a:off x="8698366" y="10885931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r57</a:t>
            </a:r>
          </a:p>
        </p:txBody>
      </p:sp>
      <p:sp>
        <p:nvSpPr>
          <p:cNvPr id="2836" name="Rectangle 1560"/>
          <p:cNvSpPr/>
          <p:nvPr/>
        </p:nvSpPr>
        <p:spPr>
          <a:xfrm>
            <a:off x="9262871" y="10629900"/>
            <a:ext cx="694945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37" name="TextBox 1561"/>
          <p:cNvSpPr txBox="1"/>
          <p:nvPr/>
        </p:nvSpPr>
        <p:spPr>
          <a:xfrm>
            <a:off x="9452629" y="10703052"/>
            <a:ext cx="31543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2838" name="TextBox 1562"/>
          <p:cNvSpPr txBox="1"/>
          <p:nvPr/>
        </p:nvSpPr>
        <p:spPr>
          <a:xfrm>
            <a:off x="9503038" y="10885931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r58</a:t>
            </a:r>
          </a:p>
        </p:txBody>
      </p:sp>
      <p:sp>
        <p:nvSpPr>
          <p:cNvPr id="2839" name="Rectangle 1563"/>
          <p:cNvSpPr/>
          <p:nvPr/>
        </p:nvSpPr>
        <p:spPr>
          <a:xfrm>
            <a:off x="10067543" y="10629900"/>
            <a:ext cx="694945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40" name="TextBox 1564"/>
          <p:cNvSpPr txBox="1"/>
          <p:nvPr/>
        </p:nvSpPr>
        <p:spPr>
          <a:xfrm>
            <a:off x="10257301" y="10703052"/>
            <a:ext cx="31543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2841" name="TextBox 1565"/>
          <p:cNvSpPr txBox="1"/>
          <p:nvPr/>
        </p:nvSpPr>
        <p:spPr>
          <a:xfrm>
            <a:off x="10307711" y="10885931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r59</a:t>
            </a:r>
          </a:p>
        </p:txBody>
      </p:sp>
      <p:sp>
        <p:nvSpPr>
          <p:cNvPr id="2842" name="Rectangle 1566"/>
          <p:cNvSpPr/>
          <p:nvPr/>
        </p:nvSpPr>
        <p:spPr>
          <a:xfrm>
            <a:off x="11155680" y="10149840"/>
            <a:ext cx="3319272" cy="1344169"/>
          </a:xfrm>
          <a:prstGeom prst="rect">
            <a:avLst/>
          </a:prstGeom>
          <a:solidFill>
            <a:srgbClr val="FFFFFF"/>
          </a:solidFill>
          <a:ln w="9144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43" name="TextBox 1567"/>
          <p:cNvSpPr txBox="1"/>
          <p:nvPr/>
        </p:nvSpPr>
        <p:spPr>
          <a:xfrm>
            <a:off x="12113263" y="10222992"/>
            <a:ext cx="1376674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4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Compute Tray 15</a:t>
            </a:r>
          </a:p>
        </p:txBody>
      </p:sp>
      <p:sp>
        <p:nvSpPr>
          <p:cNvPr id="2844" name="Rectangle 1568"/>
          <p:cNvSpPr/>
          <p:nvPr/>
        </p:nvSpPr>
        <p:spPr>
          <a:xfrm>
            <a:off x="11219688" y="10629900"/>
            <a:ext cx="694945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45" name="TextBox 1569"/>
          <p:cNvSpPr txBox="1"/>
          <p:nvPr/>
        </p:nvSpPr>
        <p:spPr>
          <a:xfrm>
            <a:off x="11409445" y="10703052"/>
            <a:ext cx="31543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2846" name="TextBox 1570"/>
          <p:cNvSpPr txBox="1"/>
          <p:nvPr/>
        </p:nvSpPr>
        <p:spPr>
          <a:xfrm>
            <a:off x="11459854" y="10885931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r60</a:t>
            </a:r>
          </a:p>
        </p:txBody>
      </p:sp>
      <p:sp>
        <p:nvSpPr>
          <p:cNvPr id="2847" name="Rectangle 1571"/>
          <p:cNvSpPr/>
          <p:nvPr/>
        </p:nvSpPr>
        <p:spPr>
          <a:xfrm>
            <a:off x="12024359" y="10629900"/>
            <a:ext cx="694945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48" name="TextBox 1572"/>
          <p:cNvSpPr txBox="1"/>
          <p:nvPr/>
        </p:nvSpPr>
        <p:spPr>
          <a:xfrm>
            <a:off x="12214118" y="10703052"/>
            <a:ext cx="315429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2849" name="TextBox 1573"/>
          <p:cNvSpPr txBox="1"/>
          <p:nvPr/>
        </p:nvSpPr>
        <p:spPr>
          <a:xfrm>
            <a:off x="12264527" y="10885931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r61</a:t>
            </a:r>
          </a:p>
        </p:txBody>
      </p:sp>
      <p:sp>
        <p:nvSpPr>
          <p:cNvPr id="2850" name="Rectangle 1574"/>
          <p:cNvSpPr/>
          <p:nvPr/>
        </p:nvSpPr>
        <p:spPr>
          <a:xfrm>
            <a:off x="12829031" y="10629900"/>
            <a:ext cx="694945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51" name="TextBox 1575"/>
          <p:cNvSpPr txBox="1"/>
          <p:nvPr/>
        </p:nvSpPr>
        <p:spPr>
          <a:xfrm>
            <a:off x="13018789" y="10703052"/>
            <a:ext cx="31543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2852" name="TextBox 1576"/>
          <p:cNvSpPr txBox="1"/>
          <p:nvPr/>
        </p:nvSpPr>
        <p:spPr>
          <a:xfrm>
            <a:off x="13069199" y="10885931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r62</a:t>
            </a:r>
          </a:p>
        </p:txBody>
      </p:sp>
      <p:sp>
        <p:nvSpPr>
          <p:cNvPr id="2853" name="Rectangle 1577"/>
          <p:cNvSpPr/>
          <p:nvPr/>
        </p:nvSpPr>
        <p:spPr>
          <a:xfrm>
            <a:off x="13633704" y="10629900"/>
            <a:ext cx="694945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54" name="TextBox 1578"/>
          <p:cNvSpPr txBox="1"/>
          <p:nvPr/>
        </p:nvSpPr>
        <p:spPr>
          <a:xfrm>
            <a:off x="13823461" y="10703052"/>
            <a:ext cx="31543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2855" name="TextBox 1579"/>
          <p:cNvSpPr txBox="1"/>
          <p:nvPr/>
        </p:nvSpPr>
        <p:spPr>
          <a:xfrm>
            <a:off x="13873870" y="10885931"/>
            <a:ext cx="21461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r63</a:t>
            </a:r>
          </a:p>
        </p:txBody>
      </p:sp>
      <p:sp>
        <p:nvSpPr>
          <p:cNvPr id="2856" name="Rectangle 1580"/>
          <p:cNvSpPr/>
          <p:nvPr/>
        </p:nvSpPr>
        <p:spPr>
          <a:xfrm>
            <a:off x="14721839" y="10149840"/>
            <a:ext cx="3319272" cy="1344169"/>
          </a:xfrm>
          <a:prstGeom prst="rect">
            <a:avLst/>
          </a:prstGeom>
          <a:solidFill>
            <a:srgbClr val="FFFFFF"/>
          </a:solidFill>
          <a:ln w="9144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57" name="TextBox 1581"/>
          <p:cNvSpPr txBox="1"/>
          <p:nvPr/>
        </p:nvSpPr>
        <p:spPr>
          <a:xfrm>
            <a:off x="15679424" y="10222992"/>
            <a:ext cx="1376673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4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Compute Tray 16</a:t>
            </a:r>
          </a:p>
        </p:txBody>
      </p:sp>
      <p:sp>
        <p:nvSpPr>
          <p:cNvPr id="2858" name="Rectangle 1582"/>
          <p:cNvSpPr/>
          <p:nvPr/>
        </p:nvSpPr>
        <p:spPr>
          <a:xfrm>
            <a:off x="14785847" y="10629900"/>
            <a:ext cx="694945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59" name="TextBox 1583"/>
          <p:cNvSpPr txBox="1"/>
          <p:nvPr/>
        </p:nvSpPr>
        <p:spPr>
          <a:xfrm>
            <a:off x="14975605" y="10703052"/>
            <a:ext cx="31543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2860" name="TextBox 1584"/>
          <p:cNvSpPr txBox="1"/>
          <p:nvPr/>
        </p:nvSpPr>
        <p:spPr>
          <a:xfrm>
            <a:off x="15026014" y="10885931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r64</a:t>
            </a:r>
          </a:p>
        </p:txBody>
      </p:sp>
      <p:sp>
        <p:nvSpPr>
          <p:cNvPr id="2861" name="Rectangle 1585"/>
          <p:cNvSpPr/>
          <p:nvPr/>
        </p:nvSpPr>
        <p:spPr>
          <a:xfrm>
            <a:off x="15590519" y="10629900"/>
            <a:ext cx="694945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62" name="TextBox 1586"/>
          <p:cNvSpPr txBox="1"/>
          <p:nvPr/>
        </p:nvSpPr>
        <p:spPr>
          <a:xfrm>
            <a:off x="15780277" y="10703052"/>
            <a:ext cx="315429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2863" name="TextBox 1587"/>
          <p:cNvSpPr txBox="1"/>
          <p:nvPr/>
        </p:nvSpPr>
        <p:spPr>
          <a:xfrm>
            <a:off x="15830686" y="10885931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r65</a:t>
            </a:r>
          </a:p>
        </p:txBody>
      </p:sp>
      <p:sp>
        <p:nvSpPr>
          <p:cNvPr id="2864" name="Rectangle 1588"/>
          <p:cNvSpPr/>
          <p:nvPr/>
        </p:nvSpPr>
        <p:spPr>
          <a:xfrm>
            <a:off x="16395191" y="10629900"/>
            <a:ext cx="694945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65" name="TextBox 1589"/>
          <p:cNvSpPr txBox="1"/>
          <p:nvPr/>
        </p:nvSpPr>
        <p:spPr>
          <a:xfrm>
            <a:off x="16584950" y="10703052"/>
            <a:ext cx="31543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2866" name="TextBox 1590"/>
          <p:cNvSpPr txBox="1"/>
          <p:nvPr/>
        </p:nvSpPr>
        <p:spPr>
          <a:xfrm>
            <a:off x="16635359" y="10885931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r66</a:t>
            </a:r>
          </a:p>
        </p:txBody>
      </p:sp>
      <p:sp>
        <p:nvSpPr>
          <p:cNvPr id="2867" name="Rectangle 1591"/>
          <p:cNvSpPr/>
          <p:nvPr/>
        </p:nvSpPr>
        <p:spPr>
          <a:xfrm>
            <a:off x="17199863" y="10629900"/>
            <a:ext cx="694945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68" name="TextBox 1592"/>
          <p:cNvSpPr txBox="1"/>
          <p:nvPr/>
        </p:nvSpPr>
        <p:spPr>
          <a:xfrm>
            <a:off x="17389620" y="10703052"/>
            <a:ext cx="31543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2869" name="TextBox 1593"/>
          <p:cNvSpPr txBox="1"/>
          <p:nvPr/>
        </p:nvSpPr>
        <p:spPr>
          <a:xfrm>
            <a:off x="17440030" y="10885931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r67</a:t>
            </a:r>
          </a:p>
        </p:txBody>
      </p:sp>
      <p:sp>
        <p:nvSpPr>
          <p:cNvPr id="2870" name="Rectangle 1594"/>
          <p:cNvSpPr/>
          <p:nvPr/>
        </p:nvSpPr>
        <p:spPr>
          <a:xfrm>
            <a:off x="18288000" y="10149840"/>
            <a:ext cx="3319272" cy="1344169"/>
          </a:xfrm>
          <a:prstGeom prst="rect">
            <a:avLst/>
          </a:prstGeom>
          <a:solidFill>
            <a:srgbClr val="FFFFFF"/>
          </a:solidFill>
          <a:ln w="9144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71" name="TextBox 1595"/>
          <p:cNvSpPr txBox="1"/>
          <p:nvPr/>
        </p:nvSpPr>
        <p:spPr>
          <a:xfrm>
            <a:off x="19245583" y="10222992"/>
            <a:ext cx="1376674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4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Compute Tray 17</a:t>
            </a:r>
          </a:p>
        </p:txBody>
      </p:sp>
      <p:sp>
        <p:nvSpPr>
          <p:cNvPr id="2872" name="Rectangle 1596"/>
          <p:cNvSpPr/>
          <p:nvPr/>
        </p:nvSpPr>
        <p:spPr>
          <a:xfrm>
            <a:off x="18352008" y="10629900"/>
            <a:ext cx="694945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73" name="TextBox 1597"/>
          <p:cNvSpPr txBox="1"/>
          <p:nvPr/>
        </p:nvSpPr>
        <p:spPr>
          <a:xfrm>
            <a:off x="18541765" y="10703052"/>
            <a:ext cx="31543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2874" name="TextBox 1598"/>
          <p:cNvSpPr txBox="1"/>
          <p:nvPr/>
        </p:nvSpPr>
        <p:spPr>
          <a:xfrm>
            <a:off x="18592175" y="10885931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r68</a:t>
            </a:r>
          </a:p>
        </p:txBody>
      </p:sp>
      <p:sp>
        <p:nvSpPr>
          <p:cNvPr id="2875" name="Rectangle 1599"/>
          <p:cNvSpPr/>
          <p:nvPr/>
        </p:nvSpPr>
        <p:spPr>
          <a:xfrm>
            <a:off x="19156680" y="10629900"/>
            <a:ext cx="694945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76" name="TextBox 1600"/>
          <p:cNvSpPr txBox="1"/>
          <p:nvPr/>
        </p:nvSpPr>
        <p:spPr>
          <a:xfrm>
            <a:off x="19346437" y="10703052"/>
            <a:ext cx="31543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2877" name="TextBox 1601"/>
          <p:cNvSpPr txBox="1"/>
          <p:nvPr/>
        </p:nvSpPr>
        <p:spPr>
          <a:xfrm>
            <a:off x="19396847" y="10885931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r69</a:t>
            </a:r>
          </a:p>
        </p:txBody>
      </p:sp>
      <p:sp>
        <p:nvSpPr>
          <p:cNvPr id="2878" name="Rectangle 1602"/>
          <p:cNvSpPr/>
          <p:nvPr/>
        </p:nvSpPr>
        <p:spPr>
          <a:xfrm>
            <a:off x="19961352" y="10629900"/>
            <a:ext cx="694945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79" name="TextBox 1603"/>
          <p:cNvSpPr txBox="1"/>
          <p:nvPr/>
        </p:nvSpPr>
        <p:spPr>
          <a:xfrm>
            <a:off x="20151109" y="10703052"/>
            <a:ext cx="31543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2880" name="TextBox 1604"/>
          <p:cNvSpPr txBox="1"/>
          <p:nvPr/>
        </p:nvSpPr>
        <p:spPr>
          <a:xfrm>
            <a:off x="20201518" y="10885931"/>
            <a:ext cx="21461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r70</a:t>
            </a:r>
          </a:p>
        </p:txBody>
      </p:sp>
      <p:sp>
        <p:nvSpPr>
          <p:cNvPr id="2881" name="Rectangle 1605"/>
          <p:cNvSpPr/>
          <p:nvPr/>
        </p:nvSpPr>
        <p:spPr>
          <a:xfrm>
            <a:off x="20766023" y="10629900"/>
            <a:ext cx="694945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82" name="TextBox 1606"/>
          <p:cNvSpPr txBox="1"/>
          <p:nvPr/>
        </p:nvSpPr>
        <p:spPr>
          <a:xfrm>
            <a:off x="20955781" y="10703052"/>
            <a:ext cx="31543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2883" name="TextBox 1607"/>
          <p:cNvSpPr txBox="1"/>
          <p:nvPr/>
        </p:nvSpPr>
        <p:spPr>
          <a:xfrm>
            <a:off x="21006190" y="10885931"/>
            <a:ext cx="2146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r71</a:t>
            </a:r>
          </a:p>
        </p:txBody>
      </p:sp>
      <p:sp>
        <p:nvSpPr>
          <p:cNvPr id="2884" name="TextBox 1608"/>
          <p:cNvSpPr txBox="1"/>
          <p:nvPr/>
        </p:nvSpPr>
        <p:spPr>
          <a:xfrm>
            <a:off x="6110238" y="12115800"/>
            <a:ext cx="9725125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6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No direct GPU-GPU mesh edges, no NVSwitch-NVSwitch links, and no NVLink links between the two racks.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6" name="TextBox 1"/>
          <p:cNvSpPr txBox="1"/>
          <p:nvPr/>
        </p:nvSpPr>
        <p:spPr>
          <a:xfrm>
            <a:off x="548639" y="228600"/>
            <a:ext cx="7898583" cy="431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8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Compute Tray 0: 4 GPUs, 4 NICs, 4 separate rails</a:t>
            </a:r>
          </a:p>
        </p:txBody>
      </p:sp>
      <p:sp>
        <p:nvSpPr>
          <p:cNvPr id="2887" name="TextBox 2"/>
          <p:cNvSpPr txBox="1"/>
          <p:nvPr/>
        </p:nvSpPr>
        <p:spPr>
          <a:xfrm>
            <a:off x="548639" y="868680"/>
            <a:ext cx="9689196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 slot j uses rail j. The GPU-NIC-Leaf path is one logical edge in the input, with 400 Gb/s capacity.</a:t>
            </a:r>
          </a:p>
        </p:txBody>
      </p:sp>
      <p:sp>
        <p:nvSpPr>
          <p:cNvPr id="2888" name="Connector 3"/>
          <p:cNvSpPr/>
          <p:nvPr/>
        </p:nvSpPr>
        <p:spPr>
          <a:xfrm flipV="1">
            <a:off x="3291840" y="2468880"/>
            <a:ext cx="1" cy="5303521"/>
          </a:xfrm>
          <a:prstGeom prst="line">
            <a:avLst/>
          </a:prstGeom>
          <a:ln w="36576">
            <a:solidFill>
              <a:srgbClr val="267AC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89" name="Connector 4"/>
          <p:cNvSpPr/>
          <p:nvPr/>
        </p:nvSpPr>
        <p:spPr>
          <a:xfrm flipH="1">
            <a:off x="1014983" y="8595359"/>
            <a:ext cx="2276857" cy="2011680"/>
          </a:xfrm>
          <a:prstGeom prst="line">
            <a:avLst/>
          </a:prstGeom>
          <a:ln w="27432">
            <a:solidFill>
              <a:srgbClr val="D64B2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90" name="Connector 5"/>
          <p:cNvSpPr/>
          <p:nvPr/>
        </p:nvSpPr>
        <p:spPr>
          <a:xfrm flipH="1">
            <a:off x="2185416" y="8595359"/>
            <a:ext cx="1106425" cy="2011680"/>
          </a:xfrm>
          <a:prstGeom prst="line">
            <a:avLst/>
          </a:prstGeom>
          <a:ln w="27432">
            <a:solidFill>
              <a:srgbClr val="D64B2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91" name="Connector 6"/>
          <p:cNvSpPr/>
          <p:nvPr/>
        </p:nvSpPr>
        <p:spPr>
          <a:xfrm>
            <a:off x="3291839" y="8595359"/>
            <a:ext cx="64010" cy="2011680"/>
          </a:xfrm>
          <a:prstGeom prst="line">
            <a:avLst/>
          </a:prstGeom>
          <a:ln w="27432">
            <a:solidFill>
              <a:srgbClr val="D64B2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92" name="Connector 7"/>
          <p:cNvSpPr/>
          <p:nvPr/>
        </p:nvSpPr>
        <p:spPr>
          <a:xfrm>
            <a:off x="3291840" y="8595359"/>
            <a:ext cx="1234440" cy="2011680"/>
          </a:xfrm>
          <a:prstGeom prst="line">
            <a:avLst/>
          </a:prstGeom>
          <a:ln w="27432">
            <a:solidFill>
              <a:srgbClr val="D64B2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93" name="Connector 8"/>
          <p:cNvSpPr/>
          <p:nvPr/>
        </p:nvSpPr>
        <p:spPr>
          <a:xfrm>
            <a:off x="3291840" y="8595359"/>
            <a:ext cx="2404873" cy="2011680"/>
          </a:xfrm>
          <a:prstGeom prst="line">
            <a:avLst/>
          </a:prstGeom>
          <a:ln w="27432">
            <a:solidFill>
              <a:srgbClr val="D64B2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94" name="Connector 9"/>
          <p:cNvSpPr/>
          <p:nvPr/>
        </p:nvSpPr>
        <p:spPr>
          <a:xfrm>
            <a:off x="3291840" y="8595359"/>
            <a:ext cx="3575304" cy="2011681"/>
          </a:xfrm>
          <a:prstGeom prst="line">
            <a:avLst/>
          </a:prstGeom>
          <a:ln w="27432">
            <a:solidFill>
              <a:srgbClr val="D64B2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95" name="Connector 10"/>
          <p:cNvSpPr/>
          <p:nvPr/>
        </p:nvSpPr>
        <p:spPr>
          <a:xfrm>
            <a:off x="3291840" y="8595359"/>
            <a:ext cx="4745736" cy="2011681"/>
          </a:xfrm>
          <a:prstGeom prst="line">
            <a:avLst/>
          </a:prstGeom>
          <a:ln w="27432">
            <a:solidFill>
              <a:srgbClr val="D64B2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96" name="Connector 11"/>
          <p:cNvSpPr/>
          <p:nvPr/>
        </p:nvSpPr>
        <p:spPr>
          <a:xfrm>
            <a:off x="3291840" y="8595360"/>
            <a:ext cx="5916169" cy="2011679"/>
          </a:xfrm>
          <a:prstGeom prst="line">
            <a:avLst/>
          </a:prstGeom>
          <a:ln w="27432">
            <a:solidFill>
              <a:srgbClr val="D64B2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97" name="Connector 12"/>
          <p:cNvSpPr/>
          <p:nvPr/>
        </p:nvSpPr>
        <p:spPr>
          <a:xfrm>
            <a:off x="3291840" y="8595360"/>
            <a:ext cx="7086601" cy="2011679"/>
          </a:xfrm>
          <a:prstGeom prst="line">
            <a:avLst/>
          </a:prstGeom>
          <a:ln w="27432">
            <a:solidFill>
              <a:srgbClr val="D64B2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98" name="Connector 13"/>
          <p:cNvSpPr/>
          <p:nvPr/>
        </p:nvSpPr>
        <p:spPr>
          <a:xfrm>
            <a:off x="3291840" y="8595359"/>
            <a:ext cx="8257031" cy="2011680"/>
          </a:xfrm>
          <a:prstGeom prst="line">
            <a:avLst/>
          </a:prstGeom>
          <a:ln w="27432">
            <a:solidFill>
              <a:srgbClr val="D64B2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99" name="Connector 14"/>
          <p:cNvSpPr/>
          <p:nvPr/>
        </p:nvSpPr>
        <p:spPr>
          <a:xfrm>
            <a:off x="3291840" y="8595359"/>
            <a:ext cx="9427465" cy="2011681"/>
          </a:xfrm>
          <a:prstGeom prst="line">
            <a:avLst/>
          </a:prstGeom>
          <a:ln w="27432">
            <a:solidFill>
              <a:srgbClr val="D64B2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00" name="Connector 15"/>
          <p:cNvSpPr/>
          <p:nvPr/>
        </p:nvSpPr>
        <p:spPr>
          <a:xfrm>
            <a:off x="3291840" y="8595358"/>
            <a:ext cx="10597896" cy="2011682"/>
          </a:xfrm>
          <a:prstGeom prst="line">
            <a:avLst/>
          </a:prstGeom>
          <a:ln w="27432">
            <a:solidFill>
              <a:srgbClr val="D64B2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01" name="Connector 16"/>
          <p:cNvSpPr/>
          <p:nvPr/>
        </p:nvSpPr>
        <p:spPr>
          <a:xfrm>
            <a:off x="3291839" y="8595360"/>
            <a:ext cx="11768329" cy="2011678"/>
          </a:xfrm>
          <a:prstGeom prst="line">
            <a:avLst/>
          </a:prstGeom>
          <a:ln w="27432">
            <a:solidFill>
              <a:srgbClr val="D64B2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02" name="Connector 17"/>
          <p:cNvSpPr/>
          <p:nvPr/>
        </p:nvSpPr>
        <p:spPr>
          <a:xfrm>
            <a:off x="3291839" y="8595361"/>
            <a:ext cx="12938763" cy="2011677"/>
          </a:xfrm>
          <a:prstGeom prst="line">
            <a:avLst/>
          </a:prstGeom>
          <a:ln w="27432">
            <a:solidFill>
              <a:srgbClr val="D64B2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03" name="Connector 18"/>
          <p:cNvSpPr/>
          <p:nvPr/>
        </p:nvSpPr>
        <p:spPr>
          <a:xfrm>
            <a:off x="3291840" y="8595359"/>
            <a:ext cx="14109193" cy="2011680"/>
          </a:xfrm>
          <a:prstGeom prst="line">
            <a:avLst/>
          </a:prstGeom>
          <a:ln w="27432">
            <a:solidFill>
              <a:srgbClr val="D64B2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04" name="Connector 19"/>
          <p:cNvSpPr/>
          <p:nvPr/>
        </p:nvSpPr>
        <p:spPr>
          <a:xfrm>
            <a:off x="3291839" y="8595361"/>
            <a:ext cx="15279625" cy="2011676"/>
          </a:xfrm>
          <a:prstGeom prst="line">
            <a:avLst/>
          </a:prstGeom>
          <a:ln w="27432">
            <a:solidFill>
              <a:srgbClr val="D64B2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05" name="Connector 20"/>
          <p:cNvSpPr/>
          <p:nvPr/>
        </p:nvSpPr>
        <p:spPr>
          <a:xfrm>
            <a:off x="3291839" y="8595361"/>
            <a:ext cx="16450058" cy="2011676"/>
          </a:xfrm>
          <a:prstGeom prst="line">
            <a:avLst/>
          </a:prstGeom>
          <a:ln w="27432">
            <a:solidFill>
              <a:srgbClr val="D64B2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06" name="Connector 21"/>
          <p:cNvSpPr/>
          <p:nvPr/>
        </p:nvSpPr>
        <p:spPr>
          <a:xfrm>
            <a:off x="3291840" y="8595359"/>
            <a:ext cx="17620488" cy="2011680"/>
          </a:xfrm>
          <a:prstGeom prst="line">
            <a:avLst/>
          </a:prstGeom>
          <a:ln w="27432">
            <a:solidFill>
              <a:srgbClr val="D64B2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07" name="Connector 22"/>
          <p:cNvSpPr/>
          <p:nvPr/>
        </p:nvSpPr>
        <p:spPr>
          <a:xfrm flipV="1">
            <a:off x="8412480" y="2468880"/>
            <a:ext cx="1" cy="5303521"/>
          </a:xfrm>
          <a:prstGeom prst="line">
            <a:avLst/>
          </a:prstGeom>
          <a:ln w="9144">
            <a:solidFill>
              <a:srgbClr val="D8D8D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08" name="Connector 23"/>
          <p:cNvSpPr/>
          <p:nvPr/>
        </p:nvSpPr>
        <p:spPr>
          <a:xfrm flipH="1">
            <a:off x="1014984" y="8595360"/>
            <a:ext cx="7397496" cy="2011679"/>
          </a:xfrm>
          <a:prstGeom prst="line">
            <a:avLst/>
          </a:prstGeom>
          <a:ln w="5486">
            <a:solidFill>
              <a:srgbClr val="D8D8D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09" name="Connector 24"/>
          <p:cNvSpPr/>
          <p:nvPr/>
        </p:nvSpPr>
        <p:spPr>
          <a:xfrm flipH="1">
            <a:off x="2185416" y="8595359"/>
            <a:ext cx="6227065" cy="2011681"/>
          </a:xfrm>
          <a:prstGeom prst="line">
            <a:avLst/>
          </a:prstGeom>
          <a:ln w="5486">
            <a:solidFill>
              <a:srgbClr val="D8D8D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10" name="Connector 25"/>
          <p:cNvSpPr/>
          <p:nvPr/>
        </p:nvSpPr>
        <p:spPr>
          <a:xfrm flipH="1">
            <a:off x="3355847" y="8595359"/>
            <a:ext cx="5056633" cy="2011680"/>
          </a:xfrm>
          <a:prstGeom prst="line">
            <a:avLst/>
          </a:prstGeom>
          <a:ln w="5486">
            <a:solidFill>
              <a:srgbClr val="D8D8D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11" name="Connector 26"/>
          <p:cNvSpPr/>
          <p:nvPr/>
        </p:nvSpPr>
        <p:spPr>
          <a:xfrm flipH="1">
            <a:off x="4526279" y="8595359"/>
            <a:ext cx="3886201" cy="2011680"/>
          </a:xfrm>
          <a:prstGeom prst="line">
            <a:avLst/>
          </a:prstGeom>
          <a:ln w="5486">
            <a:solidFill>
              <a:srgbClr val="D8D8D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12" name="Connector 27"/>
          <p:cNvSpPr/>
          <p:nvPr/>
        </p:nvSpPr>
        <p:spPr>
          <a:xfrm flipH="1">
            <a:off x="5696711" y="8595359"/>
            <a:ext cx="2715769" cy="2011680"/>
          </a:xfrm>
          <a:prstGeom prst="line">
            <a:avLst/>
          </a:prstGeom>
          <a:ln w="5486">
            <a:solidFill>
              <a:srgbClr val="D8D8D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13" name="Connector 28"/>
          <p:cNvSpPr/>
          <p:nvPr/>
        </p:nvSpPr>
        <p:spPr>
          <a:xfrm flipH="1">
            <a:off x="6867143" y="8595359"/>
            <a:ext cx="1545337" cy="2011680"/>
          </a:xfrm>
          <a:prstGeom prst="line">
            <a:avLst/>
          </a:prstGeom>
          <a:ln w="5486">
            <a:solidFill>
              <a:srgbClr val="D8D8D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14" name="Connector 29"/>
          <p:cNvSpPr/>
          <p:nvPr/>
        </p:nvSpPr>
        <p:spPr>
          <a:xfrm flipH="1">
            <a:off x="8037575" y="8595359"/>
            <a:ext cx="374906" cy="2011680"/>
          </a:xfrm>
          <a:prstGeom prst="line">
            <a:avLst/>
          </a:prstGeom>
          <a:ln w="5486">
            <a:solidFill>
              <a:srgbClr val="D8D8D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15" name="Connector 30"/>
          <p:cNvSpPr/>
          <p:nvPr/>
        </p:nvSpPr>
        <p:spPr>
          <a:xfrm>
            <a:off x="8412480" y="8595359"/>
            <a:ext cx="795529" cy="2011680"/>
          </a:xfrm>
          <a:prstGeom prst="line">
            <a:avLst/>
          </a:prstGeom>
          <a:ln w="5486">
            <a:solidFill>
              <a:srgbClr val="D8D8D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16" name="Connector 31"/>
          <p:cNvSpPr/>
          <p:nvPr/>
        </p:nvSpPr>
        <p:spPr>
          <a:xfrm>
            <a:off x="8412480" y="8595359"/>
            <a:ext cx="1965961" cy="2011680"/>
          </a:xfrm>
          <a:prstGeom prst="line">
            <a:avLst/>
          </a:prstGeom>
          <a:ln w="5486">
            <a:solidFill>
              <a:srgbClr val="D8D8D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17" name="Connector 32"/>
          <p:cNvSpPr/>
          <p:nvPr/>
        </p:nvSpPr>
        <p:spPr>
          <a:xfrm>
            <a:off x="8412480" y="8595359"/>
            <a:ext cx="3136392" cy="2011681"/>
          </a:xfrm>
          <a:prstGeom prst="line">
            <a:avLst/>
          </a:prstGeom>
          <a:ln w="5486">
            <a:solidFill>
              <a:srgbClr val="D8D8D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18" name="Connector 33"/>
          <p:cNvSpPr/>
          <p:nvPr/>
        </p:nvSpPr>
        <p:spPr>
          <a:xfrm>
            <a:off x="8412480" y="8595359"/>
            <a:ext cx="4306825" cy="2011681"/>
          </a:xfrm>
          <a:prstGeom prst="line">
            <a:avLst/>
          </a:prstGeom>
          <a:ln w="5486">
            <a:solidFill>
              <a:srgbClr val="D8D8D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19" name="Connector 34"/>
          <p:cNvSpPr/>
          <p:nvPr/>
        </p:nvSpPr>
        <p:spPr>
          <a:xfrm>
            <a:off x="8412480" y="8595359"/>
            <a:ext cx="5477257" cy="2011680"/>
          </a:xfrm>
          <a:prstGeom prst="line">
            <a:avLst/>
          </a:prstGeom>
          <a:ln w="5486">
            <a:solidFill>
              <a:srgbClr val="D8D8D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20" name="Connector 35"/>
          <p:cNvSpPr/>
          <p:nvPr/>
        </p:nvSpPr>
        <p:spPr>
          <a:xfrm>
            <a:off x="8412480" y="8595359"/>
            <a:ext cx="6647688" cy="2011680"/>
          </a:xfrm>
          <a:prstGeom prst="line">
            <a:avLst/>
          </a:prstGeom>
          <a:ln w="5486">
            <a:solidFill>
              <a:srgbClr val="D8D8D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21" name="Connector 36"/>
          <p:cNvSpPr/>
          <p:nvPr/>
        </p:nvSpPr>
        <p:spPr>
          <a:xfrm>
            <a:off x="8412480" y="8595359"/>
            <a:ext cx="7818120" cy="2011680"/>
          </a:xfrm>
          <a:prstGeom prst="line">
            <a:avLst/>
          </a:prstGeom>
          <a:ln w="5486">
            <a:solidFill>
              <a:srgbClr val="D8D8D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22" name="Connector 37"/>
          <p:cNvSpPr/>
          <p:nvPr/>
        </p:nvSpPr>
        <p:spPr>
          <a:xfrm>
            <a:off x="8412480" y="8595359"/>
            <a:ext cx="8988552" cy="2011680"/>
          </a:xfrm>
          <a:prstGeom prst="line">
            <a:avLst/>
          </a:prstGeom>
          <a:ln w="5486">
            <a:solidFill>
              <a:srgbClr val="D8D8D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23" name="Connector 38"/>
          <p:cNvSpPr/>
          <p:nvPr/>
        </p:nvSpPr>
        <p:spPr>
          <a:xfrm>
            <a:off x="8412480" y="8595358"/>
            <a:ext cx="10158985" cy="2011682"/>
          </a:xfrm>
          <a:prstGeom prst="line">
            <a:avLst/>
          </a:prstGeom>
          <a:ln w="5486">
            <a:solidFill>
              <a:srgbClr val="D8D8D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24" name="Connector 39"/>
          <p:cNvSpPr/>
          <p:nvPr/>
        </p:nvSpPr>
        <p:spPr>
          <a:xfrm>
            <a:off x="8412479" y="8595360"/>
            <a:ext cx="11329418" cy="2011679"/>
          </a:xfrm>
          <a:prstGeom prst="line">
            <a:avLst/>
          </a:prstGeom>
          <a:ln w="5486">
            <a:solidFill>
              <a:srgbClr val="D8D8D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25" name="Connector 40"/>
          <p:cNvSpPr/>
          <p:nvPr/>
        </p:nvSpPr>
        <p:spPr>
          <a:xfrm>
            <a:off x="8412480" y="8595359"/>
            <a:ext cx="12499849" cy="2011681"/>
          </a:xfrm>
          <a:prstGeom prst="line">
            <a:avLst/>
          </a:prstGeom>
          <a:ln w="5486">
            <a:solidFill>
              <a:srgbClr val="D8D8D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26" name="Connector 41"/>
          <p:cNvSpPr/>
          <p:nvPr/>
        </p:nvSpPr>
        <p:spPr>
          <a:xfrm flipV="1">
            <a:off x="13533119" y="2468880"/>
            <a:ext cx="1" cy="5303521"/>
          </a:xfrm>
          <a:prstGeom prst="line">
            <a:avLst/>
          </a:prstGeom>
          <a:ln w="9144">
            <a:solidFill>
              <a:srgbClr val="D8D8D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27" name="Connector 42"/>
          <p:cNvSpPr/>
          <p:nvPr/>
        </p:nvSpPr>
        <p:spPr>
          <a:xfrm flipH="1">
            <a:off x="1014983" y="8595360"/>
            <a:ext cx="12518137" cy="2011679"/>
          </a:xfrm>
          <a:prstGeom prst="line">
            <a:avLst/>
          </a:prstGeom>
          <a:ln w="5486">
            <a:solidFill>
              <a:srgbClr val="D8D8D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28" name="Connector 43"/>
          <p:cNvSpPr/>
          <p:nvPr/>
        </p:nvSpPr>
        <p:spPr>
          <a:xfrm flipH="1">
            <a:off x="2185416" y="8595359"/>
            <a:ext cx="11347705" cy="2011681"/>
          </a:xfrm>
          <a:prstGeom prst="line">
            <a:avLst/>
          </a:prstGeom>
          <a:ln w="5486">
            <a:solidFill>
              <a:srgbClr val="D8D8D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29" name="Connector 44"/>
          <p:cNvSpPr/>
          <p:nvPr/>
        </p:nvSpPr>
        <p:spPr>
          <a:xfrm flipH="1">
            <a:off x="3355847" y="8595360"/>
            <a:ext cx="10177273" cy="2011679"/>
          </a:xfrm>
          <a:prstGeom prst="line">
            <a:avLst/>
          </a:prstGeom>
          <a:ln w="5486">
            <a:solidFill>
              <a:srgbClr val="D8D8D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30" name="Connector 45"/>
          <p:cNvSpPr/>
          <p:nvPr/>
        </p:nvSpPr>
        <p:spPr>
          <a:xfrm flipH="1">
            <a:off x="4526279" y="8595359"/>
            <a:ext cx="9006842" cy="2011680"/>
          </a:xfrm>
          <a:prstGeom prst="line">
            <a:avLst/>
          </a:prstGeom>
          <a:ln w="5486">
            <a:solidFill>
              <a:srgbClr val="D8D8D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31" name="Connector 46"/>
          <p:cNvSpPr/>
          <p:nvPr/>
        </p:nvSpPr>
        <p:spPr>
          <a:xfrm flipH="1">
            <a:off x="5696712" y="8595359"/>
            <a:ext cx="7836408" cy="2011680"/>
          </a:xfrm>
          <a:prstGeom prst="line">
            <a:avLst/>
          </a:prstGeom>
          <a:ln w="5486">
            <a:solidFill>
              <a:srgbClr val="D8D8D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32" name="Connector 47"/>
          <p:cNvSpPr/>
          <p:nvPr/>
        </p:nvSpPr>
        <p:spPr>
          <a:xfrm flipH="1">
            <a:off x="6867143" y="8595359"/>
            <a:ext cx="6665977" cy="2011680"/>
          </a:xfrm>
          <a:prstGeom prst="line">
            <a:avLst/>
          </a:prstGeom>
          <a:ln w="5486">
            <a:solidFill>
              <a:srgbClr val="D8D8D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33" name="Connector 48"/>
          <p:cNvSpPr/>
          <p:nvPr/>
        </p:nvSpPr>
        <p:spPr>
          <a:xfrm flipH="1">
            <a:off x="8037575" y="8595359"/>
            <a:ext cx="5495547" cy="2011680"/>
          </a:xfrm>
          <a:prstGeom prst="line">
            <a:avLst/>
          </a:prstGeom>
          <a:ln w="5486">
            <a:solidFill>
              <a:srgbClr val="D8D8D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34" name="Connector 49"/>
          <p:cNvSpPr/>
          <p:nvPr/>
        </p:nvSpPr>
        <p:spPr>
          <a:xfrm flipH="1">
            <a:off x="9208007" y="8595359"/>
            <a:ext cx="4325113" cy="2011680"/>
          </a:xfrm>
          <a:prstGeom prst="line">
            <a:avLst/>
          </a:prstGeom>
          <a:ln w="5486">
            <a:solidFill>
              <a:srgbClr val="D8D8D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35" name="Connector 50"/>
          <p:cNvSpPr/>
          <p:nvPr/>
        </p:nvSpPr>
        <p:spPr>
          <a:xfrm flipH="1">
            <a:off x="10378440" y="8595359"/>
            <a:ext cx="3154681" cy="2011680"/>
          </a:xfrm>
          <a:prstGeom prst="line">
            <a:avLst/>
          </a:prstGeom>
          <a:ln w="5486">
            <a:solidFill>
              <a:srgbClr val="D8D8D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36" name="Connector 51"/>
          <p:cNvSpPr/>
          <p:nvPr/>
        </p:nvSpPr>
        <p:spPr>
          <a:xfrm flipH="1">
            <a:off x="11548871" y="8595359"/>
            <a:ext cx="1984249" cy="2011680"/>
          </a:xfrm>
          <a:prstGeom prst="line">
            <a:avLst/>
          </a:prstGeom>
          <a:ln w="5486">
            <a:solidFill>
              <a:srgbClr val="D8D8D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37" name="Connector 52"/>
          <p:cNvSpPr/>
          <p:nvPr/>
        </p:nvSpPr>
        <p:spPr>
          <a:xfrm flipH="1">
            <a:off x="12719304" y="8595359"/>
            <a:ext cx="813817" cy="2011680"/>
          </a:xfrm>
          <a:prstGeom prst="line">
            <a:avLst/>
          </a:prstGeom>
          <a:ln w="5486">
            <a:solidFill>
              <a:srgbClr val="D8D8D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38" name="Connector 53"/>
          <p:cNvSpPr/>
          <p:nvPr/>
        </p:nvSpPr>
        <p:spPr>
          <a:xfrm>
            <a:off x="13533119" y="8595359"/>
            <a:ext cx="356617" cy="2011680"/>
          </a:xfrm>
          <a:prstGeom prst="line">
            <a:avLst/>
          </a:prstGeom>
          <a:ln w="5486">
            <a:solidFill>
              <a:srgbClr val="D8D8D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39" name="Connector 54"/>
          <p:cNvSpPr/>
          <p:nvPr/>
        </p:nvSpPr>
        <p:spPr>
          <a:xfrm>
            <a:off x="13533120" y="8595359"/>
            <a:ext cx="1527048" cy="2011680"/>
          </a:xfrm>
          <a:prstGeom prst="line">
            <a:avLst/>
          </a:prstGeom>
          <a:ln w="5486">
            <a:solidFill>
              <a:srgbClr val="D8D8D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40" name="Connector 55"/>
          <p:cNvSpPr/>
          <p:nvPr/>
        </p:nvSpPr>
        <p:spPr>
          <a:xfrm>
            <a:off x="13533119" y="8595359"/>
            <a:ext cx="2697480" cy="2011681"/>
          </a:xfrm>
          <a:prstGeom prst="line">
            <a:avLst/>
          </a:prstGeom>
          <a:ln w="5486">
            <a:solidFill>
              <a:srgbClr val="D8D8D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41" name="Connector 56"/>
          <p:cNvSpPr/>
          <p:nvPr/>
        </p:nvSpPr>
        <p:spPr>
          <a:xfrm>
            <a:off x="13533119" y="8595359"/>
            <a:ext cx="3867913" cy="2011681"/>
          </a:xfrm>
          <a:prstGeom prst="line">
            <a:avLst/>
          </a:prstGeom>
          <a:ln w="5486">
            <a:solidFill>
              <a:srgbClr val="D8D8D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42" name="Connector 57"/>
          <p:cNvSpPr/>
          <p:nvPr/>
        </p:nvSpPr>
        <p:spPr>
          <a:xfrm>
            <a:off x="13533119" y="8595359"/>
            <a:ext cx="5038345" cy="2011680"/>
          </a:xfrm>
          <a:prstGeom prst="line">
            <a:avLst/>
          </a:prstGeom>
          <a:ln w="5486">
            <a:solidFill>
              <a:srgbClr val="D8D8D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43" name="Connector 58"/>
          <p:cNvSpPr/>
          <p:nvPr/>
        </p:nvSpPr>
        <p:spPr>
          <a:xfrm>
            <a:off x="13533119" y="8595360"/>
            <a:ext cx="6208777" cy="2011678"/>
          </a:xfrm>
          <a:prstGeom prst="line">
            <a:avLst/>
          </a:prstGeom>
          <a:ln w="5486">
            <a:solidFill>
              <a:srgbClr val="D8D8D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44" name="Connector 59"/>
          <p:cNvSpPr/>
          <p:nvPr/>
        </p:nvSpPr>
        <p:spPr>
          <a:xfrm>
            <a:off x="13533120" y="8595359"/>
            <a:ext cx="7379207" cy="2011681"/>
          </a:xfrm>
          <a:prstGeom prst="line">
            <a:avLst/>
          </a:prstGeom>
          <a:ln w="5486">
            <a:solidFill>
              <a:srgbClr val="D8D8D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45" name="Connector 60"/>
          <p:cNvSpPr/>
          <p:nvPr/>
        </p:nvSpPr>
        <p:spPr>
          <a:xfrm flipV="1">
            <a:off x="18653760" y="2468880"/>
            <a:ext cx="1" cy="5303521"/>
          </a:xfrm>
          <a:prstGeom prst="line">
            <a:avLst/>
          </a:prstGeom>
          <a:ln w="9144">
            <a:solidFill>
              <a:srgbClr val="D8D8D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46" name="Connector 61"/>
          <p:cNvSpPr/>
          <p:nvPr/>
        </p:nvSpPr>
        <p:spPr>
          <a:xfrm flipH="1">
            <a:off x="1014983" y="8595359"/>
            <a:ext cx="17638778" cy="2011680"/>
          </a:xfrm>
          <a:prstGeom prst="line">
            <a:avLst/>
          </a:prstGeom>
          <a:ln w="5486">
            <a:solidFill>
              <a:srgbClr val="D8D8D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47" name="Connector 62"/>
          <p:cNvSpPr/>
          <p:nvPr/>
        </p:nvSpPr>
        <p:spPr>
          <a:xfrm flipH="1">
            <a:off x="2185415" y="8595360"/>
            <a:ext cx="16468344" cy="2011678"/>
          </a:xfrm>
          <a:prstGeom prst="line">
            <a:avLst/>
          </a:prstGeom>
          <a:ln w="5486">
            <a:solidFill>
              <a:srgbClr val="D8D8D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48" name="Connector 63"/>
          <p:cNvSpPr/>
          <p:nvPr/>
        </p:nvSpPr>
        <p:spPr>
          <a:xfrm flipH="1">
            <a:off x="3355847" y="8595359"/>
            <a:ext cx="15297914" cy="2011680"/>
          </a:xfrm>
          <a:prstGeom prst="line">
            <a:avLst/>
          </a:prstGeom>
          <a:ln w="5486">
            <a:solidFill>
              <a:srgbClr val="D8D8D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49" name="Connector 64"/>
          <p:cNvSpPr/>
          <p:nvPr/>
        </p:nvSpPr>
        <p:spPr>
          <a:xfrm flipH="1">
            <a:off x="4526280" y="8595359"/>
            <a:ext cx="14127481" cy="2011681"/>
          </a:xfrm>
          <a:prstGeom prst="line">
            <a:avLst/>
          </a:prstGeom>
          <a:ln w="5486">
            <a:solidFill>
              <a:srgbClr val="D8D8D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50" name="Connector 65"/>
          <p:cNvSpPr/>
          <p:nvPr/>
        </p:nvSpPr>
        <p:spPr>
          <a:xfrm flipH="1">
            <a:off x="5696711" y="8595360"/>
            <a:ext cx="12957049" cy="2011678"/>
          </a:xfrm>
          <a:prstGeom prst="line">
            <a:avLst/>
          </a:prstGeom>
          <a:ln w="5486">
            <a:solidFill>
              <a:srgbClr val="D8D8D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51" name="Connector 66"/>
          <p:cNvSpPr/>
          <p:nvPr/>
        </p:nvSpPr>
        <p:spPr>
          <a:xfrm flipH="1">
            <a:off x="6867143" y="8595359"/>
            <a:ext cx="11786617" cy="2011680"/>
          </a:xfrm>
          <a:prstGeom prst="line">
            <a:avLst/>
          </a:prstGeom>
          <a:ln w="5486">
            <a:solidFill>
              <a:srgbClr val="D8D8D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52" name="Connector 67"/>
          <p:cNvSpPr/>
          <p:nvPr/>
        </p:nvSpPr>
        <p:spPr>
          <a:xfrm flipH="1">
            <a:off x="8037575" y="8595359"/>
            <a:ext cx="10616186" cy="2011680"/>
          </a:xfrm>
          <a:prstGeom prst="line">
            <a:avLst/>
          </a:prstGeom>
          <a:ln w="5486">
            <a:solidFill>
              <a:srgbClr val="D8D8D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53" name="Connector 68"/>
          <p:cNvSpPr/>
          <p:nvPr/>
        </p:nvSpPr>
        <p:spPr>
          <a:xfrm flipH="1">
            <a:off x="9208007" y="8595359"/>
            <a:ext cx="9445753" cy="2011681"/>
          </a:xfrm>
          <a:prstGeom prst="line">
            <a:avLst/>
          </a:prstGeom>
          <a:ln w="5486">
            <a:solidFill>
              <a:srgbClr val="D8D8D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54" name="Connector 69"/>
          <p:cNvSpPr/>
          <p:nvPr/>
        </p:nvSpPr>
        <p:spPr>
          <a:xfrm flipH="1">
            <a:off x="10378440" y="8595359"/>
            <a:ext cx="8275320" cy="2011680"/>
          </a:xfrm>
          <a:prstGeom prst="line">
            <a:avLst/>
          </a:prstGeom>
          <a:ln w="5486">
            <a:solidFill>
              <a:srgbClr val="D8D8D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55" name="Connector 70"/>
          <p:cNvSpPr/>
          <p:nvPr/>
        </p:nvSpPr>
        <p:spPr>
          <a:xfrm flipH="1">
            <a:off x="11548871" y="8595359"/>
            <a:ext cx="7104890" cy="2011680"/>
          </a:xfrm>
          <a:prstGeom prst="line">
            <a:avLst/>
          </a:prstGeom>
          <a:ln w="5486">
            <a:solidFill>
              <a:srgbClr val="D8D8D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56" name="Connector 71"/>
          <p:cNvSpPr/>
          <p:nvPr/>
        </p:nvSpPr>
        <p:spPr>
          <a:xfrm flipH="1">
            <a:off x="12719304" y="8595359"/>
            <a:ext cx="5934457" cy="2011681"/>
          </a:xfrm>
          <a:prstGeom prst="line">
            <a:avLst/>
          </a:prstGeom>
          <a:ln w="5486">
            <a:solidFill>
              <a:srgbClr val="D8D8D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57" name="Connector 72"/>
          <p:cNvSpPr/>
          <p:nvPr/>
        </p:nvSpPr>
        <p:spPr>
          <a:xfrm flipH="1">
            <a:off x="13889736" y="8595359"/>
            <a:ext cx="4764026" cy="2011680"/>
          </a:xfrm>
          <a:prstGeom prst="line">
            <a:avLst/>
          </a:prstGeom>
          <a:ln w="5486">
            <a:solidFill>
              <a:srgbClr val="D8D8D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58" name="Connector 73"/>
          <p:cNvSpPr/>
          <p:nvPr/>
        </p:nvSpPr>
        <p:spPr>
          <a:xfrm flipH="1">
            <a:off x="15060167" y="8595359"/>
            <a:ext cx="3593594" cy="2011680"/>
          </a:xfrm>
          <a:prstGeom prst="line">
            <a:avLst/>
          </a:prstGeom>
          <a:ln w="5486">
            <a:solidFill>
              <a:srgbClr val="D8D8D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59" name="Connector 74"/>
          <p:cNvSpPr/>
          <p:nvPr/>
        </p:nvSpPr>
        <p:spPr>
          <a:xfrm flipH="1">
            <a:off x="16230600" y="8595359"/>
            <a:ext cx="2423161" cy="2011680"/>
          </a:xfrm>
          <a:prstGeom prst="line">
            <a:avLst/>
          </a:prstGeom>
          <a:ln w="5486">
            <a:solidFill>
              <a:srgbClr val="D8D8D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60" name="Connector 75"/>
          <p:cNvSpPr/>
          <p:nvPr/>
        </p:nvSpPr>
        <p:spPr>
          <a:xfrm flipH="1">
            <a:off x="17401032" y="8595359"/>
            <a:ext cx="1252729" cy="2011680"/>
          </a:xfrm>
          <a:prstGeom prst="line">
            <a:avLst/>
          </a:prstGeom>
          <a:ln w="5486">
            <a:solidFill>
              <a:srgbClr val="D8D8D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61" name="Connector 76"/>
          <p:cNvSpPr/>
          <p:nvPr/>
        </p:nvSpPr>
        <p:spPr>
          <a:xfrm flipH="1">
            <a:off x="18571462" y="8595359"/>
            <a:ext cx="82297" cy="2011680"/>
          </a:xfrm>
          <a:prstGeom prst="line">
            <a:avLst/>
          </a:prstGeom>
          <a:ln w="5486">
            <a:solidFill>
              <a:srgbClr val="D8D8D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62" name="Connector 77"/>
          <p:cNvSpPr/>
          <p:nvPr/>
        </p:nvSpPr>
        <p:spPr>
          <a:xfrm>
            <a:off x="18653760" y="8595359"/>
            <a:ext cx="1088137" cy="2011680"/>
          </a:xfrm>
          <a:prstGeom prst="line">
            <a:avLst/>
          </a:prstGeom>
          <a:ln w="5486">
            <a:solidFill>
              <a:srgbClr val="D8D8D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63" name="Connector 78"/>
          <p:cNvSpPr/>
          <p:nvPr/>
        </p:nvSpPr>
        <p:spPr>
          <a:xfrm>
            <a:off x="18653761" y="8595359"/>
            <a:ext cx="2258569" cy="2011680"/>
          </a:xfrm>
          <a:prstGeom prst="line">
            <a:avLst/>
          </a:prstGeom>
          <a:ln w="5486">
            <a:solidFill>
              <a:srgbClr val="D8D8D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64" name="Rectangle 79"/>
          <p:cNvSpPr/>
          <p:nvPr/>
        </p:nvSpPr>
        <p:spPr>
          <a:xfrm>
            <a:off x="2148839" y="1691639"/>
            <a:ext cx="2286001" cy="777241"/>
          </a:xfrm>
          <a:prstGeom prst="rect">
            <a:avLst/>
          </a:prstGeom>
          <a:solidFill>
            <a:srgbClr val="B5DC86"/>
          </a:solidFill>
          <a:ln w="18288">
            <a:solidFill>
              <a:srgbClr val="E58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65" name="TextBox 80"/>
          <p:cNvSpPr txBox="1"/>
          <p:nvPr/>
        </p:nvSpPr>
        <p:spPr>
          <a:xfrm>
            <a:off x="2963525" y="1764792"/>
            <a:ext cx="65663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6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IB Leaf</a:t>
            </a:r>
          </a:p>
        </p:txBody>
      </p:sp>
      <p:sp>
        <p:nvSpPr>
          <p:cNvPr id="2966" name="TextBox 81"/>
          <p:cNvSpPr txBox="1"/>
          <p:nvPr/>
        </p:nvSpPr>
        <p:spPr>
          <a:xfrm>
            <a:off x="2760325" y="2027681"/>
            <a:ext cx="106303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6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Leaf-C0-R0</a:t>
            </a:r>
          </a:p>
        </p:txBody>
      </p:sp>
      <p:sp>
        <p:nvSpPr>
          <p:cNvPr id="2967" name="Rectangle 82"/>
          <p:cNvSpPr/>
          <p:nvPr/>
        </p:nvSpPr>
        <p:spPr>
          <a:xfrm>
            <a:off x="2194560" y="4389120"/>
            <a:ext cx="2194561" cy="914401"/>
          </a:xfrm>
          <a:prstGeom prst="rect">
            <a:avLst/>
          </a:prstGeom>
          <a:solidFill>
            <a:srgbClr val="FFF0DA"/>
          </a:solidFill>
          <a:ln w="18288">
            <a:solidFill>
              <a:srgbClr val="E58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68" name="TextBox 83"/>
          <p:cNvSpPr txBox="1"/>
          <p:nvPr/>
        </p:nvSpPr>
        <p:spPr>
          <a:xfrm>
            <a:off x="2715431" y="4462271"/>
            <a:ext cx="1152818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ConnectX-7</a:t>
            </a:r>
          </a:p>
        </p:txBody>
      </p:sp>
      <p:sp>
        <p:nvSpPr>
          <p:cNvPr id="2969" name="TextBox 84"/>
          <p:cNvSpPr txBox="1"/>
          <p:nvPr/>
        </p:nvSpPr>
        <p:spPr>
          <a:xfrm>
            <a:off x="2847417" y="4736591"/>
            <a:ext cx="888846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400 Gb/s</a:t>
            </a:r>
          </a:p>
        </p:txBody>
      </p:sp>
      <p:sp>
        <p:nvSpPr>
          <p:cNvPr id="2970" name="Rectangle 85"/>
          <p:cNvSpPr/>
          <p:nvPr/>
        </p:nvSpPr>
        <p:spPr>
          <a:xfrm>
            <a:off x="2423160" y="7772400"/>
            <a:ext cx="1737361" cy="822961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71" name="TextBox 86"/>
          <p:cNvSpPr txBox="1"/>
          <p:nvPr/>
        </p:nvSpPr>
        <p:spPr>
          <a:xfrm>
            <a:off x="3024042" y="7845552"/>
            <a:ext cx="535596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9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2972" name="TextBox 87"/>
          <p:cNvSpPr txBox="1"/>
          <p:nvPr/>
        </p:nvSpPr>
        <p:spPr>
          <a:xfrm>
            <a:off x="3178212" y="8154161"/>
            <a:ext cx="227256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9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r0</a:t>
            </a:r>
          </a:p>
        </p:txBody>
      </p:sp>
      <p:sp>
        <p:nvSpPr>
          <p:cNvPr id="2973" name="Rectangle 88"/>
          <p:cNvSpPr/>
          <p:nvPr/>
        </p:nvSpPr>
        <p:spPr>
          <a:xfrm>
            <a:off x="2423160" y="7772400"/>
            <a:ext cx="1737361" cy="822961"/>
          </a:xfrm>
          <a:prstGeom prst="rect">
            <a:avLst/>
          </a:prstGeom>
          <a:solidFill>
            <a:srgbClr val="FFE5D8"/>
          </a:solidFill>
          <a:ln w="18288">
            <a:solidFill>
              <a:srgbClr val="D64B2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74" name="TextBox 89"/>
          <p:cNvSpPr txBox="1"/>
          <p:nvPr/>
        </p:nvSpPr>
        <p:spPr>
          <a:xfrm>
            <a:off x="3024042" y="7845552"/>
            <a:ext cx="535596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9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2975" name="TextBox 90"/>
          <p:cNvSpPr txBox="1"/>
          <p:nvPr/>
        </p:nvSpPr>
        <p:spPr>
          <a:xfrm>
            <a:off x="3178212" y="8154161"/>
            <a:ext cx="227256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9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r0</a:t>
            </a:r>
          </a:p>
        </p:txBody>
      </p:sp>
      <p:sp>
        <p:nvSpPr>
          <p:cNvPr id="2976" name="Rectangle 91"/>
          <p:cNvSpPr/>
          <p:nvPr/>
        </p:nvSpPr>
        <p:spPr>
          <a:xfrm>
            <a:off x="1371600" y="3337559"/>
            <a:ext cx="3840480" cy="320041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77" name="TextBox 92"/>
          <p:cNvSpPr txBox="1"/>
          <p:nvPr/>
        </p:nvSpPr>
        <p:spPr>
          <a:xfrm>
            <a:off x="2390754" y="3383279"/>
            <a:ext cx="1802173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E58A24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50 GB/s per direction</a:t>
            </a:r>
          </a:p>
        </p:txBody>
      </p:sp>
      <p:sp>
        <p:nvSpPr>
          <p:cNvPr id="2978" name="Rectangle 93"/>
          <p:cNvSpPr/>
          <p:nvPr/>
        </p:nvSpPr>
        <p:spPr>
          <a:xfrm>
            <a:off x="7269480" y="1691639"/>
            <a:ext cx="2286001" cy="777241"/>
          </a:xfrm>
          <a:prstGeom prst="rect">
            <a:avLst/>
          </a:prstGeom>
          <a:solidFill>
            <a:srgbClr val="B5DC86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79" name="TextBox 94"/>
          <p:cNvSpPr txBox="1"/>
          <p:nvPr/>
        </p:nvSpPr>
        <p:spPr>
          <a:xfrm>
            <a:off x="8084165" y="1764792"/>
            <a:ext cx="65663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6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IB Leaf</a:t>
            </a:r>
          </a:p>
        </p:txBody>
      </p:sp>
      <p:sp>
        <p:nvSpPr>
          <p:cNvPr id="2980" name="TextBox 95"/>
          <p:cNvSpPr txBox="1"/>
          <p:nvPr/>
        </p:nvSpPr>
        <p:spPr>
          <a:xfrm>
            <a:off x="7880965" y="2027681"/>
            <a:ext cx="106303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6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Leaf-C0-R1</a:t>
            </a:r>
          </a:p>
        </p:txBody>
      </p:sp>
      <p:sp>
        <p:nvSpPr>
          <p:cNvPr id="2981" name="Rectangle 96"/>
          <p:cNvSpPr/>
          <p:nvPr/>
        </p:nvSpPr>
        <p:spPr>
          <a:xfrm>
            <a:off x="7315200" y="4389120"/>
            <a:ext cx="2194561" cy="914401"/>
          </a:xfrm>
          <a:prstGeom prst="rect">
            <a:avLst/>
          </a:prstGeom>
          <a:solidFill>
            <a:srgbClr val="FFF0DA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82" name="TextBox 97"/>
          <p:cNvSpPr txBox="1"/>
          <p:nvPr/>
        </p:nvSpPr>
        <p:spPr>
          <a:xfrm>
            <a:off x="7836072" y="4462271"/>
            <a:ext cx="1152817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ConnectX-7</a:t>
            </a:r>
          </a:p>
        </p:txBody>
      </p:sp>
      <p:sp>
        <p:nvSpPr>
          <p:cNvPr id="2983" name="TextBox 98"/>
          <p:cNvSpPr txBox="1"/>
          <p:nvPr/>
        </p:nvSpPr>
        <p:spPr>
          <a:xfrm>
            <a:off x="7968057" y="4736591"/>
            <a:ext cx="888846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400 Gb/s</a:t>
            </a:r>
          </a:p>
        </p:txBody>
      </p:sp>
      <p:sp>
        <p:nvSpPr>
          <p:cNvPr id="2984" name="Rectangle 99"/>
          <p:cNvSpPr/>
          <p:nvPr/>
        </p:nvSpPr>
        <p:spPr>
          <a:xfrm>
            <a:off x="7543800" y="7772400"/>
            <a:ext cx="1737361" cy="822961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85" name="TextBox 100"/>
          <p:cNvSpPr txBox="1"/>
          <p:nvPr/>
        </p:nvSpPr>
        <p:spPr>
          <a:xfrm>
            <a:off x="8144682" y="7845552"/>
            <a:ext cx="535596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9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2986" name="TextBox 101"/>
          <p:cNvSpPr txBox="1"/>
          <p:nvPr/>
        </p:nvSpPr>
        <p:spPr>
          <a:xfrm>
            <a:off x="8298853" y="8154161"/>
            <a:ext cx="227255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9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</a:t>
            </a:r>
          </a:p>
        </p:txBody>
      </p:sp>
      <p:sp>
        <p:nvSpPr>
          <p:cNvPr id="2987" name="Rectangle 102"/>
          <p:cNvSpPr/>
          <p:nvPr/>
        </p:nvSpPr>
        <p:spPr>
          <a:xfrm>
            <a:off x="6492240" y="3337559"/>
            <a:ext cx="3840481" cy="320041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88" name="TextBox 103"/>
          <p:cNvSpPr txBox="1"/>
          <p:nvPr/>
        </p:nvSpPr>
        <p:spPr>
          <a:xfrm>
            <a:off x="7511394" y="3383279"/>
            <a:ext cx="1802173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447AC3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50 GB/s per direction</a:t>
            </a:r>
          </a:p>
        </p:txBody>
      </p:sp>
      <p:sp>
        <p:nvSpPr>
          <p:cNvPr id="2989" name="Rectangle 104"/>
          <p:cNvSpPr/>
          <p:nvPr/>
        </p:nvSpPr>
        <p:spPr>
          <a:xfrm>
            <a:off x="12390119" y="1691639"/>
            <a:ext cx="2286001" cy="777241"/>
          </a:xfrm>
          <a:prstGeom prst="rect">
            <a:avLst/>
          </a:prstGeom>
          <a:solidFill>
            <a:srgbClr val="B5DC86"/>
          </a:solidFill>
          <a:ln w="18288">
            <a:solidFill>
              <a:srgbClr val="268C6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90" name="TextBox 105"/>
          <p:cNvSpPr txBox="1"/>
          <p:nvPr/>
        </p:nvSpPr>
        <p:spPr>
          <a:xfrm>
            <a:off x="13204804" y="1764792"/>
            <a:ext cx="65663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6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IB Leaf</a:t>
            </a:r>
          </a:p>
        </p:txBody>
      </p:sp>
      <p:sp>
        <p:nvSpPr>
          <p:cNvPr id="2991" name="TextBox 106"/>
          <p:cNvSpPr txBox="1"/>
          <p:nvPr/>
        </p:nvSpPr>
        <p:spPr>
          <a:xfrm>
            <a:off x="13001604" y="2027681"/>
            <a:ext cx="106303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6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Leaf-C0-R2</a:t>
            </a:r>
          </a:p>
        </p:txBody>
      </p:sp>
      <p:sp>
        <p:nvSpPr>
          <p:cNvPr id="2992" name="Rectangle 107"/>
          <p:cNvSpPr/>
          <p:nvPr/>
        </p:nvSpPr>
        <p:spPr>
          <a:xfrm>
            <a:off x="12435840" y="4389120"/>
            <a:ext cx="2194561" cy="914401"/>
          </a:xfrm>
          <a:prstGeom prst="rect">
            <a:avLst/>
          </a:prstGeom>
          <a:solidFill>
            <a:srgbClr val="FFF0DA"/>
          </a:solidFill>
          <a:ln w="18288">
            <a:solidFill>
              <a:srgbClr val="268C6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93" name="TextBox 108"/>
          <p:cNvSpPr txBox="1"/>
          <p:nvPr/>
        </p:nvSpPr>
        <p:spPr>
          <a:xfrm>
            <a:off x="12956711" y="4462271"/>
            <a:ext cx="1152817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ConnectX-7</a:t>
            </a:r>
          </a:p>
        </p:txBody>
      </p:sp>
      <p:sp>
        <p:nvSpPr>
          <p:cNvPr id="2994" name="TextBox 109"/>
          <p:cNvSpPr txBox="1"/>
          <p:nvPr/>
        </p:nvSpPr>
        <p:spPr>
          <a:xfrm>
            <a:off x="13088697" y="4736591"/>
            <a:ext cx="888846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400 Gb/s</a:t>
            </a:r>
          </a:p>
        </p:txBody>
      </p:sp>
      <p:sp>
        <p:nvSpPr>
          <p:cNvPr id="2995" name="Rectangle 110"/>
          <p:cNvSpPr/>
          <p:nvPr/>
        </p:nvSpPr>
        <p:spPr>
          <a:xfrm>
            <a:off x="12664440" y="7772400"/>
            <a:ext cx="1737361" cy="822961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96" name="TextBox 111"/>
          <p:cNvSpPr txBox="1"/>
          <p:nvPr/>
        </p:nvSpPr>
        <p:spPr>
          <a:xfrm>
            <a:off x="13265322" y="7845552"/>
            <a:ext cx="535596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9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2997" name="TextBox 112"/>
          <p:cNvSpPr txBox="1"/>
          <p:nvPr/>
        </p:nvSpPr>
        <p:spPr>
          <a:xfrm>
            <a:off x="13419492" y="8154161"/>
            <a:ext cx="227255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9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r2</a:t>
            </a:r>
          </a:p>
        </p:txBody>
      </p:sp>
      <p:sp>
        <p:nvSpPr>
          <p:cNvPr id="2998" name="Rectangle 113"/>
          <p:cNvSpPr/>
          <p:nvPr/>
        </p:nvSpPr>
        <p:spPr>
          <a:xfrm>
            <a:off x="11612880" y="3337559"/>
            <a:ext cx="3840481" cy="320041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99" name="TextBox 114"/>
          <p:cNvSpPr txBox="1"/>
          <p:nvPr/>
        </p:nvSpPr>
        <p:spPr>
          <a:xfrm>
            <a:off x="12632033" y="3383279"/>
            <a:ext cx="1802173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268C68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50 GB/s per direction</a:t>
            </a:r>
          </a:p>
        </p:txBody>
      </p:sp>
      <p:sp>
        <p:nvSpPr>
          <p:cNvPr id="3000" name="Rectangle 115"/>
          <p:cNvSpPr/>
          <p:nvPr/>
        </p:nvSpPr>
        <p:spPr>
          <a:xfrm>
            <a:off x="17510760" y="1691639"/>
            <a:ext cx="2286001" cy="777241"/>
          </a:xfrm>
          <a:prstGeom prst="rect">
            <a:avLst/>
          </a:prstGeom>
          <a:solidFill>
            <a:srgbClr val="B5DC86"/>
          </a:solidFill>
          <a:ln w="18288">
            <a:solidFill>
              <a:srgbClr val="8062AC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01" name="TextBox 116"/>
          <p:cNvSpPr txBox="1"/>
          <p:nvPr/>
        </p:nvSpPr>
        <p:spPr>
          <a:xfrm>
            <a:off x="18325445" y="1764792"/>
            <a:ext cx="65663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6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IB Leaf</a:t>
            </a:r>
          </a:p>
        </p:txBody>
      </p:sp>
      <p:sp>
        <p:nvSpPr>
          <p:cNvPr id="3002" name="TextBox 117"/>
          <p:cNvSpPr txBox="1"/>
          <p:nvPr/>
        </p:nvSpPr>
        <p:spPr>
          <a:xfrm>
            <a:off x="18122245" y="2027681"/>
            <a:ext cx="106303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6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Leaf-C0-R3</a:t>
            </a:r>
          </a:p>
        </p:txBody>
      </p:sp>
      <p:sp>
        <p:nvSpPr>
          <p:cNvPr id="3003" name="Rectangle 118"/>
          <p:cNvSpPr/>
          <p:nvPr/>
        </p:nvSpPr>
        <p:spPr>
          <a:xfrm>
            <a:off x="17556480" y="4389120"/>
            <a:ext cx="2194561" cy="914401"/>
          </a:xfrm>
          <a:prstGeom prst="rect">
            <a:avLst/>
          </a:prstGeom>
          <a:solidFill>
            <a:srgbClr val="FFF0DA"/>
          </a:solidFill>
          <a:ln w="18288">
            <a:solidFill>
              <a:srgbClr val="8062AC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04" name="TextBox 119"/>
          <p:cNvSpPr txBox="1"/>
          <p:nvPr/>
        </p:nvSpPr>
        <p:spPr>
          <a:xfrm>
            <a:off x="18077352" y="4462271"/>
            <a:ext cx="1152817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ConnectX-7</a:t>
            </a:r>
          </a:p>
        </p:txBody>
      </p:sp>
      <p:sp>
        <p:nvSpPr>
          <p:cNvPr id="3005" name="TextBox 120"/>
          <p:cNvSpPr txBox="1"/>
          <p:nvPr/>
        </p:nvSpPr>
        <p:spPr>
          <a:xfrm>
            <a:off x="18209338" y="4736591"/>
            <a:ext cx="888846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400 Gb/s</a:t>
            </a:r>
          </a:p>
        </p:txBody>
      </p:sp>
      <p:sp>
        <p:nvSpPr>
          <p:cNvPr id="3006" name="Rectangle 121"/>
          <p:cNvSpPr/>
          <p:nvPr/>
        </p:nvSpPr>
        <p:spPr>
          <a:xfrm>
            <a:off x="17785080" y="7772400"/>
            <a:ext cx="1737361" cy="822961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07" name="TextBox 122"/>
          <p:cNvSpPr txBox="1"/>
          <p:nvPr/>
        </p:nvSpPr>
        <p:spPr>
          <a:xfrm>
            <a:off x="18385963" y="7845552"/>
            <a:ext cx="535596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9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008" name="TextBox 123"/>
          <p:cNvSpPr txBox="1"/>
          <p:nvPr/>
        </p:nvSpPr>
        <p:spPr>
          <a:xfrm>
            <a:off x="18540133" y="8154161"/>
            <a:ext cx="227255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9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r3</a:t>
            </a:r>
          </a:p>
        </p:txBody>
      </p:sp>
      <p:sp>
        <p:nvSpPr>
          <p:cNvPr id="3009" name="Rectangle 124"/>
          <p:cNvSpPr/>
          <p:nvPr/>
        </p:nvSpPr>
        <p:spPr>
          <a:xfrm>
            <a:off x="16733519" y="3337559"/>
            <a:ext cx="3840481" cy="320041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10" name="TextBox 125"/>
          <p:cNvSpPr txBox="1"/>
          <p:nvPr/>
        </p:nvSpPr>
        <p:spPr>
          <a:xfrm>
            <a:off x="17752674" y="3383279"/>
            <a:ext cx="1802173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8062AC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50 GB/s per direction</a:t>
            </a:r>
          </a:p>
        </p:txBody>
      </p:sp>
      <p:sp>
        <p:nvSpPr>
          <p:cNvPr id="3011" name="Rectangle 126"/>
          <p:cNvSpPr/>
          <p:nvPr/>
        </p:nvSpPr>
        <p:spPr>
          <a:xfrm>
            <a:off x="502919" y="10607040"/>
            <a:ext cx="1033273" cy="658369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12" name="TextBox 127"/>
          <p:cNvSpPr txBox="1"/>
          <p:nvPr/>
        </p:nvSpPr>
        <p:spPr>
          <a:xfrm>
            <a:off x="710443" y="10680192"/>
            <a:ext cx="618227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3013" name="TextBox 128"/>
          <p:cNvSpPr txBox="1"/>
          <p:nvPr/>
        </p:nvSpPr>
        <p:spPr>
          <a:xfrm>
            <a:off x="698744" y="10863071"/>
            <a:ext cx="641624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NV-C0-S0</a:t>
            </a:r>
          </a:p>
        </p:txBody>
      </p:sp>
      <p:sp>
        <p:nvSpPr>
          <p:cNvPr id="3014" name="Rectangle 129"/>
          <p:cNvSpPr/>
          <p:nvPr/>
        </p:nvSpPr>
        <p:spPr>
          <a:xfrm>
            <a:off x="1673351" y="10607040"/>
            <a:ext cx="1033272" cy="658369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15" name="TextBox 130"/>
          <p:cNvSpPr txBox="1"/>
          <p:nvPr/>
        </p:nvSpPr>
        <p:spPr>
          <a:xfrm>
            <a:off x="1880875" y="10680192"/>
            <a:ext cx="61822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3016" name="TextBox 131"/>
          <p:cNvSpPr txBox="1"/>
          <p:nvPr/>
        </p:nvSpPr>
        <p:spPr>
          <a:xfrm>
            <a:off x="1869176" y="10863071"/>
            <a:ext cx="641624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NV-C0-S1</a:t>
            </a:r>
          </a:p>
        </p:txBody>
      </p:sp>
      <p:sp>
        <p:nvSpPr>
          <p:cNvPr id="3017" name="Rectangle 132"/>
          <p:cNvSpPr/>
          <p:nvPr/>
        </p:nvSpPr>
        <p:spPr>
          <a:xfrm>
            <a:off x="2843783" y="10607040"/>
            <a:ext cx="1033273" cy="658369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18" name="TextBox 133"/>
          <p:cNvSpPr txBox="1"/>
          <p:nvPr/>
        </p:nvSpPr>
        <p:spPr>
          <a:xfrm>
            <a:off x="3051306" y="10680192"/>
            <a:ext cx="618227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3019" name="TextBox 134"/>
          <p:cNvSpPr txBox="1"/>
          <p:nvPr/>
        </p:nvSpPr>
        <p:spPr>
          <a:xfrm>
            <a:off x="3039608" y="10863071"/>
            <a:ext cx="641624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NV-C0-S2</a:t>
            </a:r>
          </a:p>
        </p:txBody>
      </p:sp>
      <p:sp>
        <p:nvSpPr>
          <p:cNvPr id="3020" name="Rectangle 135"/>
          <p:cNvSpPr/>
          <p:nvPr/>
        </p:nvSpPr>
        <p:spPr>
          <a:xfrm>
            <a:off x="4014215" y="10607040"/>
            <a:ext cx="1033272" cy="658369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21" name="TextBox 136"/>
          <p:cNvSpPr txBox="1"/>
          <p:nvPr/>
        </p:nvSpPr>
        <p:spPr>
          <a:xfrm>
            <a:off x="4221739" y="10680192"/>
            <a:ext cx="618227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3022" name="TextBox 137"/>
          <p:cNvSpPr txBox="1"/>
          <p:nvPr/>
        </p:nvSpPr>
        <p:spPr>
          <a:xfrm>
            <a:off x="4210040" y="10863071"/>
            <a:ext cx="641624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NV-C0-S3</a:t>
            </a:r>
          </a:p>
        </p:txBody>
      </p:sp>
      <p:sp>
        <p:nvSpPr>
          <p:cNvPr id="3023" name="Rectangle 138"/>
          <p:cNvSpPr/>
          <p:nvPr/>
        </p:nvSpPr>
        <p:spPr>
          <a:xfrm>
            <a:off x="5184647" y="10607040"/>
            <a:ext cx="1033272" cy="658369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24" name="TextBox 139"/>
          <p:cNvSpPr txBox="1"/>
          <p:nvPr/>
        </p:nvSpPr>
        <p:spPr>
          <a:xfrm>
            <a:off x="5392171" y="10680192"/>
            <a:ext cx="618227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3025" name="TextBox 140"/>
          <p:cNvSpPr txBox="1"/>
          <p:nvPr/>
        </p:nvSpPr>
        <p:spPr>
          <a:xfrm>
            <a:off x="5380472" y="10863071"/>
            <a:ext cx="641624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NV-C0-S4</a:t>
            </a:r>
          </a:p>
        </p:txBody>
      </p:sp>
      <p:sp>
        <p:nvSpPr>
          <p:cNvPr id="3026" name="Rectangle 141"/>
          <p:cNvSpPr/>
          <p:nvPr/>
        </p:nvSpPr>
        <p:spPr>
          <a:xfrm>
            <a:off x="6355079" y="10607040"/>
            <a:ext cx="1033272" cy="658369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27" name="TextBox 142"/>
          <p:cNvSpPr txBox="1"/>
          <p:nvPr/>
        </p:nvSpPr>
        <p:spPr>
          <a:xfrm>
            <a:off x="6562603" y="10680192"/>
            <a:ext cx="618227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3028" name="TextBox 143"/>
          <p:cNvSpPr txBox="1"/>
          <p:nvPr/>
        </p:nvSpPr>
        <p:spPr>
          <a:xfrm>
            <a:off x="6550904" y="10863071"/>
            <a:ext cx="641624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NV-C0-S5</a:t>
            </a:r>
          </a:p>
        </p:txBody>
      </p:sp>
      <p:sp>
        <p:nvSpPr>
          <p:cNvPr id="3029" name="Rectangle 144"/>
          <p:cNvSpPr/>
          <p:nvPr/>
        </p:nvSpPr>
        <p:spPr>
          <a:xfrm>
            <a:off x="7525511" y="10607040"/>
            <a:ext cx="1033273" cy="658369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30" name="TextBox 145"/>
          <p:cNvSpPr txBox="1"/>
          <p:nvPr/>
        </p:nvSpPr>
        <p:spPr>
          <a:xfrm>
            <a:off x="7733034" y="10680192"/>
            <a:ext cx="618227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3031" name="TextBox 146"/>
          <p:cNvSpPr txBox="1"/>
          <p:nvPr/>
        </p:nvSpPr>
        <p:spPr>
          <a:xfrm>
            <a:off x="7721336" y="10863071"/>
            <a:ext cx="641624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NV-C0-S6</a:t>
            </a:r>
          </a:p>
        </p:txBody>
      </p:sp>
      <p:sp>
        <p:nvSpPr>
          <p:cNvPr id="3032" name="Rectangle 147"/>
          <p:cNvSpPr/>
          <p:nvPr/>
        </p:nvSpPr>
        <p:spPr>
          <a:xfrm>
            <a:off x="8695943" y="10607040"/>
            <a:ext cx="1033272" cy="658369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33" name="TextBox 148"/>
          <p:cNvSpPr txBox="1"/>
          <p:nvPr/>
        </p:nvSpPr>
        <p:spPr>
          <a:xfrm>
            <a:off x="8903467" y="10680192"/>
            <a:ext cx="618227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3034" name="TextBox 149"/>
          <p:cNvSpPr txBox="1"/>
          <p:nvPr/>
        </p:nvSpPr>
        <p:spPr>
          <a:xfrm>
            <a:off x="8891768" y="10863071"/>
            <a:ext cx="641624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NV-C0-S7</a:t>
            </a:r>
          </a:p>
        </p:txBody>
      </p:sp>
      <p:sp>
        <p:nvSpPr>
          <p:cNvPr id="3035" name="Rectangle 150"/>
          <p:cNvSpPr/>
          <p:nvPr/>
        </p:nvSpPr>
        <p:spPr>
          <a:xfrm>
            <a:off x="9866376" y="10607040"/>
            <a:ext cx="1033272" cy="658369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36" name="TextBox 151"/>
          <p:cNvSpPr txBox="1"/>
          <p:nvPr/>
        </p:nvSpPr>
        <p:spPr>
          <a:xfrm>
            <a:off x="10073899" y="10680192"/>
            <a:ext cx="61822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3037" name="TextBox 152"/>
          <p:cNvSpPr txBox="1"/>
          <p:nvPr/>
        </p:nvSpPr>
        <p:spPr>
          <a:xfrm>
            <a:off x="10062200" y="10863071"/>
            <a:ext cx="641624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NV-C0-S8</a:t>
            </a:r>
          </a:p>
        </p:txBody>
      </p:sp>
      <p:sp>
        <p:nvSpPr>
          <p:cNvPr id="3038" name="Rectangle 153"/>
          <p:cNvSpPr/>
          <p:nvPr/>
        </p:nvSpPr>
        <p:spPr>
          <a:xfrm>
            <a:off x="11036807" y="10607040"/>
            <a:ext cx="1033272" cy="658369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39" name="TextBox 154"/>
          <p:cNvSpPr txBox="1"/>
          <p:nvPr/>
        </p:nvSpPr>
        <p:spPr>
          <a:xfrm>
            <a:off x="11244330" y="10680192"/>
            <a:ext cx="618227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3040" name="TextBox 155"/>
          <p:cNvSpPr txBox="1"/>
          <p:nvPr/>
        </p:nvSpPr>
        <p:spPr>
          <a:xfrm>
            <a:off x="11232632" y="10863071"/>
            <a:ext cx="641624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NV-C0-S9</a:t>
            </a:r>
          </a:p>
        </p:txBody>
      </p:sp>
      <p:sp>
        <p:nvSpPr>
          <p:cNvPr id="3041" name="Rectangle 156"/>
          <p:cNvSpPr/>
          <p:nvPr/>
        </p:nvSpPr>
        <p:spPr>
          <a:xfrm>
            <a:off x="12207240" y="10607040"/>
            <a:ext cx="1033272" cy="658369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42" name="TextBox 157"/>
          <p:cNvSpPr txBox="1"/>
          <p:nvPr/>
        </p:nvSpPr>
        <p:spPr>
          <a:xfrm>
            <a:off x="12414763" y="10680192"/>
            <a:ext cx="61822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3043" name="TextBox 158"/>
          <p:cNvSpPr txBox="1"/>
          <p:nvPr/>
        </p:nvSpPr>
        <p:spPr>
          <a:xfrm>
            <a:off x="12364217" y="10863071"/>
            <a:ext cx="719318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NV-C0-S10</a:t>
            </a:r>
          </a:p>
        </p:txBody>
      </p:sp>
      <p:sp>
        <p:nvSpPr>
          <p:cNvPr id="3044" name="Rectangle 159"/>
          <p:cNvSpPr/>
          <p:nvPr/>
        </p:nvSpPr>
        <p:spPr>
          <a:xfrm>
            <a:off x="13377671" y="10607040"/>
            <a:ext cx="1033272" cy="658369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45" name="TextBox 160"/>
          <p:cNvSpPr txBox="1"/>
          <p:nvPr/>
        </p:nvSpPr>
        <p:spPr>
          <a:xfrm>
            <a:off x="13585195" y="10680192"/>
            <a:ext cx="618227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3046" name="TextBox 161"/>
          <p:cNvSpPr txBox="1"/>
          <p:nvPr/>
        </p:nvSpPr>
        <p:spPr>
          <a:xfrm>
            <a:off x="13539799" y="10863071"/>
            <a:ext cx="709019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NV-C0-S11</a:t>
            </a:r>
          </a:p>
        </p:txBody>
      </p:sp>
      <p:sp>
        <p:nvSpPr>
          <p:cNvPr id="3047" name="Rectangle 162"/>
          <p:cNvSpPr/>
          <p:nvPr/>
        </p:nvSpPr>
        <p:spPr>
          <a:xfrm>
            <a:off x="14548104" y="10607040"/>
            <a:ext cx="1033272" cy="658369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48" name="TextBox 163"/>
          <p:cNvSpPr txBox="1"/>
          <p:nvPr/>
        </p:nvSpPr>
        <p:spPr>
          <a:xfrm>
            <a:off x="14755626" y="10680192"/>
            <a:ext cx="618227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3049" name="TextBox 164"/>
          <p:cNvSpPr txBox="1"/>
          <p:nvPr/>
        </p:nvSpPr>
        <p:spPr>
          <a:xfrm>
            <a:off x="14705080" y="10863071"/>
            <a:ext cx="719319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NV-C0-S12</a:t>
            </a:r>
          </a:p>
        </p:txBody>
      </p:sp>
      <p:sp>
        <p:nvSpPr>
          <p:cNvPr id="3050" name="Rectangle 165"/>
          <p:cNvSpPr/>
          <p:nvPr/>
        </p:nvSpPr>
        <p:spPr>
          <a:xfrm>
            <a:off x="15718536" y="10607040"/>
            <a:ext cx="1033272" cy="658369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51" name="TextBox 166"/>
          <p:cNvSpPr txBox="1"/>
          <p:nvPr/>
        </p:nvSpPr>
        <p:spPr>
          <a:xfrm>
            <a:off x="15926058" y="10680192"/>
            <a:ext cx="618227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3052" name="TextBox 167"/>
          <p:cNvSpPr txBox="1"/>
          <p:nvPr/>
        </p:nvSpPr>
        <p:spPr>
          <a:xfrm>
            <a:off x="15875513" y="10863071"/>
            <a:ext cx="719318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NV-C0-S13</a:t>
            </a:r>
          </a:p>
        </p:txBody>
      </p:sp>
      <p:sp>
        <p:nvSpPr>
          <p:cNvPr id="3053" name="Rectangle 168"/>
          <p:cNvSpPr/>
          <p:nvPr/>
        </p:nvSpPr>
        <p:spPr>
          <a:xfrm>
            <a:off x="16888967" y="10607040"/>
            <a:ext cx="1033272" cy="658369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54" name="TextBox 169"/>
          <p:cNvSpPr txBox="1"/>
          <p:nvPr/>
        </p:nvSpPr>
        <p:spPr>
          <a:xfrm>
            <a:off x="17096491" y="10680192"/>
            <a:ext cx="618227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3055" name="TextBox 170"/>
          <p:cNvSpPr txBox="1"/>
          <p:nvPr/>
        </p:nvSpPr>
        <p:spPr>
          <a:xfrm>
            <a:off x="17045945" y="10863071"/>
            <a:ext cx="719318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NV-C0-S14</a:t>
            </a:r>
          </a:p>
        </p:txBody>
      </p:sp>
      <p:sp>
        <p:nvSpPr>
          <p:cNvPr id="3056" name="Rectangle 171"/>
          <p:cNvSpPr/>
          <p:nvPr/>
        </p:nvSpPr>
        <p:spPr>
          <a:xfrm>
            <a:off x="18059400" y="10607040"/>
            <a:ext cx="1033272" cy="658369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57" name="TextBox 172"/>
          <p:cNvSpPr txBox="1"/>
          <p:nvPr/>
        </p:nvSpPr>
        <p:spPr>
          <a:xfrm>
            <a:off x="18266922" y="10680192"/>
            <a:ext cx="618227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3058" name="TextBox 173"/>
          <p:cNvSpPr txBox="1"/>
          <p:nvPr/>
        </p:nvSpPr>
        <p:spPr>
          <a:xfrm>
            <a:off x="18216376" y="10863071"/>
            <a:ext cx="719318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NV-C0-S15</a:t>
            </a:r>
          </a:p>
        </p:txBody>
      </p:sp>
      <p:sp>
        <p:nvSpPr>
          <p:cNvPr id="3059" name="Rectangle 174"/>
          <p:cNvSpPr/>
          <p:nvPr/>
        </p:nvSpPr>
        <p:spPr>
          <a:xfrm>
            <a:off x="19229832" y="10607040"/>
            <a:ext cx="1033272" cy="658369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60" name="TextBox 175"/>
          <p:cNvSpPr txBox="1"/>
          <p:nvPr/>
        </p:nvSpPr>
        <p:spPr>
          <a:xfrm>
            <a:off x="19437356" y="10680192"/>
            <a:ext cx="618227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3061" name="TextBox 176"/>
          <p:cNvSpPr txBox="1"/>
          <p:nvPr/>
        </p:nvSpPr>
        <p:spPr>
          <a:xfrm>
            <a:off x="19386810" y="10863071"/>
            <a:ext cx="719318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NV-C0-S16</a:t>
            </a:r>
          </a:p>
        </p:txBody>
      </p:sp>
      <p:sp>
        <p:nvSpPr>
          <p:cNvPr id="3062" name="Rectangle 177"/>
          <p:cNvSpPr/>
          <p:nvPr/>
        </p:nvSpPr>
        <p:spPr>
          <a:xfrm>
            <a:off x="20400263" y="10607040"/>
            <a:ext cx="1033272" cy="658369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63" name="TextBox 178"/>
          <p:cNvSpPr txBox="1"/>
          <p:nvPr/>
        </p:nvSpPr>
        <p:spPr>
          <a:xfrm>
            <a:off x="20607787" y="10680192"/>
            <a:ext cx="61822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NVSwitch</a:t>
            </a:r>
          </a:p>
        </p:txBody>
      </p:sp>
      <p:sp>
        <p:nvSpPr>
          <p:cNvPr id="3064" name="TextBox 179"/>
          <p:cNvSpPr txBox="1"/>
          <p:nvPr/>
        </p:nvSpPr>
        <p:spPr>
          <a:xfrm>
            <a:off x="20557241" y="10863071"/>
            <a:ext cx="719318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NV-C0-S17</a:t>
            </a:r>
          </a:p>
        </p:txBody>
      </p:sp>
      <p:sp>
        <p:nvSpPr>
          <p:cNvPr id="3065" name="Rectangle 180"/>
          <p:cNvSpPr/>
          <p:nvPr/>
        </p:nvSpPr>
        <p:spPr>
          <a:xfrm>
            <a:off x="5074920" y="7040880"/>
            <a:ext cx="11795760" cy="43891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66" name="TextBox 181"/>
          <p:cNvSpPr txBox="1"/>
          <p:nvPr/>
        </p:nvSpPr>
        <p:spPr>
          <a:xfrm>
            <a:off x="7427726" y="7132319"/>
            <a:ext cx="709014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Each GPU has one NVLink to EACH of the 18 NVSwitch ASICs below</a:t>
            </a:r>
          </a:p>
        </p:txBody>
      </p:sp>
      <p:sp>
        <p:nvSpPr>
          <p:cNvPr id="3067" name="TextBox 182"/>
          <p:cNvSpPr txBox="1"/>
          <p:nvPr/>
        </p:nvSpPr>
        <p:spPr>
          <a:xfrm>
            <a:off x="6145491" y="12024359"/>
            <a:ext cx="9654618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18 x 50 = 900 GB/s NVLink per direction per GPU. Compute NIC: 1 x 50 GB/s per direction per GPU.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9" name="TextBox 1"/>
          <p:cNvSpPr txBox="1"/>
          <p:nvPr/>
        </p:nvSpPr>
        <p:spPr>
          <a:xfrm>
            <a:off x="548639" y="228600"/>
            <a:ext cx="9242848" cy="431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8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Inter-rack Clos: all 4 rails, all 8 Leaves, all 9 shared Spines</a:t>
            </a:r>
          </a:p>
        </p:txBody>
      </p:sp>
      <p:sp>
        <p:nvSpPr>
          <p:cNvPr id="3070" name="TextBox 2"/>
          <p:cNvSpPr txBox="1"/>
          <p:nvPr/>
        </p:nvSpPr>
        <p:spPr>
          <a:xfrm>
            <a:off x="548639" y="868680"/>
            <a:ext cx="8121075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This 144-GPU contest instance populates 2 racks of the reference multi-rail topology.</a:t>
            </a:r>
          </a:p>
        </p:txBody>
      </p:sp>
      <p:sp>
        <p:nvSpPr>
          <p:cNvPr id="3071" name="Connector 3"/>
          <p:cNvSpPr/>
          <p:nvPr/>
        </p:nvSpPr>
        <p:spPr>
          <a:xfrm flipH="1" flipV="1">
            <a:off x="768096" y="2971799"/>
            <a:ext cx="219456" cy="5715002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72" name="Connector 4"/>
          <p:cNvSpPr/>
          <p:nvPr/>
        </p:nvSpPr>
        <p:spPr>
          <a:xfrm flipV="1">
            <a:off x="1170431" y="2971800"/>
            <a:ext cx="1911098" cy="5715000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73" name="Connector 5"/>
          <p:cNvSpPr/>
          <p:nvPr/>
        </p:nvSpPr>
        <p:spPr>
          <a:xfrm flipV="1">
            <a:off x="1353311" y="2971800"/>
            <a:ext cx="4041650" cy="5715000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74" name="Connector 6"/>
          <p:cNvSpPr/>
          <p:nvPr/>
        </p:nvSpPr>
        <p:spPr>
          <a:xfrm flipV="1">
            <a:off x="1536191" y="2971799"/>
            <a:ext cx="6172202" cy="5715002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75" name="Connector 7"/>
          <p:cNvSpPr/>
          <p:nvPr/>
        </p:nvSpPr>
        <p:spPr>
          <a:xfrm flipV="1">
            <a:off x="1719071" y="2971800"/>
            <a:ext cx="8302754" cy="5715000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76" name="Connector 8"/>
          <p:cNvSpPr/>
          <p:nvPr/>
        </p:nvSpPr>
        <p:spPr>
          <a:xfrm flipV="1">
            <a:off x="1901951" y="2971799"/>
            <a:ext cx="10433305" cy="5715002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77" name="Connector 9"/>
          <p:cNvSpPr/>
          <p:nvPr/>
        </p:nvSpPr>
        <p:spPr>
          <a:xfrm flipV="1">
            <a:off x="2084830" y="2971799"/>
            <a:ext cx="12563859" cy="5715002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78" name="Connector 10"/>
          <p:cNvSpPr/>
          <p:nvPr/>
        </p:nvSpPr>
        <p:spPr>
          <a:xfrm flipV="1">
            <a:off x="2267711" y="2971799"/>
            <a:ext cx="14694409" cy="5715002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79" name="Connector 11"/>
          <p:cNvSpPr/>
          <p:nvPr/>
        </p:nvSpPr>
        <p:spPr>
          <a:xfrm flipV="1">
            <a:off x="2450591" y="2971799"/>
            <a:ext cx="16824962" cy="5715002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80" name="Connector 12"/>
          <p:cNvSpPr/>
          <p:nvPr/>
        </p:nvSpPr>
        <p:spPr>
          <a:xfrm flipH="1" flipV="1">
            <a:off x="950975" y="2971799"/>
            <a:ext cx="2368297" cy="5715002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81" name="Connector 13"/>
          <p:cNvSpPr/>
          <p:nvPr/>
        </p:nvSpPr>
        <p:spPr>
          <a:xfrm flipH="1" flipV="1">
            <a:off x="3264409" y="2971799"/>
            <a:ext cx="237744" cy="5715002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82" name="Connector 14"/>
          <p:cNvSpPr/>
          <p:nvPr/>
        </p:nvSpPr>
        <p:spPr>
          <a:xfrm flipV="1">
            <a:off x="3685032" y="2971799"/>
            <a:ext cx="1892808" cy="5715002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83" name="Connector 15"/>
          <p:cNvSpPr/>
          <p:nvPr/>
        </p:nvSpPr>
        <p:spPr>
          <a:xfrm flipV="1">
            <a:off x="3867911" y="2971799"/>
            <a:ext cx="4023360" cy="5715002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84" name="Connector 16"/>
          <p:cNvSpPr/>
          <p:nvPr/>
        </p:nvSpPr>
        <p:spPr>
          <a:xfrm flipV="1">
            <a:off x="4050791" y="2971800"/>
            <a:ext cx="6153913" cy="5715000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85" name="Connector 17"/>
          <p:cNvSpPr/>
          <p:nvPr/>
        </p:nvSpPr>
        <p:spPr>
          <a:xfrm flipV="1">
            <a:off x="4233671" y="2971799"/>
            <a:ext cx="8284465" cy="5715002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86" name="Connector 18"/>
          <p:cNvSpPr/>
          <p:nvPr/>
        </p:nvSpPr>
        <p:spPr>
          <a:xfrm flipV="1">
            <a:off x="4416552" y="2971799"/>
            <a:ext cx="10415015" cy="5715002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87" name="Connector 19"/>
          <p:cNvSpPr/>
          <p:nvPr/>
        </p:nvSpPr>
        <p:spPr>
          <a:xfrm flipV="1">
            <a:off x="4599431" y="2971799"/>
            <a:ext cx="12545570" cy="5715002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88" name="Connector 20"/>
          <p:cNvSpPr/>
          <p:nvPr/>
        </p:nvSpPr>
        <p:spPr>
          <a:xfrm flipV="1">
            <a:off x="4782312" y="2971799"/>
            <a:ext cx="14676121" cy="5715002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89" name="Connector 21"/>
          <p:cNvSpPr/>
          <p:nvPr/>
        </p:nvSpPr>
        <p:spPr>
          <a:xfrm flipH="1" flipV="1">
            <a:off x="1133855" y="2971799"/>
            <a:ext cx="5202937" cy="5715002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90" name="Connector 22"/>
          <p:cNvSpPr/>
          <p:nvPr/>
        </p:nvSpPr>
        <p:spPr>
          <a:xfrm flipH="1" flipV="1">
            <a:off x="3447287" y="2971799"/>
            <a:ext cx="3072385" cy="5715002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91" name="Connector 23"/>
          <p:cNvSpPr/>
          <p:nvPr/>
        </p:nvSpPr>
        <p:spPr>
          <a:xfrm flipH="1" flipV="1">
            <a:off x="5760720" y="2971799"/>
            <a:ext cx="941833" cy="5715002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92" name="Connector 24"/>
          <p:cNvSpPr/>
          <p:nvPr/>
        </p:nvSpPr>
        <p:spPr>
          <a:xfrm flipV="1">
            <a:off x="6885431" y="2971799"/>
            <a:ext cx="1188721" cy="5715002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93" name="Connector 25"/>
          <p:cNvSpPr/>
          <p:nvPr/>
        </p:nvSpPr>
        <p:spPr>
          <a:xfrm flipV="1">
            <a:off x="7068311" y="2971800"/>
            <a:ext cx="3319273" cy="5715000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94" name="Connector 26"/>
          <p:cNvSpPr/>
          <p:nvPr/>
        </p:nvSpPr>
        <p:spPr>
          <a:xfrm flipV="1">
            <a:off x="7251192" y="2971800"/>
            <a:ext cx="5449825" cy="5715000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95" name="Connector 27"/>
          <p:cNvSpPr/>
          <p:nvPr/>
        </p:nvSpPr>
        <p:spPr>
          <a:xfrm flipV="1">
            <a:off x="7434071" y="2971799"/>
            <a:ext cx="7580377" cy="5715002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96" name="Connector 28"/>
          <p:cNvSpPr/>
          <p:nvPr/>
        </p:nvSpPr>
        <p:spPr>
          <a:xfrm flipV="1">
            <a:off x="7616951" y="2971799"/>
            <a:ext cx="9710929" cy="5715002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97" name="Connector 29"/>
          <p:cNvSpPr/>
          <p:nvPr/>
        </p:nvSpPr>
        <p:spPr>
          <a:xfrm flipV="1">
            <a:off x="7799831" y="2971799"/>
            <a:ext cx="11841482" cy="5715002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98" name="Connector 30"/>
          <p:cNvSpPr/>
          <p:nvPr/>
        </p:nvSpPr>
        <p:spPr>
          <a:xfrm flipH="1" flipV="1">
            <a:off x="1316736" y="2971799"/>
            <a:ext cx="7351776" cy="5715002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99" name="Connector 31"/>
          <p:cNvSpPr/>
          <p:nvPr/>
        </p:nvSpPr>
        <p:spPr>
          <a:xfrm flipH="1" flipV="1">
            <a:off x="3630167" y="2971800"/>
            <a:ext cx="5221225" cy="5715000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00" name="Connector 32"/>
          <p:cNvSpPr/>
          <p:nvPr/>
        </p:nvSpPr>
        <p:spPr>
          <a:xfrm flipH="1" flipV="1">
            <a:off x="5943599" y="2971799"/>
            <a:ext cx="3090674" cy="5715002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01" name="Connector 33"/>
          <p:cNvSpPr/>
          <p:nvPr/>
        </p:nvSpPr>
        <p:spPr>
          <a:xfrm flipH="1" flipV="1">
            <a:off x="8257031" y="2971799"/>
            <a:ext cx="960122" cy="5715002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02" name="Connector 34"/>
          <p:cNvSpPr/>
          <p:nvPr/>
        </p:nvSpPr>
        <p:spPr>
          <a:xfrm flipV="1">
            <a:off x="9400031" y="2971799"/>
            <a:ext cx="1170433" cy="5715002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03" name="Connector 35"/>
          <p:cNvSpPr/>
          <p:nvPr/>
        </p:nvSpPr>
        <p:spPr>
          <a:xfrm flipV="1">
            <a:off x="9582911" y="2971799"/>
            <a:ext cx="3300985" cy="5715002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04" name="Connector 36"/>
          <p:cNvSpPr/>
          <p:nvPr/>
        </p:nvSpPr>
        <p:spPr>
          <a:xfrm flipV="1">
            <a:off x="9765792" y="2971799"/>
            <a:ext cx="5431537" cy="5715002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05" name="Connector 37"/>
          <p:cNvSpPr/>
          <p:nvPr/>
        </p:nvSpPr>
        <p:spPr>
          <a:xfrm flipV="1">
            <a:off x="9948672" y="2971799"/>
            <a:ext cx="7562089" cy="5715002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06" name="Connector 38"/>
          <p:cNvSpPr/>
          <p:nvPr/>
        </p:nvSpPr>
        <p:spPr>
          <a:xfrm flipV="1">
            <a:off x="10131552" y="2971799"/>
            <a:ext cx="9692641" cy="5715002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07" name="Connector 39"/>
          <p:cNvSpPr/>
          <p:nvPr/>
        </p:nvSpPr>
        <p:spPr>
          <a:xfrm flipH="1" flipV="1">
            <a:off x="1499615" y="2971800"/>
            <a:ext cx="10186418" cy="5715000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08" name="Connector 40"/>
          <p:cNvSpPr/>
          <p:nvPr/>
        </p:nvSpPr>
        <p:spPr>
          <a:xfrm flipH="1" flipV="1">
            <a:off x="3813047" y="2971800"/>
            <a:ext cx="8055865" cy="5715000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09" name="Connector 41"/>
          <p:cNvSpPr/>
          <p:nvPr/>
        </p:nvSpPr>
        <p:spPr>
          <a:xfrm flipH="1" flipV="1">
            <a:off x="6126479" y="2971799"/>
            <a:ext cx="5925313" cy="5715002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10" name="Connector 42"/>
          <p:cNvSpPr/>
          <p:nvPr/>
        </p:nvSpPr>
        <p:spPr>
          <a:xfrm flipH="1" flipV="1">
            <a:off x="8439912" y="2971799"/>
            <a:ext cx="3794760" cy="5715002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11" name="Connector 43"/>
          <p:cNvSpPr/>
          <p:nvPr/>
        </p:nvSpPr>
        <p:spPr>
          <a:xfrm flipH="1" flipV="1">
            <a:off x="10753344" y="2971799"/>
            <a:ext cx="1664208" cy="5715002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12" name="Connector 44"/>
          <p:cNvSpPr/>
          <p:nvPr/>
        </p:nvSpPr>
        <p:spPr>
          <a:xfrm flipV="1">
            <a:off x="12600431" y="2971799"/>
            <a:ext cx="466345" cy="5715002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13" name="Connector 45"/>
          <p:cNvSpPr/>
          <p:nvPr/>
        </p:nvSpPr>
        <p:spPr>
          <a:xfrm flipV="1">
            <a:off x="12783312" y="2971799"/>
            <a:ext cx="2596897" cy="5715002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14" name="Connector 46"/>
          <p:cNvSpPr/>
          <p:nvPr/>
        </p:nvSpPr>
        <p:spPr>
          <a:xfrm flipV="1">
            <a:off x="12966192" y="2971799"/>
            <a:ext cx="4727449" cy="5715002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15" name="Connector 47"/>
          <p:cNvSpPr/>
          <p:nvPr/>
        </p:nvSpPr>
        <p:spPr>
          <a:xfrm flipV="1">
            <a:off x="13149071" y="2971799"/>
            <a:ext cx="6858001" cy="5715002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16" name="Connector 48"/>
          <p:cNvSpPr/>
          <p:nvPr/>
        </p:nvSpPr>
        <p:spPr>
          <a:xfrm flipH="1" flipV="1">
            <a:off x="1682496" y="2971799"/>
            <a:ext cx="12335256" cy="5715002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17" name="Connector 49"/>
          <p:cNvSpPr/>
          <p:nvPr/>
        </p:nvSpPr>
        <p:spPr>
          <a:xfrm flipH="1" flipV="1">
            <a:off x="3995928" y="2971799"/>
            <a:ext cx="10204705" cy="5715002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18" name="Connector 50"/>
          <p:cNvSpPr/>
          <p:nvPr/>
        </p:nvSpPr>
        <p:spPr>
          <a:xfrm flipH="1" flipV="1">
            <a:off x="6309360" y="2971799"/>
            <a:ext cx="8074152" cy="5715002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19" name="Connector 51"/>
          <p:cNvSpPr/>
          <p:nvPr/>
        </p:nvSpPr>
        <p:spPr>
          <a:xfrm flipH="1" flipV="1">
            <a:off x="8622792" y="2971800"/>
            <a:ext cx="5943601" cy="5715000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20" name="Connector 52"/>
          <p:cNvSpPr/>
          <p:nvPr/>
        </p:nvSpPr>
        <p:spPr>
          <a:xfrm flipH="1" flipV="1">
            <a:off x="10936224" y="2971800"/>
            <a:ext cx="3813048" cy="5715000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21" name="Connector 53"/>
          <p:cNvSpPr/>
          <p:nvPr/>
        </p:nvSpPr>
        <p:spPr>
          <a:xfrm flipH="1" flipV="1">
            <a:off x="13249656" y="2971800"/>
            <a:ext cx="1682496" cy="5715000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22" name="Connector 54"/>
          <p:cNvSpPr/>
          <p:nvPr/>
        </p:nvSpPr>
        <p:spPr>
          <a:xfrm flipV="1">
            <a:off x="15115032" y="2971799"/>
            <a:ext cx="448057" cy="5715002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23" name="Connector 55"/>
          <p:cNvSpPr/>
          <p:nvPr/>
        </p:nvSpPr>
        <p:spPr>
          <a:xfrm flipV="1">
            <a:off x="15297913" y="2971800"/>
            <a:ext cx="2578609" cy="5715000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24" name="Connector 56"/>
          <p:cNvSpPr/>
          <p:nvPr/>
        </p:nvSpPr>
        <p:spPr>
          <a:xfrm flipV="1">
            <a:off x="15480791" y="2971800"/>
            <a:ext cx="4709161" cy="5715000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25" name="Connector 57"/>
          <p:cNvSpPr/>
          <p:nvPr/>
        </p:nvSpPr>
        <p:spPr>
          <a:xfrm flipH="1" flipV="1">
            <a:off x="1865375" y="2971799"/>
            <a:ext cx="15169896" cy="5715002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26" name="Connector 58"/>
          <p:cNvSpPr/>
          <p:nvPr/>
        </p:nvSpPr>
        <p:spPr>
          <a:xfrm flipH="1" flipV="1">
            <a:off x="4178807" y="2971799"/>
            <a:ext cx="13039344" cy="5715002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27" name="Connector 59"/>
          <p:cNvSpPr/>
          <p:nvPr/>
        </p:nvSpPr>
        <p:spPr>
          <a:xfrm flipH="1" flipV="1">
            <a:off x="6492240" y="2971799"/>
            <a:ext cx="10908793" cy="5715002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28" name="Connector 60"/>
          <p:cNvSpPr/>
          <p:nvPr/>
        </p:nvSpPr>
        <p:spPr>
          <a:xfrm flipH="1" flipV="1">
            <a:off x="8805672" y="2971799"/>
            <a:ext cx="8778241" cy="5715002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29" name="Connector 61"/>
          <p:cNvSpPr/>
          <p:nvPr/>
        </p:nvSpPr>
        <p:spPr>
          <a:xfrm flipH="1" flipV="1">
            <a:off x="11119104" y="2971799"/>
            <a:ext cx="6647689" cy="5715002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30" name="Connector 62"/>
          <p:cNvSpPr/>
          <p:nvPr/>
        </p:nvSpPr>
        <p:spPr>
          <a:xfrm flipH="1" flipV="1">
            <a:off x="13432536" y="2971800"/>
            <a:ext cx="4517137" cy="5715000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31" name="Connector 63"/>
          <p:cNvSpPr/>
          <p:nvPr/>
        </p:nvSpPr>
        <p:spPr>
          <a:xfrm flipH="1" flipV="1">
            <a:off x="15745967" y="2971799"/>
            <a:ext cx="2386586" cy="5715002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32" name="Connector 64"/>
          <p:cNvSpPr/>
          <p:nvPr/>
        </p:nvSpPr>
        <p:spPr>
          <a:xfrm flipH="1" flipV="1">
            <a:off x="18059400" y="2971800"/>
            <a:ext cx="256033" cy="5715000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33" name="Connector 65"/>
          <p:cNvSpPr/>
          <p:nvPr/>
        </p:nvSpPr>
        <p:spPr>
          <a:xfrm flipV="1">
            <a:off x="18498312" y="2971799"/>
            <a:ext cx="1874521" cy="5715002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34" name="Connector 66"/>
          <p:cNvSpPr/>
          <p:nvPr/>
        </p:nvSpPr>
        <p:spPr>
          <a:xfrm flipH="1" flipV="1">
            <a:off x="2048256" y="2971799"/>
            <a:ext cx="17318738" cy="5715002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35" name="Connector 67"/>
          <p:cNvSpPr/>
          <p:nvPr/>
        </p:nvSpPr>
        <p:spPr>
          <a:xfrm flipH="1" flipV="1">
            <a:off x="4361687" y="2971799"/>
            <a:ext cx="15188186" cy="5715002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36" name="Connector 68"/>
          <p:cNvSpPr/>
          <p:nvPr/>
        </p:nvSpPr>
        <p:spPr>
          <a:xfrm flipH="1" flipV="1">
            <a:off x="6675120" y="2971799"/>
            <a:ext cx="13057633" cy="5715002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37" name="Connector 69"/>
          <p:cNvSpPr/>
          <p:nvPr/>
        </p:nvSpPr>
        <p:spPr>
          <a:xfrm flipH="1" flipV="1">
            <a:off x="8988552" y="2971799"/>
            <a:ext cx="10927080" cy="5715002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38" name="Connector 70"/>
          <p:cNvSpPr/>
          <p:nvPr/>
        </p:nvSpPr>
        <p:spPr>
          <a:xfrm flipH="1" flipV="1">
            <a:off x="11301983" y="2971799"/>
            <a:ext cx="8796529" cy="5715002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39" name="Connector 71"/>
          <p:cNvSpPr/>
          <p:nvPr/>
        </p:nvSpPr>
        <p:spPr>
          <a:xfrm flipH="1" flipV="1">
            <a:off x="13615415" y="2971799"/>
            <a:ext cx="6665977" cy="5715002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40" name="Connector 72"/>
          <p:cNvSpPr/>
          <p:nvPr/>
        </p:nvSpPr>
        <p:spPr>
          <a:xfrm flipH="1" flipV="1">
            <a:off x="15928847" y="2971800"/>
            <a:ext cx="4535425" cy="5715000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41" name="Connector 73"/>
          <p:cNvSpPr/>
          <p:nvPr/>
        </p:nvSpPr>
        <p:spPr>
          <a:xfrm flipH="1" flipV="1">
            <a:off x="18242280" y="2971799"/>
            <a:ext cx="2404873" cy="5715002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42" name="Connector 74"/>
          <p:cNvSpPr/>
          <p:nvPr/>
        </p:nvSpPr>
        <p:spPr>
          <a:xfrm flipH="1" flipV="1">
            <a:off x="20555712" y="2971800"/>
            <a:ext cx="274320" cy="5715000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43" name="Rectangle 75"/>
          <p:cNvSpPr/>
          <p:nvPr/>
        </p:nvSpPr>
        <p:spPr>
          <a:xfrm>
            <a:off x="548640" y="2286000"/>
            <a:ext cx="1929384" cy="685800"/>
          </a:xfrm>
          <a:prstGeom prst="rect">
            <a:avLst/>
          </a:prstGeom>
          <a:solidFill>
            <a:srgbClr val="B5DC86"/>
          </a:solidFill>
          <a:ln w="18288">
            <a:solidFill>
              <a:srgbClr val="AA443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44" name="TextBox 76"/>
          <p:cNvSpPr txBox="1"/>
          <p:nvPr/>
        </p:nvSpPr>
        <p:spPr>
          <a:xfrm>
            <a:off x="1170915" y="2359151"/>
            <a:ext cx="684833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4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IB Spine</a:t>
            </a:r>
          </a:p>
        </p:txBody>
      </p:sp>
      <p:sp>
        <p:nvSpPr>
          <p:cNvPr id="3145" name="TextBox 77"/>
          <p:cNvSpPr txBox="1"/>
          <p:nvPr/>
        </p:nvSpPr>
        <p:spPr>
          <a:xfrm>
            <a:off x="1131413" y="2587751"/>
            <a:ext cx="763837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4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L2-P0-S0</a:t>
            </a:r>
          </a:p>
        </p:txBody>
      </p:sp>
      <p:sp>
        <p:nvSpPr>
          <p:cNvPr id="3146" name="Rectangle 78"/>
          <p:cNvSpPr/>
          <p:nvPr/>
        </p:nvSpPr>
        <p:spPr>
          <a:xfrm>
            <a:off x="2862072" y="2286000"/>
            <a:ext cx="1929384" cy="685800"/>
          </a:xfrm>
          <a:prstGeom prst="rect">
            <a:avLst/>
          </a:prstGeom>
          <a:solidFill>
            <a:srgbClr val="B5DC86"/>
          </a:solidFill>
          <a:ln w="18288">
            <a:solidFill>
              <a:srgbClr val="AA443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47" name="TextBox 79"/>
          <p:cNvSpPr txBox="1"/>
          <p:nvPr/>
        </p:nvSpPr>
        <p:spPr>
          <a:xfrm>
            <a:off x="3484347" y="2359151"/>
            <a:ext cx="684834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4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IB Spine</a:t>
            </a:r>
          </a:p>
        </p:txBody>
      </p:sp>
      <p:sp>
        <p:nvSpPr>
          <p:cNvPr id="3148" name="TextBox 80"/>
          <p:cNvSpPr txBox="1"/>
          <p:nvPr/>
        </p:nvSpPr>
        <p:spPr>
          <a:xfrm>
            <a:off x="3444846" y="2587751"/>
            <a:ext cx="763836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4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L2-P0-S1</a:t>
            </a:r>
          </a:p>
        </p:txBody>
      </p:sp>
      <p:sp>
        <p:nvSpPr>
          <p:cNvPr id="3149" name="Rectangle 81"/>
          <p:cNvSpPr/>
          <p:nvPr/>
        </p:nvSpPr>
        <p:spPr>
          <a:xfrm>
            <a:off x="5175503" y="2286000"/>
            <a:ext cx="1929385" cy="685800"/>
          </a:xfrm>
          <a:prstGeom prst="rect">
            <a:avLst/>
          </a:prstGeom>
          <a:solidFill>
            <a:srgbClr val="B5DC86"/>
          </a:solidFill>
          <a:ln w="18288">
            <a:solidFill>
              <a:srgbClr val="AA443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50" name="TextBox 82"/>
          <p:cNvSpPr txBox="1"/>
          <p:nvPr/>
        </p:nvSpPr>
        <p:spPr>
          <a:xfrm>
            <a:off x="5797779" y="2359151"/>
            <a:ext cx="684834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4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IB Spine</a:t>
            </a:r>
          </a:p>
        </p:txBody>
      </p:sp>
      <p:sp>
        <p:nvSpPr>
          <p:cNvPr id="3151" name="TextBox 83"/>
          <p:cNvSpPr txBox="1"/>
          <p:nvPr/>
        </p:nvSpPr>
        <p:spPr>
          <a:xfrm>
            <a:off x="5758278" y="2587751"/>
            <a:ext cx="763836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4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L2-P0-S2</a:t>
            </a:r>
          </a:p>
        </p:txBody>
      </p:sp>
      <p:sp>
        <p:nvSpPr>
          <p:cNvPr id="3152" name="Rectangle 84"/>
          <p:cNvSpPr/>
          <p:nvPr/>
        </p:nvSpPr>
        <p:spPr>
          <a:xfrm>
            <a:off x="7488935" y="2286000"/>
            <a:ext cx="1929385" cy="685800"/>
          </a:xfrm>
          <a:prstGeom prst="rect">
            <a:avLst/>
          </a:prstGeom>
          <a:solidFill>
            <a:srgbClr val="B5DC86"/>
          </a:solidFill>
          <a:ln w="18288">
            <a:solidFill>
              <a:srgbClr val="AA443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53" name="TextBox 85"/>
          <p:cNvSpPr txBox="1"/>
          <p:nvPr/>
        </p:nvSpPr>
        <p:spPr>
          <a:xfrm>
            <a:off x="8111211" y="2359151"/>
            <a:ext cx="684834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4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IB Spine</a:t>
            </a:r>
          </a:p>
        </p:txBody>
      </p:sp>
      <p:sp>
        <p:nvSpPr>
          <p:cNvPr id="3154" name="TextBox 86"/>
          <p:cNvSpPr txBox="1"/>
          <p:nvPr/>
        </p:nvSpPr>
        <p:spPr>
          <a:xfrm>
            <a:off x="8071710" y="2587751"/>
            <a:ext cx="763836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4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L2-P0-S3</a:t>
            </a:r>
          </a:p>
        </p:txBody>
      </p:sp>
      <p:sp>
        <p:nvSpPr>
          <p:cNvPr id="3155" name="Rectangle 87"/>
          <p:cNvSpPr/>
          <p:nvPr/>
        </p:nvSpPr>
        <p:spPr>
          <a:xfrm>
            <a:off x="9802368" y="2286000"/>
            <a:ext cx="1929385" cy="685800"/>
          </a:xfrm>
          <a:prstGeom prst="rect">
            <a:avLst/>
          </a:prstGeom>
          <a:solidFill>
            <a:srgbClr val="B5DC86"/>
          </a:solidFill>
          <a:ln w="18288">
            <a:solidFill>
              <a:srgbClr val="AA443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56" name="TextBox 88"/>
          <p:cNvSpPr txBox="1"/>
          <p:nvPr/>
        </p:nvSpPr>
        <p:spPr>
          <a:xfrm>
            <a:off x="10424643" y="2359151"/>
            <a:ext cx="684834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4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IB Spine</a:t>
            </a:r>
          </a:p>
        </p:txBody>
      </p:sp>
      <p:sp>
        <p:nvSpPr>
          <p:cNvPr id="3157" name="TextBox 89"/>
          <p:cNvSpPr txBox="1"/>
          <p:nvPr/>
        </p:nvSpPr>
        <p:spPr>
          <a:xfrm>
            <a:off x="10385142" y="2587751"/>
            <a:ext cx="763836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4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L2-P0-S4</a:t>
            </a:r>
          </a:p>
        </p:txBody>
      </p:sp>
      <p:sp>
        <p:nvSpPr>
          <p:cNvPr id="3158" name="Rectangle 90"/>
          <p:cNvSpPr/>
          <p:nvPr/>
        </p:nvSpPr>
        <p:spPr>
          <a:xfrm>
            <a:off x="12115800" y="2286000"/>
            <a:ext cx="1929384" cy="685800"/>
          </a:xfrm>
          <a:prstGeom prst="rect">
            <a:avLst/>
          </a:prstGeom>
          <a:solidFill>
            <a:srgbClr val="B5DC86"/>
          </a:solidFill>
          <a:ln w="18288">
            <a:solidFill>
              <a:srgbClr val="AA443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59" name="TextBox 91"/>
          <p:cNvSpPr txBox="1"/>
          <p:nvPr/>
        </p:nvSpPr>
        <p:spPr>
          <a:xfrm>
            <a:off x="12738075" y="2359151"/>
            <a:ext cx="684833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4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IB Spine</a:t>
            </a:r>
          </a:p>
        </p:txBody>
      </p:sp>
      <p:sp>
        <p:nvSpPr>
          <p:cNvPr id="3160" name="TextBox 92"/>
          <p:cNvSpPr txBox="1"/>
          <p:nvPr/>
        </p:nvSpPr>
        <p:spPr>
          <a:xfrm>
            <a:off x="12698573" y="2587751"/>
            <a:ext cx="763837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4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L2-P0-S5</a:t>
            </a:r>
          </a:p>
        </p:txBody>
      </p:sp>
      <p:sp>
        <p:nvSpPr>
          <p:cNvPr id="3161" name="Rectangle 93"/>
          <p:cNvSpPr/>
          <p:nvPr/>
        </p:nvSpPr>
        <p:spPr>
          <a:xfrm>
            <a:off x="14429232" y="2286000"/>
            <a:ext cx="1929385" cy="685800"/>
          </a:xfrm>
          <a:prstGeom prst="rect">
            <a:avLst/>
          </a:prstGeom>
          <a:solidFill>
            <a:srgbClr val="B5DC86"/>
          </a:solidFill>
          <a:ln w="18288">
            <a:solidFill>
              <a:srgbClr val="AA443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62" name="TextBox 94"/>
          <p:cNvSpPr txBox="1"/>
          <p:nvPr/>
        </p:nvSpPr>
        <p:spPr>
          <a:xfrm>
            <a:off x="15051507" y="2359151"/>
            <a:ext cx="684834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4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IB Spine</a:t>
            </a:r>
          </a:p>
        </p:txBody>
      </p:sp>
      <p:sp>
        <p:nvSpPr>
          <p:cNvPr id="3163" name="TextBox 95"/>
          <p:cNvSpPr txBox="1"/>
          <p:nvPr/>
        </p:nvSpPr>
        <p:spPr>
          <a:xfrm>
            <a:off x="15012006" y="2587751"/>
            <a:ext cx="763836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4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L2-P0-S6</a:t>
            </a:r>
          </a:p>
        </p:txBody>
      </p:sp>
      <p:sp>
        <p:nvSpPr>
          <p:cNvPr id="3164" name="Rectangle 96"/>
          <p:cNvSpPr/>
          <p:nvPr/>
        </p:nvSpPr>
        <p:spPr>
          <a:xfrm>
            <a:off x="16742663" y="2286000"/>
            <a:ext cx="1929385" cy="685800"/>
          </a:xfrm>
          <a:prstGeom prst="rect">
            <a:avLst/>
          </a:prstGeom>
          <a:solidFill>
            <a:srgbClr val="B5DC86"/>
          </a:solidFill>
          <a:ln w="18288">
            <a:solidFill>
              <a:srgbClr val="AA443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65" name="TextBox 97"/>
          <p:cNvSpPr txBox="1"/>
          <p:nvPr/>
        </p:nvSpPr>
        <p:spPr>
          <a:xfrm>
            <a:off x="17364940" y="2359151"/>
            <a:ext cx="684833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4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IB Spine</a:t>
            </a:r>
          </a:p>
        </p:txBody>
      </p:sp>
      <p:sp>
        <p:nvSpPr>
          <p:cNvPr id="3166" name="TextBox 98"/>
          <p:cNvSpPr txBox="1"/>
          <p:nvPr/>
        </p:nvSpPr>
        <p:spPr>
          <a:xfrm>
            <a:off x="17325438" y="2587751"/>
            <a:ext cx="763837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4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L2-P0-S7</a:t>
            </a:r>
          </a:p>
        </p:txBody>
      </p:sp>
      <p:sp>
        <p:nvSpPr>
          <p:cNvPr id="3167" name="Rectangle 99"/>
          <p:cNvSpPr/>
          <p:nvPr/>
        </p:nvSpPr>
        <p:spPr>
          <a:xfrm>
            <a:off x="19056095" y="2286000"/>
            <a:ext cx="1929385" cy="685800"/>
          </a:xfrm>
          <a:prstGeom prst="rect">
            <a:avLst/>
          </a:prstGeom>
          <a:solidFill>
            <a:srgbClr val="B5DC86"/>
          </a:solidFill>
          <a:ln w="18288">
            <a:solidFill>
              <a:srgbClr val="AA443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68" name="TextBox 100"/>
          <p:cNvSpPr txBox="1"/>
          <p:nvPr/>
        </p:nvSpPr>
        <p:spPr>
          <a:xfrm>
            <a:off x="19678370" y="2359151"/>
            <a:ext cx="684834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4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IB Spine</a:t>
            </a:r>
          </a:p>
        </p:txBody>
      </p:sp>
      <p:sp>
        <p:nvSpPr>
          <p:cNvPr id="3169" name="TextBox 101"/>
          <p:cNvSpPr txBox="1"/>
          <p:nvPr/>
        </p:nvSpPr>
        <p:spPr>
          <a:xfrm>
            <a:off x="19638869" y="2587751"/>
            <a:ext cx="763837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4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L2-P0-S8</a:t>
            </a:r>
          </a:p>
        </p:txBody>
      </p:sp>
      <p:sp>
        <p:nvSpPr>
          <p:cNvPr id="3170" name="Rectangle 102"/>
          <p:cNvSpPr/>
          <p:nvPr/>
        </p:nvSpPr>
        <p:spPr>
          <a:xfrm>
            <a:off x="502920" y="8275319"/>
            <a:ext cx="4983480" cy="2103121"/>
          </a:xfrm>
          <a:prstGeom prst="rect">
            <a:avLst/>
          </a:prstGeom>
          <a:solidFill>
            <a:srgbClr val="FFFFFF"/>
          </a:solidFill>
          <a:ln w="18288">
            <a:solidFill>
              <a:srgbClr val="E58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71" name="Rectangle 103"/>
          <p:cNvSpPr/>
          <p:nvPr/>
        </p:nvSpPr>
        <p:spPr>
          <a:xfrm>
            <a:off x="822960" y="8686800"/>
            <a:ext cx="2103121" cy="822961"/>
          </a:xfrm>
          <a:prstGeom prst="rect">
            <a:avLst/>
          </a:prstGeom>
          <a:solidFill>
            <a:srgbClr val="B5DC86"/>
          </a:solidFill>
          <a:ln w="18288">
            <a:solidFill>
              <a:srgbClr val="E58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72" name="TextBox 104"/>
          <p:cNvSpPr txBox="1"/>
          <p:nvPr/>
        </p:nvSpPr>
        <p:spPr>
          <a:xfrm>
            <a:off x="1566329" y="8759952"/>
            <a:ext cx="61638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IB Leaf</a:t>
            </a:r>
          </a:p>
        </p:txBody>
      </p:sp>
      <p:sp>
        <p:nvSpPr>
          <p:cNvPr id="3173" name="TextBox 105"/>
          <p:cNvSpPr txBox="1"/>
          <p:nvPr/>
        </p:nvSpPr>
        <p:spPr>
          <a:xfrm>
            <a:off x="1375829" y="8999981"/>
            <a:ext cx="99738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Leaf-C0-R0</a:t>
            </a:r>
          </a:p>
        </p:txBody>
      </p:sp>
      <p:sp>
        <p:nvSpPr>
          <p:cNvPr id="3174" name="Rectangle 106"/>
          <p:cNvSpPr/>
          <p:nvPr/>
        </p:nvSpPr>
        <p:spPr>
          <a:xfrm>
            <a:off x="3154679" y="8686800"/>
            <a:ext cx="2103121" cy="822961"/>
          </a:xfrm>
          <a:prstGeom prst="rect">
            <a:avLst/>
          </a:prstGeom>
          <a:solidFill>
            <a:srgbClr val="B5DC86"/>
          </a:solidFill>
          <a:ln w="18288">
            <a:solidFill>
              <a:srgbClr val="E58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75" name="TextBox 107"/>
          <p:cNvSpPr txBox="1"/>
          <p:nvPr/>
        </p:nvSpPr>
        <p:spPr>
          <a:xfrm>
            <a:off x="3898048" y="8759952"/>
            <a:ext cx="61638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IB Leaf</a:t>
            </a:r>
          </a:p>
        </p:txBody>
      </p:sp>
      <p:sp>
        <p:nvSpPr>
          <p:cNvPr id="3176" name="TextBox 108"/>
          <p:cNvSpPr txBox="1"/>
          <p:nvPr/>
        </p:nvSpPr>
        <p:spPr>
          <a:xfrm>
            <a:off x="3707548" y="8999981"/>
            <a:ext cx="99738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Leaf-C1-R0</a:t>
            </a:r>
          </a:p>
        </p:txBody>
      </p:sp>
      <p:sp>
        <p:nvSpPr>
          <p:cNvPr id="3177" name="TextBox 109"/>
          <p:cNvSpPr txBox="1"/>
          <p:nvPr/>
        </p:nvSpPr>
        <p:spPr>
          <a:xfrm>
            <a:off x="2659044" y="9875519"/>
            <a:ext cx="662088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rgbClr val="E58A24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Rail 0</a:t>
            </a:r>
          </a:p>
        </p:txBody>
      </p:sp>
      <p:sp>
        <p:nvSpPr>
          <p:cNvPr id="3178" name="Rectangle 110"/>
          <p:cNvSpPr/>
          <p:nvPr/>
        </p:nvSpPr>
        <p:spPr>
          <a:xfrm>
            <a:off x="5852159" y="8275319"/>
            <a:ext cx="4983481" cy="2103121"/>
          </a:xfrm>
          <a:prstGeom prst="rect">
            <a:avLst/>
          </a:prstGeom>
          <a:solidFill>
            <a:srgbClr val="FFFFFF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79" name="Rectangle 111"/>
          <p:cNvSpPr/>
          <p:nvPr/>
        </p:nvSpPr>
        <p:spPr>
          <a:xfrm>
            <a:off x="6172200" y="8686800"/>
            <a:ext cx="2103121" cy="822961"/>
          </a:xfrm>
          <a:prstGeom prst="rect">
            <a:avLst/>
          </a:prstGeom>
          <a:solidFill>
            <a:srgbClr val="B5DC86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80" name="TextBox 112"/>
          <p:cNvSpPr txBox="1"/>
          <p:nvPr/>
        </p:nvSpPr>
        <p:spPr>
          <a:xfrm>
            <a:off x="6915567" y="8759952"/>
            <a:ext cx="61638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IB Leaf</a:t>
            </a:r>
          </a:p>
        </p:txBody>
      </p:sp>
      <p:sp>
        <p:nvSpPr>
          <p:cNvPr id="3181" name="TextBox 113"/>
          <p:cNvSpPr txBox="1"/>
          <p:nvPr/>
        </p:nvSpPr>
        <p:spPr>
          <a:xfrm>
            <a:off x="6725067" y="8999981"/>
            <a:ext cx="99738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Leaf-C0-R1</a:t>
            </a:r>
          </a:p>
        </p:txBody>
      </p:sp>
      <p:sp>
        <p:nvSpPr>
          <p:cNvPr id="3182" name="Rectangle 114"/>
          <p:cNvSpPr/>
          <p:nvPr/>
        </p:nvSpPr>
        <p:spPr>
          <a:xfrm>
            <a:off x="8503919" y="8686800"/>
            <a:ext cx="2103121" cy="822961"/>
          </a:xfrm>
          <a:prstGeom prst="rect">
            <a:avLst/>
          </a:prstGeom>
          <a:solidFill>
            <a:srgbClr val="B5DC86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83" name="TextBox 115"/>
          <p:cNvSpPr txBox="1"/>
          <p:nvPr/>
        </p:nvSpPr>
        <p:spPr>
          <a:xfrm>
            <a:off x="9247288" y="8759952"/>
            <a:ext cx="61638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IB Leaf</a:t>
            </a:r>
          </a:p>
        </p:txBody>
      </p:sp>
      <p:sp>
        <p:nvSpPr>
          <p:cNvPr id="3184" name="TextBox 116"/>
          <p:cNvSpPr txBox="1"/>
          <p:nvPr/>
        </p:nvSpPr>
        <p:spPr>
          <a:xfrm>
            <a:off x="9056788" y="8999981"/>
            <a:ext cx="99738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Leaf-C1-R1</a:t>
            </a:r>
          </a:p>
        </p:txBody>
      </p:sp>
      <p:sp>
        <p:nvSpPr>
          <p:cNvPr id="3185" name="TextBox 117"/>
          <p:cNvSpPr txBox="1"/>
          <p:nvPr/>
        </p:nvSpPr>
        <p:spPr>
          <a:xfrm>
            <a:off x="8008284" y="9875519"/>
            <a:ext cx="662088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rgbClr val="447AC3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Rail 1</a:t>
            </a:r>
          </a:p>
        </p:txBody>
      </p:sp>
      <p:sp>
        <p:nvSpPr>
          <p:cNvPr id="3186" name="Rectangle 118"/>
          <p:cNvSpPr/>
          <p:nvPr/>
        </p:nvSpPr>
        <p:spPr>
          <a:xfrm>
            <a:off x="11201400" y="8275319"/>
            <a:ext cx="4983480" cy="2103121"/>
          </a:xfrm>
          <a:prstGeom prst="rect">
            <a:avLst/>
          </a:prstGeom>
          <a:solidFill>
            <a:srgbClr val="FFFFFF"/>
          </a:solidFill>
          <a:ln w="18288">
            <a:solidFill>
              <a:srgbClr val="268C6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87" name="Rectangle 119"/>
          <p:cNvSpPr/>
          <p:nvPr/>
        </p:nvSpPr>
        <p:spPr>
          <a:xfrm>
            <a:off x="11521440" y="8686800"/>
            <a:ext cx="2103121" cy="822961"/>
          </a:xfrm>
          <a:prstGeom prst="rect">
            <a:avLst/>
          </a:prstGeom>
          <a:solidFill>
            <a:srgbClr val="B5DC86"/>
          </a:solidFill>
          <a:ln w="18288">
            <a:solidFill>
              <a:srgbClr val="268C6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88" name="TextBox 120"/>
          <p:cNvSpPr txBox="1"/>
          <p:nvPr/>
        </p:nvSpPr>
        <p:spPr>
          <a:xfrm>
            <a:off x="12264807" y="8759952"/>
            <a:ext cx="616386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IB Leaf</a:t>
            </a:r>
          </a:p>
        </p:txBody>
      </p:sp>
      <p:sp>
        <p:nvSpPr>
          <p:cNvPr id="3189" name="TextBox 121"/>
          <p:cNvSpPr txBox="1"/>
          <p:nvPr/>
        </p:nvSpPr>
        <p:spPr>
          <a:xfrm>
            <a:off x="12074307" y="8999981"/>
            <a:ext cx="997386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Leaf-C0-R2</a:t>
            </a:r>
          </a:p>
        </p:txBody>
      </p:sp>
      <p:sp>
        <p:nvSpPr>
          <p:cNvPr id="3190" name="Rectangle 122"/>
          <p:cNvSpPr/>
          <p:nvPr/>
        </p:nvSpPr>
        <p:spPr>
          <a:xfrm>
            <a:off x="13853160" y="8686800"/>
            <a:ext cx="2103121" cy="822961"/>
          </a:xfrm>
          <a:prstGeom prst="rect">
            <a:avLst/>
          </a:prstGeom>
          <a:solidFill>
            <a:srgbClr val="B5DC86"/>
          </a:solidFill>
          <a:ln w="18288">
            <a:solidFill>
              <a:srgbClr val="268C6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91" name="TextBox 123"/>
          <p:cNvSpPr txBox="1"/>
          <p:nvPr/>
        </p:nvSpPr>
        <p:spPr>
          <a:xfrm>
            <a:off x="14596527" y="8759952"/>
            <a:ext cx="61638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IB Leaf</a:t>
            </a:r>
          </a:p>
        </p:txBody>
      </p:sp>
      <p:sp>
        <p:nvSpPr>
          <p:cNvPr id="3192" name="TextBox 124"/>
          <p:cNvSpPr txBox="1"/>
          <p:nvPr/>
        </p:nvSpPr>
        <p:spPr>
          <a:xfrm>
            <a:off x="14406027" y="8999981"/>
            <a:ext cx="99738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Leaf-C1-R2</a:t>
            </a:r>
          </a:p>
        </p:txBody>
      </p:sp>
      <p:sp>
        <p:nvSpPr>
          <p:cNvPr id="3193" name="TextBox 125"/>
          <p:cNvSpPr txBox="1"/>
          <p:nvPr/>
        </p:nvSpPr>
        <p:spPr>
          <a:xfrm>
            <a:off x="13357524" y="9875519"/>
            <a:ext cx="662087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rgbClr val="268C68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Rail 2</a:t>
            </a:r>
          </a:p>
        </p:txBody>
      </p:sp>
      <p:sp>
        <p:nvSpPr>
          <p:cNvPr id="3194" name="Rectangle 126"/>
          <p:cNvSpPr/>
          <p:nvPr/>
        </p:nvSpPr>
        <p:spPr>
          <a:xfrm>
            <a:off x="16550639" y="8275319"/>
            <a:ext cx="4983481" cy="2103121"/>
          </a:xfrm>
          <a:prstGeom prst="rect">
            <a:avLst/>
          </a:prstGeom>
          <a:solidFill>
            <a:srgbClr val="FFFFFF"/>
          </a:solidFill>
          <a:ln w="18288">
            <a:solidFill>
              <a:srgbClr val="8062AC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95" name="Rectangle 127"/>
          <p:cNvSpPr/>
          <p:nvPr/>
        </p:nvSpPr>
        <p:spPr>
          <a:xfrm>
            <a:off x="16870680" y="8686800"/>
            <a:ext cx="2103121" cy="822961"/>
          </a:xfrm>
          <a:prstGeom prst="rect">
            <a:avLst/>
          </a:prstGeom>
          <a:solidFill>
            <a:srgbClr val="B5DC86"/>
          </a:solidFill>
          <a:ln w="18288">
            <a:solidFill>
              <a:srgbClr val="8062AC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96" name="TextBox 128"/>
          <p:cNvSpPr txBox="1"/>
          <p:nvPr/>
        </p:nvSpPr>
        <p:spPr>
          <a:xfrm>
            <a:off x="17614047" y="8759952"/>
            <a:ext cx="61638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IB Leaf</a:t>
            </a:r>
          </a:p>
        </p:txBody>
      </p:sp>
      <p:sp>
        <p:nvSpPr>
          <p:cNvPr id="3197" name="TextBox 129"/>
          <p:cNvSpPr txBox="1"/>
          <p:nvPr/>
        </p:nvSpPr>
        <p:spPr>
          <a:xfrm>
            <a:off x="17423547" y="8999981"/>
            <a:ext cx="99738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Leaf-C0-R3</a:t>
            </a:r>
          </a:p>
        </p:txBody>
      </p:sp>
      <p:sp>
        <p:nvSpPr>
          <p:cNvPr id="3198" name="Rectangle 130"/>
          <p:cNvSpPr/>
          <p:nvPr/>
        </p:nvSpPr>
        <p:spPr>
          <a:xfrm>
            <a:off x="19202400" y="8686800"/>
            <a:ext cx="2103121" cy="822961"/>
          </a:xfrm>
          <a:prstGeom prst="rect">
            <a:avLst/>
          </a:prstGeom>
          <a:solidFill>
            <a:srgbClr val="B5DC86"/>
          </a:solidFill>
          <a:ln w="18288">
            <a:solidFill>
              <a:srgbClr val="8062AC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99" name="TextBox 131"/>
          <p:cNvSpPr txBox="1"/>
          <p:nvPr/>
        </p:nvSpPr>
        <p:spPr>
          <a:xfrm>
            <a:off x="19945768" y="8759952"/>
            <a:ext cx="61638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IB Leaf</a:t>
            </a:r>
          </a:p>
        </p:txBody>
      </p:sp>
      <p:sp>
        <p:nvSpPr>
          <p:cNvPr id="3200" name="TextBox 132"/>
          <p:cNvSpPr txBox="1"/>
          <p:nvPr/>
        </p:nvSpPr>
        <p:spPr>
          <a:xfrm>
            <a:off x="19755268" y="8999981"/>
            <a:ext cx="99738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Leaf-C1-R3</a:t>
            </a:r>
          </a:p>
        </p:txBody>
      </p:sp>
      <p:sp>
        <p:nvSpPr>
          <p:cNvPr id="3201" name="TextBox 133"/>
          <p:cNvSpPr txBox="1"/>
          <p:nvPr/>
        </p:nvSpPr>
        <p:spPr>
          <a:xfrm>
            <a:off x="18706765" y="9875519"/>
            <a:ext cx="662087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rgbClr val="8062AC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Rail 3</a:t>
            </a:r>
          </a:p>
        </p:txBody>
      </p:sp>
      <p:sp>
        <p:nvSpPr>
          <p:cNvPr id="3202" name="Rectangle 134"/>
          <p:cNvSpPr/>
          <p:nvPr/>
        </p:nvSpPr>
        <p:spPr>
          <a:xfrm>
            <a:off x="10241280" y="5394959"/>
            <a:ext cx="1463041" cy="53035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03" name="TextBox 135"/>
          <p:cNvSpPr txBox="1"/>
          <p:nvPr/>
        </p:nvSpPr>
        <p:spPr>
          <a:xfrm>
            <a:off x="10648872" y="5440679"/>
            <a:ext cx="647856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Clos</a:t>
            </a:r>
          </a:p>
        </p:txBody>
      </p:sp>
      <p:sp>
        <p:nvSpPr>
          <p:cNvPr id="3204" name="TextBox 136"/>
          <p:cNvSpPr txBox="1"/>
          <p:nvPr/>
        </p:nvSpPr>
        <p:spPr>
          <a:xfrm>
            <a:off x="7058818" y="10972800"/>
            <a:ext cx="7827964" cy="27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Each Leaf-Spine edge aggregates 2 x 400 Gb/s links: 100 GB/s per direction.</a:t>
            </a:r>
          </a:p>
        </p:txBody>
      </p:sp>
      <p:sp>
        <p:nvSpPr>
          <p:cNvPr id="3205" name="TextBox 137"/>
          <p:cNvSpPr txBox="1"/>
          <p:nvPr/>
        </p:nvSpPr>
        <p:spPr>
          <a:xfrm>
            <a:off x="6981946" y="11430000"/>
            <a:ext cx="7981709" cy="254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Per Leaf: 18 GPU-facing ports x 50 = 900 GB/s; 9 Spine bundles x 100 = 900 GB/s.</a:t>
            </a:r>
          </a:p>
        </p:txBody>
      </p:sp>
      <p:sp>
        <p:nvSpPr>
          <p:cNvPr id="3206" name="TextBox 138"/>
          <p:cNvSpPr txBox="1"/>
          <p:nvPr/>
        </p:nvSpPr>
        <p:spPr>
          <a:xfrm>
            <a:off x="6386462" y="11887200"/>
            <a:ext cx="9172675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6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Spines are shared across rails. Cross-rail paths traverse a Spine. No Leaf-Leaf or Spine-Spine edges.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8" name="TextBox 1"/>
          <p:cNvSpPr txBox="1"/>
          <p:nvPr/>
        </p:nvSpPr>
        <p:spPr>
          <a:xfrm>
            <a:off x="548639" y="228600"/>
            <a:ext cx="7681194" cy="431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8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Every GPU NIC connects to exactly one rail Leaf</a:t>
            </a:r>
          </a:p>
        </p:txBody>
      </p:sp>
      <p:sp>
        <p:nvSpPr>
          <p:cNvPr id="3209" name="TextBox 2"/>
          <p:cNvSpPr txBox="1"/>
          <p:nvPr/>
        </p:nvSpPr>
        <p:spPr>
          <a:xfrm>
            <a:off x="548639" y="868680"/>
            <a:ext cx="7002780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Rank mapping: r = 72 x rack + 4 x tray + slot. Rail = slot = rank modulo 4.</a:t>
            </a:r>
          </a:p>
        </p:txBody>
      </p:sp>
      <p:sp>
        <p:nvSpPr>
          <p:cNvPr id="3210" name="Rectangle 3"/>
          <p:cNvSpPr/>
          <p:nvPr/>
        </p:nvSpPr>
        <p:spPr>
          <a:xfrm>
            <a:off x="685800" y="2331720"/>
            <a:ext cx="2423161" cy="777241"/>
          </a:xfrm>
          <a:prstGeom prst="rect">
            <a:avLst/>
          </a:prstGeom>
          <a:solidFill>
            <a:srgbClr val="B5DC86"/>
          </a:solidFill>
          <a:ln w="18288">
            <a:solidFill>
              <a:srgbClr val="E58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11" name="TextBox 4"/>
          <p:cNvSpPr txBox="1"/>
          <p:nvPr/>
        </p:nvSpPr>
        <p:spPr>
          <a:xfrm>
            <a:off x="1569065" y="2404872"/>
            <a:ext cx="65663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6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IB Leaf</a:t>
            </a:r>
          </a:p>
        </p:txBody>
      </p:sp>
      <p:sp>
        <p:nvSpPr>
          <p:cNvPr id="3212" name="TextBox 5"/>
          <p:cNvSpPr txBox="1"/>
          <p:nvPr/>
        </p:nvSpPr>
        <p:spPr>
          <a:xfrm>
            <a:off x="1365865" y="2667761"/>
            <a:ext cx="106303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6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Leaf-C0-R0</a:t>
            </a:r>
          </a:p>
        </p:txBody>
      </p:sp>
      <p:sp>
        <p:nvSpPr>
          <p:cNvPr id="3213" name="Connector 6"/>
          <p:cNvSpPr/>
          <p:nvPr/>
        </p:nvSpPr>
        <p:spPr>
          <a:xfrm flipV="1">
            <a:off x="3108960" y="2148839"/>
            <a:ext cx="548641" cy="566929"/>
          </a:xfrm>
          <a:prstGeom prst="line">
            <a:avLst/>
          </a:prstGeom>
          <a:ln w="13716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14" name="Connector 7"/>
          <p:cNvSpPr/>
          <p:nvPr/>
        </p:nvSpPr>
        <p:spPr>
          <a:xfrm flipV="1">
            <a:off x="3108959" y="2148839"/>
            <a:ext cx="1353313" cy="566929"/>
          </a:xfrm>
          <a:prstGeom prst="line">
            <a:avLst/>
          </a:prstGeom>
          <a:ln w="13716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15" name="Connector 8"/>
          <p:cNvSpPr/>
          <p:nvPr/>
        </p:nvSpPr>
        <p:spPr>
          <a:xfrm flipV="1">
            <a:off x="3108960" y="2148839"/>
            <a:ext cx="2157985" cy="566929"/>
          </a:xfrm>
          <a:prstGeom prst="line">
            <a:avLst/>
          </a:prstGeom>
          <a:ln w="13716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16" name="Connector 9"/>
          <p:cNvSpPr/>
          <p:nvPr/>
        </p:nvSpPr>
        <p:spPr>
          <a:xfrm flipV="1">
            <a:off x="3108960" y="2148839"/>
            <a:ext cx="2962657" cy="566929"/>
          </a:xfrm>
          <a:prstGeom prst="line">
            <a:avLst/>
          </a:prstGeom>
          <a:ln w="13716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17" name="Connector 10"/>
          <p:cNvSpPr/>
          <p:nvPr/>
        </p:nvSpPr>
        <p:spPr>
          <a:xfrm flipV="1">
            <a:off x="3108959" y="2148839"/>
            <a:ext cx="3767330" cy="566929"/>
          </a:xfrm>
          <a:prstGeom prst="line">
            <a:avLst/>
          </a:prstGeom>
          <a:ln w="13716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18" name="Connector 11"/>
          <p:cNvSpPr/>
          <p:nvPr/>
        </p:nvSpPr>
        <p:spPr>
          <a:xfrm flipV="1">
            <a:off x="3108960" y="2148839"/>
            <a:ext cx="4572001" cy="566929"/>
          </a:xfrm>
          <a:prstGeom prst="line">
            <a:avLst/>
          </a:prstGeom>
          <a:ln w="13716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19" name="Connector 12"/>
          <p:cNvSpPr/>
          <p:nvPr/>
        </p:nvSpPr>
        <p:spPr>
          <a:xfrm flipV="1">
            <a:off x="3108960" y="2148839"/>
            <a:ext cx="5376672" cy="566929"/>
          </a:xfrm>
          <a:prstGeom prst="line">
            <a:avLst/>
          </a:prstGeom>
          <a:ln w="13716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20" name="Connector 13"/>
          <p:cNvSpPr/>
          <p:nvPr/>
        </p:nvSpPr>
        <p:spPr>
          <a:xfrm flipV="1">
            <a:off x="3108960" y="2148839"/>
            <a:ext cx="6181345" cy="566929"/>
          </a:xfrm>
          <a:prstGeom prst="line">
            <a:avLst/>
          </a:prstGeom>
          <a:ln w="13716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21" name="Connector 14"/>
          <p:cNvSpPr/>
          <p:nvPr/>
        </p:nvSpPr>
        <p:spPr>
          <a:xfrm flipV="1">
            <a:off x="3108959" y="2148839"/>
            <a:ext cx="6986018" cy="566929"/>
          </a:xfrm>
          <a:prstGeom prst="line">
            <a:avLst/>
          </a:prstGeom>
          <a:ln w="13716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22" name="Connector 15"/>
          <p:cNvSpPr/>
          <p:nvPr/>
        </p:nvSpPr>
        <p:spPr>
          <a:xfrm>
            <a:off x="3108960" y="2715768"/>
            <a:ext cx="548641" cy="301753"/>
          </a:xfrm>
          <a:prstGeom prst="line">
            <a:avLst/>
          </a:prstGeom>
          <a:ln w="13716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23" name="Connector 16"/>
          <p:cNvSpPr/>
          <p:nvPr/>
        </p:nvSpPr>
        <p:spPr>
          <a:xfrm>
            <a:off x="3108960" y="2715767"/>
            <a:ext cx="1353313" cy="301754"/>
          </a:xfrm>
          <a:prstGeom prst="line">
            <a:avLst/>
          </a:prstGeom>
          <a:ln w="13716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24" name="Connector 17"/>
          <p:cNvSpPr/>
          <p:nvPr/>
        </p:nvSpPr>
        <p:spPr>
          <a:xfrm>
            <a:off x="3108960" y="2715768"/>
            <a:ext cx="2157985" cy="301752"/>
          </a:xfrm>
          <a:prstGeom prst="line">
            <a:avLst/>
          </a:prstGeom>
          <a:ln w="13716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25" name="Connector 18"/>
          <p:cNvSpPr/>
          <p:nvPr/>
        </p:nvSpPr>
        <p:spPr>
          <a:xfrm>
            <a:off x="3108959" y="2715768"/>
            <a:ext cx="2962658" cy="301752"/>
          </a:xfrm>
          <a:prstGeom prst="line">
            <a:avLst/>
          </a:prstGeom>
          <a:ln w="13716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26" name="Connector 19"/>
          <p:cNvSpPr/>
          <p:nvPr/>
        </p:nvSpPr>
        <p:spPr>
          <a:xfrm>
            <a:off x="3108959" y="2715768"/>
            <a:ext cx="3767329" cy="301752"/>
          </a:xfrm>
          <a:prstGeom prst="line">
            <a:avLst/>
          </a:prstGeom>
          <a:ln w="13716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27" name="Connector 20"/>
          <p:cNvSpPr/>
          <p:nvPr/>
        </p:nvSpPr>
        <p:spPr>
          <a:xfrm>
            <a:off x="3108959" y="2715768"/>
            <a:ext cx="4572002" cy="301752"/>
          </a:xfrm>
          <a:prstGeom prst="line">
            <a:avLst/>
          </a:prstGeom>
          <a:ln w="13716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28" name="Connector 21"/>
          <p:cNvSpPr/>
          <p:nvPr/>
        </p:nvSpPr>
        <p:spPr>
          <a:xfrm>
            <a:off x="3108960" y="2715767"/>
            <a:ext cx="5376672" cy="301754"/>
          </a:xfrm>
          <a:prstGeom prst="line">
            <a:avLst/>
          </a:prstGeom>
          <a:ln w="13716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29" name="Connector 22"/>
          <p:cNvSpPr/>
          <p:nvPr/>
        </p:nvSpPr>
        <p:spPr>
          <a:xfrm>
            <a:off x="3108960" y="2715767"/>
            <a:ext cx="6181345" cy="301754"/>
          </a:xfrm>
          <a:prstGeom prst="line">
            <a:avLst/>
          </a:prstGeom>
          <a:ln w="13716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30" name="Connector 23"/>
          <p:cNvSpPr/>
          <p:nvPr/>
        </p:nvSpPr>
        <p:spPr>
          <a:xfrm>
            <a:off x="3108959" y="2715768"/>
            <a:ext cx="6986017" cy="301752"/>
          </a:xfrm>
          <a:prstGeom prst="line">
            <a:avLst/>
          </a:prstGeom>
          <a:ln w="13716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31" name="Rectangle 24"/>
          <p:cNvSpPr/>
          <p:nvPr/>
        </p:nvSpPr>
        <p:spPr>
          <a:xfrm>
            <a:off x="3314700" y="1911094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32" name="TextBox 25"/>
          <p:cNvSpPr txBox="1"/>
          <p:nvPr/>
        </p:nvSpPr>
        <p:spPr>
          <a:xfrm>
            <a:off x="3513645" y="1984248"/>
            <a:ext cx="28791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233" name="TextBox 26"/>
          <p:cNvSpPr txBox="1"/>
          <p:nvPr/>
        </p:nvSpPr>
        <p:spPr>
          <a:xfrm>
            <a:off x="3594100" y="2155698"/>
            <a:ext cx="1270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r0</a:t>
            </a:r>
          </a:p>
        </p:txBody>
      </p:sp>
      <p:sp>
        <p:nvSpPr>
          <p:cNvPr id="3234" name="Rectangle 27"/>
          <p:cNvSpPr/>
          <p:nvPr/>
        </p:nvSpPr>
        <p:spPr>
          <a:xfrm>
            <a:off x="4119371" y="1911094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35" name="TextBox 28"/>
          <p:cNvSpPr txBox="1"/>
          <p:nvPr/>
        </p:nvSpPr>
        <p:spPr>
          <a:xfrm>
            <a:off x="4318317" y="1984248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236" name="TextBox 29"/>
          <p:cNvSpPr txBox="1"/>
          <p:nvPr/>
        </p:nvSpPr>
        <p:spPr>
          <a:xfrm>
            <a:off x="4398771" y="2155698"/>
            <a:ext cx="1270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r4</a:t>
            </a:r>
          </a:p>
        </p:txBody>
      </p:sp>
      <p:sp>
        <p:nvSpPr>
          <p:cNvPr id="3237" name="Rectangle 30"/>
          <p:cNvSpPr/>
          <p:nvPr/>
        </p:nvSpPr>
        <p:spPr>
          <a:xfrm>
            <a:off x="4924044" y="1911094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38" name="TextBox 31"/>
          <p:cNvSpPr txBox="1"/>
          <p:nvPr/>
        </p:nvSpPr>
        <p:spPr>
          <a:xfrm>
            <a:off x="5122990" y="1984248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239" name="TextBox 32"/>
          <p:cNvSpPr txBox="1"/>
          <p:nvPr/>
        </p:nvSpPr>
        <p:spPr>
          <a:xfrm>
            <a:off x="5203444" y="2155698"/>
            <a:ext cx="1270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r8</a:t>
            </a:r>
          </a:p>
        </p:txBody>
      </p:sp>
      <p:sp>
        <p:nvSpPr>
          <p:cNvPr id="3240" name="Rectangle 33"/>
          <p:cNvSpPr/>
          <p:nvPr/>
        </p:nvSpPr>
        <p:spPr>
          <a:xfrm>
            <a:off x="5728715" y="1911094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41" name="TextBox 34"/>
          <p:cNvSpPr txBox="1"/>
          <p:nvPr/>
        </p:nvSpPr>
        <p:spPr>
          <a:xfrm>
            <a:off x="5927661" y="1984248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242" name="TextBox 35"/>
          <p:cNvSpPr txBox="1"/>
          <p:nvPr/>
        </p:nvSpPr>
        <p:spPr>
          <a:xfrm>
            <a:off x="5973488" y="2155698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r12</a:t>
            </a:r>
          </a:p>
        </p:txBody>
      </p:sp>
      <p:sp>
        <p:nvSpPr>
          <p:cNvPr id="3243" name="Rectangle 36"/>
          <p:cNvSpPr/>
          <p:nvPr/>
        </p:nvSpPr>
        <p:spPr>
          <a:xfrm>
            <a:off x="6533388" y="1911094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44" name="TextBox 37"/>
          <p:cNvSpPr txBox="1"/>
          <p:nvPr/>
        </p:nvSpPr>
        <p:spPr>
          <a:xfrm>
            <a:off x="6732334" y="1984248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245" name="TextBox 38"/>
          <p:cNvSpPr txBox="1"/>
          <p:nvPr/>
        </p:nvSpPr>
        <p:spPr>
          <a:xfrm>
            <a:off x="6778160" y="2155698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r16</a:t>
            </a:r>
          </a:p>
        </p:txBody>
      </p:sp>
      <p:sp>
        <p:nvSpPr>
          <p:cNvPr id="3246" name="Rectangle 39"/>
          <p:cNvSpPr/>
          <p:nvPr/>
        </p:nvSpPr>
        <p:spPr>
          <a:xfrm>
            <a:off x="7338059" y="1911094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47" name="TextBox 40"/>
          <p:cNvSpPr txBox="1"/>
          <p:nvPr/>
        </p:nvSpPr>
        <p:spPr>
          <a:xfrm>
            <a:off x="7537005" y="1984248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248" name="TextBox 41"/>
          <p:cNvSpPr txBox="1"/>
          <p:nvPr/>
        </p:nvSpPr>
        <p:spPr>
          <a:xfrm>
            <a:off x="7582832" y="2155698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r20</a:t>
            </a:r>
          </a:p>
        </p:txBody>
      </p:sp>
      <p:sp>
        <p:nvSpPr>
          <p:cNvPr id="3249" name="Rectangle 42"/>
          <p:cNvSpPr/>
          <p:nvPr/>
        </p:nvSpPr>
        <p:spPr>
          <a:xfrm>
            <a:off x="8142730" y="1911094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50" name="TextBox 43"/>
          <p:cNvSpPr txBox="1"/>
          <p:nvPr/>
        </p:nvSpPr>
        <p:spPr>
          <a:xfrm>
            <a:off x="8341678" y="1984248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251" name="TextBox 44"/>
          <p:cNvSpPr txBox="1"/>
          <p:nvPr/>
        </p:nvSpPr>
        <p:spPr>
          <a:xfrm>
            <a:off x="8387505" y="2155698"/>
            <a:ext cx="196255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r24</a:t>
            </a:r>
          </a:p>
        </p:txBody>
      </p:sp>
      <p:sp>
        <p:nvSpPr>
          <p:cNvPr id="3252" name="Rectangle 45"/>
          <p:cNvSpPr/>
          <p:nvPr/>
        </p:nvSpPr>
        <p:spPr>
          <a:xfrm>
            <a:off x="8947404" y="1911094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53" name="TextBox 46"/>
          <p:cNvSpPr txBox="1"/>
          <p:nvPr/>
        </p:nvSpPr>
        <p:spPr>
          <a:xfrm>
            <a:off x="9146350" y="1984248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254" name="TextBox 47"/>
          <p:cNvSpPr txBox="1"/>
          <p:nvPr/>
        </p:nvSpPr>
        <p:spPr>
          <a:xfrm>
            <a:off x="9192176" y="2155698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r28</a:t>
            </a:r>
          </a:p>
        </p:txBody>
      </p:sp>
      <p:sp>
        <p:nvSpPr>
          <p:cNvPr id="3255" name="Rectangle 48"/>
          <p:cNvSpPr/>
          <p:nvPr/>
        </p:nvSpPr>
        <p:spPr>
          <a:xfrm>
            <a:off x="9752076" y="1911094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56" name="TextBox 49"/>
          <p:cNvSpPr txBox="1"/>
          <p:nvPr/>
        </p:nvSpPr>
        <p:spPr>
          <a:xfrm>
            <a:off x="9951022" y="1984248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257" name="TextBox 50"/>
          <p:cNvSpPr txBox="1"/>
          <p:nvPr/>
        </p:nvSpPr>
        <p:spPr>
          <a:xfrm>
            <a:off x="9996848" y="2155698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r32</a:t>
            </a:r>
          </a:p>
        </p:txBody>
      </p:sp>
      <p:sp>
        <p:nvSpPr>
          <p:cNvPr id="3258" name="Rectangle 51"/>
          <p:cNvSpPr/>
          <p:nvPr/>
        </p:nvSpPr>
        <p:spPr>
          <a:xfrm>
            <a:off x="3314700" y="277977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59" name="TextBox 52"/>
          <p:cNvSpPr txBox="1"/>
          <p:nvPr/>
        </p:nvSpPr>
        <p:spPr>
          <a:xfrm>
            <a:off x="3513645" y="2852927"/>
            <a:ext cx="28791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260" name="TextBox 53"/>
          <p:cNvSpPr txBox="1"/>
          <p:nvPr/>
        </p:nvSpPr>
        <p:spPr>
          <a:xfrm>
            <a:off x="3559472" y="3024377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r36</a:t>
            </a:r>
          </a:p>
        </p:txBody>
      </p:sp>
      <p:sp>
        <p:nvSpPr>
          <p:cNvPr id="3261" name="Rectangle 54"/>
          <p:cNvSpPr/>
          <p:nvPr/>
        </p:nvSpPr>
        <p:spPr>
          <a:xfrm>
            <a:off x="4119371" y="2779776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62" name="TextBox 55"/>
          <p:cNvSpPr txBox="1"/>
          <p:nvPr/>
        </p:nvSpPr>
        <p:spPr>
          <a:xfrm>
            <a:off x="4318317" y="2852927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263" name="TextBox 56"/>
          <p:cNvSpPr txBox="1"/>
          <p:nvPr/>
        </p:nvSpPr>
        <p:spPr>
          <a:xfrm>
            <a:off x="4364144" y="3024377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r40</a:t>
            </a:r>
          </a:p>
        </p:txBody>
      </p:sp>
      <p:sp>
        <p:nvSpPr>
          <p:cNvPr id="3264" name="Rectangle 57"/>
          <p:cNvSpPr/>
          <p:nvPr/>
        </p:nvSpPr>
        <p:spPr>
          <a:xfrm>
            <a:off x="4924044" y="2779776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65" name="TextBox 58"/>
          <p:cNvSpPr txBox="1"/>
          <p:nvPr/>
        </p:nvSpPr>
        <p:spPr>
          <a:xfrm>
            <a:off x="5122990" y="2852927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266" name="TextBox 59"/>
          <p:cNvSpPr txBox="1"/>
          <p:nvPr/>
        </p:nvSpPr>
        <p:spPr>
          <a:xfrm>
            <a:off x="5168816" y="3024377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r44</a:t>
            </a:r>
          </a:p>
        </p:txBody>
      </p:sp>
      <p:sp>
        <p:nvSpPr>
          <p:cNvPr id="3267" name="Rectangle 60"/>
          <p:cNvSpPr/>
          <p:nvPr/>
        </p:nvSpPr>
        <p:spPr>
          <a:xfrm>
            <a:off x="5728715" y="2779776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68" name="TextBox 61"/>
          <p:cNvSpPr txBox="1"/>
          <p:nvPr/>
        </p:nvSpPr>
        <p:spPr>
          <a:xfrm>
            <a:off x="5927661" y="2852927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269" name="TextBox 62"/>
          <p:cNvSpPr txBox="1"/>
          <p:nvPr/>
        </p:nvSpPr>
        <p:spPr>
          <a:xfrm>
            <a:off x="5973488" y="3024377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r48</a:t>
            </a:r>
          </a:p>
        </p:txBody>
      </p:sp>
      <p:sp>
        <p:nvSpPr>
          <p:cNvPr id="3270" name="Rectangle 63"/>
          <p:cNvSpPr/>
          <p:nvPr/>
        </p:nvSpPr>
        <p:spPr>
          <a:xfrm>
            <a:off x="6533388" y="2779776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71" name="TextBox 64"/>
          <p:cNvSpPr txBox="1"/>
          <p:nvPr/>
        </p:nvSpPr>
        <p:spPr>
          <a:xfrm>
            <a:off x="6732334" y="2852927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272" name="TextBox 65"/>
          <p:cNvSpPr txBox="1"/>
          <p:nvPr/>
        </p:nvSpPr>
        <p:spPr>
          <a:xfrm>
            <a:off x="6778160" y="3024377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r52</a:t>
            </a:r>
          </a:p>
        </p:txBody>
      </p:sp>
      <p:sp>
        <p:nvSpPr>
          <p:cNvPr id="3273" name="Rectangle 66"/>
          <p:cNvSpPr/>
          <p:nvPr/>
        </p:nvSpPr>
        <p:spPr>
          <a:xfrm>
            <a:off x="7338059" y="2779776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74" name="TextBox 67"/>
          <p:cNvSpPr txBox="1"/>
          <p:nvPr/>
        </p:nvSpPr>
        <p:spPr>
          <a:xfrm>
            <a:off x="7537005" y="2852927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275" name="TextBox 68"/>
          <p:cNvSpPr txBox="1"/>
          <p:nvPr/>
        </p:nvSpPr>
        <p:spPr>
          <a:xfrm>
            <a:off x="7582832" y="3024377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r56</a:t>
            </a:r>
          </a:p>
        </p:txBody>
      </p:sp>
      <p:sp>
        <p:nvSpPr>
          <p:cNvPr id="3276" name="Rectangle 69"/>
          <p:cNvSpPr/>
          <p:nvPr/>
        </p:nvSpPr>
        <p:spPr>
          <a:xfrm>
            <a:off x="8142730" y="2779776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77" name="TextBox 70"/>
          <p:cNvSpPr txBox="1"/>
          <p:nvPr/>
        </p:nvSpPr>
        <p:spPr>
          <a:xfrm>
            <a:off x="8341678" y="2852927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278" name="TextBox 71"/>
          <p:cNvSpPr txBox="1"/>
          <p:nvPr/>
        </p:nvSpPr>
        <p:spPr>
          <a:xfrm>
            <a:off x="8387505" y="3024377"/>
            <a:ext cx="196255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r60</a:t>
            </a:r>
          </a:p>
        </p:txBody>
      </p:sp>
      <p:sp>
        <p:nvSpPr>
          <p:cNvPr id="3279" name="Rectangle 72"/>
          <p:cNvSpPr/>
          <p:nvPr/>
        </p:nvSpPr>
        <p:spPr>
          <a:xfrm>
            <a:off x="8947404" y="2779776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80" name="TextBox 73"/>
          <p:cNvSpPr txBox="1"/>
          <p:nvPr/>
        </p:nvSpPr>
        <p:spPr>
          <a:xfrm>
            <a:off x="9146350" y="2852927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281" name="TextBox 74"/>
          <p:cNvSpPr txBox="1"/>
          <p:nvPr/>
        </p:nvSpPr>
        <p:spPr>
          <a:xfrm>
            <a:off x="9192176" y="3024377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r64</a:t>
            </a:r>
          </a:p>
        </p:txBody>
      </p:sp>
      <p:sp>
        <p:nvSpPr>
          <p:cNvPr id="3282" name="Rectangle 75"/>
          <p:cNvSpPr/>
          <p:nvPr/>
        </p:nvSpPr>
        <p:spPr>
          <a:xfrm>
            <a:off x="9752076" y="2779776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83" name="TextBox 76"/>
          <p:cNvSpPr txBox="1"/>
          <p:nvPr/>
        </p:nvSpPr>
        <p:spPr>
          <a:xfrm>
            <a:off x="9951022" y="2852927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284" name="TextBox 77"/>
          <p:cNvSpPr txBox="1"/>
          <p:nvPr/>
        </p:nvSpPr>
        <p:spPr>
          <a:xfrm>
            <a:off x="9996848" y="3024377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r68</a:t>
            </a:r>
          </a:p>
        </p:txBody>
      </p:sp>
      <p:sp>
        <p:nvSpPr>
          <p:cNvPr id="3285" name="Rectangle 78"/>
          <p:cNvSpPr/>
          <p:nvPr/>
        </p:nvSpPr>
        <p:spPr>
          <a:xfrm>
            <a:off x="11658600" y="2331720"/>
            <a:ext cx="2423161" cy="777241"/>
          </a:xfrm>
          <a:prstGeom prst="rect">
            <a:avLst/>
          </a:prstGeom>
          <a:solidFill>
            <a:srgbClr val="B5DC86"/>
          </a:solidFill>
          <a:ln w="18288">
            <a:solidFill>
              <a:srgbClr val="E58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86" name="TextBox 79"/>
          <p:cNvSpPr txBox="1"/>
          <p:nvPr/>
        </p:nvSpPr>
        <p:spPr>
          <a:xfrm>
            <a:off x="12541865" y="2404872"/>
            <a:ext cx="65663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6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IB Leaf</a:t>
            </a:r>
          </a:p>
        </p:txBody>
      </p:sp>
      <p:sp>
        <p:nvSpPr>
          <p:cNvPr id="3287" name="TextBox 80"/>
          <p:cNvSpPr txBox="1"/>
          <p:nvPr/>
        </p:nvSpPr>
        <p:spPr>
          <a:xfrm>
            <a:off x="12338665" y="2667761"/>
            <a:ext cx="106303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6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Leaf-C1-R0</a:t>
            </a:r>
          </a:p>
        </p:txBody>
      </p:sp>
      <p:sp>
        <p:nvSpPr>
          <p:cNvPr id="3288" name="Connector 81"/>
          <p:cNvSpPr/>
          <p:nvPr/>
        </p:nvSpPr>
        <p:spPr>
          <a:xfrm flipV="1">
            <a:off x="14081760" y="2148839"/>
            <a:ext cx="548641" cy="566929"/>
          </a:xfrm>
          <a:prstGeom prst="line">
            <a:avLst/>
          </a:prstGeom>
          <a:ln w="13716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89" name="Connector 82"/>
          <p:cNvSpPr/>
          <p:nvPr/>
        </p:nvSpPr>
        <p:spPr>
          <a:xfrm flipV="1">
            <a:off x="14081761" y="2148839"/>
            <a:ext cx="1353313" cy="566929"/>
          </a:xfrm>
          <a:prstGeom prst="line">
            <a:avLst/>
          </a:prstGeom>
          <a:ln w="13716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90" name="Connector 83"/>
          <p:cNvSpPr/>
          <p:nvPr/>
        </p:nvSpPr>
        <p:spPr>
          <a:xfrm flipV="1">
            <a:off x="14081760" y="2148839"/>
            <a:ext cx="2157985" cy="566929"/>
          </a:xfrm>
          <a:prstGeom prst="line">
            <a:avLst/>
          </a:prstGeom>
          <a:ln w="13716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91" name="Connector 84"/>
          <p:cNvSpPr/>
          <p:nvPr/>
        </p:nvSpPr>
        <p:spPr>
          <a:xfrm flipV="1">
            <a:off x="14081760" y="2148839"/>
            <a:ext cx="2962657" cy="566929"/>
          </a:xfrm>
          <a:prstGeom prst="line">
            <a:avLst/>
          </a:prstGeom>
          <a:ln w="13716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92" name="Connector 85"/>
          <p:cNvSpPr/>
          <p:nvPr/>
        </p:nvSpPr>
        <p:spPr>
          <a:xfrm flipV="1">
            <a:off x="14081760" y="2148839"/>
            <a:ext cx="3767329" cy="566929"/>
          </a:xfrm>
          <a:prstGeom prst="line">
            <a:avLst/>
          </a:prstGeom>
          <a:ln w="13716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93" name="Connector 86"/>
          <p:cNvSpPr/>
          <p:nvPr/>
        </p:nvSpPr>
        <p:spPr>
          <a:xfrm flipV="1">
            <a:off x="14081760" y="2148839"/>
            <a:ext cx="4572002" cy="566929"/>
          </a:xfrm>
          <a:prstGeom prst="line">
            <a:avLst/>
          </a:prstGeom>
          <a:ln w="13716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94" name="Connector 87"/>
          <p:cNvSpPr/>
          <p:nvPr/>
        </p:nvSpPr>
        <p:spPr>
          <a:xfrm flipV="1">
            <a:off x="14081760" y="2148839"/>
            <a:ext cx="5376673" cy="566929"/>
          </a:xfrm>
          <a:prstGeom prst="line">
            <a:avLst/>
          </a:prstGeom>
          <a:ln w="13716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95" name="Connector 88"/>
          <p:cNvSpPr/>
          <p:nvPr/>
        </p:nvSpPr>
        <p:spPr>
          <a:xfrm flipV="1">
            <a:off x="14081761" y="2148839"/>
            <a:ext cx="6181345" cy="566929"/>
          </a:xfrm>
          <a:prstGeom prst="line">
            <a:avLst/>
          </a:prstGeom>
          <a:ln w="13716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96" name="Connector 89"/>
          <p:cNvSpPr/>
          <p:nvPr/>
        </p:nvSpPr>
        <p:spPr>
          <a:xfrm flipV="1">
            <a:off x="14081760" y="2148839"/>
            <a:ext cx="6986017" cy="566929"/>
          </a:xfrm>
          <a:prstGeom prst="line">
            <a:avLst/>
          </a:prstGeom>
          <a:ln w="13716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97" name="Connector 90"/>
          <p:cNvSpPr/>
          <p:nvPr/>
        </p:nvSpPr>
        <p:spPr>
          <a:xfrm>
            <a:off x="14081759" y="2715768"/>
            <a:ext cx="548641" cy="301753"/>
          </a:xfrm>
          <a:prstGeom prst="line">
            <a:avLst/>
          </a:prstGeom>
          <a:ln w="13716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98" name="Connector 91"/>
          <p:cNvSpPr/>
          <p:nvPr/>
        </p:nvSpPr>
        <p:spPr>
          <a:xfrm>
            <a:off x="14081761" y="2715767"/>
            <a:ext cx="1353313" cy="301754"/>
          </a:xfrm>
          <a:prstGeom prst="line">
            <a:avLst/>
          </a:prstGeom>
          <a:ln w="13716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99" name="Connector 92"/>
          <p:cNvSpPr/>
          <p:nvPr/>
        </p:nvSpPr>
        <p:spPr>
          <a:xfrm>
            <a:off x="14081761" y="2715768"/>
            <a:ext cx="2157985" cy="301752"/>
          </a:xfrm>
          <a:prstGeom prst="line">
            <a:avLst/>
          </a:prstGeom>
          <a:ln w="13716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00" name="Connector 93"/>
          <p:cNvSpPr/>
          <p:nvPr/>
        </p:nvSpPr>
        <p:spPr>
          <a:xfrm>
            <a:off x="14081761" y="2715768"/>
            <a:ext cx="2962657" cy="301752"/>
          </a:xfrm>
          <a:prstGeom prst="line">
            <a:avLst/>
          </a:prstGeom>
          <a:ln w="13716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01" name="Connector 94"/>
          <p:cNvSpPr/>
          <p:nvPr/>
        </p:nvSpPr>
        <p:spPr>
          <a:xfrm>
            <a:off x="14081761" y="2715768"/>
            <a:ext cx="3767329" cy="301752"/>
          </a:xfrm>
          <a:prstGeom prst="line">
            <a:avLst/>
          </a:prstGeom>
          <a:ln w="13716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02" name="Connector 95"/>
          <p:cNvSpPr/>
          <p:nvPr/>
        </p:nvSpPr>
        <p:spPr>
          <a:xfrm>
            <a:off x="14081760" y="2715768"/>
            <a:ext cx="4572001" cy="301752"/>
          </a:xfrm>
          <a:prstGeom prst="line">
            <a:avLst/>
          </a:prstGeom>
          <a:ln w="13716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03" name="Connector 96"/>
          <p:cNvSpPr/>
          <p:nvPr/>
        </p:nvSpPr>
        <p:spPr>
          <a:xfrm>
            <a:off x="14081760" y="2715767"/>
            <a:ext cx="5376672" cy="301754"/>
          </a:xfrm>
          <a:prstGeom prst="line">
            <a:avLst/>
          </a:prstGeom>
          <a:ln w="13716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04" name="Connector 97"/>
          <p:cNvSpPr/>
          <p:nvPr/>
        </p:nvSpPr>
        <p:spPr>
          <a:xfrm>
            <a:off x="14081760" y="2715767"/>
            <a:ext cx="6181345" cy="301754"/>
          </a:xfrm>
          <a:prstGeom prst="line">
            <a:avLst/>
          </a:prstGeom>
          <a:ln w="13716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05" name="Connector 98"/>
          <p:cNvSpPr/>
          <p:nvPr/>
        </p:nvSpPr>
        <p:spPr>
          <a:xfrm>
            <a:off x="14081760" y="2715768"/>
            <a:ext cx="6986017" cy="301752"/>
          </a:xfrm>
          <a:prstGeom prst="line">
            <a:avLst/>
          </a:prstGeom>
          <a:ln w="13716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06" name="Rectangle 99"/>
          <p:cNvSpPr/>
          <p:nvPr/>
        </p:nvSpPr>
        <p:spPr>
          <a:xfrm>
            <a:off x="14287500" y="1911094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07" name="TextBox 100"/>
          <p:cNvSpPr txBox="1"/>
          <p:nvPr/>
        </p:nvSpPr>
        <p:spPr>
          <a:xfrm>
            <a:off x="14486445" y="1984248"/>
            <a:ext cx="28791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308" name="TextBox 101"/>
          <p:cNvSpPr txBox="1"/>
          <p:nvPr/>
        </p:nvSpPr>
        <p:spPr>
          <a:xfrm>
            <a:off x="14532272" y="2155698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r72</a:t>
            </a:r>
          </a:p>
        </p:txBody>
      </p:sp>
      <p:sp>
        <p:nvSpPr>
          <p:cNvPr id="3309" name="Rectangle 102"/>
          <p:cNvSpPr/>
          <p:nvPr/>
        </p:nvSpPr>
        <p:spPr>
          <a:xfrm>
            <a:off x="15092171" y="1911094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10" name="TextBox 103"/>
          <p:cNvSpPr txBox="1"/>
          <p:nvPr/>
        </p:nvSpPr>
        <p:spPr>
          <a:xfrm>
            <a:off x="15291117" y="1984248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311" name="TextBox 104"/>
          <p:cNvSpPr txBox="1"/>
          <p:nvPr/>
        </p:nvSpPr>
        <p:spPr>
          <a:xfrm>
            <a:off x="15336944" y="2155698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r76</a:t>
            </a:r>
          </a:p>
        </p:txBody>
      </p:sp>
      <p:sp>
        <p:nvSpPr>
          <p:cNvPr id="3312" name="Rectangle 105"/>
          <p:cNvSpPr/>
          <p:nvPr/>
        </p:nvSpPr>
        <p:spPr>
          <a:xfrm>
            <a:off x="15896843" y="1911094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13" name="TextBox 106"/>
          <p:cNvSpPr txBox="1"/>
          <p:nvPr/>
        </p:nvSpPr>
        <p:spPr>
          <a:xfrm>
            <a:off x="16095789" y="1984248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314" name="TextBox 107"/>
          <p:cNvSpPr txBox="1"/>
          <p:nvPr/>
        </p:nvSpPr>
        <p:spPr>
          <a:xfrm>
            <a:off x="16141616" y="2155698"/>
            <a:ext cx="196255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r80</a:t>
            </a:r>
          </a:p>
        </p:txBody>
      </p:sp>
      <p:sp>
        <p:nvSpPr>
          <p:cNvPr id="3315" name="Rectangle 108"/>
          <p:cNvSpPr/>
          <p:nvPr/>
        </p:nvSpPr>
        <p:spPr>
          <a:xfrm>
            <a:off x="16701515" y="1911094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16" name="TextBox 109"/>
          <p:cNvSpPr txBox="1"/>
          <p:nvPr/>
        </p:nvSpPr>
        <p:spPr>
          <a:xfrm>
            <a:off x="16900462" y="1984248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317" name="TextBox 110"/>
          <p:cNvSpPr txBox="1"/>
          <p:nvPr/>
        </p:nvSpPr>
        <p:spPr>
          <a:xfrm>
            <a:off x="16946289" y="2155698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r84</a:t>
            </a:r>
          </a:p>
        </p:txBody>
      </p:sp>
      <p:sp>
        <p:nvSpPr>
          <p:cNvPr id="3318" name="Rectangle 111"/>
          <p:cNvSpPr/>
          <p:nvPr/>
        </p:nvSpPr>
        <p:spPr>
          <a:xfrm>
            <a:off x="17506187" y="1911094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19" name="TextBox 112"/>
          <p:cNvSpPr txBox="1"/>
          <p:nvPr/>
        </p:nvSpPr>
        <p:spPr>
          <a:xfrm>
            <a:off x="17705133" y="1984248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320" name="TextBox 113"/>
          <p:cNvSpPr txBox="1"/>
          <p:nvPr/>
        </p:nvSpPr>
        <p:spPr>
          <a:xfrm>
            <a:off x="17750959" y="2155698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r88</a:t>
            </a:r>
          </a:p>
        </p:txBody>
      </p:sp>
      <p:sp>
        <p:nvSpPr>
          <p:cNvPr id="3321" name="Rectangle 114"/>
          <p:cNvSpPr/>
          <p:nvPr/>
        </p:nvSpPr>
        <p:spPr>
          <a:xfrm>
            <a:off x="18310860" y="1911094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22" name="TextBox 115"/>
          <p:cNvSpPr txBox="1"/>
          <p:nvPr/>
        </p:nvSpPr>
        <p:spPr>
          <a:xfrm>
            <a:off x="18509806" y="1984248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323" name="TextBox 116"/>
          <p:cNvSpPr txBox="1"/>
          <p:nvPr/>
        </p:nvSpPr>
        <p:spPr>
          <a:xfrm>
            <a:off x="18555633" y="2155698"/>
            <a:ext cx="196255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r92</a:t>
            </a:r>
          </a:p>
        </p:txBody>
      </p:sp>
      <p:sp>
        <p:nvSpPr>
          <p:cNvPr id="3324" name="Rectangle 117"/>
          <p:cNvSpPr/>
          <p:nvPr/>
        </p:nvSpPr>
        <p:spPr>
          <a:xfrm>
            <a:off x="19115532" y="1911094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25" name="TextBox 118"/>
          <p:cNvSpPr txBox="1"/>
          <p:nvPr/>
        </p:nvSpPr>
        <p:spPr>
          <a:xfrm>
            <a:off x="19314476" y="1984248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326" name="TextBox 119"/>
          <p:cNvSpPr txBox="1"/>
          <p:nvPr/>
        </p:nvSpPr>
        <p:spPr>
          <a:xfrm>
            <a:off x="19360303" y="2155698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r96</a:t>
            </a:r>
          </a:p>
        </p:txBody>
      </p:sp>
      <p:sp>
        <p:nvSpPr>
          <p:cNvPr id="3327" name="Rectangle 120"/>
          <p:cNvSpPr/>
          <p:nvPr/>
        </p:nvSpPr>
        <p:spPr>
          <a:xfrm>
            <a:off x="19920204" y="1911094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28" name="TextBox 121"/>
          <p:cNvSpPr txBox="1"/>
          <p:nvPr/>
        </p:nvSpPr>
        <p:spPr>
          <a:xfrm>
            <a:off x="20119150" y="1984248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329" name="TextBox 122"/>
          <p:cNvSpPr txBox="1"/>
          <p:nvPr/>
        </p:nvSpPr>
        <p:spPr>
          <a:xfrm>
            <a:off x="20129661" y="2155698"/>
            <a:ext cx="266887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r100</a:t>
            </a:r>
          </a:p>
        </p:txBody>
      </p:sp>
      <p:sp>
        <p:nvSpPr>
          <p:cNvPr id="3330" name="Rectangle 123"/>
          <p:cNvSpPr/>
          <p:nvPr/>
        </p:nvSpPr>
        <p:spPr>
          <a:xfrm>
            <a:off x="20724876" y="1911094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31" name="TextBox 124"/>
          <p:cNvSpPr txBox="1"/>
          <p:nvPr/>
        </p:nvSpPr>
        <p:spPr>
          <a:xfrm>
            <a:off x="20923822" y="1984248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332" name="TextBox 125"/>
          <p:cNvSpPr txBox="1"/>
          <p:nvPr/>
        </p:nvSpPr>
        <p:spPr>
          <a:xfrm>
            <a:off x="20934333" y="2155698"/>
            <a:ext cx="266887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r104</a:t>
            </a:r>
          </a:p>
        </p:txBody>
      </p:sp>
      <p:sp>
        <p:nvSpPr>
          <p:cNvPr id="3333" name="Rectangle 126"/>
          <p:cNvSpPr/>
          <p:nvPr/>
        </p:nvSpPr>
        <p:spPr>
          <a:xfrm>
            <a:off x="14287500" y="277977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34" name="TextBox 127"/>
          <p:cNvSpPr txBox="1"/>
          <p:nvPr/>
        </p:nvSpPr>
        <p:spPr>
          <a:xfrm>
            <a:off x="14486445" y="2852927"/>
            <a:ext cx="28791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335" name="TextBox 128"/>
          <p:cNvSpPr txBox="1"/>
          <p:nvPr/>
        </p:nvSpPr>
        <p:spPr>
          <a:xfrm>
            <a:off x="14496956" y="3024377"/>
            <a:ext cx="266888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r108</a:t>
            </a:r>
          </a:p>
        </p:txBody>
      </p:sp>
      <p:sp>
        <p:nvSpPr>
          <p:cNvPr id="3336" name="Rectangle 129"/>
          <p:cNvSpPr/>
          <p:nvPr/>
        </p:nvSpPr>
        <p:spPr>
          <a:xfrm>
            <a:off x="15092171" y="2779776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37" name="TextBox 130"/>
          <p:cNvSpPr txBox="1"/>
          <p:nvPr/>
        </p:nvSpPr>
        <p:spPr>
          <a:xfrm>
            <a:off x="15291117" y="2852927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338" name="TextBox 131"/>
          <p:cNvSpPr txBox="1"/>
          <p:nvPr/>
        </p:nvSpPr>
        <p:spPr>
          <a:xfrm>
            <a:off x="15306310" y="3024377"/>
            <a:ext cx="25752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r112</a:t>
            </a:r>
          </a:p>
        </p:txBody>
      </p:sp>
      <p:sp>
        <p:nvSpPr>
          <p:cNvPr id="3339" name="Rectangle 132"/>
          <p:cNvSpPr/>
          <p:nvPr/>
        </p:nvSpPr>
        <p:spPr>
          <a:xfrm>
            <a:off x="15896843" y="2779776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40" name="TextBox 133"/>
          <p:cNvSpPr txBox="1"/>
          <p:nvPr/>
        </p:nvSpPr>
        <p:spPr>
          <a:xfrm>
            <a:off x="16095789" y="2852927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341" name="TextBox 134"/>
          <p:cNvSpPr txBox="1"/>
          <p:nvPr/>
        </p:nvSpPr>
        <p:spPr>
          <a:xfrm>
            <a:off x="16110982" y="3024377"/>
            <a:ext cx="25752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r116</a:t>
            </a:r>
          </a:p>
        </p:txBody>
      </p:sp>
      <p:sp>
        <p:nvSpPr>
          <p:cNvPr id="3342" name="Rectangle 135"/>
          <p:cNvSpPr/>
          <p:nvPr/>
        </p:nvSpPr>
        <p:spPr>
          <a:xfrm>
            <a:off x="16701515" y="2779776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43" name="TextBox 136"/>
          <p:cNvSpPr txBox="1"/>
          <p:nvPr/>
        </p:nvSpPr>
        <p:spPr>
          <a:xfrm>
            <a:off x="16900462" y="2852927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344" name="TextBox 137"/>
          <p:cNvSpPr txBox="1"/>
          <p:nvPr/>
        </p:nvSpPr>
        <p:spPr>
          <a:xfrm>
            <a:off x="16910973" y="3024377"/>
            <a:ext cx="266888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r120</a:t>
            </a:r>
          </a:p>
        </p:txBody>
      </p:sp>
      <p:sp>
        <p:nvSpPr>
          <p:cNvPr id="3345" name="Rectangle 138"/>
          <p:cNvSpPr/>
          <p:nvPr/>
        </p:nvSpPr>
        <p:spPr>
          <a:xfrm>
            <a:off x="17506187" y="2779776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46" name="TextBox 139"/>
          <p:cNvSpPr txBox="1"/>
          <p:nvPr/>
        </p:nvSpPr>
        <p:spPr>
          <a:xfrm>
            <a:off x="17705133" y="2852927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347" name="TextBox 140"/>
          <p:cNvSpPr txBox="1"/>
          <p:nvPr/>
        </p:nvSpPr>
        <p:spPr>
          <a:xfrm>
            <a:off x="17715644" y="3024377"/>
            <a:ext cx="266887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r124</a:t>
            </a:r>
          </a:p>
        </p:txBody>
      </p:sp>
      <p:sp>
        <p:nvSpPr>
          <p:cNvPr id="3348" name="Rectangle 141"/>
          <p:cNvSpPr/>
          <p:nvPr/>
        </p:nvSpPr>
        <p:spPr>
          <a:xfrm>
            <a:off x="18310860" y="2779776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49" name="TextBox 142"/>
          <p:cNvSpPr txBox="1"/>
          <p:nvPr/>
        </p:nvSpPr>
        <p:spPr>
          <a:xfrm>
            <a:off x="18509806" y="2852927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350" name="TextBox 143"/>
          <p:cNvSpPr txBox="1"/>
          <p:nvPr/>
        </p:nvSpPr>
        <p:spPr>
          <a:xfrm>
            <a:off x="18520317" y="3024377"/>
            <a:ext cx="266887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r128</a:t>
            </a:r>
          </a:p>
        </p:txBody>
      </p:sp>
      <p:sp>
        <p:nvSpPr>
          <p:cNvPr id="3351" name="Rectangle 144"/>
          <p:cNvSpPr/>
          <p:nvPr/>
        </p:nvSpPr>
        <p:spPr>
          <a:xfrm>
            <a:off x="19115532" y="2779776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52" name="TextBox 145"/>
          <p:cNvSpPr txBox="1"/>
          <p:nvPr/>
        </p:nvSpPr>
        <p:spPr>
          <a:xfrm>
            <a:off x="19314476" y="2852927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353" name="TextBox 146"/>
          <p:cNvSpPr txBox="1"/>
          <p:nvPr/>
        </p:nvSpPr>
        <p:spPr>
          <a:xfrm>
            <a:off x="19324987" y="3024377"/>
            <a:ext cx="266887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r132</a:t>
            </a:r>
          </a:p>
        </p:txBody>
      </p:sp>
      <p:sp>
        <p:nvSpPr>
          <p:cNvPr id="3354" name="Rectangle 147"/>
          <p:cNvSpPr/>
          <p:nvPr/>
        </p:nvSpPr>
        <p:spPr>
          <a:xfrm>
            <a:off x="19920204" y="2779776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55" name="TextBox 148"/>
          <p:cNvSpPr txBox="1"/>
          <p:nvPr/>
        </p:nvSpPr>
        <p:spPr>
          <a:xfrm>
            <a:off x="20119150" y="2852927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356" name="TextBox 149"/>
          <p:cNvSpPr txBox="1"/>
          <p:nvPr/>
        </p:nvSpPr>
        <p:spPr>
          <a:xfrm>
            <a:off x="20129661" y="3024377"/>
            <a:ext cx="266887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r136</a:t>
            </a:r>
          </a:p>
        </p:txBody>
      </p:sp>
      <p:sp>
        <p:nvSpPr>
          <p:cNvPr id="3357" name="Rectangle 150"/>
          <p:cNvSpPr/>
          <p:nvPr/>
        </p:nvSpPr>
        <p:spPr>
          <a:xfrm>
            <a:off x="20724876" y="2779776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58" name="TextBox 151"/>
          <p:cNvSpPr txBox="1"/>
          <p:nvPr/>
        </p:nvSpPr>
        <p:spPr>
          <a:xfrm>
            <a:off x="20923822" y="2852927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359" name="TextBox 152"/>
          <p:cNvSpPr txBox="1"/>
          <p:nvPr/>
        </p:nvSpPr>
        <p:spPr>
          <a:xfrm>
            <a:off x="20934333" y="3024377"/>
            <a:ext cx="266887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r140</a:t>
            </a:r>
          </a:p>
        </p:txBody>
      </p:sp>
      <p:sp>
        <p:nvSpPr>
          <p:cNvPr id="3360" name="TextBox 153"/>
          <p:cNvSpPr txBox="1"/>
          <p:nvPr/>
        </p:nvSpPr>
        <p:spPr>
          <a:xfrm>
            <a:off x="640080" y="3685032"/>
            <a:ext cx="651388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500">
                <a:solidFill>
                  <a:srgbClr val="E58A24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Rail 0: 18 GPUs/rack, 36 GPUs total; each GPU uplink = 400 Gb/s = 50 GB/s</a:t>
            </a:r>
          </a:p>
        </p:txBody>
      </p:sp>
      <p:sp>
        <p:nvSpPr>
          <p:cNvPr id="3361" name="Rectangle 154"/>
          <p:cNvSpPr/>
          <p:nvPr/>
        </p:nvSpPr>
        <p:spPr>
          <a:xfrm>
            <a:off x="685800" y="4709159"/>
            <a:ext cx="2423161" cy="777241"/>
          </a:xfrm>
          <a:prstGeom prst="rect">
            <a:avLst/>
          </a:prstGeom>
          <a:solidFill>
            <a:srgbClr val="B5DC86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62" name="TextBox 155"/>
          <p:cNvSpPr txBox="1"/>
          <p:nvPr/>
        </p:nvSpPr>
        <p:spPr>
          <a:xfrm>
            <a:off x="1569065" y="4782311"/>
            <a:ext cx="65663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6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IB Leaf</a:t>
            </a:r>
          </a:p>
        </p:txBody>
      </p:sp>
      <p:sp>
        <p:nvSpPr>
          <p:cNvPr id="3363" name="TextBox 156"/>
          <p:cNvSpPr txBox="1"/>
          <p:nvPr/>
        </p:nvSpPr>
        <p:spPr>
          <a:xfrm>
            <a:off x="1365865" y="5045202"/>
            <a:ext cx="106303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6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Leaf-C0-R1</a:t>
            </a:r>
          </a:p>
        </p:txBody>
      </p:sp>
      <p:sp>
        <p:nvSpPr>
          <p:cNvPr id="3364" name="Connector 157"/>
          <p:cNvSpPr/>
          <p:nvPr/>
        </p:nvSpPr>
        <p:spPr>
          <a:xfrm flipV="1">
            <a:off x="3108960" y="4526280"/>
            <a:ext cx="548641" cy="566929"/>
          </a:xfrm>
          <a:prstGeom prst="line">
            <a:avLst/>
          </a:prstGeom>
          <a:ln w="13716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65" name="Connector 158"/>
          <p:cNvSpPr/>
          <p:nvPr/>
        </p:nvSpPr>
        <p:spPr>
          <a:xfrm flipV="1">
            <a:off x="3108959" y="4526280"/>
            <a:ext cx="1353313" cy="566929"/>
          </a:xfrm>
          <a:prstGeom prst="line">
            <a:avLst/>
          </a:prstGeom>
          <a:ln w="13716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66" name="Connector 159"/>
          <p:cNvSpPr/>
          <p:nvPr/>
        </p:nvSpPr>
        <p:spPr>
          <a:xfrm flipV="1">
            <a:off x="3108960" y="4526280"/>
            <a:ext cx="2157985" cy="566929"/>
          </a:xfrm>
          <a:prstGeom prst="line">
            <a:avLst/>
          </a:prstGeom>
          <a:ln w="13716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67" name="Connector 160"/>
          <p:cNvSpPr/>
          <p:nvPr/>
        </p:nvSpPr>
        <p:spPr>
          <a:xfrm flipV="1">
            <a:off x="3108960" y="4526280"/>
            <a:ext cx="2962657" cy="566929"/>
          </a:xfrm>
          <a:prstGeom prst="line">
            <a:avLst/>
          </a:prstGeom>
          <a:ln w="13716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68" name="Connector 161"/>
          <p:cNvSpPr/>
          <p:nvPr/>
        </p:nvSpPr>
        <p:spPr>
          <a:xfrm flipV="1">
            <a:off x="3108959" y="4526280"/>
            <a:ext cx="3767330" cy="566929"/>
          </a:xfrm>
          <a:prstGeom prst="line">
            <a:avLst/>
          </a:prstGeom>
          <a:ln w="13716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69" name="Connector 162"/>
          <p:cNvSpPr/>
          <p:nvPr/>
        </p:nvSpPr>
        <p:spPr>
          <a:xfrm flipV="1">
            <a:off x="3108960" y="4526280"/>
            <a:ext cx="4572001" cy="566929"/>
          </a:xfrm>
          <a:prstGeom prst="line">
            <a:avLst/>
          </a:prstGeom>
          <a:ln w="13716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70" name="Connector 163"/>
          <p:cNvSpPr/>
          <p:nvPr/>
        </p:nvSpPr>
        <p:spPr>
          <a:xfrm flipV="1">
            <a:off x="3108960" y="4526280"/>
            <a:ext cx="5376672" cy="566929"/>
          </a:xfrm>
          <a:prstGeom prst="line">
            <a:avLst/>
          </a:prstGeom>
          <a:ln w="13716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71" name="Connector 164"/>
          <p:cNvSpPr/>
          <p:nvPr/>
        </p:nvSpPr>
        <p:spPr>
          <a:xfrm flipV="1">
            <a:off x="3108960" y="4526280"/>
            <a:ext cx="6181345" cy="566929"/>
          </a:xfrm>
          <a:prstGeom prst="line">
            <a:avLst/>
          </a:prstGeom>
          <a:ln w="13716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72" name="Connector 165"/>
          <p:cNvSpPr/>
          <p:nvPr/>
        </p:nvSpPr>
        <p:spPr>
          <a:xfrm flipV="1">
            <a:off x="3108959" y="4526280"/>
            <a:ext cx="6986018" cy="566929"/>
          </a:xfrm>
          <a:prstGeom prst="line">
            <a:avLst/>
          </a:prstGeom>
          <a:ln w="13716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73" name="Connector 166"/>
          <p:cNvSpPr/>
          <p:nvPr/>
        </p:nvSpPr>
        <p:spPr>
          <a:xfrm>
            <a:off x="3108960" y="5093208"/>
            <a:ext cx="548641" cy="301753"/>
          </a:xfrm>
          <a:prstGeom prst="line">
            <a:avLst/>
          </a:prstGeom>
          <a:ln w="13716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74" name="Connector 167"/>
          <p:cNvSpPr/>
          <p:nvPr/>
        </p:nvSpPr>
        <p:spPr>
          <a:xfrm>
            <a:off x="3108960" y="5093208"/>
            <a:ext cx="1353313" cy="301753"/>
          </a:xfrm>
          <a:prstGeom prst="line">
            <a:avLst/>
          </a:prstGeom>
          <a:ln w="13716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75" name="Connector 168"/>
          <p:cNvSpPr/>
          <p:nvPr/>
        </p:nvSpPr>
        <p:spPr>
          <a:xfrm>
            <a:off x="3108960" y="5093208"/>
            <a:ext cx="2157985" cy="301753"/>
          </a:xfrm>
          <a:prstGeom prst="line">
            <a:avLst/>
          </a:prstGeom>
          <a:ln w="13716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76" name="Connector 169"/>
          <p:cNvSpPr/>
          <p:nvPr/>
        </p:nvSpPr>
        <p:spPr>
          <a:xfrm>
            <a:off x="3108959" y="5093208"/>
            <a:ext cx="2962658" cy="301752"/>
          </a:xfrm>
          <a:prstGeom prst="line">
            <a:avLst/>
          </a:prstGeom>
          <a:ln w="13716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77" name="Connector 170"/>
          <p:cNvSpPr/>
          <p:nvPr/>
        </p:nvSpPr>
        <p:spPr>
          <a:xfrm>
            <a:off x="3108959" y="5093208"/>
            <a:ext cx="3767329" cy="301752"/>
          </a:xfrm>
          <a:prstGeom prst="line">
            <a:avLst/>
          </a:prstGeom>
          <a:ln w="13716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78" name="Connector 171"/>
          <p:cNvSpPr/>
          <p:nvPr/>
        </p:nvSpPr>
        <p:spPr>
          <a:xfrm>
            <a:off x="3108959" y="5093208"/>
            <a:ext cx="4572002" cy="301752"/>
          </a:xfrm>
          <a:prstGeom prst="line">
            <a:avLst/>
          </a:prstGeom>
          <a:ln w="13716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79" name="Connector 172"/>
          <p:cNvSpPr/>
          <p:nvPr/>
        </p:nvSpPr>
        <p:spPr>
          <a:xfrm>
            <a:off x="3108960" y="5093207"/>
            <a:ext cx="5376672" cy="301754"/>
          </a:xfrm>
          <a:prstGeom prst="line">
            <a:avLst/>
          </a:prstGeom>
          <a:ln w="13716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80" name="Connector 173"/>
          <p:cNvSpPr/>
          <p:nvPr/>
        </p:nvSpPr>
        <p:spPr>
          <a:xfrm>
            <a:off x="3108960" y="5093207"/>
            <a:ext cx="6181345" cy="301754"/>
          </a:xfrm>
          <a:prstGeom prst="line">
            <a:avLst/>
          </a:prstGeom>
          <a:ln w="13716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81" name="Connector 174"/>
          <p:cNvSpPr/>
          <p:nvPr/>
        </p:nvSpPr>
        <p:spPr>
          <a:xfrm>
            <a:off x="3108959" y="5093209"/>
            <a:ext cx="6986017" cy="301751"/>
          </a:xfrm>
          <a:prstGeom prst="line">
            <a:avLst/>
          </a:prstGeom>
          <a:ln w="13716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82" name="Rectangle 175"/>
          <p:cNvSpPr/>
          <p:nvPr/>
        </p:nvSpPr>
        <p:spPr>
          <a:xfrm>
            <a:off x="3314700" y="4288535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83" name="TextBox 176"/>
          <p:cNvSpPr txBox="1"/>
          <p:nvPr/>
        </p:nvSpPr>
        <p:spPr>
          <a:xfrm>
            <a:off x="3513645" y="4361688"/>
            <a:ext cx="28791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384" name="TextBox 177"/>
          <p:cNvSpPr txBox="1"/>
          <p:nvPr/>
        </p:nvSpPr>
        <p:spPr>
          <a:xfrm>
            <a:off x="3594100" y="4533138"/>
            <a:ext cx="1270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</a:t>
            </a:r>
          </a:p>
        </p:txBody>
      </p:sp>
      <p:sp>
        <p:nvSpPr>
          <p:cNvPr id="3385" name="Rectangle 178"/>
          <p:cNvSpPr/>
          <p:nvPr/>
        </p:nvSpPr>
        <p:spPr>
          <a:xfrm>
            <a:off x="4119371" y="4288535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86" name="TextBox 179"/>
          <p:cNvSpPr txBox="1"/>
          <p:nvPr/>
        </p:nvSpPr>
        <p:spPr>
          <a:xfrm>
            <a:off x="4318317" y="4361688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387" name="TextBox 180"/>
          <p:cNvSpPr txBox="1"/>
          <p:nvPr/>
        </p:nvSpPr>
        <p:spPr>
          <a:xfrm>
            <a:off x="4398771" y="4533138"/>
            <a:ext cx="1270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r5</a:t>
            </a:r>
          </a:p>
        </p:txBody>
      </p:sp>
      <p:sp>
        <p:nvSpPr>
          <p:cNvPr id="3388" name="Rectangle 181"/>
          <p:cNvSpPr/>
          <p:nvPr/>
        </p:nvSpPr>
        <p:spPr>
          <a:xfrm>
            <a:off x="4924044" y="4288535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89" name="TextBox 182"/>
          <p:cNvSpPr txBox="1"/>
          <p:nvPr/>
        </p:nvSpPr>
        <p:spPr>
          <a:xfrm>
            <a:off x="5122990" y="4361688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390" name="TextBox 183"/>
          <p:cNvSpPr txBox="1"/>
          <p:nvPr/>
        </p:nvSpPr>
        <p:spPr>
          <a:xfrm>
            <a:off x="5203444" y="4533138"/>
            <a:ext cx="1270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r9</a:t>
            </a:r>
          </a:p>
        </p:txBody>
      </p:sp>
      <p:sp>
        <p:nvSpPr>
          <p:cNvPr id="3391" name="Rectangle 184"/>
          <p:cNvSpPr/>
          <p:nvPr/>
        </p:nvSpPr>
        <p:spPr>
          <a:xfrm>
            <a:off x="5728715" y="4288535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92" name="TextBox 185"/>
          <p:cNvSpPr txBox="1"/>
          <p:nvPr/>
        </p:nvSpPr>
        <p:spPr>
          <a:xfrm>
            <a:off x="5927661" y="4361688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393" name="TextBox 186"/>
          <p:cNvSpPr txBox="1"/>
          <p:nvPr/>
        </p:nvSpPr>
        <p:spPr>
          <a:xfrm>
            <a:off x="5973488" y="4533138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r13</a:t>
            </a:r>
          </a:p>
        </p:txBody>
      </p:sp>
      <p:sp>
        <p:nvSpPr>
          <p:cNvPr id="3394" name="Rectangle 187"/>
          <p:cNvSpPr/>
          <p:nvPr/>
        </p:nvSpPr>
        <p:spPr>
          <a:xfrm>
            <a:off x="6533388" y="4288535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95" name="TextBox 188"/>
          <p:cNvSpPr txBox="1"/>
          <p:nvPr/>
        </p:nvSpPr>
        <p:spPr>
          <a:xfrm>
            <a:off x="6732334" y="4361688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396" name="TextBox 189"/>
          <p:cNvSpPr txBox="1"/>
          <p:nvPr/>
        </p:nvSpPr>
        <p:spPr>
          <a:xfrm>
            <a:off x="6778160" y="4533138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r17</a:t>
            </a:r>
          </a:p>
        </p:txBody>
      </p:sp>
      <p:sp>
        <p:nvSpPr>
          <p:cNvPr id="3397" name="Rectangle 190"/>
          <p:cNvSpPr/>
          <p:nvPr/>
        </p:nvSpPr>
        <p:spPr>
          <a:xfrm>
            <a:off x="7338059" y="4288535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98" name="TextBox 191"/>
          <p:cNvSpPr txBox="1"/>
          <p:nvPr/>
        </p:nvSpPr>
        <p:spPr>
          <a:xfrm>
            <a:off x="7537005" y="4361688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399" name="TextBox 192"/>
          <p:cNvSpPr txBox="1"/>
          <p:nvPr/>
        </p:nvSpPr>
        <p:spPr>
          <a:xfrm>
            <a:off x="7582832" y="4533138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r21</a:t>
            </a:r>
          </a:p>
        </p:txBody>
      </p:sp>
      <p:sp>
        <p:nvSpPr>
          <p:cNvPr id="3400" name="Rectangle 193"/>
          <p:cNvSpPr/>
          <p:nvPr/>
        </p:nvSpPr>
        <p:spPr>
          <a:xfrm>
            <a:off x="8142730" y="4288535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01" name="TextBox 194"/>
          <p:cNvSpPr txBox="1"/>
          <p:nvPr/>
        </p:nvSpPr>
        <p:spPr>
          <a:xfrm>
            <a:off x="8341678" y="4361688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402" name="TextBox 195"/>
          <p:cNvSpPr txBox="1"/>
          <p:nvPr/>
        </p:nvSpPr>
        <p:spPr>
          <a:xfrm>
            <a:off x="8387505" y="4533138"/>
            <a:ext cx="196255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r25</a:t>
            </a:r>
          </a:p>
        </p:txBody>
      </p:sp>
      <p:sp>
        <p:nvSpPr>
          <p:cNvPr id="3403" name="Rectangle 196"/>
          <p:cNvSpPr/>
          <p:nvPr/>
        </p:nvSpPr>
        <p:spPr>
          <a:xfrm>
            <a:off x="8947404" y="4288535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04" name="TextBox 197"/>
          <p:cNvSpPr txBox="1"/>
          <p:nvPr/>
        </p:nvSpPr>
        <p:spPr>
          <a:xfrm>
            <a:off x="9146350" y="4361688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405" name="TextBox 198"/>
          <p:cNvSpPr txBox="1"/>
          <p:nvPr/>
        </p:nvSpPr>
        <p:spPr>
          <a:xfrm>
            <a:off x="9192176" y="4533138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r29</a:t>
            </a:r>
          </a:p>
        </p:txBody>
      </p:sp>
      <p:sp>
        <p:nvSpPr>
          <p:cNvPr id="3406" name="Rectangle 199"/>
          <p:cNvSpPr/>
          <p:nvPr/>
        </p:nvSpPr>
        <p:spPr>
          <a:xfrm>
            <a:off x="9752076" y="4288535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07" name="TextBox 200"/>
          <p:cNvSpPr txBox="1"/>
          <p:nvPr/>
        </p:nvSpPr>
        <p:spPr>
          <a:xfrm>
            <a:off x="9951022" y="4361688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408" name="TextBox 201"/>
          <p:cNvSpPr txBox="1"/>
          <p:nvPr/>
        </p:nvSpPr>
        <p:spPr>
          <a:xfrm>
            <a:off x="9996848" y="4533138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r33</a:t>
            </a:r>
          </a:p>
        </p:txBody>
      </p:sp>
      <p:sp>
        <p:nvSpPr>
          <p:cNvPr id="3409" name="Rectangle 202"/>
          <p:cNvSpPr/>
          <p:nvPr/>
        </p:nvSpPr>
        <p:spPr>
          <a:xfrm>
            <a:off x="3314700" y="5157215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10" name="TextBox 203"/>
          <p:cNvSpPr txBox="1"/>
          <p:nvPr/>
        </p:nvSpPr>
        <p:spPr>
          <a:xfrm>
            <a:off x="3513645" y="5230367"/>
            <a:ext cx="28791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411" name="TextBox 204"/>
          <p:cNvSpPr txBox="1"/>
          <p:nvPr/>
        </p:nvSpPr>
        <p:spPr>
          <a:xfrm>
            <a:off x="3559472" y="5401817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r37</a:t>
            </a:r>
          </a:p>
        </p:txBody>
      </p:sp>
      <p:sp>
        <p:nvSpPr>
          <p:cNvPr id="3412" name="Rectangle 205"/>
          <p:cNvSpPr/>
          <p:nvPr/>
        </p:nvSpPr>
        <p:spPr>
          <a:xfrm>
            <a:off x="4119371" y="5157215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13" name="TextBox 206"/>
          <p:cNvSpPr txBox="1"/>
          <p:nvPr/>
        </p:nvSpPr>
        <p:spPr>
          <a:xfrm>
            <a:off x="4318317" y="5230367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414" name="TextBox 207"/>
          <p:cNvSpPr txBox="1"/>
          <p:nvPr/>
        </p:nvSpPr>
        <p:spPr>
          <a:xfrm>
            <a:off x="4364144" y="5401817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r41</a:t>
            </a:r>
          </a:p>
        </p:txBody>
      </p:sp>
      <p:sp>
        <p:nvSpPr>
          <p:cNvPr id="3415" name="Rectangle 208"/>
          <p:cNvSpPr/>
          <p:nvPr/>
        </p:nvSpPr>
        <p:spPr>
          <a:xfrm>
            <a:off x="4924044" y="5157215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16" name="TextBox 209"/>
          <p:cNvSpPr txBox="1"/>
          <p:nvPr/>
        </p:nvSpPr>
        <p:spPr>
          <a:xfrm>
            <a:off x="5122990" y="5230367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417" name="TextBox 210"/>
          <p:cNvSpPr txBox="1"/>
          <p:nvPr/>
        </p:nvSpPr>
        <p:spPr>
          <a:xfrm>
            <a:off x="5168816" y="5401817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r45</a:t>
            </a:r>
          </a:p>
        </p:txBody>
      </p:sp>
      <p:sp>
        <p:nvSpPr>
          <p:cNvPr id="3418" name="Rectangle 211"/>
          <p:cNvSpPr/>
          <p:nvPr/>
        </p:nvSpPr>
        <p:spPr>
          <a:xfrm>
            <a:off x="5728715" y="5157215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19" name="TextBox 212"/>
          <p:cNvSpPr txBox="1"/>
          <p:nvPr/>
        </p:nvSpPr>
        <p:spPr>
          <a:xfrm>
            <a:off x="5927661" y="5230367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420" name="TextBox 213"/>
          <p:cNvSpPr txBox="1"/>
          <p:nvPr/>
        </p:nvSpPr>
        <p:spPr>
          <a:xfrm>
            <a:off x="5973488" y="5401817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r49</a:t>
            </a:r>
          </a:p>
        </p:txBody>
      </p:sp>
      <p:sp>
        <p:nvSpPr>
          <p:cNvPr id="3421" name="Rectangle 214"/>
          <p:cNvSpPr/>
          <p:nvPr/>
        </p:nvSpPr>
        <p:spPr>
          <a:xfrm>
            <a:off x="6533388" y="5157215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22" name="TextBox 215"/>
          <p:cNvSpPr txBox="1"/>
          <p:nvPr/>
        </p:nvSpPr>
        <p:spPr>
          <a:xfrm>
            <a:off x="6732334" y="5230367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423" name="TextBox 216"/>
          <p:cNvSpPr txBox="1"/>
          <p:nvPr/>
        </p:nvSpPr>
        <p:spPr>
          <a:xfrm>
            <a:off x="6778160" y="5401817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r53</a:t>
            </a:r>
          </a:p>
        </p:txBody>
      </p:sp>
      <p:sp>
        <p:nvSpPr>
          <p:cNvPr id="3424" name="Rectangle 217"/>
          <p:cNvSpPr/>
          <p:nvPr/>
        </p:nvSpPr>
        <p:spPr>
          <a:xfrm>
            <a:off x="7338059" y="5157215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25" name="TextBox 218"/>
          <p:cNvSpPr txBox="1"/>
          <p:nvPr/>
        </p:nvSpPr>
        <p:spPr>
          <a:xfrm>
            <a:off x="7537005" y="5230367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426" name="TextBox 219"/>
          <p:cNvSpPr txBox="1"/>
          <p:nvPr/>
        </p:nvSpPr>
        <p:spPr>
          <a:xfrm>
            <a:off x="7582832" y="5401817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r57</a:t>
            </a:r>
          </a:p>
        </p:txBody>
      </p:sp>
      <p:sp>
        <p:nvSpPr>
          <p:cNvPr id="3427" name="Rectangle 220"/>
          <p:cNvSpPr/>
          <p:nvPr/>
        </p:nvSpPr>
        <p:spPr>
          <a:xfrm>
            <a:off x="8142730" y="5157215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28" name="TextBox 221"/>
          <p:cNvSpPr txBox="1"/>
          <p:nvPr/>
        </p:nvSpPr>
        <p:spPr>
          <a:xfrm>
            <a:off x="8341678" y="5230367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429" name="TextBox 222"/>
          <p:cNvSpPr txBox="1"/>
          <p:nvPr/>
        </p:nvSpPr>
        <p:spPr>
          <a:xfrm>
            <a:off x="8387505" y="5401817"/>
            <a:ext cx="196255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r61</a:t>
            </a:r>
          </a:p>
        </p:txBody>
      </p:sp>
      <p:sp>
        <p:nvSpPr>
          <p:cNvPr id="3430" name="Rectangle 223"/>
          <p:cNvSpPr/>
          <p:nvPr/>
        </p:nvSpPr>
        <p:spPr>
          <a:xfrm>
            <a:off x="8947404" y="5157215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31" name="TextBox 224"/>
          <p:cNvSpPr txBox="1"/>
          <p:nvPr/>
        </p:nvSpPr>
        <p:spPr>
          <a:xfrm>
            <a:off x="9146350" y="5230367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432" name="TextBox 225"/>
          <p:cNvSpPr txBox="1"/>
          <p:nvPr/>
        </p:nvSpPr>
        <p:spPr>
          <a:xfrm>
            <a:off x="9192176" y="5401817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r65</a:t>
            </a:r>
          </a:p>
        </p:txBody>
      </p:sp>
      <p:sp>
        <p:nvSpPr>
          <p:cNvPr id="3433" name="Rectangle 226"/>
          <p:cNvSpPr/>
          <p:nvPr/>
        </p:nvSpPr>
        <p:spPr>
          <a:xfrm>
            <a:off x="9752076" y="5157215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34" name="TextBox 227"/>
          <p:cNvSpPr txBox="1"/>
          <p:nvPr/>
        </p:nvSpPr>
        <p:spPr>
          <a:xfrm>
            <a:off x="9951022" y="5230367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435" name="TextBox 228"/>
          <p:cNvSpPr txBox="1"/>
          <p:nvPr/>
        </p:nvSpPr>
        <p:spPr>
          <a:xfrm>
            <a:off x="9996848" y="5401817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r69</a:t>
            </a:r>
          </a:p>
        </p:txBody>
      </p:sp>
      <p:sp>
        <p:nvSpPr>
          <p:cNvPr id="3436" name="Rectangle 229"/>
          <p:cNvSpPr/>
          <p:nvPr/>
        </p:nvSpPr>
        <p:spPr>
          <a:xfrm>
            <a:off x="11658600" y="4709159"/>
            <a:ext cx="2423161" cy="777241"/>
          </a:xfrm>
          <a:prstGeom prst="rect">
            <a:avLst/>
          </a:prstGeom>
          <a:solidFill>
            <a:srgbClr val="B5DC86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37" name="TextBox 230"/>
          <p:cNvSpPr txBox="1"/>
          <p:nvPr/>
        </p:nvSpPr>
        <p:spPr>
          <a:xfrm>
            <a:off x="12541865" y="4782311"/>
            <a:ext cx="65663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6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IB Leaf</a:t>
            </a:r>
          </a:p>
        </p:txBody>
      </p:sp>
      <p:sp>
        <p:nvSpPr>
          <p:cNvPr id="3438" name="TextBox 231"/>
          <p:cNvSpPr txBox="1"/>
          <p:nvPr/>
        </p:nvSpPr>
        <p:spPr>
          <a:xfrm>
            <a:off x="12338665" y="5045202"/>
            <a:ext cx="106303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6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Leaf-C1-R1</a:t>
            </a:r>
          </a:p>
        </p:txBody>
      </p:sp>
      <p:sp>
        <p:nvSpPr>
          <p:cNvPr id="3439" name="Connector 232"/>
          <p:cNvSpPr/>
          <p:nvPr/>
        </p:nvSpPr>
        <p:spPr>
          <a:xfrm flipV="1">
            <a:off x="14081760" y="4526280"/>
            <a:ext cx="548641" cy="566929"/>
          </a:xfrm>
          <a:prstGeom prst="line">
            <a:avLst/>
          </a:prstGeom>
          <a:ln w="13716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40" name="Connector 233"/>
          <p:cNvSpPr/>
          <p:nvPr/>
        </p:nvSpPr>
        <p:spPr>
          <a:xfrm flipV="1">
            <a:off x="14081761" y="4526280"/>
            <a:ext cx="1353313" cy="566929"/>
          </a:xfrm>
          <a:prstGeom prst="line">
            <a:avLst/>
          </a:prstGeom>
          <a:ln w="13716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41" name="Connector 234"/>
          <p:cNvSpPr/>
          <p:nvPr/>
        </p:nvSpPr>
        <p:spPr>
          <a:xfrm flipV="1">
            <a:off x="14081760" y="4526280"/>
            <a:ext cx="2157985" cy="566929"/>
          </a:xfrm>
          <a:prstGeom prst="line">
            <a:avLst/>
          </a:prstGeom>
          <a:ln w="13716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42" name="Connector 235"/>
          <p:cNvSpPr/>
          <p:nvPr/>
        </p:nvSpPr>
        <p:spPr>
          <a:xfrm flipV="1">
            <a:off x="14081760" y="4526280"/>
            <a:ext cx="2962657" cy="566929"/>
          </a:xfrm>
          <a:prstGeom prst="line">
            <a:avLst/>
          </a:prstGeom>
          <a:ln w="13716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43" name="Connector 236"/>
          <p:cNvSpPr/>
          <p:nvPr/>
        </p:nvSpPr>
        <p:spPr>
          <a:xfrm flipV="1">
            <a:off x="14081760" y="4526280"/>
            <a:ext cx="3767329" cy="566929"/>
          </a:xfrm>
          <a:prstGeom prst="line">
            <a:avLst/>
          </a:prstGeom>
          <a:ln w="13716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44" name="Connector 237"/>
          <p:cNvSpPr/>
          <p:nvPr/>
        </p:nvSpPr>
        <p:spPr>
          <a:xfrm flipV="1">
            <a:off x="14081760" y="4526280"/>
            <a:ext cx="4572002" cy="566929"/>
          </a:xfrm>
          <a:prstGeom prst="line">
            <a:avLst/>
          </a:prstGeom>
          <a:ln w="13716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45" name="Connector 238"/>
          <p:cNvSpPr/>
          <p:nvPr/>
        </p:nvSpPr>
        <p:spPr>
          <a:xfrm flipV="1">
            <a:off x="14081760" y="4526280"/>
            <a:ext cx="5376673" cy="566929"/>
          </a:xfrm>
          <a:prstGeom prst="line">
            <a:avLst/>
          </a:prstGeom>
          <a:ln w="13716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46" name="Connector 239"/>
          <p:cNvSpPr/>
          <p:nvPr/>
        </p:nvSpPr>
        <p:spPr>
          <a:xfrm flipV="1">
            <a:off x="14081761" y="4526280"/>
            <a:ext cx="6181345" cy="566929"/>
          </a:xfrm>
          <a:prstGeom prst="line">
            <a:avLst/>
          </a:prstGeom>
          <a:ln w="13716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47" name="Connector 240"/>
          <p:cNvSpPr/>
          <p:nvPr/>
        </p:nvSpPr>
        <p:spPr>
          <a:xfrm flipV="1">
            <a:off x="14081760" y="4526280"/>
            <a:ext cx="6986017" cy="566929"/>
          </a:xfrm>
          <a:prstGeom prst="line">
            <a:avLst/>
          </a:prstGeom>
          <a:ln w="13716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48" name="Connector 241"/>
          <p:cNvSpPr/>
          <p:nvPr/>
        </p:nvSpPr>
        <p:spPr>
          <a:xfrm>
            <a:off x="14081759" y="5093208"/>
            <a:ext cx="548641" cy="301753"/>
          </a:xfrm>
          <a:prstGeom prst="line">
            <a:avLst/>
          </a:prstGeom>
          <a:ln w="13716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49" name="Connector 242"/>
          <p:cNvSpPr/>
          <p:nvPr/>
        </p:nvSpPr>
        <p:spPr>
          <a:xfrm>
            <a:off x="14081761" y="5093208"/>
            <a:ext cx="1353313" cy="301753"/>
          </a:xfrm>
          <a:prstGeom prst="line">
            <a:avLst/>
          </a:prstGeom>
          <a:ln w="13716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50" name="Connector 243"/>
          <p:cNvSpPr/>
          <p:nvPr/>
        </p:nvSpPr>
        <p:spPr>
          <a:xfrm>
            <a:off x="14081761" y="5093208"/>
            <a:ext cx="2157985" cy="301753"/>
          </a:xfrm>
          <a:prstGeom prst="line">
            <a:avLst/>
          </a:prstGeom>
          <a:ln w="13716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51" name="Connector 244"/>
          <p:cNvSpPr/>
          <p:nvPr/>
        </p:nvSpPr>
        <p:spPr>
          <a:xfrm>
            <a:off x="14081761" y="5093208"/>
            <a:ext cx="2962657" cy="301752"/>
          </a:xfrm>
          <a:prstGeom prst="line">
            <a:avLst/>
          </a:prstGeom>
          <a:ln w="13716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52" name="Connector 245"/>
          <p:cNvSpPr/>
          <p:nvPr/>
        </p:nvSpPr>
        <p:spPr>
          <a:xfrm>
            <a:off x="14081761" y="5093208"/>
            <a:ext cx="3767329" cy="301752"/>
          </a:xfrm>
          <a:prstGeom prst="line">
            <a:avLst/>
          </a:prstGeom>
          <a:ln w="13716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53" name="Connector 246"/>
          <p:cNvSpPr/>
          <p:nvPr/>
        </p:nvSpPr>
        <p:spPr>
          <a:xfrm>
            <a:off x="14081760" y="5093208"/>
            <a:ext cx="4572001" cy="301752"/>
          </a:xfrm>
          <a:prstGeom prst="line">
            <a:avLst/>
          </a:prstGeom>
          <a:ln w="13716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54" name="Connector 247"/>
          <p:cNvSpPr/>
          <p:nvPr/>
        </p:nvSpPr>
        <p:spPr>
          <a:xfrm>
            <a:off x="14081760" y="5093207"/>
            <a:ext cx="5376672" cy="301754"/>
          </a:xfrm>
          <a:prstGeom prst="line">
            <a:avLst/>
          </a:prstGeom>
          <a:ln w="13716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55" name="Connector 248"/>
          <p:cNvSpPr/>
          <p:nvPr/>
        </p:nvSpPr>
        <p:spPr>
          <a:xfrm>
            <a:off x="14081760" y="5093207"/>
            <a:ext cx="6181345" cy="301754"/>
          </a:xfrm>
          <a:prstGeom prst="line">
            <a:avLst/>
          </a:prstGeom>
          <a:ln w="13716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56" name="Connector 249"/>
          <p:cNvSpPr/>
          <p:nvPr/>
        </p:nvSpPr>
        <p:spPr>
          <a:xfrm>
            <a:off x="14081760" y="5093209"/>
            <a:ext cx="6986017" cy="301751"/>
          </a:xfrm>
          <a:prstGeom prst="line">
            <a:avLst/>
          </a:prstGeom>
          <a:ln w="13716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57" name="Rectangle 250"/>
          <p:cNvSpPr/>
          <p:nvPr/>
        </p:nvSpPr>
        <p:spPr>
          <a:xfrm>
            <a:off x="14287500" y="4288535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58" name="TextBox 251"/>
          <p:cNvSpPr txBox="1"/>
          <p:nvPr/>
        </p:nvSpPr>
        <p:spPr>
          <a:xfrm>
            <a:off x="14486445" y="4361688"/>
            <a:ext cx="28791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459" name="TextBox 252"/>
          <p:cNvSpPr txBox="1"/>
          <p:nvPr/>
        </p:nvSpPr>
        <p:spPr>
          <a:xfrm>
            <a:off x="14532272" y="4533138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r73</a:t>
            </a:r>
          </a:p>
        </p:txBody>
      </p:sp>
      <p:sp>
        <p:nvSpPr>
          <p:cNvPr id="3460" name="Rectangle 253"/>
          <p:cNvSpPr/>
          <p:nvPr/>
        </p:nvSpPr>
        <p:spPr>
          <a:xfrm>
            <a:off x="15092171" y="4288535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61" name="TextBox 254"/>
          <p:cNvSpPr txBox="1"/>
          <p:nvPr/>
        </p:nvSpPr>
        <p:spPr>
          <a:xfrm>
            <a:off x="15291117" y="4361688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462" name="TextBox 255"/>
          <p:cNvSpPr txBox="1"/>
          <p:nvPr/>
        </p:nvSpPr>
        <p:spPr>
          <a:xfrm>
            <a:off x="15336944" y="4533138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r77</a:t>
            </a:r>
          </a:p>
        </p:txBody>
      </p:sp>
      <p:sp>
        <p:nvSpPr>
          <p:cNvPr id="3463" name="Rectangle 256"/>
          <p:cNvSpPr/>
          <p:nvPr/>
        </p:nvSpPr>
        <p:spPr>
          <a:xfrm>
            <a:off x="15896843" y="4288535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64" name="TextBox 257"/>
          <p:cNvSpPr txBox="1"/>
          <p:nvPr/>
        </p:nvSpPr>
        <p:spPr>
          <a:xfrm>
            <a:off x="16095789" y="4361688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465" name="TextBox 258"/>
          <p:cNvSpPr txBox="1"/>
          <p:nvPr/>
        </p:nvSpPr>
        <p:spPr>
          <a:xfrm>
            <a:off x="16141616" y="4533138"/>
            <a:ext cx="196255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r81</a:t>
            </a:r>
          </a:p>
        </p:txBody>
      </p:sp>
      <p:sp>
        <p:nvSpPr>
          <p:cNvPr id="3466" name="Rectangle 259"/>
          <p:cNvSpPr/>
          <p:nvPr/>
        </p:nvSpPr>
        <p:spPr>
          <a:xfrm>
            <a:off x="16701515" y="4288535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67" name="TextBox 260"/>
          <p:cNvSpPr txBox="1"/>
          <p:nvPr/>
        </p:nvSpPr>
        <p:spPr>
          <a:xfrm>
            <a:off x="16900462" y="4361688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468" name="TextBox 261"/>
          <p:cNvSpPr txBox="1"/>
          <p:nvPr/>
        </p:nvSpPr>
        <p:spPr>
          <a:xfrm>
            <a:off x="16946289" y="4533138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r85</a:t>
            </a:r>
          </a:p>
        </p:txBody>
      </p:sp>
      <p:sp>
        <p:nvSpPr>
          <p:cNvPr id="3469" name="Rectangle 262"/>
          <p:cNvSpPr/>
          <p:nvPr/>
        </p:nvSpPr>
        <p:spPr>
          <a:xfrm>
            <a:off x="17506187" y="4288535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70" name="TextBox 263"/>
          <p:cNvSpPr txBox="1"/>
          <p:nvPr/>
        </p:nvSpPr>
        <p:spPr>
          <a:xfrm>
            <a:off x="17705133" y="4361688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471" name="TextBox 264"/>
          <p:cNvSpPr txBox="1"/>
          <p:nvPr/>
        </p:nvSpPr>
        <p:spPr>
          <a:xfrm>
            <a:off x="17750959" y="4533138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r89</a:t>
            </a:r>
          </a:p>
        </p:txBody>
      </p:sp>
      <p:sp>
        <p:nvSpPr>
          <p:cNvPr id="3472" name="Rectangle 265"/>
          <p:cNvSpPr/>
          <p:nvPr/>
        </p:nvSpPr>
        <p:spPr>
          <a:xfrm>
            <a:off x="18310860" y="4288535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73" name="TextBox 266"/>
          <p:cNvSpPr txBox="1"/>
          <p:nvPr/>
        </p:nvSpPr>
        <p:spPr>
          <a:xfrm>
            <a:off x="18509806" y="4361688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474" name="TextBox 267"/>
          <p:cNvSpPr txBox="1"/>
          <p:nvPr/>
        </p:nvSpPr>
        <p:spPr>
          <a:xfrm>
            <a:off x="18555633" y="4533138"/>
            <a:ext cx="196255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r93</a:t>
            </a:r>
          </a:p>
        </p:txBody>
      </p:sp>
      <p:sp>
        <p:nvSpPr>
          <p:cNvPr id="3475" name="Rectangle 268"/>
          <p:cNvSpPr/>
          <p:nvPr/>
        </p:nvSpPr>
        <p:spPr>
          <a:xfrm>
            <a:off x="19115532" y="4288535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76" name="TextBox 269"/>
          <p:cNvSpPr txBox="1"/>
          <p:nvPr/>
        </p:nvSpPr>
        <p:spPr>
          <a:xfrm>
            <a:off x="19314476" y="4361688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477" name="TextBox 270"/>
          <p:cNvSpPr txBox="1"/>
          <p:nvPr/>
        </p:nvSpPr>
        <p:spPr>
          <a:xfrm>
            <a:off x="19360303" y="4533138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r97</a:t>
            </a:r>
          </a:p>
        </p:txBody>
      </p:sp>
      <p:sp>
        <p:nvSpPr>
          <p:cNvPr id="3478" name="Rectangle 271"/>
          <p:cNvSpPr/>
          <p:nvPr/>
        </p:nvSpPr>
        <p:spPr>
          <a:xfrm>
            <a:off x="19920204" y="4288535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79" name="TextBox 272"/>
          <p:cNvSpPr txBox="1"/>
          <p:nvPr/>
        </p:nvSpPr>
        <p:spPr>
          <a:xfrm>
            <a:off x="20119150" y="4361688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480" name="TextBox 273"/>
          <p:cNvSpPr txBox="1"/>
          <p:nvPr/>
        </p:nvSpPr>
        <p:spPr>
          <a:xfrm>
            <a:off x="20129661" y="4533138"/>
            <a:ext cx="266887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r101</a:t>
            </a:r>
          </a:p>
        </p:txBody>
      </p:sp>
      <p:sp>
        <p:nvSpPr>
          <p:cNvPr id="3481" name="Rectangle 274"/>
          <p:cNvSpPr/>
          <p:nvPr/>
        </p:nvSpPr>
        <p:spPr>
          <a:xfrm>
            <a:off x="20724876" y="4288535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82" name="TextBox 275"/>
          <p:cNvSpPr txBox="1"/>
          <p:nvPr/>
        </p:nvSpPr>
        <p:spPr>
          <a:xfrm>
            <a:off x="20923822" y="4361688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483" name="TextBox 276"/>
          <p:cNvSpPr txBox="1"/>
          <p:nvPr/>
        </p:nvSpPr>
        <p:spPr>
          <a:xfrm>
            <a:off x="20934333" y="4533138"/>
            <a:ext cx="266887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r105</a:t>
            </a:r>
          </a:p>
        </p:txBody>
      </p:sp>
      <p:sp>
        <p:nvSpPr>
          <p:cNvPr id="3484" name="Rectangle 277"/>
          <p:cNvSpPr/>
          <p:nvPr/>
        </p:nvSpPr>
        <p:spPr>
          <a:xfrm>
            <a:off x="14287500" y="5157215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85" name="TextBox 278"/>
          <p:cNvSpPr txBox="1"/>
          <p:nvPr/>
        </p:nvSpPr>
        <p:spPr>
          <a:xfrm>
            <a:off x="14486445" y="5230367"/>
            <a:ext cx="28791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486" name="TextBox 279"/>
          <p:cNvSpPr txBox="1"/>
          <p:nvPr/>
        </p:nvSpPr>
        <p:spPr>
          <a:xfrm>
            <a:off x="14496956" y="5401817"/>
            <a:ext cx="266888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r109</a:t>
            </a:r>
          </a:p>
        </p:txBody>
      </p:sp>
      <p:sp>
        <p:nvSpPr>
          <p:cNvPr id="3487" name="Rectangle 280"/>
          <p:cNvSpPr/>
          <p:nvPr/>
        </p:nvSpPr>
        <p:spPr>
          <a:xfrm>
            <a:off x="15092171" y="5157215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88" name="TextBox 281"/>
          <p:cNvSpPr txBox="1"/>
          <p:nvPr/>
        </p:nvSpPr>
        <p:spPr>
          <a:xfrm>
            <a:off x="15291117" y="5230367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489" name="TextBox 282"/>
          <p:cNvSpPr txBox="1"/>
          <p:nvPr/>
        </p:nvSpPr>
        <p:spPr>
          <a:xfrm>
            <a:off x="15306310" y="5401817"/>
            <a:ext cx="25752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r113</a:t>
            </a:r>
          </a:p>
        </p:txBody>
      </p:sp>
      <p:sp>
        <p:nvSpPr>
          <p:cNvPr id="3490" name="Rectangle 283"/>
          <p:cNvSpPr/>
          <p:nvPr/>
        </p:nvSpPr>
        <p:spPr>
          <a:xfrm>
            <a:off x="15896843" y="5157215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91" name="TextBox 284"/>
          <p:cNvSpPr txBox="1"/>
          <p:nvPr/>
        </p:nvSpPr>
        <p:spPr>
          <a:xfrm>
            <a:off x="16095789" y="5230367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492" name="TextBox 285"/>
          <p:cNvSpPr txBox="1"/>
          <p:nvPr/>
        </p:nvSpPr>
        <p:spPr>
          <a:xfrm>
            <a:off x="16110982" y="5401817"/>
            <a:ext cx="25752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r117</a:t>
            </a:r>
          </a:p>
        </p:txBody>
      </p:sp>
      <p:sp>
        <p:nvSpPr>
          <p:cNvPr id="3493" name="Rectangle 286"/>
          <p:cNvSpPr/>
          <p:nvPr/>
        </p:nvSpPr>
        <p:spPr>
          <a:xfrm>
            <a:off x="16701515" y="5157215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94" name="TextBox 287"/>
          <p:cNvSpPr txBox="1"/>
          <p:nvPr/>
        </p:nvSpPr>
        <p:spPr>
          <a:xfrm>
            <a:off x="16900462" y="5230367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495" name="TextBox 288"/>
          <p:cNvSpPr txBox="1"/>
          <p:nvPr/>
        </p:nvSpPr>
        <p:spPr>
          <a:xfrm>
            <a:off x="16910973" y="5401817"/>
            <a:ext cx="266888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r121</a:t>
            </a:r>
          </a:p>
        </p:txBody>
      </p:sp>
      <p:sp>
        <p:nvSpPr>
          <p:cNvPr id="3496" name="Rectangle 289"/>
          <p:cNvSpPr/>
          <p:nvPr/>
        </p:nvSpPr>
        <p:spPr>
          <a:xfrm>
            <a:off x="17506187" y="5157215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97" name="TextBox 290"/>
          <p:cNvSpPr txBox="1"/>
          <p:nvPr/>
        </p:nvSpPr>
        <p:spPr>
          <a:xfrm>
            <a:off x="17705133" y="5230367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498" name="TextBox 291"/>
          <p:cNvSpPr txBox="1"/>
          <p:nvPr/>
        </p:nvSpPr>
        <p:spPr>
          <a:xfrm>
            <a:off x="17715644" y="5401817"/>
            <a:ext cx="266887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r125</a:t>
            </a:r>
          </a:p>
        </p:txBody>
      </p:sp>
      <p:sp>
        <p:nvSpPr>
          <p:cNvPr id="3499" name="Rectangle 292"/>
          <p:cNvSpPr/>
          <p:nvPr/>
        </p:nvSpPr>
        <p:spPr>
          <a:xfrm>
            <a:off x="18310860" y="5157215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00" name="TextBox 293"/>
          <p:cNvSpPr txBox="1"/>
          <p:nvPr/>
        </p:nvSpPr>
        <p:spPr>
          <a:xfrm>
            <a:off x="18509806" y="5230367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501" name="TextBox 294"/>
          <p:cNvSpPr txBox="1"/>
          <p:nvPr/>
        </p:nvSpPr>
        <p:spPr>
          <a:xfrm>
            <a:off x="18520317" y="5401817"/>
            <a:ext cx="266887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r129</a:t>
            </a:r>
          </a:p>
        </p:txBody>
      </p:sp>
      <p:sp>
        <p:nvSpPr>
          <p:cNvPr id="3502" name="Rectangle 295"/>
          <p:cNvSpPr/>
          <p:nvPr/>
        </p:nvSpPr>
        <p:spPr>
          <a:xfrm>
            <a:off x="19115532" y="5157215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03" name="TextBox 296"/>
          <p:cNvSpPr txBox="1"/>
          <p:nvPr/>
        </p:nvSpPr>
        <p:spPr>
          <a:xfrm>
            <a:off x="19314476" y="5230367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504" name="TextBox 297"/>
          <p:cNvSpPr txBox="1"/>
          <p:nvPr/>
        </p:nvSpPr>
        <p:spPr>
          <a:xfrm>
            <a:off x="19324987" y="5401817"/>
            <a:ext cx="266887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r133</a:t>
            </a:r>
          </a:p>
        </p:txBody>
      </p:sp>
      <p:sp>
        <p:nvSpPr>
          <p:cNvPr id="3505" name="Rectangle 298"/>
          <p:cNvSpPr/>
          <p:nvPr/>
        </p:nvSpPr>
        <p:spPr>
          <a:xfrm>
            <a:off x="19920204" y="5157215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06" name="TextBox 299"/>
          <p:cNvSpPr txBox="1"/>
          <p:nvPr/>
        </p:nvSpPr>
        <p:spPr>
          <a:xfrm>
            <a:off x="20119150" y="5230367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507" name="TextBox 300"/>
          <p:cNvSpPr txBox="1"/>
          <p:nvPr/>
        </p:nvSpPr>
        <p:spPr>
          <a:xfrm>
            <a:off x="20129661" y="5401817"/>
            <a:ext cx="266887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r137</a:t>
            </a:r>
          </a:p>
        </p:txBody>
      </p:sp>
      <p:sp>
        <p:nvSpPr>
          <p:cNvPr id="3508" name="Rectangle 301"/>
          <p:cNvSpPr/>
          <p:nvPr/>
        </p:nvSpPr>
        <p:spPr>
          <a:xfrm>
            <a:off x="20724876" y="5157215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09" name="TextBox 302"/>
          <p:cNvSpPr txBox="1"/>
          <p:nvPr/>
        </p:nvSpPr>
        <p:spPr>
          <a:xfrm>
            <a:off x="20923822" y="5230367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510" name="TextBox 303"/>
          <p:cNvSpPr txBox="1"/>
          <p:nvPr/>
        </p:nvSpPr>
        <p:spPr>
          <a:xfrm>
            <a:off x="20934333" y="5401817"/>
            <a:ext cx="266887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r141</a:t>
            </a:r>
          </a:p>
        </p:txBody>
      </p:sp>
      <p:sp>
        <p:nvSpPr>
          <p:cNvPr id="3511" name="TextBox 304"/>
          <p:cNvSpPr txBox="1"/>
          <p:nvPr/>
        </p:nvSpPr>
        <p:spPr>
          <a:xfrm>
            <a:off x="640080" y="6062471"/>
            <a:ext cx="651388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500">
                <a:solidFill>
                  <a:srgbClr val="447AC3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Rail 1: 18 GPUs/rack, 36 GPUs total; each GPU uplink = 400 Gb/s = 50 GB/s</a:t>
            </a:r>
          </a:p>
        </p:txBody>
      </p:sp>
      <p:sp>
        <p:nvSpPr>
          <p:cNvPr id="3512" name="Rectangle 305"/>
          <p:cNvSpPr/>
          <p:nvPr/>
        </p:nvSpPr>
        <p:spPr>
          <a:xfrm>
            <a:off x="685800" y="7086600"/>
            <a:ext cx="2423161" cy="777241"/>
          </a:xfrm>
          <a:prstGeom prst="rect">
            <a:avLst/>
          </a:prstGeom>
          <a:solidFill>
            <a:srgbClr val="B5DC86"/>
          </a:solidFill>
          <a:ln w="18288">
            <a:solidFill>
              <a:srgbClr val="268C6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13" name="TextBox 306"/>
          <p:cNvSpPr txBox="1"/>
          <p:nvPr/>
        </p:nvSpPr>
        <p:spPr>
          <a:xfrm>
            <a:off x="1569065" y="7159752"/>
            <a:ext cx="65663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6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IB Leaf</a:t>
            </a:r>
          </a:p>
        </p:txBody>
      </p:sp>
      <p:sp>
        <p:nvSpPr>
          <p:cNvPr id="3514" name="TextBox 307"/>
          <p:cNvSpPr txBox="1"/>
          <p:nvPr/>
        </p:nvSpPr>
        <p:spPr>
          <a:xfrm>
            <a:off x="1365865" y="7422642"/>
            <a:ext cx="106303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6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Leaf-C0-R2</a:t>
            </a:r>
          </a:p>
        </p:txBody>
      </p:sp>
      <p:sp>
        <p:nvSpPr>
          <p:cNvPr id="3515" name="Connector 308"/>
          <p:cNvSpPr/>
          <p:nvPr/>
        </p:nvSpPr>
        <p:spPr>
          <a:xfrm flipV="1">
            <a:off x="3108960" y="6903719"/>
            <a:ext cx="548641" cy="566929"/>
          </a:xfrm>
          <a:prstGeom prst="line">
            <a:avLst/>
          </a:prstGeom>
          <a:ln w="13716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16" name="Connector 309"/>
          <p:cNvSpPr/>
          <p:nvPr/>
        </p:nvSpPr>
        <p:spPr>
          <a:xfrm flipV="1">
            <a:off x="3108959" y="6903719"/>
            <a:ext cx="1353313" cy="566929"/>
          </a:xfrm>
          <a:prstGeom prst="line">
            <a:avLst/>
          </a:prstGeom>
          <a:ln w="13716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17" name="Connector 310"/>
          <p:cNvSpPr/>
          <p:nvPr/>
        </p:nvSpPr>
        <p:spPr>
          <a:xfrm flipV="1">
            <a:off x="3108960" y="6903719"/>
            <a:ext cx="2157985" cy="566929"/>
          </a:xfrm>
          <a:prstGeom prst="line">
            <a:avLst/>
          </a:prstGeom>
          <a:ln w="13716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18" name="Connector 311"/>
          <p:cNvSpPr/>
          <p:nvPr/>
        </p:nvSpPr>
        <p:spPr>
          <a:xfrm flipV="1">
            <a:off x="3108960" y="6903719"/>
            <a:ext cx="2962657" cy="566929"/>
          </a:xfrm>
          <a:prstGeom prst="line">
            <a:avLst/>
          </a:prstGeom>
          <a:ln w="13716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19" name="Connector 312"/>
          <p:cNvSpPr/>
          <p:nvPr/>
        </p:nvSpPr>
        <p:spPr>
          <a:xfrm flipV="1">
            <a:off x="3108959" y="6903719"/>
            <a:ext cx="3767330" cy="566929"/>
          </a:xfrm>
          <a:prstGeom prst="line">
            <a:avLst/>
          </a:prstGeom>
          <a:ln w="13716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20" name="Connector 313"/>
          <p:cNvSpPr/>
          <p:nvPr/>
        </p:nvSpPr>
        <p:spPr>
          <a:xfrm flipV="1">
            <a:off x="3108960" y="6903719"/>
            <a:ext cx="4572001" cy="566929"/>
          </a:xfrm>
          <a:prstGeom prst="line">
            <a:avLst/>
          </a:prstGeom>
          <a:ln w="13716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21" name="Connector 314"/>
          <p:cNvSpPr/>
          <p:nvPr/>
        </p:nvSpPr>
        <p:spPr>
          <a:xfrm flipV="1">
            <a:off x="3108960" y="6903719"/>
            <a:ext cx="5376672" cy="566929"/>
          </a:xfrm>
          <a:prstGeom prst="line">
            <a:avLst/>
          </a:prstGeom>
          <a:ln w="13716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22" name="Connector 315"/>
          <p:cNvSpPr/>
          <p:nvPr/>
        </p:nvSpPr>
        <p:spPr>
          <a:xfrm flipV="1">
            <a:off x="3108960" y="6903719"/>
            <a:ext cx="6181345" cy="566929"/>
          </a:xfrm>
          <a:prstGeom prst="line">
            <a:avLst/>
          </a:prstGeom>
          <a:ln w="13716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23" name="Connector 316"/>
          <p:cNvSpPr/>
          <p:nvPr/>
        </p:nvSpPr>
        <p:spPr>
          <a:xfrm flipV="1">
            <a:off x="3108959" y="6903719"/>
            <a:ext cx="6986018" cy="566929"/>
          </a:xfrm>
          <a:prstGeom prst="line">
            <a:avLst/>
          </a:prstGeom>
          <a:ln w="13716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24" name="Connector 317"/>
          <p:cNvSpPr/>
          <p:nvPr/>
        </p:nvSpPr>
        <p:spPr>
          <a:xfrm>
            <a:off x="3108960" y="7470647"/>
            <a:ext cx="548641" cy="301753"/>
          </a:xfrm>
          <a:prstGeom prst="line">
            <a:avLst/>
          </a:prstGeom>
          <a:ln w="13716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25" name="Connector 318"/>
          <p:cNvSpPr/>
          <p:nvPr/>
        </p:nvSpPr>
        <p:spPr>
          <a:xfrm>
            <a:off x="3108960" y="7470647"/>
            <a:ext cx="1353313" cy="301753"/>
          </a:xfrm>
          <a:prstGeom prst="line">
            <a:avLst/>
          </a:prstGeom>
          <a:ln w="13716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26" name="Connector 319"/>
          <p:cNvSpPr/>
          <p:nvPr/>
        </p:nvSpPr>
        <p:spPr>
          <a:xfrm>
            <a:off x="3108960" y="7470647"/>
            <a:ext cx="2157985" cy="301753"/>
          </a:xfrm>
          <a:prstGeom prst="line">
            <a:avLst/>
          </a:prstGeom>
          <a:ln w="13716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27" name="Connector 320"/>
          <p:cNvSpPr/>
          <p:nvPr/>
        </p:nvSpPr>
        <p:spPr>
          <a:xfrm>
            <a:off x="3108959" y="7470648"/>
            <a:ext cx="2962658" cy="301752"/>
          </a:xfrm>
          <a:prstGeom prst="line">
            <a:avLst/>
          </a:prstGeom>
          <a:ln w="13716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28" name="Connector 321"/>
          <p:cNvSpPr/>
          <p:nvPr/>
        </p:nvSpPr>
        <p:spPr>
          <a:xfrm>
            <a:off x="3108959" y="7470648"/>
            <a:ext cx="3767329" cy="301752"/>
          </a:xfrm>
          <a:prstGeom prst="line">
            <a:avLst/>
          </a:prstGeom>
          <a:ln w="13716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29" name="Connector 322"/>
          <p:cNvSpPr/>
          <p:nvPr/>
        </p:nvSpPr>
        <p:spPr>
          <a:xfrm>
            <a:off x="3108959" y="7470648"/>
            <a:ext cx="4572002" cy="301752"/>
          </a:xfrm>
          <a:prstGeom prst="line">
            <a:avLst/>
          </a:prstGeom>
          <a:ln w="13716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30" name="Connector 323"/>
          <p:cNvSpPr/>
          <p:nvPr/>
        </p:nvSpPr>
        <p:spPr>
          <a:xfrm>
            <a:off x="3108960" y="7470647"/>
            <a:ext cx="5376672" cy="301754"/>
          </a:xfrm>
          <a:prstGeom prst="line">
            <a:avLst/>
          </a:prstGeom>
          <a:ln w="13716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31" name="Connector 324"/>
          <p:cNvSpPr/>
          <p:nvPr/>
        </p:nvSpPr>
        <p:spPr>
          <a:xfrm>
            <a:off x="3108960" y="7470647"/>
            <a:ext cx="6181345" cy="301754"/>
          </a:xfrm>
          <a:prstGeom prst="line">
            <a:avLst/>
          </a:prstGeom>
          <a:ln w="13716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32" name="Connector 325"/>
          <p:cNvSpPr/>
          <p:nvPr/>
        </p:nvSpPr>
        <p:spPr>
          <a:xfrm>
            <a:off x="3108959" y="7470648"/>
            <a:ext cx="6986017" cy="301752"/>
          </a:xfrm>
          <a:prstGeom prst="line">
            <a:avLst/>
          </a:prstGeom>
          <a:ln w="13716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33" name="Rectangle 326"/>
          <p:cNvSpPr/>
          <p:nvPr/>
        </p:nvSpPr>
        <p:spPr>
          <a:xfrm>
            <a:off x="3314700" y="666597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34" name="TextBox 327"/>
          <p:cNvSpPr txBox="1"/>
          <p:nvPr/>
        </p:nvSpPr>
        <p:spPr>
          <a:xfrm>
            <a:off x="3513645" y="6739128"/>
            <a:ext cx="28791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535" name="TextBox 328"/>
          <p:cNvSpPr txBox="1"/>
          <p:nvPr/>
        </p:nvSpPr>
        <p:spPr>
          <a:xfrm>
            <a:off x="3594100" y="6910578"/>
            <a:ext cx="1270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r2</a:t>
            </a:r>
          </a:p>
        </p:txBody>
      </p:sp>
      <p:sp>
        <p:nvSpPr>
          <p:cNvPr id="3536" name="Rectangle 329"/>
          <p:cNvSpPr/>
          <p:nvPr/>
        </p:nvSpPr>
        <p:spPr>
          <a:xfrm>
            <a:off x="4119371" y="6665976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37" name="TextBox 330"/>
          <p:cNvSpPr txBox="1"/>
          <p:nvPr/>
        </p:nvSpPr>
        <p:spPr>
          <a:xfrm>
            <a:off x="4318317" y="6739128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538" name="TextBox 331"/>
          <p:cNvSpPr txBox="1"/>
          <p:nvPr/>
        </p:nvSpPr>
        <p:spPr>
          <a:xfrm>
            <a:off x="4398771" y="6910578"/>
            <a:ext cx="1270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r6</a:t>
            </a:r>
          </a:p>
        </p:txBody>
      </p:sp>
      <p:sp>
        <p:nvSpPr>
          <p:cNvPr id="3539" name="Rectangle 332"/>
          <p:cNvSpPr/>
          <p:nvPr/>
        </p:nvSpPr>
        <p:spPr>
          <a:xfrm>
            <a:off x="4924044" y="6665976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40" name="TextBox 333"/>
          <p:cNvSpPr txBox="1"/>
          <p:nvPr/>
        </p:nvSpPr>
        <p:spPr>
          <a:xfrm>
            <a:off x="5122990" y="6739128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541" name="TextBox 334"/>
          <p:cNvSpPr txBox="1"/>
          <p:nvPr/>
        </p:nvSpPr>
        <p:spPr>
          <a:xfrm>
            <a:off x="5168816" y="6910578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r10</a:t>
            </a:r>
          </a:p>
        </p:txBody>
      </p:sp>
      <p:sp>
        <p:nvSpPr>
          <p:cNvPr id="3542" name="Rectangle 335"/>
          <p:cNvSpPr/>
          <p:nvPr/>
        </p:nvSpPr>
        <p:spPr>
          <a:xfrm>
            <a:off x="5728715" y="6665976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43" name="TextBox 336"/>
          <p:cNvSpPr txBox="1"/>
          <p:nvPr/>
        </p:nvSpPr>
        <p:spPr>
          <a:xfrm>
            <a:off x="5927661" y="6739128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544" name="TextBox 337"/>
          <p:cNvSpPr txBox="1"/>
          <p:nvPr/>
        </p:nvSpPr>
        <p:spPr>
          <a:xfrm>
            <a:off x="5973488" y="6910578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r14</a:t>
            </a:r>
          </a:p>
        </p:txBody>
      </p:sp>
      <p:sp>
        <p:nvSpPr>
          <p:cNvPr id="3545" name="Rectangle 338"/>
          <p:cNvSpPr/>
          <p:nvPr/>
        </p:nvSpPr>
        <p:spPr>
          <a:xfrm>
            <a:off x="6533388" y="6665976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46" name="TextBox 339"/>
          <p:cNvSpPr txBox="1"/>
          <p:nvPr/>
        </p:nvSpPr>
        <p:spPr>
          <a:xfrm>
            <a:off x="6732334" y="6739128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547" name="TextBox 340"/>
          <p:cNvSpPr txBox="1"/>
          <p:nvPr/>
        </p:nvSpPr>
        <p:spPr>
          <a:xfrm>
            <a:off x="6778160" y="6910578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r18</a:t>
            </a:r>
          </a:p>
        </p:txBody>
      </p:sp>
      <p:sp>
        <p:nvSpPr>
          <p:cNvPr id="3548" name="Rectangle 341"/>
          <p:cNvSpPr/>
          <p:nvPr/>
        </p:nvSpPr>
        <p:spPr>
          <a:xfrm>
            <a:off x="7338059" y="6665976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49" name="TextBox 342"/>
          <p:cNvSpPr txBox="1"/>
          <p:nvPr/>
        </p:nvSpPr>
        <p:spPr>
          <a:xfrm>
            <a:off x="7537005" y="6739128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550" name="TextBox 343"/>
          <p:cNvSpPr txBox="1"/>
          <p:nvPr/>
        </p:nvSpPr>
        <p:spPr>
          <a:xfrm>
            <a:off x="7582832" y="6910578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r22</a:t>
            </a:r>
          </a:p>
        </p:txBody>
      </p:sp>
      <p:sp>
        <p:nvSpPr>
          <p:cNvPr id="3551" name="Rectangle 344"/>
          <p:cNvSpPr/>
          <p:nvPr/>
        </p:nvSpPr>
        <p:spPr>
          <a:xfrm>
            <a:off x="8142730" y="6665976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52" name="TextBox 345"/>
          <p:cNvSpPr txBox="1"/>
          <p:nvPr/>
        </p:nvSpPr>
        <p:spPr>
          <a:xfrm>
            <a:off x="8341678" y="6739128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553" name="TextBox 346"/>
          <p:cNvSpPr txBox="1"/>
          <p:nvPr/>
        </p:nvSpPr>
        <p:spPr>
          <a:xfrm>
            <a:off x="8387505" y="6910578"/>
            <a:ext cx="196255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r26</a:t>
            </a:r>
          </a:p>
        </p:txBody>
      </p:sp>
      <p:sp>
        <p:nvSpPr>
          <p:cNvPr id="3554" name="Rectangle 347"/>
          <p:cNvSpPr/>
          <p:nvPr/>
        </p:nvSpPr>
        <p:spPr>
          <a:xfrm>
            <a:off x="8947404" y="6665976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55" name="TextBox 348"/>
          <p:cNvSpPr txBox="1"/>
          <p:nvPr/>
        </p:nvSpPr>
        <p:spPr>
          <a:xfrm>
            <a:off x="9146350" y="6739128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556" name="TextBox 349"/>
          <p:cNvSpPr txBox="1"/>
          <p:nvPr/>
        </p:nvSpPr>
        <p:spPr>
          <a:xfrm>
            <a:off x="9192176" y="6910578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r30</a:t>
            </a:r>
          </a:p>
        </p:txBody>
      </p:sp>
      <p:sp>
        <p:nvSpPr>
          <p:cNvPr id="3557" name="Rectangle 350"/>
          <p:cNvSpPr/>
          <p:nvPr/>
        </p:nvSpPr>
        <p:spPr>
          <a:xfrm>
            <a:off x="9752076" y="6665976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58" name="TextBox 351"/>
          <p:cNvSpPr txBox="1"/>
          <p:nvPr/>
        </p:nvSpPr>
        <p:spPr>
          <a:xfrm>
            <a:off x="9951022" y="6739128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559" name="TextBox 352"/>
          <p:cNvSpPr txBox="1"/>
          <p:nvPr/>
        </p:nvSpPr>
        <p:spPr>
          <a:xfrm>
            <a:off x="9996848" y="6910578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r34</a:t>
            </a:r>
          </a:p>
        </p:txBody>
      </p:sp>
      <p:sp>
        <p:nvSpPr>
          <p:cNvPr id="3560" name="Rectangle 353"/>
          <p:cNvSpPr/>
          <p:nvPr/>
        </p:nvSpPr>
        <p:spPr>
          <a:xfrm>
            <a:off x="3314700" y="753465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61" name="TextBox 354"/>
          <p:cNvSpPr txBox="1"/>
          <p:nvPr/>
        </p:nvSpPr>
        <p:spPr>
          <a:xfrm>
            <a:off x="3513645" y="7607807"/>
            <a:ext cx="28791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562" name="TextBox 355"/>
          <p:cNvSpPr txBox="1"/>
          <p:nvPr/>
        </p:nvSpPr>
        <p:spPr>
          <a:xfrm>
            <a:off x="3559472" y="7779257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r38</a:t>
            </a:r>
          </a:p>
        </p:txBody>
      </p:sp>
      <p:sp>
        <p:nvSpPr>
          <p:cNvPr id="3563" name="Rectangle 356"/>
          <p:cNvSpPr/>
          <p:nvPr/>
        </p:nvSpPr>
        <p:spPr>
          <a:xfrm>
            <a:off x="4119371" y="7534656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64" name="TextBox 357"/>
          <p:cNvSpPr txBox="1"/>
          <p:nvPr/>
        </p:nvSpPr>
        <p:spPr>
          <a:xfrm>
            <a:off x="4318317" y="7607807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565" name="TextBox 358"/>
          <p:cNvSpPr txBox="1"/>
          <p:nvPr/>
        </p:nvSpPr>
        <p:spPr>
          <a:xfrm>
            <a:off x="4364144" y="7779257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r42</a:t>
            </a:r>
          </a:p>
        </p:txBody>
      </p:sp>
      <p:sp>
        <p:nvSpPr>
          <p:cNvPr id="3566" name="Rectangle 359"/>
          <p:cNvSpPr/>
          <p:nvPr/>
        </p:nvSpPr>
        <p:spPr>
          <a:xfrm>
            <a:off x="4924044" y="7534656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67" name="TextBox 360"/>
          <p:cNvSpPr txBox="1"/>
          <p:nvPr/>
        </p:nvSpPr>
        <p:spPr>
          <a:xfrm>
            <a:off x="5122990" y="7607807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568" name="TextBox 361"/>
          <p:cNvSpPr txBox="1"/>
          <p:nvPr/>
        </p:nvSpPr>
        <p:spPr>
          <a:xfrm>
            <a:off x="5168816" y="7779257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r46</a:t>
            </a:r>
          </a:p>
        </p:txBody>
      </p:sp>
      <p:sp>
        <p:nvSpPr>
          <p:cNvPr id="3569" name="Rectangle 362"/>
          <p:cNvSpPr/>
          <p:nvPr/>
        </p:nvSpPr>
        <p:spPr>
          <a:xfrm>
            <a:off x="5728715" y="7534656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70" name="TextBox 363"/>
          <p:cNvSpPr txBox="1"/>
          <p:nvPr/>
        </p:nvSpPr>
        <p:spPr>
          <a:xfrm>
            <a:off x="5927661" y="7607807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571" name="TextBox 364"/>
          <p:cNvSpPr txBox="1"/>
          <p:nvPr/>
        </p:nvSpPr>
        <p:spPr>
          <a:xfrm>
            <a:off x="5973488" y="7779257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r50</a:t>
            </a:r>
          </a:p>
        </p:txBody>
      </p:sp>
      <p:sp>
        <p:nvSpPr>
          <p:cNvPr id="3572" name="Rectangle 365"/>
          <p:cNvSpPr/>
          <p:nvPr/>
        </p:nvSpPr>
        <p:spPr>
          <a:xfrm>
            <a:off x="6533388" y="7534656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73" name="TextBox 366"/>
          <p:cNvSpPr txBox="1"/>
          <p:nvPr/>
        </p:nvSpPr>
        <p:spPr>
          <a:xfrm>
            <a:off x="6732334" y="7607807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574" name="TextBox 367"/>
          <p:cNvSpPr txBox="1"/>
          <p:nvPr/>
        </p:nvSpPr>
        <p:spPr>
          <a:xfrm>
            <a:off x="6778160" y="7779257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r54</a:t>
            </a:r>
          </a:p>
        </p:txBody>
      </p:sp>
      <p:sp>
        <p:nvSpPr>
          <p:cNvPr id="3575" name="Rectangle 368"/>
          <p:cNvSpPr/>
          <p:nvPr/>
        </p:nvSpPr>
        <p:spPr>
          <a:xfrm>
            <a:off x="7338059" y="7534656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76" name="TextBox 369"/>
          <p:cNvSpPr txBox="1"/>
          <p:nvPr/>
        </p:nvSpPr>
        <p:spPr>
          <a:xfrm>
            <a:off x="7537005" y="7607807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577" name="TextBox 370"/>
          <p:cNvSpPr txBox="1"/>
          <p:nvPr/>
        </p:nvSpPr>
        <p:spPr>
          <a:xfrm>
            <a:off x="7582832" y="7779257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r58</a:t>
            </a:r>
          </a:p>
        </p:txBody>
      </p:sp>
      <p:sp>
        <p:nvSpPr>
          <p:cNvPr id="3578" name="Rectangle 371"/>
          <p:cNvSpPr/>
          <p:nvPr/>
        </p:nvSpPr>
        <p:spPr>
          <a:xfrm>
            <a:off x="8142730" y="7534656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79" name="TextBox 372"/>
          <p:cNvSpPr txBox="1"/>
          <p:nvPr/>
        </p:nvSpPr>
        <p:spPr>
          <a:xfrm>
            <a:off x="8341678" y="7607807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580" name="TextBox 373"/>
          <p:cNvSpPr txBox="1"/>
          <p:nvPr/>
        </p:nvSpPr>
        <p:spPr>
          <a:xfrm>
            <a:off x="8387505" y="7779257"/>
            <a:ext cx="196255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r62</a:t>
            </a:r>
          </a:p>
        </p:txBody>
      </p:sp>
      <p:sp>
        <p:nvSpPr>
          <p:cNvPr id="3581" name="Rectangle 374"/>
          <p:cNvSpPr/>
          <p:nvPr/>
        </p:nvSpPr>
        <p:spPr>
          <a:xfrm>
            <a:off x="8947404" y="7534656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82" name="TextBox 375"/>
          <p:cNvSpPr txBox="1"/>
          <p:nvPr/>
        </p:nvSpPr>
        <p:spPr>
          <a:xfrm>
            <a:off x="9146350" y="7607807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583" name="TextBox 376"/>
          <p:cNvSpPr txBox="1"/>
          <p:nvPr/>
        </p:nvSpPr>
        <p:spPr>
          <a:xfrm>
            <a:off x="9192176" y="7779257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r66</a:t>
            </a:r>
          </a:p>
        </p:txBody>
      </p:sp>
      <p:sp>
        <p:nvSpPr>
          <p:cNvPr id="3584" name="Rectangle 377"/>
          <p:cNvSpPr/>
          <p:nvPr/>
        </p:nvSpPr>
        <p:spPr>
          <a:xfrm>
            <a:off x="9752076" y="7534656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85" name="TextBox 378"/>
          <p:cNvSpPr txBox="1"/>
          <p:nvPr/>
        </p:nvSpPr>
        <p:spPr>
          <a:xfrm>
            <a:off x="9951022" y="7607807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586" name="TextBox 379"/>
          <p:cNvSpPr txBox="1"/>
          <p:nvPr/>
        </p:nvSpPr>
        <p:spPr>
          <a:xfrm>
            <a:off x="9996848" y="7779257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r70</a:t>
            </a:r>
          </a:p>
        </p:txBody>
      </p:sp>
      <p:sp>
        <p:nvSpPr>
          <p:cNvPr id="3587" name="Rectangle 380"/>
          <p:cNvSpPr/>
          <p:nvPr/>
        </p:nvSpPr>
        <p:spPr>
          <a:xfrm>
            <a:off x="11658600" y="7086600"/>
            <a:ext cx="2423161" cy="777241"/>
          </a:xfrm>
          <a:prstGeom prst="rect">
            <a:avLst/>
          </a:prstGeom>
          <a:solidFill>
            <a:srgbClr val="B5DC86"/>
          </a:solidFill>
          <a:ln w="18288">
            <a:solidFill>
              <a:srgbClr val="268C6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88" name="TextBox 381"/>
          <p:cNvSpPr txBox="1"/>
          <p:nvPr/>
        </p:nvSpPr>
        <p:spPr>
          <a:xfrm>
            <a:off x="12541865" y="7159752"/>
            <a:ext cx="65663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6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IB Leaf</a:t>
            </a:r>
          </a:p>
        </p:txBody>
      </p:sp>
      <p:sp>
        <p:nvSpPr>
          <p:cNvPr id="3589" name="TextBox 382"/>
          <p:cNvSpPr txBox="1"/>
          <p:nvPr/>
        </p:nvSpPr>
        <p:spPr>
          <a:xfrm>
            <a:off x="12338665" y="7422642"/>
            <a:ext cx="106303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6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Leaf-C1-R2</a:t>
            </a:r>
          </a:p>
        </p:txBody>
      </p:sp>
      <p:sp>
        <p:nvSpPr>
          <p:cNvPr id="3590" name="Connector 383"/>
          <p:cNvSpPr/>
          <p:nvPr/>
        </p:nvSpPr>
        <p:spPr>
          <a:xfrm flipV="1">
            <a:off x="14081760" y="6903719"/>
            <a:ext cx="548641" cy="566929"/>
          </a:xfrm>
          <a:prstGeom prst="line">
            <a:avLst/>
          </a:prstGeom>
          <a:ln w="13716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91" name="Connector 384"/>
          <p:cNvSpPr/>
          <p:nvPr/>
        </p:nvSpPr>
        <p:spPr>
          <a:xfrm flipV="1">
            <a:off x="14081761" y="6903719"/>
            <a:ext cx="1353313" cy="566929"/>
          </a:xfrm>
          <a:prstGeom prst="line">
            <a:avLst/>
          </a:prstGeom>
          <a:ln w="13716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92" name="Connector 385"/>
          <p:cNvSpPr/>
          <p:nvPr/>
        </p:nvSpPr>
        <p:spPr>
          <a:xfrm flipV="1">
            <a:off x="14081760" y="6903719"/>
            <a:ext cx="2157985" cy="566929"/>
          </a:xfrm>
          <a:prstGeom prst="line">
            <a:avLst/>
          </a:prstGeom>
          <a:ln w="13716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93" name="Connector 386"/>
          <p:cNvSpPr/>
          <p:nvPr/>
        </p:nvSpPr>
        <p:spPr>
          <a:xfrm flipV="1">
            <a:off x="14081760" y="6903719"/>
            <a:ext cx="2962657" cy="566929"/>
          </a:xfrm>
          <a:prstGeom prst="line">
            <a:avLst/>
          </a:prstGeom>
          <a:ln w="13716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94" name="Connector 387"/>
          <p:cNvSpPr/>
          <p:nvPr/>
        </p:nvSpPr>
        <p:spPr>
          <a:xfrm flipV="1">
            <a:off x="14081760" y="6903719"/>
            <a:ext cx="3767329" cy="566929"/>
          </a:xfrm>
          <a:prstGeom prst="line">
            <a:avLst/>
          </a:prstGeom>
          <a:ln w="13716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95" name="Connector 388"/>
          <p:cNvSpPr/>
          <p:nvPr/>
        </p:nvSpPr>
        <p:spPr>
          <a:xfrm flipV="1">
            <a:off x="14081760" y="6903719"/>
            <a:ext cx="4572002" cy="566929"/>
          </a:xfrm>
          <a:prstGeom prst="line">
            <a:avLst/>
          </a:prstGeom>
          <a:ln w="13716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96" name="Connector 389"/>
          <p:cNvSpPr/>
          <p:nvPr/>
        </p:nvSpPr>
        <p:spPr>
          <a:xfrm flipV="1">
            <a:off x="14081760" y="6903719"/>
            <a:ext cx="5376673" cy="566929"/>
          </a:xfrm>
          <a:prstGeom prst="line">
            <a:avLst/>
          </a:prstGeom>
          <a:ln w="13716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97" name="Connector 390"/>
          <p:cNvSpPr/>
          <p:nvPr/>
        </p:nvSpPr>
        <p:spPr>
          <a:xfrm flipV="1">
            <a:off x="14081761" y="6903719"/>
            <a:ext cx="6181345" cy="566929"/>
          </a:xfrm>
          <a:prstGeom prst="line">
            <a:avLst/>
          </a:prstGeom>
          <a:ln w="13716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98" name="Connector 391"/>
          <p:cNvSpPr/>
          <p:nvPr/>
        </p:nvSpPr>
        <p:spPr>
          <a:xfrm flipV="1">
            <a:off x="14081760" y="6903719"/>
            <a:ext cx="6986017" cy="566929"/>
          </a:xfrm>
          <a:prstGeom prst="line">
            <a:avLst/>
          </a:prstGeom>
          <a:ln w="13716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99" name="Connector 392"/>
          <p:cNvSpPr/>
          <p:nvPr/>
        </p:nvSpPr>
        <p:spPr>
          <a:xfrm>
            <a:off x="14081759" y="7470647"/>
            <a:ext cx="548641" cy="301753"/>
          </a:xfrm>
          <a:prstGeom prst="line">
            <a:avLst/>
          </a:prstGeom>
          <a:ln w="13716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00" name="Connector 393"/>
          <p:cNvSpPr/>
          <p:nvPr/>
        </p:nvSpPr>
        <p:spPr>
          <a:xfrm>
            <a:off x="14081761" y="7470647"/>
            <a:ext cx="1353313" cy="301753"/>
          </a:xfrm>
          <a:prstGeom prst="line">
            <a:avLst/>
          </a:prstGeom>
          <a:ln w="13716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01" name="Connector 394"/>
          <p:cNvSpPr/>
          <p:nvPr/>
        </p:nvSpPr>
        <p:spPr>
          <a:xfrm>
            <a:off x="14081761" y="7470647"/>
            <a:ext cx="2157985" cy="301753"/>
          </a:xfrm>
          <a:prstGeom prst="line">
            <a:avLst/>
          </a:prstGeom>
          <a:ln w="13716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02" name="Connector 395"/>
          <p:cNvSpPr/>
          <p:nvPr/>
        </p:nvSpPr>
        <p:spPr>
          <a:xfrm>
            <a:off x="14081761" y="7470648"/>
            <a:ext cx="2962657" cy="301752"/>
          </a:xfrm>
          <a:prstGeom prst="line">
            <a:avLst/>
          </a:prstGeom>
          <a:ln w="13716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03" name="Connector 396"/>
          <p:cNvSpPr/>
          <p:nvPr/>
        </p:nvSpPr>
        <p:spPr>
          <a:xfrm>
            <a:off x="14081761" y="7470648"/>
            <a:ext cx="3767329" cy="301752"/>
          </a:xfrm>
          <a:prstGeom prst="line">
            <a:avLst/>
          </a:prstGeom>
          <a:ln w="13716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04" name="Connector 397"/>
          <p:cNvSpPr/>
          <p:nvPr/>
        </p:nvSpPr>
        <p:spPr>
          <a:xfrm>
            <a:off x="14081760" y="7470648"/>
            <a:ext cx="4572001" cy="301752"/>
          </a:xfrm>
          <a:prstGeom prst="line">
            <a:avLst/>
          </a:prstGeom>
          <a:ln w="13716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05" name="Connector 398"/>
          <p:cNvSpPr/>
          <p:nvPr/>
        </p:nvSpPr>
        <p:spPr>
          <a:xfrm>
            <a:off x="14081760" y="7470647"/>
            <a:ext cx="5376672" cy="301754"/>
          </a:xfrm>
          <a:prstGeom prst="line">
            <a:avLst/>
          </a:prstGeom>
          <a:ln w="13716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06" name="Connector 399"/>
          <p:cNvSpPr/>
          <p:nvPr/>
        </p:nvSpPr>
        <p:spPr>
          <a:xfrm>
            <a:off x="14081760" y="7470647"/>
            <a:ext cx="6181345" cy="301754"/>
          </a:xfrm>
          <a:prstGeom prst="line">
            <a:avLst/>
          </a:prstGeom>
          <a:ln w="13716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07" name="Connector 400"/>
          <p:cNvSpPr/>
          <p:nvPr/>
        </p:nvSpPr>
        <p:spPr>
          <a:xfrm>
            <a:off x="14081760" y="7470648"/>
            <a:ext cx="6986017" cy="301752"/>
          </a:xfrm>
          <a:prstGeom prst="line">
            <a:avLst/>
          </a:prstGeom>
          <a:ln w="13716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08" name="Rectangle 401"/>
          <p:cNvSpPr/>
          <p:nvPr/>
        </p:nvSpPr>
        <p:spPr>
          <a:xfrm>
            <a:off x="14287500" y="666597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09" name="TextBox 402"/>
          <p:cNvSpPr txBox="1"/>
          <p:nvPr/>
        </p:nvSpPr>
        <p:spPr>
          <a:xfrm>
            <a:off x="14486445" y="6739128"/>
            <a:ext cx="28791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610" name="TextBox 403"/>
          <p:cNvSpPr txBox="1"/>
          <p:nvPr/>
        </p:nvSpPr>
        <p:spPr>
          <a:xfrm>
            <a:off x="14532272" y="6910578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r74</a:t>
            </a:r>
          </a:p>
        </p:txBody>
      </p:sp>
      <p:sp>
        <p:nvSpPr>
          <p:cNvPr id="3611" name="Rectangle 404"/>
          <p:cNvSpPr/>
          <p:nvPr/>
        </p:nvSpPr>
        <p:spPr>
          <a:xfrm>
            <a:off x="15092171" y="6665976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12" name="TextBox 405"/>
          <p:cNvSpPr txBox="1"/>
          <p:nvPr/>
        </p:nvSpPr>
        <p:spPr>
          <a:xfrm>
            <a:off x="15291117" y="6739128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613" name="TextBox 406"/>
          <p:cNvSpPr txBox="1"/>
          <p:nvPr/>
        </p:nvSpPr>
        <p:spPr>
          <a:xfrm>
            <a:off x="15336944" y="6910578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r78</a:t>
            </a:r>
          </a:p>
        </p:txBody>
      </p:sp>
      <p:sp>
        <p:nvSpPr>
          <p:cNvPr id="3614" name="Rectangle 407"/>
          <p:cNvSpPr/>
          <p:nvPr/>
        </p:nvSpPr>
        <p:spPr>
          <a:xfrm>
            <a:off x="15896843" y="6665976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15" name="TextBox 408"/>
          <p:cNvSpPr txBox="1"/>
          <p:nvPr/>
        </p:nvSpPr>
        <p:spPr>
          <a:xfrm>
            <a:off x="16095789" y="6739128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616" name="TextBox 409"/>
          <p:cNvSpPr txBox="1"/>
          <p:nvPr/>
        </p:nvSpPr>
        <p:spPr>
          <a:xfrm>
            <a:off x="16141616" y="6910578"/>
            <a:ext cx="196255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r82</a:t>
            </a:r>
          </a:p>
        </p:txBody>
      </p:sp>
      <p:sp>
        <p:nvSpPr>
          <p:cNvPr id="3617" name="Rectangle 410"/>
          <p:cNvSpPr/>
          <p:nvPr/>
        </p:nvSpPr>
        <p:spPr>
          <a:xfrm>
            <a:off x="16701515" y="6665976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18" name="TextBox 411"/>
          <p:cNvSpPr txBox="1"/>
          <p:nvPr/>
        </p:nvSpPr>
        <p:spPr>
          <a:xfrm>
            <a:off x="16900462" y="6739128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619" name="TextBox 412"/>
          <p:cNvSpPr txBox="1"/>
          <p:nvPr/>
        </p:nvSpPr>
        <p:spPr>
          <a:xfrm>
            <a:off x="16946289" y="6910578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r86</a:t>
            </a:r>
          </a:p>
        </p:txBody>
      </p:sp>
      <p:sp>
        <p:nvSpPr>
          <p:cNvPr id="3620" name="Rectangle 413"/>
          <p:cNvSpPr/>
          <p:nvPr/>
        </p:nvSpPr>
        <p:spPr>
          <a:xfrm>
            <a:off x="17506187" y="6665976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21" name="TextBox 414"/>
          <p:cNvSpPr txBox="1"/>
          <p:nvPr/>
        </p:nvSpPr>
        <p:spPr>
          <a:xfrm>
            <a:off x="17705133" y="6739128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622" name="TextBox 415"/>
          <p:cNvSpPr txBox="1"/>
          <p:nvPr/>
        </p:nvSpPr>
        <p:spPr>
          <a:xfrm>
            <a:off x="17750959" y="6910578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r90</a:t>
            </a:r>
          </a:p>
        </p:txBody>
      </p:sp>
      <p:sp>
        <p:nvSpPr>
          <p:cNvPr id="3623" name="Rectangle 416"/>
          <p:cNvSpPr/>
          <p:nvPr/>
        </p:nvSpPr>
        <p:spPr>
          <a:xfrm>
            <a:off x="18310860" y="6665976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24" name="TextBox 417"/>
          <p:cNvSpPr txBox="1"/>
          <p:nvPr/>
        </p:nvSpPr>
        <p:spPr>
          <a:xfrm>
            <a:off x="18509806" y="6739128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625" name="TextBox 418"/>
          <p:cNvSpPr txBox="1"/>
          <p:nvPr/>
        </p:nvSpPr>
        <p:spPr>
          <a:xfrm>
            <a:off x="18555633" y="6910578"/>
            <a:ext cx="196255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r94</a:t>
            </a:r>
          </a:p>
        </p:txBody>
      </p:sp>
      <p:sp>
        <p:nvSpPr>
          <p:cNvPr id="3626" name="Rectangle 419"/>
          <p:cNvSpPr/>
          <p:nvPr/>
        </p:nvSpPr>
        <p:spPr>
          <a:xfrm>
            <a:off x="19115532" y="6665976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27" name="TextBox 420"/>
          <p:cNvSpPr txBox="1"/>
          <p:nvPr/>
        </p:nvSpPr>
        <p:spPr>
          <a:xfrm>
            <a:off x="19314476" y="6739128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628" name="TextBox 421"/>
          <p:cNvSpPr txBox="1"/>
          <p:nvPr/>
        </p:nvSpPr>
        <p:spPr>
          <a:xfrm>
            <a:off x="19360303" y="6910578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r98</a:t>
            </a:r>
          </a:p>
        </p:txBody>
      </p:sp>
      <p:sp>
        <p:nvSpPr>
          <p:cNvPr id="3629" name="Rectangle 422"/>
          <p:cNvSpPr/>
          <p:nvPr/>
        </p:nvSpPr>
        <p:spPr>
          <a:xfrm>
            <a:off x="19920204" y="6665976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30" name="TextBox 423"/>
          <p:cNvSpPr txBox="1"/>
          <p:nvPr/>
        </p:nvSpPr>
        <p:spPr>
          <a:xfrm>
            <a:off x="20119150" y="6739128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631" name="TextBox 424"/>
          <p:cNvSpPr txBox="1"/>
          <p:nvPr/>
        </p:nvSpPr>
        <p:spPr>
          <a:xfrm>
            <a:off x="20129661" y="6910578"/>
            <a:ext cx="266887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r102</a:t>
            </a:r>
          </a:p>
        </p:txBody>
      </p:sp>
      <p:sp>
        <p:nvSpPr>
          <p:cNvPr id="3632" name="Rectangle 425"/>
          <p:cNvSpPr/>
          <p:nvPr/>
        </p:nvSpPr>
        <p:spPr>
          <a:xfrm>
            <a:off x="20724876" y="6665976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33" name="TextBox 426"/>
          <p:cNvSpPr txBox="1"/>
          <p:nvPr/>
        </p:nvSpPr>
        <p:spPr>
          <a:xfrm>
            <a:off x="20923822" y="6739128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634" name="TextBox 427"/>
          <p:cNvSpPr txBox="1"/>
          <p:nvPr/>
        </p:nvSpPr>
        <p:spPr>
          <a:xfrm>
            <a:off x="20934333" y="6910578"/>
            <a:ext cx="266887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r106</a:t>
            </a:r>
          </a:p>
        </p:txBody>
      </p:sp>
      <p:sp>
        <p:nvSpPr>
          <p:cNvPr id="3635" name="Rectangle 428"/>
          <p:cNvSpPr/>
          <p:nvPr/>
        </p:nvSpPr>
        <p:spPr>
          <a:xfrm>
            <a:off x="14287500" y="753465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36" name="TextBox 429"/>
          <p:cNvSpPr txBox="1"/>
          <p:nvPr/>
        </p:nvSpPr>
        <p:spPr>
          <a:xfrm>
            <a:off x="14486445" y="7607807"/>
            <a:ext cx="28791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637" name="TextBox 430"/>
          <p:cNvSpPr txBox="1"/>
          <p:nvPr/>
        </p:nvSpPr>
        <p:spPr>
          <a:xfrm>
            <a:off x="14501638" y="7779257"/>
            <a:ext cx="25752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r110</a:t>
            </a:r>
          </a:p>
        </p:txBody>
      </p:sp>
      <p:sp>
        <p:nvSpPr>
          <p:cNvPr id="3638" name="Rectangle 431"/>
          <p:cNvSpPr/>
          <p:nvPr/>
        </p:nvSpPr>
        <p:spPr>
          <a:xfrm>
            <a:off x="15092171" y="7534656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39" name="TextBox 432"/>
          <p:cNvSpPr txBox="1"/>
          <p:nvPr/>
        </p:nvSpPr>
        <p:spPr>
          <a:xfrm>
            <a:off x="15291117" y="7607807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640" name="TextBox 433"/>
          <p:cNvSpPr txBox="1"/>
          <p:nvPr/>
        </p:nvSpPr>
        <p:spPr>
          <a:xfrm>
            <a:off x="15306310" y="7779257"/>
            <a:ext cx="25752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r114</a:t>
            </a:r>
          </a:p>
        </p:txBody>
      </p:sp>
      <p:sp>
        <p:nvSpPr>
          <p:cNvPr id="3641" name="Rectangle 434"/>
          <p:cNvSpPr/>
          <p:nvPr/>
        </p:nvSpPr>
        <p:spPr>
          <a:xfrm>
            <a:off x="15896843" y="7534656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42" name="TextBox 435"/>
          <p:cNvSpPr txBox="1"/>
          <p:nvPr/>
        </p:nvSpPr>
        <p:spPr>
          <a:xfrm>
            <a:off x="16095789" y="7607807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643" name="TextBox 436"/>
          <p:cNvSpPr txBox="1"/>
          <p:nvPr/>
        </p:nvSpPr>
        <p:spPr>
          <a:xfrm>
            <a:off x="16110982" y="7779257"/>
            <a:ext cx="25752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r118</a:t>
            </a:r>
          </a:p>
        </p:txBody>
      </p:sp>
      <p:sp>
        <p:nvSpPr>
          <p:cNvPr id="3644" name="Rectangle 437"/>
          <p:cNvSpPr/>
          <p:nvPr/>
        </p:nvSpPr>
        <p:spPr>
          <a:xfrm>
            <a:off x="16701515" y="7534656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45" name="TextBox 438"/>
          <p:cNvSpPr txBox="1"/>
          <p:nvPr/>
        </p:nvSpPr>
        <p:spPr>
          <a:xfrm>
            <a:off x="16900462" y="7607807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646" name="TextBox 439"/>
          <p:cNvSpPr txBox="1"/>
          <p:nvPr/>
        </p:nvSpPr>
        <p:spPr>
          <a:xfrm>
            <a:off x="16910973" y="7779257"/>
            <a:ext cx="266888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r122</a:t>
            </a:r>
          </a:p>
        </p:txBody>
      </p:sp>
      <p:sp>
        <p:nvSpPr>
          <p:cNvPr id="3647" name="Rectangle 440"/>
          <p:cNvSpPr/>
          <p:nvPr/>
        </p:nvSpPr>
        <p:spPr>
          <a:xfrm>
            <a:off x="17506187" y="7534656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48" name="TextBox 441"/>
          <p:cNvSpPr txBox="1"/>
          <p:nvPr/>
        </p:nvSpPr>
        <p:spPr>
          <a:xfrm>
            <a:off x="17705133" y="7607807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649" name="TextBox 442"/>
          <p:cNvSpPr txBox="1"/>
          <p:nvPr/>
        </p:nvSpPr>
        <p:spPr>
          <a:xfrm>
            <a:off x="17715644" y="7779257"/>
            <a:ext cx="266887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r126</a:t>
            </a:r>
          </a:p>
        </p:txBody>
      </p:sp>
      <p:sp>
        <p:nvSpPr>
          <p:cNvPr id="3650" name="Rectangle 443"/>
          <p:cNvSpPr/>
          <p:nvPr/>
        </p:nvSpPr>
        <p:spPr>
          <a:xfrm>
            <a:off x="18310860" y="7534656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51" name="TextBox 444"/>
          <p:cNvSpPr txBox="1"/>
          <p:nvPr/>
        </p:nvSpPr>
        <p:spPr>
          <a:xfrm>
            <a:off x="18509806" y="7607807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652" name="TextBox 445"/>
          <p:cNvSpPr txBox="1"/>
          <p:nvPr/>
        </p:nvSpPr>
        <p:spPr>
          <a:xfrm>
            <a:off x="18520317" y="7779257"/>
            <a:ext cx="266887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r130</a:t>
            </a:r>
          </a:p>
        </p:txBody>
      </p:sp>
      <p:sp>
        <p:nvSpPr>
          <p:cNvPr id="3653" name="Rectangle 446"/>
          <p:cNvSpPr/>
          <p:nvPr/>
        </p:nvSpPr>
        <p:spPr>
          <a:xfrm>
            <a:off x="19115532" y="7534656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54" name="TextBox 447"/>
          <p:cNvSpPr txBox="1"/>
          <p:nvPr/>
        </p:nvSpPr>
        <p:spPr>
          <a:xfrm>
            <a:off x="19314476" y="7607807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655" name="TextBox 448"/>
          <p:cNvSpPr txBox="1"/>
          <p:nvPr/>
        </p:nvSpPr>
        <p:spPr>
          <a:xfrm>
            <a:off x="19324987" y="7779257"/>
            <a:ext cx="266887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r134</a:t>
            </a:r>
          </a:p>
        </p:txBody>
      </p:sp>
      <p:sp>
        <p:nvSpPr>
          <p:cNvPr id="3656" name="Rectangle 449"/>
          <p:cNvSpPr/>
          <p:nvPr/>
        </p:nvSpPr>
        <p:spPr>
          <a:xfrm>
            <a:off x="19920204" y="7534656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57" name="TextBox 450"/>
          <p:cNvSpPr txBox="1"/>
          <p:nvPr/>
        </p:nvSpPr>
        <p:spPr>
          <a:xfrm>
            <a:off x="20119150" y="7607807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658" name="TextBox 451"/>
          <p:cNvSpPr txBox="1"/>
          <p:nvPr/>
        </p:nvSpPr>
        <p:spPr>
          <a:xfrm>
            <a:off x="20129661" y="7779257"/>
            <a:ext cx="266887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r138</a:t>
            </a:r>
          </a:p>
        </p:txBody>
      </p:sp>
      <p:sp>
        <p:nvSpPr>
          <p:cNvPr id="3659" name="Rectangle 452"/>
          <p:cNvSpPr/>
          <p:nvPr/>
        </p:nvSpPr>
        <p:spPr>
          <a:xfrm>
            <a:off x="20724876" y="7534656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60" name="TextBox 453"/>
          <p:cNvSpPr txBox="1"/>
          <p:nvPr/>
        </p:nvSpPr>
        <p:spPr>
          <a:xfrm>
            <a:off x="20923822" y="7607807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661" name="TextBox 454"/>
          <p:cNvSpPr txBox="1"/>
          <p:nvPr/>
        </p:nvSpPr>
        <p:spPr>
          <a:xfrm>
            <a:off x="20934333" y="7779257"/>
            <a:ext cx="266887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r142</a:t>
            </a:r>
          </a:p>
        </p:txBody>
      </p:sp>
      <p:sp>
        <p:nvSpPr>
          <p:cNvPr id="3662" name="TextBox 455"/>
          <p:cNvSpPr txBox="1"/>
          <p:nvPr/>
        </p:nvSpPr>
        <p:spPr>
          <a:xfrm>
            <a:off x="640080" y="8439911"/>
            <a:ext cx="651388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500">
                <a:solidFill>
                  <a:srgbClr val="268C68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Rail 2: 18 GPUs/rack, 36 GPUs total; each GPU uplink = 400 Gb/s = 50 GB/s</a:t>
            </a:r>
          </a:p>
        </p:txBody>
      </p:sp>
      <p:sp>
        <p:nvSpPr>
          <p:cNvPr id="3663" name="Rectangle 456"/>
          <p:cNvSpPr/>
          <p:nvPr/>
        </p:nvSpPr>
        <p:spPr>
          <a:xfrm>
            <a:off x="685800" y="9464040"/>
            <a:ext cx="2423161" cy="777241"/>
          </a:xfrm>
          <a:prstGeom prst="rect">
            <a:avLst/>
          </a:prstGeom>
          <a:solidFill>
            <a:srgbClr val="B5DC86"/>
          </a:solidFill>
          <a:ln w="18288">
            <a:solidFill>
              <a:srgbClr val="8062AC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64" name="TextBox 457"/>
          <p:cNvSpPr txBox="1"/>
          <p:nvPr/>
        </p:nvSpPr>
        <p:spPr>
          <a:xfrm>
            <a:off x="1569065" y="9537192"/>
            <a:ext cx="65663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6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IB Leaf</a:t>
            </a:r>
          </a:p>
        </p:txBody>
      </p:sp>
      <p:sp>
        <p:nvSpPr>
          <p:cNvPr id="3665" name="TextBox 458"/>
          <p:cNvSpPr txBox="1"/>
          <p:nvPr/>
        </p:nvSpPr>
        <p:spPr>
          <a:xfrm>
            <a:off x="1365865" y="9800081"/>
            <a:ext cx="106303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6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Leaf-C0-R3</a:t>
            </a:r>
          </a:p>
        </p:txBody>
      </p:sp>
      <p:sp>
        <p:nvSpPr>
          <p:cNvPr id="3666" name="Connector 459"/>
          <p:cNvSpPr/>
          <p:nvPr/>
        </p:nvSpPr>
        <p:spPr>
          <a:xfrm flipV="1">
            <a:off x="3108960" y="9281159"/>
            <a:ext cx="548641" cy="566929"/>
          </a:xfrm>
          <a:prstGeom prst="line">
            <a:avLst/>
          </a:prstGeom>
          <a:ln w="13716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67" name="Connector 460"/>
          <p:cNvSpPr/>
          <p:nvPr/>
        </p:nvSpPr>
        <p:spPr>
          <a:xfrm flipV="1">
            <a:off x="3108959" y="9281159"/>
            <a:ext cx="1353313" cy="566929"/>
          </a:xfrm>
          <a:prstGeom prst="line">
            <a:avLst/>
          </a:prstGeom>
          <a:ln w="13716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68" name="Connector 461"/>
          <p:cNvSpPr/>
          <p:nvPr/>
        </p:nvSpPr>
        <p:spPr>
          <a:xfrm flipV="1">
            <a:off x="3108960" y="9281159"/>
            <a:ext cx="2157985" cy="566929"/>
          </a:xfrm>
          <a:prstGeom prst="line">
            <a:avLst/>
          </a:prstGeom>
          <a:ln w="13716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69" name="Connector 462"/>
          <p:cNvSpPr/>
          <p:nvPr/>
        </p:nvSpPr>
        <p:spPr>
          <a:xfrm flipV="1">
            <a:off x="3108960" y="9281159"/>
            <a:ext cx="2962657" cy="566929"/>
          </a:xfrm>
          <a:prstGeom prst="line">
            <a:avLst/>
          </a:prstGeom>
          <a:ln w="13716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70" name="Connector 463"/>
          <p:cNvSpPr/>
          <p:nvPr/>
        </p:nvSpPr>
        <p:spPr>
          <a:xfrm flipV="1">
            <a:off x="3108959" y="9281159"/>
            <a:ext cx="3767330" cy="566929"/>
          </a:xfrm>
          <a:prstGeom prst="line">
            <a:avLst/>
          </a:prstGeom>
          <a:ln w="13716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71" name="Connector 464"/>
          <p:cNvSpPr/>
          <p:nvPr/>
        </p:nvSpPr>
        <p:spPr>
          <a:xfrm flipV="1">
            <a:off x="3108960" y="9281159"/>
            <a:ext cx="4572001" cy="566929"/>
          </a:xfrm>
          <a:prstGeom prst="line">
            <a:avLst/>
          </a:prstGeom>
          <a:ln w="13716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72" name="Connector 465"/>
          <p:cNvSpPr/>
          <p:nvPr/>
        </p:nvSpPr>
        <p:spPr>
          <a:xfrm flipV="1">
            <a:off x="3108960" y="9281159"/>
            <a:ext cx="5376672" cy="566929"/>
          </a:xfrm>
          <a:prstGeom prst="line">
            <a:avLst/>
          </a:prstGeom>
          <a:ln w="13716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73" name="Connector 466"/>
          <p:cNvSpPr/>
          <p:nvPr/>
        </p:nvSpPr>
        <p:spPr>
          <a:xfrm flipV="1">
            <a:off x="3108960" y="9281159"/>
            <a:ext cx="6181345" cy="566929"/>
          </a:xfrm>
          <a:prstGeom prst="line">
            <a:avLst/>
          </a:prstGeom>
          <a:ln w="13716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74" name="Connector 467"/>
          <p:cNvSpPr/>
          <p:nvPr/>
        </p:nvSpPr>
        <p:spPr>
          <a:xfrm flipV="1">
            <a:off x="3108959" y="9281159"/>
            <a:ext cx="6986018" cy="566929"/>
          </a:xfrm>
          <a:prstGeom prst="line">
            <a:avLst/>
          </a:prstGeom>
          <a:ln w="13716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75" name="Connector 468"/>
          <p:cNvSpPr/>
          <p:nvPr/>
        </p:nvSpPr>
        <p:spPr>
          <a:xfrm>
            <a:off x="3108960" y="9848088"/>
            <a:ext cx="548641" cy="301753"/>
          </a:xfrm>
          <a:prstGeom prst="line">
            <a:avLst/>
          </a:prstGeom>
          <a:ln w="13716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76" name="Connector 469"/>
          <p:cNvSpPr/>
          <p:nvPr/>
        </p:nvSpPr>
        <p:spPr>
          <a:xfrm>
            <a:off x="3108960" y="9848088"/>
            <a:ext cx="1353313" cy="301753"/>
          </a:xfrm>
          <a:prstGeom prst="line">
            <a:avLst/>
          </a:prstGeom>
          <a:ln w="13716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77" name="Connector 470"/>
          <p:cNvSpPr/>
          <p:nvPr/>
        </p:nvSpPr>
        <p:spPr>
          <a:xfrm>
            <a:off x="3108960" y="9848088"/>
            <a:ext cx="2157985" cy="301753"/>
          </a:xfrm>
          <a:prstGeom prst="line">
            <a:avLst/>
          </a:prstGeom>
          <a:ln w="13716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78" name="Connector 471"/>
          <p:cNvSpPr/>
          <p:nvPr/>
        </p:nvSpPr>
        <p:spPr>
          <a:xfrm>
            <a:off x="3108959" y="9848088"/>
            <a:ext cx="2962658" cy="301752"/>
          </a:xfrm>
          <a:prstGeom prst="line">
            <a:avLst/>
          </a:prstGeom>
          <a:ln w="13716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79" name="Connector 472"/>
          <p:cNvSpPr/>
          <p:nvPr/>
        </p:nvSpPr>
        <p:spPr>
          <a:xfrm>
            <a:off x="3108959" y="9848088"/>
            <a:ext cx="3767329" cy="301752"/>
          </a:xfrm>
          <a:prstGeom prst="line">
            <a:avLst/>
          </a:prstGeom>
          <a:ln w="13716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80" name="Connector 473"/>
          <p:cNvSpPr/>
          <p:nvPr/>
        </p:nvSpPr>
        <p:spPr>
          <a:xfrm>
            <a:off x="3108959" y="9848088"/>
            <a:ext cx="4572002" cy="301752"/>
          </a:xfrm>
          <a:prstGeom prst="line">
            <a:avLst/>
          </a:prstGeom>
          <a:ln w="13716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81" name="Connector 474"/>
          <p:cNvSpPr/>
          <p:nvPr/>
        </p:nvSpPr>
        <p:spPr>
          <a:xfrm>
            <a:off x="3108960" y="9848087"/>
            <a:ext cx="5376672" cy="301754"/>
          </a:xfrm>
          <a:prstGeom prst="line">
            <a:avLst/>
          </a:prstGeom>
          <a:ln w="13716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82" name="Connector 475"/>
          <p:cNvSpPr/>
          <p:nvPr/>
        </p:nvSpPr>
        <p:spPr>
          <a:xfrm>
            <a:off x="3108960" y="9848087"/>
            <a:ext cx="6181345" cy="301754"/>
          </a:xfrm>
          <a:prstGeom prst="line">
            <a:avLst/>
          </a:prstGeom>
          <a:ln w="13716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83" name="Connector 476"/>
          <p:cNvSpPr/>
          <p:nvPr/>
        </p:nvSpPr>
        <p:spPr>
          <a:xfrm>
            <a:off x="3108959" y="9848088"/>
            <a:ext cx="6986017" cy="301752"/>
          </a:xfrm>
          <a:prstGeom prst="line">
            <a:avLst/>
          </a:prstGeom>
          <a:ln w="13716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84" name="Rectangle 477"/>
          <p:cNvSpPr/>
          <p:nvPr/>
        </p:nvSpPr>
        <p:spPr>
          <a:xfrm>
            <a:off x="3314700" y="904341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85" name="TextBox 478"/>
          <p:cNvSpPr txBox="1"/>
          <p:nvPr/>
        </p:nvSpPr>
        <p:spPr>
          <a:xfrm>
            <a:off x="3513645" y="9116568"/>
            <a:ext cx="28791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686" name="TextBox 479"/>
          <p:cNvSpPr txBox="1"/>
          <p:nvPr/>
        </p:nvSpPr>
        <p:spPr>
          <a:xfrm>
            <a:off x="3594100" y="9288018"/>
            <a:ext cx="1270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r3</a:t>
            </a:r>
          </a:p>
        </p:txBody>
      </p:sp>
      <p:sp>
        <p:nvSpPr>
          <p:cNvPr id="3687" name="Rectangle 480"/>
          <p:cNvSpPr/>
          <p:nvPr/>
        </p:nvSpPr>
        <p:spPr>
          <a:xfrm>
            <a:off x="4119371" y="9043416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88" name="TextBox 481"/>
          <p:cNvSpPr txBox="1"/>
          <p:nvPr/>
        </p:nvSpPr>
        <p:spPr>
          <a:xfrm>
            <a:off x="4318317" y="9116568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689" name="TextBox 482"/>
          <p:cNvSpPr txBox="1"/>
          <p:nvPr/>
        </p:nvSpPr>
        <p:spPr>
          <a:xfrm>
            <a:off x="4398771" y="9288018"/>
            <a:ext cx="1270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r7</a:t>
            </a:r>
          </a:p>
        </p:txBody>
      </p:sp>
      <p:sp>
        <p:nvSpPr>
          <p:cNvPr id="3690" name="Rectangle 483"/>
          <p:cNvSpPr/>
          <p:nvPr/>
        </p:nvSpPr>
        <p:spPr>
          <a:xfrm>
            <a:off x="4924044" y="9043416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91" name="TextBox 484"/>
          <p:cNvSpPr txBox="1"/>
          <p:nvPr/>
        </p:nvSpPr>
        <p:spPr>
          <a:xfrm>
            <a:off x="5122990" y="9116568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692" name="TextBox 485"/>
          <p:cNvSpPr txBox="1"/>
          <p:nvPr/>
        </p:nvSpPr>
        <p:spPr>
          <a:xfrm>
            <a:off x="5173498" y="9288018"/>
            <a:ext cx="18689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r11</a:t>
            </a:r>
          </a:p>
        </p:txBody>
      </p:sp>
      <p:sp>
        <p:nvSpPr>
          <p:cNvPr id="3693" name="Rectangle 486"/>
          <p:cNvSpPr/>
          <p:nvPr/>
        </p:nvSpPr>
        <p:spPr>
          <a:xfrm>
            <a:off x="5728715" y="9043416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94" name="TextBox 487"/>
          <p:cNvSpPr txBox="1"/>
          <p:nvPr/>
        </p:nvSpPr>
        <p:spPr>
          <a:xfrm>
            <a:off x="5927661" y="9116568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695" name="TextBox 488"/>
          <p:cNvSpPr txBox="1"/>
          <p:nvPr/>
        </p:nvSpPr>
        <p:spPr>
          <a:xfrm>
            <a:off x="5973488" y="9288018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r15</a:t>
            </a:r>
          </a:p>
        </p:txBody>
      </p:sp>
      <p:sp>
        <p:nvSpPr>
          <p:cNvPr id="3696" name="Rectangle 489"/>
          <p:cNvSpPr/>
          <p:nvPr/>
        </p:nvSpPr>
        <p:spPr>
          <a:xfrm>
            <a:off x="6533388" y="9043416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97" name="TextBox 490"/>
          <p:cNvSpPr txBox="1"/>
          <p:nvPr/>
        </p:nvSpPr>
        <p:spPr>
          <a:xfrm>
            <a:off x="6732334" y="9116568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698" name="TextBox 491"/>
          <p:cNvSpPr txBox="1"/>
          <p:nvPr/>
        </p:nvSpPr>
        <p:spPr>
          <a:xfrm>
            <a:off x="6778160" y="9288018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r19</a:t>
            </a:r>
          </a:p>
        </p:txBody>
      </p:sp>
      <p:sp>
        <p:nvSpPr>
          <p:cNvPr id="3699" name="Rectangle 492"/>
          <p:cNvSpPr/>
          <p:nvPr/>
        </p:nvSpPr>
        <p:spPr>
          <a:xfrm>
            <a:off x="7338059" y="9043416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00" name="TextBox 493"/>
          <p:cNvSpPr txBox="1"/>
          <p:nvPr/>
        </p:nvSpPr>
        <p:spPr>
          <a:xfrm>
            <a:off x="7537005" y="9116568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701" name="TextBox 494"/>
          <p:cNvSpPr txBox="1"/>
          <p:nvPr/>
        </p:nvSpPr>
        <p:spPr>
          <a:xfrm>
            <a:off x="7582832" y="9288018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r23</a:t>
            </a:r>
          </a:p>
        </p:txBody>
      </p:sp>
      <p:sp>
        <p:nvSpPr>
          <p:cNvPr id="3702" name="Rectangle 495"/>
          <p:cNvSpPr/>
          <p:nvPr/>
        </p:nvSpPr>
        <p:spPr>
          <a:xfrm>
            <a:off x="8142730" y="9043416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03" name="TextBox 496"/>
          <p:cNvSpPr txBox="1"/>
          <p:nvPr/>
        </p:nvSpPr>
        <p:spPr>
          <a:xfrm>
            <a:off x="8341678" y="9116568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704" name="TextBox 497"/>
          <p:cNvSpPr txBox="1"/>
          <p:nvPr/>
        </p:nvSpPr>
        <p:spPr>
          <a:xfrm>
            <a:off x="8387505" y="9288018"/>
            <a:ext cx="196255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r27</a:t>
            </a:r>
          </a:p>
        </p:txBody>
      </p:sp>
      <p:sp>
        <p:nvSpPr>
          <p:cNvPr id="3705" name="Rectangle 498"/>
          <p:cNvSpPr/>
          <p:nvPr/>
        </p:nvSpPr>
        <p:spPr>
          <a:xfrm>
            <a:off x="8947404" y="9043416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06" name="TextBox 499"/>
          <p:cNvSpPr txBox="1"/>
          <p:nvPr/>
        </p:nvSpPr>
        <p:spPr>
          <a:xfrm>
            <a:off x="9146350" y="9116568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707" name="TextBox 500"/>
          <p:cNvSpPr txBox="1"/>
          <p:nvPr/>
        </p:nvSpPr>
        <p:spPr>
          <a:xfrm>
            <a:off x="9192176" y="9288018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r31</a:t>
            </a:r>
          </a:p>
        </p:txBody>
      </p:sp>
      <p:sp>
        <p:nvSpPr>
          <p:cNvPr id="3708" name="Rectangle 501"/>
          <p:cNvSpPr/>
          <p:nvPr/>
        </p:nvSpPr>
        <p:spPr>
          <a:xfrm>
            <a:off x="9752076" y="9043416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09" name="TextBox 502"/>
          <p:cNvSpPr txBox="1"/>
          <p:nvPr/>
        </p:nvSpPr>
        <p:spPr>
          <a:xfrm>
            <a:off x="9951022" y="9116568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710" name="TextBox 503"/>
          <p:cNvSpPr txBox="1"/>
          <p:nvPr/>
        </p:nvSpPr>
        <p:spPr>
          <a:xfrm>
            <a:off x="9996848" y="9288018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r35</a:t>
            </a:r>
          </a:p>
        </p:txBody>
      </p:sp>
      <p:sp>
        <p:nvSpPr>
          <p:cNvPr id="3711" name="Rectangle 504"/>
          <p:cNvSpPr/>
          <p:nvPr/>
        </p:nvSpPr>
        <p:spPr>
          <a:xfrm>
            <a:off x="3314700" y="9912095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12" name="TextBox 505"/>
          <p:cNvSpPr txBox="1"/>
          <p:nvPr/>
        </p:nvSpPr>
        <p:spPr>
          <a:xfrm>
            <a:off x="3513645" y="9985247"/>
            <a:ext cx="28791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713" name="TextBox 506"/>
          <p:cNvSpPr txBox="1"/>
          <p:nvPr/>
        </p:nvSpPr>
        <p:spPr>
          <a:xfrm>
            <a:off x="3559472" y="10156697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r39</a:t>
            </a:r>
          </a:p>
        </p:txBody>
      </p:sp>
      <p:sp>
        <p:nvSpPr>
          <p:cNvPr id="3714" name="Rectangle 507"/>
          <p:cNvSpPr/>
          <p:nvPr/>
        </p:nvSpPr>
        <p:spPr>
          <a:xfrm>
            <a:off x="4119371" y="9912095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15" name="TextBox 508"/>
          <p:cNvSpPr txBox="1"/>
          <p:nvPr/>
        </p:nvSpPr>
        <p:spPr>
          <a:xfrm>
            <a:off x="4318317" y="9985247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716" name="TextBox 509"/>
          <p:cNvSpPr txBox="1"/>
          <p:nvPr/>
        </p:nvSpPr>
        <p:spPr>
          <a:xfrm>
            <a:off x="4364144" y="10156697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r43</a:t>
            </a:r>
          </a:p>
        </p:txBody>
      </p:sp>
      <p:sp>
        <p:nvSpPr>
          <p:cNvPr id="3717" name="Rectangle 510"/>
          <p:cNvSpPr/>
          <p:nvPr/>
        </p:nvSpPr>
        <p:spPr>
          <a:xfrm>
            <a:off x="4924044" y="9912095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18" name="TextBox 511"/>
          <p:cNvSpPr txBox="1"/>
          <p:nvPr/>
        </p:nvSpPr>
        <p:spPr>
          <a:xfrm>
            <a:off x="5122990" y="9985247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719" name="TextBox 512"/>
          <p:cNvSpPr txBox="1"/>
          <p:nvPr/>
        </p:nvSpPr>
        <p:spPr>
          <a:xfrm>
            <a:off x="5168816" y="10156697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r47</a:t>
            </a:r>
          </a:p>
        </p:txBody>
      </p:sp>
      <p:sp>
        <p:nvSpPr>
          <p:cNvPr id="3720" name="Rectangle 513"/>
          <p:cNvSpPr/>
          <p:nvPr/>
        </p:nvSpPr>
        <p:spPr>
          <a:xfrm>
            <a:off x="5728715" y="9912095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21" name="TextBox 514"/>
          <p:cNvSpPr txBox="1"/>
          <p:nvPr/>
        </p:nvSpPr>
        <p:spPr>
          <a:xfrm>
            <a:off x="5927661" y="9985247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722" name="TextBox 515"/>
          <p:cNvSpPr txBox="1"/>
          <p:nvPr/>
        </p:nvSpPr>
        <p:spPr>
          <a:xfrm>
            <a:off x="5973488" y="10156697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r51</a:t>
            </a:r>
          </a:p>
        </p:txBody>
      </p:sp>
      <p:sp>
        <p:nvSpPr>
          <p:cNvPr id="3723" name="Rectangle 516"/>
          <p:cNvSpPr/>
          <p:nvPr/>
        </p:nvSpPr>
        <p:spPr>
          <a:xfrm>
            <a:off x="6533388" y="9912095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24" name="TextBox 517"/>
          <p:cNvSpPr txBox="1"/>
          <p:nvPr/>
        </p:nvSpPr>
        <p:spPr>
          <a:xfrm>
            <a:off x="6732334" y="9985247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725" name="TextBox 518"/>
          <p:cNvSpPr txBox="1"/>
          <p:nvPr/>
        </p:nvSpPr>
        <p:spPr>
          <a:xfrm>
            <a:off x="6778160" y="10156697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r55</a:t>
            </a:r>
          </a:p>
        </p:txBody>
      </p:sp>
      <p:sp>
        <p:nvSpPr>
          <p:cNvPr id="3726" name="Rectangle 519"/>
          <p:cNvSpPr/>
          <p:nvPr/>
        </p:nvSpPr>
        <p:spPr>
          <a:xfrm>
            <a:off x="7338059" y="9912095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27" name="TextBox 520"/>
          <p:cNvSpPr txBox="1"/>
          <p:nvPr/>
        </p:nvSpPr>
        <p:spPr>
          <a:xfrm>
            <a:off x="7537005" y="9985247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728" name="TextBox 521"/>
          <p:cNvSpPr txBox="1"/>
          <p:nvPr/>
        </p:nvSpPr>
        <p:spPr>
          <a:xfrm>
            <a:off x="7582832" y="10156697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r59</a:t>
            </a:r>
          </a:p>
        </p:txBody>
      </p:sp>
      <p:sp>
        <p:nvSpPr>
          <p:cNvPr id="3729" name="Rectangle 522"/>
          <p:cNvSpPr/>
          <p:nvPr/>
        </p:nvSpPr>
        <p:spPr>
          <a:xfrm>
            <a:off x="8142730" y="9912095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30" name="TextBox 523"/>
          <p:cNvSpPr txBox="1"/>
          <p:nvPr/>
        </p:nvSpPr>
        <p:spPr>
          <a:xfrm>
            <a:off x="8341678" y="9985247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731" name="TextBox 524"/>
          <p:cNvSpPr txBox="1"/>
          <p:nvPr/>
        </p:nvSpPr>
        <p:spPr>
          <a:xfrm>
            <a:off x="8387505" y="10156697"/>
            <a:ext cx="196255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r63</a:t>
            </a:r>
          </a:p>
        </p:txBody>
      </p:sp>
      <p:sp>
        <p:nvSpPr>
          <p:cNvPr id="3732" name="Rectangle 525"/>
          <p:cNvSpPr/>
          <p:nvPr/>
        </p:nvSpPr>
        <p:spPr>
          <a:xfrm>
            <a:off x="8947404" y="9912095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33" name="TextBox 526"/>
          <p:cNvSpPr txBox="1"/>
          <p:nvPr/>
        </p:nvSpPr>
        <p:spPr>
          <a:xfrm>
            <a:off x="9146350" y="9985247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734" name="TextBox 527"/>
          <p:cNvSpPr txBox="1"/>
          <p:nvPr/>
        </p:nvSpPr>
        <p:spPr>
          <a:xfrm>
            <a:off x="9192176" y="10156697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r67</a:t>
            </a:r>
          </a:p>
        </p:txBody>
      </p:sp>
      <p:sp>
        <p:nvSpPr>
          <p:cNvPr id="3735" name="Rectangle 528"/>
          <p:cNvSpPr/>
          <p:nvPr/>
        </p:nvSpPr>
        <p:spPr>
          <a:xfrm>
            <a:off x="9752076" y="9912095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36" name="TextBox 529"/>
          <p:cNvSpPr txBox="1"/>
          <p:nvPr/>
        </p:nvSpPr>
        <p:spPr>
          <a:xfrm>
            <a:off x="9951022" y="9985247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737" name="TextBox 530"/>
          <p:cNvSpPr txBox="1"/>
          <p:nvPr/>
        </p:nvSpPr>
        <p:spPr>
          <a:xfrm>
            <a:off x="9996848" y="10156697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r71</a:t>
            </a:r>
          </a:p>
        </p:txBody>
      </p:sp>
      <p:sp>
        <p:nvSpPr>
          <p:cNvPr id="3738" name="Rectangle 531"/>
          <p:cNvSpPr/>
          <p:nvPr/>
        </p:nvSpPr>
        <p:spPr>
          <a:xfrm>
            <a:off x="11658600" y="9464040"/>
            <a:ext cx="2423161" cy="777241"/>
          </a:xfrm>
          <a:prstGeom prst="rect">
            <a:avLst/>
          </a:prstGeom>
          <a:solidFill>
            <a:srgbClr val="B5DC86"/>
          </a:solidFill>
          <a:ln w="18288">
            <a:solidFill>
              <a:srgbClr val="8062AC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39" name="TextBox 532"/>
          <p:cNvSpPr txBox="1"/>
          <p:nvPr/>
        </p:nvSpPr>
        <p:spPr>
          <a:xfrm>
            <a:off x="12541865" y="9537192"/>
            <a:ext cx="65663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6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IB Leaf</a:t>
            </a:r>
          </a:p>
        </p:txBody>
      </p:sp>
      <p:sp>
        <p:nvSpPr>
          <p:cNvPr id="3740" name="TextBox 533"/>
          <p:cNvSpPr txBox="1"/>
          <p:nvPr/>
        </p:nvSpPr>
        <p:spPr>
          <a:xfrm>
            <a:off x="12338665" y="9800081"/>
            <a:ext cx="106303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6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Leaf-C1-R3</a:t>
            </a:r>
          </a:p>
        </p:txBody>
      </p:sp>
      <p:sp>
        <p:nvSpPr>
          <p:cNvPr id="3741" name="Connector 534"/>
          <p:cNvSpPr/>
          <p:nvPr/>
        </p:nvSpPr>
        <p:spPr>
          <a:xfrm flipV="1">
            <a:off x="14081760" y="9281159"/>
            <a:ext cx="548641" cy="566929"/>
          </a:xfrm>
          <a:prstGeom prst="line">
            <a:avLst/>
          </a:prstGeom>
          <a:ln w="13716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42" name="Connector 535"/>
          <p:cNvSpPr/>
          <p:nvPr/>
        </p:nvSpPr>
        <p:spPr>
          <a:xfrm flipV="1">
            <a:off x="14081761" y="9281159"/>
            <a:ext cx="1353313" cy="566929"/>
          </a:xfrm>
          <a:prstGeom prst="line">
            <a:avLst/>
          </a:prstGeom>
          <a:ln w="13716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43" name="Connector 536"/>
          <p:cNvSpPr/>
          <p:nvPr/>
        </p:nvSpPr>
        <p:spPr>
          <a:xfrm flipV="1">
            <a:off x="14081760" y="9281159"/>
            <a:ext cx="2157985" cy="566929"/>
          </a:xfrm>
          <a:prstGeom prst="line">
            <a:avLst/>
          </a:prstGeom>
          <a:ln w="13716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44" name="Connector 537"/>
          <p:cNvSpPr/>
          <p:nvPr/>
        </p:nvSpPr>
        <p:spPr>
          <a:xfrm flipV="1">
            <a:off x="14081760" y="9281159"/>
            <a:ext cx="2962657" cy="566929"/>
          </a:xfrm>
          <a:prstGeom prst="line">
            <a:avLst/>
          </a:prstGeom>
          <a:ln w="13716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45" name="Connector 538"/>
          <p:cNvSpPr/>
          <p:nvPr/>
        </p:nvSpPr>
        <p:spPr>
          <a:xfrm flipV="1">
            <a:off x="14081760" y="9281159"/>
            <a:ext cx="3767329" cy="566929"/>
          </a:xfrm>
          <a:prstGeom prst="line">
            <a:avLst/>
          </a:prstGeom>
          <a:ln w="13716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46" name="Connector 539"/>
          <p:cNvSpPr/>
          <p:nvPr/>
        </p:nvSpPr>
        <p:spPr>
          <a:xfrm flipV="1">
            <a:off x="14081760" y="9281159"/>
            <a:ext cx="4572002" cy="566929"/>
          </a:xfrm>
          <a:prstGeom prst="line">
            <a:avLst/>
          </a:prstGeom>
          <a:ln w="13716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47" name="Connector 540"/>
          <p:cNvSpPr/>
          <p:nvPr/>
        </p:nvSpPr>
        <p:spPr>
          <a:xfrm flipV="1">
            <a:off x="14081760" y="9281159"/>
            <a:ext cx="5376673" cy="566929"/>
          </a:xfrm>
          <a:prstGeom prst="line">
            <a:avLst/>
          </a:prstGeom>
          <a:ln w="13716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48" name="Connector 541"/>
          <p:cNvSpPr/>
          <p:nvPr/>
        </p:nvSpPr>
        <p:spPr>
          <a:xfrm flipV="1">
            <a:off x="14081761" y="9281159"/>
            <a:ext cx="6181345" cy="566929"/>
          </a:xfrm>
          <a:prstGeom prst="line">
            <a:avLst/>
          </a:prstGeom>
          <a:ln w="13716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49" name="Connector 542"/>
          <p:cNvSpPr/>
          <p:nvPr/>
        </p:nvSpPr>
        <p:spPr>
          <a:xfrm flipV="1">
            <a:off x="14081760" y="9281159"/>
            <a:ext cx="6986017" cy="566929"/>
          </a:xfrm>
          <a:prstGeom prst="line">
            <a:avLst/>
          </a:prstGeom>
          <a:ln w="13716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50" name="Connector 543"/>
          <p:cNvSpPr/>
          <p:nvPr/>
        </p:nvSpPr>
        <p:spPr>
          <a:xfrm>
            <a:off x="14081759" y="9848088"/>
            <a:ext cx="548641" cy="301753"/>
          </a:xfrm>
          <a:prstGeom prst="line">
            <a:avLst/>
          </a:prstGeom>
          <a:ln w="13716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51" name="Connector 544"/>
          <p:cNvSpPr/>
          <p:nvPr/>
        </p:nvSpPr>
        <p:spPr>
          <a:xfrm>
            <a:off x="14081761" y="9848088"/>
            <a:ext cx="1353313" cy="301753"/>
          </a:xfrm>
          <a:prstGeom prst="line">
            <a:avLst/>
          </a:prstGeom>
          <a:ln w="13716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52" name="Connector 545"/>
          <p:cNvSpPr/>
          <p:nvPr/>
        </p:nvSpPr>
        <p:spPr>
          <a:xfrm>
            <a:off x="14081761" y="9848088"/>
            <a:ext cx="2157985" cy="301753"/>
          </a:xfrm>
          <a:prstGeom prst="line">
            <a:avLst/>
          </a:prstGeom>
          <a:ln w="13716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53" name="Connector 546"/>
          <p:cNvSpPr/>
          <p:nvPr/>
        </p:nvSpPr>
        <p:spPr>
          <a:xfrm>
            <a:off x="14081761" y="9848088"/>
            <a:ext cx="2962657" cy="301752"/>
          </a:xfrm>
          <a:prstGeom prst="line">
            <a:avLst/>
          </a:prstGeom>
          <a:ln w="13716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54" name="Connector 547"/>
          <p:cNvSpPr/>
          <p:nvPr/>
        </p:nvSpPr>
        <p:spPr>
          <a:xfrm>
            <a:off x="14081761" y="9848088"/>
            <a:ext cx="3767329" cy="301752"/>
          </a:xfrm>
          <a:prstGeom prst="line">
            <a:avLst/>
          </a:prstGeom>
          <a:ln w="13716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55" name="Connector 548"/>
          <p:cNvSpPr/>
          <p:nvPr/>
        </p:nvSpPr>
        <p:spPr>
          <a:xfrm>
            <a:off x="14081760" y="9848088"/>
            <a:ext cx="4572001" cy="301752"/>
          </a:xfrm>
          <a:prstGeom prst="line">
            <a:avLst/>
          </a:prstGeom>
          <a:ln w="13716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56" name="Connector 549"/>
          <p:cNvSpPr/>
          <p:nvPr/>
        </p:nvSpPr>
        <p:spPr>
          <a:xfrm>
            <a:off x="14081760" y="9848087"/>
            <a:ext cx="5376672" cy="301754"/>
          </a:xfrm>
          <a:prstGeom prst="line">
            <a:avLst/>
          </a:prstGeom>
          <a:ln w="13716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57" name="Connector 550"/>
          <p:cNvSpPr/>
          <p:nvPr/>
        </p:nvSpPr>
        <p:spPr>
          <a:xfrm>
            <a:off x="14081760" y="9848087"/>
            <a:ext cx="6181345" cy="301754"/>
          </a:xfrm>
          <a:prstGeom prst="line">
            <a:avLst/>
          </a:prstGeom>
          <a:ln w="13716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58" name="Connector 551"/>
          <p:cNvSpPr/>
          <p:nvPr/>
        </p:nvSpPr>
        <p:spPr>
          <a:xfrm>
            <a:off x="14081760" y="9848088"/>
            <a:ext cx="6986017" cy="301752"/>
          </a:xfrm>
          <a:prstGeom prst="line">
            <a:avLst/>
          </a:prstGeom>
          <a:ln w="13716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59" name="Rectangle 552"/>
          <p:cNvSpPr/>
          <p:nvPr/>
        </p:nvSpPr>
        <p:spPr>
          <a:xfrm>
            <a:off x="14287500" y="904341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60" name="TextBox 553"/>
          <p:cNvSpPr txBox="1"/>
          <p:nvPr/>
        </p:nvSpPr>
        <p:spPr>
          <a:xfrm>
            <a:off x="14486445" y="9116568"/>
            <a:ext cx="28791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761" name="TextBox 554"/>
          <p:cNvSpPr txBox="1"/>
          <p:nvPr/>
        </p:nvSpPr>
        <p:spPr>
          <a:xfrm>
            <a:off x="14532272" y="9288018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r75</a:t>
            </a:r>
          </a:p>
        </p:txBody>
      </p:sp>
      <p:sp>
        <p:nvSpPr>
          <p:cNvPr id="3762" name="Rectangle 555"/>
          <p:cNvSpPr/>
          <p:nvPr/>
        </p:nvSpPr>
        <p:spPr>
          <a:xfrm>
            <a:off x="15092171" y="9043416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63" name="TextBox 556"/>
          <p:cNvSpPr txBox="1"/>
          <p:nvPr/>
        </p:nvSpPr>
        <p:spPr>
          <a:xfrm>
            <a:off x="15291117" y="9116568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764" name="TextBox 557"/>
          <p:cNvSpPr txBox="1"/>
          <p:nvPr/>
        </p:nvSpPr>
        <p:spPr>
          <a:xfrm>
            <a:off x="15336944" y="9288018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r79</a:t>
            </a:r>
          </a:p>
        </p:txBody>
      </p:sp>
      <p:sp>
        <p:nvSpPr>
          <p:cNvPr id="3765" name="Rectangle 558"/>
          <p:cNvSpPr/>
          <p:nvPr/>
        </p:nvSpPr>
        <p:spPr>
          <a:xfrm>
            <a:off x="15896843" y="9043416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66" name="TextBox 559"/>
          <p:cNvSpPr txBox="1"/>
          <p:nvPr/>
        </p:nvSpPr>
        <p:spPr>
          <a:xfrm>
            <a:off x="16095789" y="9116568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767" name="TextBox 560"/>
          <p:cNvSpPr txBox="1"/>
          <p:nvPr/>
        </p:nvSpPr>
        <p:spPr>
          <a:xfrm>
            <a:off x="16141616" y="9288018"/>
            <a:ext cx="196255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r83</a:t>
            </a:r>
          </a:p>
        </p:txBody>
      </p:sp>
      <p:sp>
        <p:nvSpPr>
          <p:cNvPr id="3768" name="Rectangle 561"/>
          <p:cNvSpPr/>
          <p:nvPr/>
        </p:nvSpPr>
        <p:spPr>
          <a:xfrm>
            <a:off x="16701515" y="9043416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69" name="TextBox 562"/>
          <p:cNvSpPr txBox="1"/>
          <p:nvPr/>
        </p:nvSpPr>
        <p:spPr>
          <a:xfrm>
            <a:off x="16900462" y="9116568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770" name="TextBox 563"/>
          <p:cNvSpPr txBox="1"/>
          <p:nvPr/>
        </p:nvSpPr>
        <p:spPr>
          <a:xfrm>
            <a:off x="16946289" y="9288018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r87</a:t>
            </a:r>
          </a:p>
        </p:txBody>
      </p:sp>
      <p:sp>
        <p:nvSpPr>
          <p:cNvPr id="3771" name="Rectangle 564"/>
          <p:cNvSpPr/>
          <p:nvPr/>
        </p:nvSpPr>
        <p:spPr>
          <a:xfrm>
            <a:off x="17506187" y="9043416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72" name="TextBox 565"/>
          <p:cNvSpPr txBox="1"/>
          <p:nvPr/>
        </p:nvSpPr>
        <p:spPr>
          <a:xfrm>
            <a:off x="17705133" y="9116568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773" name="TextBox 566"/>
          <p:cNvSpPr txBox="1"/>
          <p:nvPr/>
        </p:nvSpPr>
        <p:spPr>
          <a:xfrm>
            <a:off x="17750959" y="9288018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r91</a:t>
            </a:r>
          </a:p>
        </p:txBody>
      </p:sp>
      <p:sp>
        <p:nvSpPr>
          <p:cNvPr id="3774" name="Rectangle 567"/>
          <p:cNvSpPr/>
          <p:nvPr/>
        </p:nvSpPr>
        <p:spPr>
          <a:xfrm>
            <a:off x="18310860" y="9043416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75" name="TextBox 568"/>
          <p:cNvSpPr txBox="1"/>
          <p:nvPr/>
        </p:nvSpPr>
        <p:spPr>
          <a:xfrm>
            <a:off x="18509806" y="9116568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776" name="TextBox 569"/>
          <p:cNvSpPr txBox="1"/>
          <p:nvPr/>
        </p:nvSpPr>
        <p:spPr>
          <a:xfrm>
            <a:off x="18555633" y="9288018"/>
            <a:ext cx="196255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r95</a:t>
            </a:r>
          </a:p>
        </p:txBody>
      </p:sp>
      <p:sp>
        <p:nvSpPr>
          <p:cNvPr id="3777" name="Rectangle 570"/>
          <p:cNvSpPr/>
          <p:nvPr/>
        </p:nvSpPr>
        <p:spPr>
          <a:xfrm>
            <a:off x="19115532" y="9043416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78" name="TextBox 571"/>
          <p:cNvSpPr txBox="1"/>
          <p:nvPr/>
        </p:nvSpPr>
        <p:spPr>
          <a:xfrm>
            <a:off x="19314476" y="9116568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779" name="TextBox 572"/>
          <p:cNvSpPr txBox="1"/>
          <p:nvPr/>
        </p:nvSpPr>
        <p:spPr>
          <a:xfrm>
            <a:off x="19360303" y="9288018"/>
            <a:ext cx="19625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r99</a:t>
            </a:r>
          </a:p>
        </p:txBody>
      </p:sp>
      <p:sp>
        <p:nvSpPr>
          <p:cNvPr id="3780" name="Rectangle 573"/>
          <p:cNvSpPr/>
          <p:nvPr/>
        </p:nvSpPr>
        <p:spPr>
          <a:xfrm>
            <a:off x="19920204" y="9043416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81" name="TextBox 574"/>
          <p:cNvSpPr txBox="1"/>
          <p:nvPr/>
        </p:nvSpPr>
        <p:spPr>
          <a:xfrm>
            <a:off x="20119150" y="9116568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782" name="TextBox 575"/>
          <p:cNvSpPr txBox="1"/>
          <p:nvPr/>
        </p:nvSpPr>
        <p:spPr>
          <a:xfrm>
            <a:off x="20129661" y="9288018"/>
            <a:ext cx="266887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r103</a:t>
            </a:r>
          </a:p>
        </p:txBody>
      </p:sp>
      <p:sp>
        <p:nvSpPr>
          <p:cNvPr id="3783" name="Rectangle 576"/>
          <p:cNvSpPr/>
          <p:nvPr/>
        </p:nvSpPr>
        <p:spPr>
          <a:xfrm>
            <a:off x="20724876" y="9043416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84" name="TextBox 577"/>
          <p:cNvSpPr txBox="1"/>
          <p:nvPr/>
        </p:nvSpPr>
        <p:spPr>
          <a:xfrm>
            <a:off x="20923822" y="9116568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785" name="TextBox 578"/>
          <p:cNvSpPr txBox="1"/>
          <p:nvPr/>
        </p:nvSpPr>
        <p:spPr>
          <a:xfrm>
            <a:off x="20934333" y="9288018"/>
            <a:ext cx="266887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r107</a:t>
            </a:r>
          </a:p>
        </p:txBody>
      </p:sp>
      <p:sp>
        <p:nvSpPr>
          <p:cNvPr id="3786" name="Rectangle 579"/>
          <p:cNvSpPr/>
          <p:nvPr/>
        </p:nvSpPr>
        <p:spPr>
          <a:xfrm>
            <a:off x="14287500" y="9912095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87" name="TextBox 580"/>
          <p:cNvSpPr txBox="1"/>
          <p:nvPr/>
        </p:nvSpPr>
        <p:spPr>
          <a:xfrm>
            <a:off x="14486445" y="9985247"/>
            <a:ext cx="28791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788" name="TextBox 581"/>
          <p:cNvSpPr txBox="1"/>
          <p:nvPr/>
        </p:nvSpPr>
        <p:spPr>
          <a:xfrm>
            <a:off x="14506320" y="10156697"/>
            <a:ext cx="24816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r111</a:t>
            </a:r>
          </a:p>
        </p:txBody>
      </p:sp>
      <p:sp>
        <p:nvSpPr>
          <p:cNvPr id="3789" name="Rectangle 582"/>
          <p:cNvSpPr/>
          <p:nvPr/>
        </p:nvSpPr>
        <p:spPr>
          <a:xfrm>
            <a:off x="15092171" y="9912095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90" name="TextBox 583"/>
          <p:cNvSpPr txBox="1"/>
          <p:nvPr/>
        </p:nvSpPr>
        <p:spPr>
          <a:xfrm>
            <a:off x="15291117" y="9985247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791" name="TextBox 584"/>
          <p:cNvSpPr txBox="1"/>
          <p:nvPr/>
        </p:nvSpPr>
        <p:spPr>
          <a:xfrm>
            <a:off x="15306310" y="10156697"/>
            <a:ext cx="25752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r115</a:t>
            </a:r>
          </a:p>
        </p:txBody>
      </p:sp>
      <p:sp>
        <p:nvSpPr>
          <p:cNvPr id="3792" name="Rectangle 585"/>
          <p:cNvSpPr/>
          <p:nvPr/>
        </p:nvSpPr>
        <p:spPr>
          <a:xfrm>
            <a:off x="15896843" y="9912095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93" name="TextBox 586"/>
          <p:cNvSpPr txBox="1"/>
          <p:nvPr/>
        </p:nvSpPr>
        <p:spPr>
          <a:xfrm>
            <a:off x="16095789" y="9985247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794" name="TextBox 587"/>
          <p:cNvSpPr txBox="1"/>
          <p:nvPr/>
        </p:nvSpPr>
        <p:spPr>
          <a:xfrm>
            <a:off x="16110982" y="10156697"/>
            <a:ext cx="25752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r119</a:t>
            </a:r>
          </a:p>
        </p:txBody>
      </p:sp>
      <p:sp>
        <p:nvSpPr>
          <p:cNvPr id="3795" name="Rectangle 588"/>
          <p:cNvSpPr/>
          <p:nvPr/>
        </p:nvSpPr>
        <p:spPr>
          <a:xfrm>
            <a:off x="16701515" y="9912095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96" name="TextBox 589"/>
          <p:cNvSpPr txBox="1"/>
          <p:nvPr/>
        </p:nvSpPr>
        <p:spPr>
          <a:xfrm>
            <a:off x="16900462" y="9985247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797" name="TextBox 590"/>
          <p:cNvSpPr txBox="1"/>
          <p:nvPr/>
        </p:nvSpPr>
        <p:spPr>
          <a:xfrm>
            <a:off x="16910973" y="10156697"/>
            <a:ext cx="266888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r123</a:t>
            </a:r>
          </a:p>
        </p:txBody>
      </p:sp>
      <p:sp>
        <p:nvSpPr>
          <p:cNvPr id="3798" name="Rectangle 591"/>
          <p:cNvSpPr/>
          <p:nvPr/>
        </p:nvSpPr>
        <p:spPr>
          <a:xfrm>
            <a:off x="17506187" y="9912095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99" name="TextBox 592"/>
          <p:cNvSpPr txBox="1"/>
          <p:nvPr/>
        </p:nvSpPr>
        <p:spPr>
          <a:xfrm>
            <a:off x="17705133" y="9985247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800" name="TextBox 593"/>
          <p:cNvSpPr txBox="1"/>
          <p:nvPr/>
        </p:nvSpPr>
        <p:spPr>
          <a:xfrm>
            <a:off x="17715644" y="10156697"/>
            <a:ext cx="266887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r127</a:t>
            </a:r>
          </a:p>
        </p:txBody>
      </p:sp>
      <p:sp>
        <p:nvSpPr>
          <p:cNvPr id="3801" name="Rectangle 594"/>
          <p:cNvSpPr/>
          <p:nvPr/>
        </p:nvSpPr>
        <p:spPr>
          <a:xfrm>
            <a:off x="18310860" y="9912095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02" name="TextBox 595"/>
          <p:cNvSpPr txBox="1"/>
          <p:nvPr/>
        </p:nvSpPr>
        <p:spPr>
          <a:xfrm>
            <a:off x="18509806" y="9985247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803" name="TextBox 596"/>
          <p:cNvSpPr txBox="1"/>
          <p:nvPr/>
        </p:nvSpPr>
        <p:spPr>
          <a:xfrm>
            <a:off x="18520317" y="10156697"/>
            <a:ext cx="266887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r131</a:t>
            </a:r>
          </a:p>
        </p:txBody>
      </p:sp>
      <p:sp>
        <p:nvSpPr>
          <p:cNvPr id="3804" name="Rectangle 597"/>
          <p:cNvSpPr/>
          <p:nvPr/>
        </p:nvSpPr>
        <p:spPr>
          <a:xfrm>
            <a:off x="19115532" y="9912095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05" name="TextBox 598"/>
          <p:cNvSpPr txBox="1"/>
          <p:nvPr/>
        </p:nvSpPr>
        <p:spPr>
          <a:xfrm>
            <a:off x="19314476" y="9985247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806" name="TextBox 599"/>
          <p:cNvSpPr txBox="1"/>
          <p:nvPr/>
        </p:nvSpPr>
        <p:spPr>
          <a:xfrm>
            <a:off x="19324987" y="10156697"/>
            <a:ext cx="266887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r135</a:t>
            </a:r>
          </a:p>
        </p:txBody>
      </p:sp>
      <p:sp>
        <p:nvSpPr>
          <p:cNvPr id="3807" name="Rectangle 600"/>
          <p:cNvSpPr/>
          <p:nvPr/>
        </p:nvSpPr>
        <p:spPr>
          <a:xfrm>
            <a:off x="19920204" y="9912095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08" name="TextBox 601"/>
          <p:cNvSpPr txBox="1"/>
          <p:nvPr/>
        </p:nvSpPr>
        <p:spPr>
          <a:xfrm>
            <a:off x="20119150" y="9985247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809" name="TextBox 602"/>
          <p:cNvSpPr txBox="1"/>
          <p:nvPr/>
        </p:nvSpPr>
        <p:spPr>
          <a:xfrm>
            <a:off x="20129661" y="10156697"/>
            <a:ext cx="266887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r139</a:t>
            </a:r>
          </a:p>
        </p:txBody>
      </p:sp>
      <p:sp>
        <p:nvSpPr>
          <p:cNvPr id="3810" name="Rectangle 603"/>
          <p:cNvSpPr/>
          <p:nvPr/>
        </p:nvSpPr>
        <p:spPr>
          <a:xfrm>
            <a:off x="20724876" y="9912095"/>
            <a:ext cx="685801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11" name="TextBox 604"/>
          <p:cNvSpPr txBox="1"/>
          <p:nvPr/>
        </p:nvSpPr>
        <p:spPr>
          <a:xfrm>
            <a:off x="20923822" y="9985247"/>
            <a:ext cx="2879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3812" name="TextBox 605"/>
          <p:cNvSpPr txBox="1"/>
          <p:nvPr/>
        </p:nvSpPr>
        <p:spPr>
          <a:xfrm>
            <a:off x="20934333" y="10156697"/>
            <a:ext cx="266887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r143</a:t>
            </a:r>
          </a:p>
        </p:txBody>
      </p:sp>
      <p:sp>
        <p:nvSpPr>
          <p:cNvPr id="3813" name="TextBox 606"/>
          <p:cNvSpPr txBox="1"/>
          <p:nvPr/>
        </p:nvSpPr>
        <p:spPr>
          <a:xfrm>
            <a:off x="640080" y="10817352"/>
            <a:ext cx="651388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500">
                <a:solidFill>
                  <a:srgbClr val="8062AC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Rail 3: 18 GPUs/rack, 36 GPUs total; each GPU uplink = 400 Gb/s = 50 GB/s</a:t>
            </a:r>
          </a:p>
        </p:txBody>
      </p:sp>
      <p:sp>
        <p:nvSpPr>
          <p:cNvPr id="3814" name="TextBox 607"/>
          <p:cNvSpPr txBox="1"/>
          <p:nvPr/>
        </p:nvSpPr>
        <p:spPr>
          <a:xfrm>
            <a:off x="6420374" y="12207240"/>
            <a:ext cx="9104853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All 144 GPU-to-Leaf edges are drawn. NICs are collapsed into these logical links in TXT/JSON.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