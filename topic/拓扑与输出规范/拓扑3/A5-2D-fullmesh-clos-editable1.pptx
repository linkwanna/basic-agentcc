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19456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A5 2D-FullMesh + Clos: 128 NPUs / 2 cabinets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8 shared UB switches; each switch connects directly to all 128 NPUs. No additional switch tier.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212080"/>
            <a:ext cx="9875520" cy="676656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0" y="5212080"/>
            <a:ext cx="9875520" cy="676656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77240" y="2880360"/>
            <a:ext cx="2167128" cy="4910328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96696" y="2880360"/>
            <a:ext cx="2904608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16152" y="2880360"/>
            <a:ext cx="3081528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35608" y="2880360"/>
            <a:ext cx="2465696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55064" y="2880360"/>
            <a:ext cx="1289304" cy="7616952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74519" y="2880360"/>
            <a:ext cx="112912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591056" y="2880360"/>
            <a:ext cx="502920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987431" y="2880360"/>
            <a:ext cx="326001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" y="2880360"/>
            <a:ext cx="7059168" cy="4910328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" y="2880360"/>
            <a:ext cx="7796648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6152" y="2880360"/>
            <a:ext cx="7973568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35608" y="2880360"/>
            <a:ext cx="7357736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55064" y="2880360"/>
            <a:ext cx="6181344" cy="7616952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74519" y="2880360"/>
            <a:ext cx="5004952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93976" y="2880360"/>
            <a:ext cx="4389120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13432" y="2880360"/>
            <a:ext cx="4566039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" y="2880360"/>
            <a:ext cx="13048488" cy="4910328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" y="2880360"/>
            <a:ext cx="13785968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16152" y="2880360"/>
            <a:ext cx="13962888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35608" y="2880360"/>
            <a:ext cx="13347056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55064" y="2880360"/>
            <a:ext cx="12170664" cy="7616952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74519" y="2880360"/>
            <a:ext cx="10994272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93976" y="2880360"/>
            <a:ext cx="10378440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13432" y="2880360"/>
            <a:ext cx="10555359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7240" y="2880360"/>
            <a:ext cx="17940528" cy="4910328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6696" y="2880360"/>
            <a:ext cx="18678008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16152" y="2880360"/>
            <a:ext cx="18854928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35608" y="2880360"/>
            <a:ext cx="18239096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55064" y="2880360"/>
            <a:ext cx="17062704" cy="7616952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74519" y="2880360"/>
            <a:ext cx="15886312" cy="7220576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93976" y="2880360"/>
            <a:ext cx="15270480" cy="6263640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13432" y="2880360"/>
            <a:ext cx="15447399" cy="5306703"/>
          </a:xfrm>
          <a:prstGeom prst="line">
            <a:avLst/>
          </a:prstGeom>
          <a:ln w="91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944368" y="2880360"/>
            <a:ext cx="466344" cy="4910328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30168" y="2880360"/>
            <a:ext cx="271136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49624" y="2880360"/>
            <a:ext cx="448056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901304" y="2880360"/>
            <a:ext cx="167776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944368" y="2880360"/>
            <a:ext cx="1344168" cy="7616952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987431" y="2880360"/>
            <a:ext cx="2520561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591056" y="2880360"/>
            <a:ext cx="3136392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987431" y="2880360"/>
            <a:ext cx="2959473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410712" y="2880360"/>
            <a:ext cx="4425696" cy="4910328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30168" y="2880360"/>
            <a:ext cx="5163176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49624" y="2880360"/>
            <a:ext cx="5340096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069080" y="2880360"/>
            <a:ext cx="4724264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88536" y="2880360"/>
            <a:ext cx="3547872" cy="7616952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07992" y="2880360"/>
            <a:ext cx="2371479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27448" y="2880360"/>
            <a:ext cx="1755648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6904" y="2880360"/>
            <a:ext cx="1932567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410712" y="2880360"/>
            <a:ext cx="10415016" cy="4910328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630168" y="2880360"/>
            <a:ext cx="11152496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49624" y="2880360"/>
            <a:ext cx="11329416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069080" y="2880360"/>
            <a:ext cx="10713584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288536" y="2880360"/>
            <a:ext cx="9537192" cy="7616952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07992" y="2880360"/>
            <a:ext cx="8360799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727448" y="2880360"/>
            <a:ext cx="7744968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946904" y="2880360"/>
            <a:ext cx="7921887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10712" y="2880360"/>
            <a:ext cx="15307056" cy="4910328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630168" y="2880360"/>
            <a:ext cx="16044536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49624" y="2880360"/>
            <a:ext cx="16221456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069080" y="2880360"/>
            <a:ext cx="15605624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288536" y="2880360"/>
            <a:ext cx="14429232" cy="7616952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07992" y="2880360"/>
            <a:ext cx="13252839" cy="7220576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27448" y="2880360"/>
            <a:ext cx="12637008" cy="6263640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46904" y="2880360"/>
            <a:ext cx="12813927" cy="5306703"/>
          </a:xfrm>
          <a:prstGeom prst="line">
            <a:avLst/>
          </a:prstGeom>
          <a:ln w="91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944368" y="2880360"/>
            <a:ext cx="3099816" cy="4910328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901304" y="2880360"/>
            <a:ext cx="2362336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4297680" y="2880360"/>
            <a:ext cx="2185416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3901304" y="2880360"/>
            <a:ext cx="2801248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2944368" y="2880360"/>
            <a:ext cx="3977640" cy="7616952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987431" y="2880360"/>
            <a:ext cx="5154033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591056" y="2880360"/>
            <a:ext cx="5769864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987431" y="2880360"/>
            <a:ext cx="5592944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044184" y="2880360"/>
            <a:ext cx="1792224" cy="4910328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263640" y="2880360"/>
            <a:ext cx="2529704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83096" y="2880360"/>
            <a:ext cx="2706624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702552" y="2880360"/>
            <a:ext cx="2090792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922008" y="2880360"/>
            <a:ext cx="914400" cy="7616952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6879471" y="2880360"/>
            <a:ext cx="261993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6483096" y="2880360"/>
            <a:ext cx="877824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6879471" y="2880360"/>
            <a:ext cx="700904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44184" y="2880360"/>
            <a:ext cx="7781544" cy="4910328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263640" y="2880360"/>
            <a:ext cx="8519024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483096" y="2880360"/>
            <a:ext cx="8695944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702552" y="2880360"/>
            <a:ext cx="8080112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922008" y="2880360"/>
            <a:ext cx="6903720" cy="7616952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141464" y="2880360"/>
            <a:ext cx="5727327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360920" y="2880360"/>
            <a:ext cx="5111496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80375" y="2880360"/>
            <a:ext cx="5288416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044184" y="2880360"/>
            <a:ext cx="12673584" cy="4910328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263640" y="2880360"/>
            <a:ext cx="13411064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483096" y="2880360"/>
            <a:ext cx="13587984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702552" y="2880360"/>
            <a:ext cx="12972152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922008" y="2880360"/>
            <a:ext cx="11795760" cy="7616952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141464" y="2880360"/>
            <a:ext cx="10619367" cy="7220576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360920" y="2880360"/>
            <a:ext cx="10003536" cy="62636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580375" y="2880360"/>
            <a:ext cx="10180456" cy="5306703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2944368" y="2880360"/>
            <a:ext cx="5733288" cy="4910328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3901304" y="2880360"/>
            <a:ext cx="4995808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4297680" y="2880360"/>
            <a:ext cx="4818888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3901304" y="2880360"/>
            <a:ext cx="5434720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2944368" y="2880360"/>
            <a:ext cx="6611112" cy="7616952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1987431" y="2880360"/>
            <a:ext cx="7787505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1591056" y="2880360"/>
            <a:ext cx="8403336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987431" y="2880360"/>
            <a:ext cx="8226417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7836408" y="2880360"/>
            <a:ext cx="841248" cy="4910328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8793344" y="2880360"/>
            <a:ext cx="103768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116568" y="2880360"/>
            <a:ext cx="73152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793344" y="2880360"/>
            <a:ext cx="542680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7836408" y="2880360"/>
            <a:ext cx="1719072" cy="7616952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6879471" y="2880360"/>
            <a:ext cx="2895465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6483096" y="2880360"/>
            <a:ext cx="3511296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6879471" y="2880360"/>
            <a:ext cx="3334377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677656" y="2880360"/>
            <a:ext cx="5148072" cy="4910328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897112" y="2880360"/>
            <a:ext cx="5885552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116568" y="2880360"/>
            <a:ext cx="6062472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336024" y="2880360"/>
            <a:ext cx="5446640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555480" y="2880360"/>
            <a:ext cx="4270248" cy="7616952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774936" y="2880360"/>
            <a:ext cx="3093855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994392" y="2880360"/>
            <a:ext cx="2478024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213848" y="2880360"/>
            <a:ext cx="2654943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677656" y="2880360"/>
            <a:ext cx="10040112" cy="4910328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897112" y="2880360"/>
            <a:ext cx="10777592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116568" y="2880360"/>
            <a:ext cx="10954512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336024" y="2880360"/>
            <a:ext cx="10338680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555480" y="2880360"/>
            <a:ext cx="9162288" cy="7616952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774936" y="2880360"/>
            <a:ext cx="7985895" cy="7220576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994392" y="2880360"/>
            <a:ext cx="7370064" cy="6263640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213848" y="2880360"/>
            <a:ext cx="7546983" cy="5306703"/>
          </a:xfrm>
          <a:prstGeom prst="line">
            <a:avLst/>
          </a:prstGeom>
          <a:ln w="91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2944368" y="2880360"/>
            <a:ext cx="8366760" cy="4910328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3901304" y="2880360"/>
            <a:ext cx="7629280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4297680" y="2880360"/>
            <a:ext cx="7452360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3901304" y="2880360"/>
            <a:ext cx="8068192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2944368" y="2880360"/>
            <a:ext cx="9244584" cy="7616952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987431" y="2880360"/>
            <a:ext cx="10420977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1591056" y="2880360"/>
            <a:ext cx="11036808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1987431" y="2880360"/>
            <a:ext cx="10859889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7836408" y="2880360"/>
            <a:ext cx="3474720" cy="4910328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8793344" y="2880360"/>
            <a:ext cx="2737240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9189720" y="2880360"/>
            <a:ext cx="2560320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8793344" y="2880360"/>
            <a:ext cx="3176152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7836408" y="2880360"/>
            <a:ext cx="4352544" cy="7616952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6879471" y="2880360"/>
            <a:ext cx="5528937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6483096" y="2880360"/>
            <a:ext cx="6144768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879471" y="2880360"/>
            <a:ext cx="5967849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1311128" y="2880360"/>
            <a:ext cx="2514600" cy="4910328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1530584" y="2880360"/>
            <a:ext cx="3252080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1750040" y="2880360"/>
            <a:ext cx="3429000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969496" y="2880360"/>
            <a:ext cx="2813168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2188952" y="2880360"/>
            <a:ext cx="1636776" cy="7616952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2408408" y="2880360"/>
            <a:ext cx="460383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12472416" y="2880360"/>
            <a:ext cx="155448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2847320" y="2880360"/>
            <a:ext cx="21471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1311128" y="2880360"/>
            <a:ext cx="7406640" cy="4910328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1530584" y="2880360"/>
            <a:ext cx="8144120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1750040" y="2880360"/>
            <a:ext cx="8321040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1969496" y="2880360"/>
            <a:ext cx="7705208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2188952" y="2880360"/>
            <a:ext cx="6528816" cy="7616952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2408408" y="2880360"/>
            <a:ext cx="5352423" cy="7220576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2627864" y="2880360"/>
            <a:ext cx="4736592" cy="6263640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2847320" y="2880360"/>
            <a:ext cx="4913511" cy="5306703"/>
          </a:xfrm>
          <a:prstGeom prst="line">
            <a:avLst/>
          </a:prstGeom>
          <a:ln w="91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2944368" y="2880360"/>
            <a:ext cx="11000232" cy="4910328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3901304" y="2880360"/>
            <a:ext cx="10262752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4297680" y="2880360"/>
            <a:ext cx="10085832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3901304" y="2880360"/>
            <a:ext cx="10701664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2944368" y="2880360"/>
            <a:ext cx="11878056" cy="7616952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1987431" y="2880360"/>
            <a:ext cx="13054449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1591056" y="2880360"/>
            <a:ext cx="13670280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1987431" y="2880360"/>
            <a:ext cx="13493361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7836408" y="2880360"/>
            <a:ext cx="6108192" cy="4910328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8793344" y="2880360"/>
            <a:ext cx="5370712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9189720" y="2880360"/>
            <a:ext cx="5193792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8793344" y="2880360"/>
            <a:ext cx="5809624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7836408" y="2880360"/>
            <a:ext cx="6986016" cy="7616952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6879471" y="2880360"/>
            <a:ext cx="8162409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6483096" y="2880360"/>
            <a:ext cx="8778240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6879471" y="2880360"/>
            <a:ext cx="8601321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13825728" y="2880360"/>
            <a:ext cx="118872" cy="4910328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4164056" y="2880360"/>
            <a:ext cx="618608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4383512" y="2880360"/>
            <a:ext cx="795528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4602968" y="2880360"/>
            <a:ext cx="179696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13825728" y="2880360"/>
            <a:ext cx="996696" cy="7616952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12868791" y="2880360"/>
            <a:ext cx="2173089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12472416" y="2880360"/>
            <a:ext cx="2788920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12868791" y="2880360"/>
            <a:ext cx="2612001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3944600" y="2880360"/>
            <a:ext cx="4773168" cy="4910328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4164056" y="2880360"/>
            <a:ext cx="5510648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4383512" y="2880360"/>
            <a:ext cx="5687568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4602968" y="2880360"/>
            <a:ext cx="5071736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4822424" y="2880360"/>
            <a:ext cx="3895344" cy="7616952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5041880" y="2880360"/>
            <a:ext cx="2718951" cy="7220576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5261336" y="2880360"/>
            <a:ext cx="2103120" cy="6263640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5480792" y="2880360"/>
            <a:ext cx="2280039" cy="5306703"/>
          </a:xfrm>
          <a:prstGeom prst="line">
            <a:avLst/>
          </a:prstGeom>
          <a:ln w="91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>
            <a:off x="2944368" y="2880360"/>
            <a:ext cx="13633704" cy="4910328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3901304" y="2880360"/>
            <a:ext cx="12896224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4297680" y="2880360"/>
            <a:ext cx="12719304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3901304" y="2880360"/>
            <a:ext cx="13335136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H="1">
            <a:off x="2944368" y="2880360"/>
            <a:ext cx="14511528" cy="7616952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>
            <a:off x="1987431" y="2880360"/>
            <a:ext cx="15687921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H="1">
            <a:off x="1591056" y="2880360"/>
            <a:ext cx="16303752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1987431" y="2880360"/>
            <a:ext cx="16126833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>
            <a:off x="7836408" y="2880360"/>
            <a:ext cx="8741664" cy="4910328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H="1">
            <a:off x="8793344" y="2880360"/>
            <a:ext cx="8004184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9189720" y="2880360"/>
            <a:ext cx="7827264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H="1">
            <a:off x="8793344" y="2880360"/>
            <a:ext cx="8443096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7836408" y="2880360"/>
            <a:ext cx="9619488" cy="7616952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6879471" y="2880360"/>
            <a:ext cx="10795881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>
            <a:off x="6483096" y="2880360"/>
            <a:ext cx="11411712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6879471" y="2880360"/>
            <a:ext cx="11234793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13825728" y="2880360"/>
            <a:ext cx="2752344" cy="4910328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14782664" y="2880360"/>
            <a:ext cx="2014864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H="1">
            <a:off x="15179040" y="2880360"/>
            <a:ext cx="1837944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H="1">
            <a:off x="14782664" y="2880360"/>
            <a:ext cx="2453776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>
            <a:off x="13825728" y="2880360"/>
            <a:ext cx="3630168" cy="7616952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12868791" y="2880360"/>
            <a:ext cx="4806561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12472416" y="2880360"/>
            <a:ext cx="5422392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12868791" y="2880360"/>
            <a:ext cx="5245473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6578072" y="2880360"/>
            <a:ext cx="2139696" cy="4910328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6797528" y="2880360"/>
            <a:ext cx="2877176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7016984" y="2880360"/>
            <a:ext cx="3054096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7236440" y="2880360"/>
            <a:ext cx="2438264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7455896" y="2880360"/>
            <a:ext cx="1261872" cy="7616952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7675352" y="2880360"/>
            <a:ext cx="85479" cy="7220576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H="1">
            <a:off x="17364456" y="2880360"/>
            <a:ext cx="530352" cy="6263640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H="1">
            <a:off x="17760831" y="2880360"/>
            <a:ext cx="353433" cy="5306703"/>
          </a:xfrm>
          <a:prstGeom prst="line">
            <a:avLst/>
          </a:prstGeom>
          <a:ln w="91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2944368" y="2880360"/>
            <a:ext cx="16267176" cy="4910328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H="1">
            <a:off x="3901304" y="2880360"/>
            <a:ext cx="15529696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>
            <a:off x="4297680" y="2880360"/>
            <a:ext cx="15352776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H="1">
            <a:off x="3901304" y="2880360"/>
            <a:ext cx="15968608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>
            <a:off x="2944368" y="2880360"/>
            <a:ext cx="17145000" cy="7616952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1987431" y="2880360"/>
            <a:ext cx="18321393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1591056" y="2880360"/>
            <a:ext cx="18937224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>
            <a:off x="1987431" y="2880360"/>
            <a:ext cx="18760305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7836408" y="2880360"/>
            <a:ext cx="11375136" cy="4910328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>
            <a:off x="8793344" y="2880360"/>
            <a:ext cx="10637656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9189720" y="2880360"/>
            <a:ext cx="10460736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8793344" y="2880360"/>
            <a:ext cx="11076568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7836408" y="2880360"/>
            <a:ext cx="12252960" cy="7616952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H="1">
            <a:off x="6879471" y="2880360"/>
            <a:ext cx="13429353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>
            <a:off x="6483096" y="2880360"/>
            <a:ext cx="14045184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6879471" y="2880360"/>
            <a:ext cx="13868265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13825728" y="2880360"/>
            <a:ext cx="5385816" cy="4910328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14782664" y="2880360"/>
            <a:ext cx="4648336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>
            <a:off x="15179040" y="2880360"/>
            <a:ext cx="4471416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>
            <a:off x="14782664" y="2880360"/>
            <a:ext cx="5087248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13825728" y="2880360"/>
            <a:ext cx="6263640" cy="7616952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>
            <a:off x="12868791" y="2880360"/>
            <a:ext cx="7440033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12472416" y="2880360"/>
            <a:ext cx="8055864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12868791" y="2880360"/>
            <a:ext cx="7878945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18717768" y="2880360"/>
            <a:ext cx="493776" cy="4910328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9431000" y="2880360"/>
            <a:ext cx="243704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9650456" y="2880360"/>
            <a:ext cx="420624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19674704" y="2880360"/>
            <a:ext cx="195208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H="1">
            <a:off x="18717768" y="2880360"/>
            <a:ext cx="1371600" cy="7616952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17760831" y="2880360"/>
            <a:ext cx="2547993" cy="7220576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17364456" y="2880360"/>
            <a:ext cx="3163824" cy="6263640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17760831" y="2880360"/>
            <a:ext cx="2986905" cy="5306703"/>
          </a:xfrm>
          <a:prstGeom prst="line">
            <a:avLst/>
          </a:prstGeom>
          <a:ln w="91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2944368" y="7790688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3901304" y="8187063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4297680" y="9144000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3901304" y="10100936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2944368" y="10497312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987431" y="10100936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591056" y="9144000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987431" y="8187063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3825728" y="7790688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4782664" y="8187063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5179040" y="9144000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4782664" y="10100936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3825728" y="10497312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2868791" y="10100936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2472416" y="9144000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2868791" y="8187063"/>
            <a:ext cx="4892040" cy="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2944368" y="7790688"/>
            <a:ext cx="956936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2944368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2944368" y="7790688"/>
            <a:ext cx="956936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2944368" y="7790688"/>
            <a:ext cx="0" cy="27066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1987431" y="7790688"/>
            <a:ext cx="956937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H="1">
            <a:off x="1591056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H="1">
            <a:off x="1987431" y="7790688"/>
            <a:ext cx="956937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3901304" y="8187063"/>
            <a:ext cx="396376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3901304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>
            <a:off x="2944368" y="8187063"/>
            <a:ext cx="956936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H="1">
            <a:off x="198743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H="1">
            <a:off x="1591056" y="8187063"/>
            <a:ext cx="2310248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H="1">
            <a:off x="1987431" y="8187063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3901304" y="9144000"/>
            <a:ext cx="396376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>
            <a:off x="2944368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>
            <a:off x="1987431" y="9144000"/>
            <a:ext cx="2310249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1591056" y="9144000"/>
            <a:ext cx="2706624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H="1" flipV="1">
            <a:off x="1987431" y="8187063"/>
            <a:ext cx="2310249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2944368" y="10100936"/>
            <a:ext cx="956936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>
            <a:off x="1987431" y="10100936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H="1" flipV="1">
            <a:off x="1591056" y="9144000"/>
            <a:ext cx="2310248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 flipV="1">
            <a:off x="198743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 flipV="1">
            <a:off x="1987431" y="10100936"/>
            <a:ext cx="956937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 flipV="1">
            <a:off x="1591056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 flipV="1">
            <a:off x="1987431" y="8187063"/>
            <a:ext cx="956937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 flipV="1">
            <a:off x="1591056" y="9144000"/>
            <a:ext cx="396375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987431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591056" y="8187063"/>
            <a:ext cx="396375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7836408" y="7790688"/>
            <a:ext cx="956936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836408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836408" y="7790688"/>
            <a:ext cx="956936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7836408" y="7790688"/>
            <a:ext cx="0" cy="27066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H="1">
            <a:off x="6879471" y="7790688"/>
            <a:ext cx="956937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>
            <a:off x="6483096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6879471" y="7790688"/>
            <a:ext cx="956937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8793344" y="8187063"/>
            <a:ext cx="396376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8793344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H="1">
            <a:off x="7836408" y="8187063"/>
            <a:ext cx="956936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H="1">
            <a:off x="687947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6483096" y="8187063"/>
            <a:ext cx="2310248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>
            <a:off x="6879471" y="8187063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8793344" y="9144000"/>
            <a:ext cx="396376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>
            <a:off x="7836408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6879471" y="9144000"/>
            <a:ext cx="2310249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>
            <a:off x="6483096" y="9144000"/>
            <a:ext cx="2706624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 flipV="1">
            <a:off x="6879471" y="8187063"/>
            <a:ext cx="2310249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7836408" y="10100936"/>
            <a:ext cx="956936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>
            <a:off x="6879471" y="10100936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 flipV="1">
            <a:off x="6483096" y="9144000"/>
            <a:ext cx="2310248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 flipV="1">
            <a:off x="687947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 flipV="1">
            <a:off x="6879471" y="10100936"/>
            <a:ext cx="956937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 flipV="1">
            <a:off x="6483096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H="1" flipV="1">
            <a:off x="6879471" y="8187063"/>
            <a:ext cx="956937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H="1" flipV="1">
            <a:off x="6483096" y="9144000"/>
            <a:ext cx="396375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879471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6483096" y="8187063"/>
            <a:ext cx="396375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3825728" y="7790688"/>
            <a:ext cx="956936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3825728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3825728" y="7790688"/>
            <a:ext cx="956936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3825728" y="7790688"/>
            <a:ext cx="0" cy="27066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>
            <a:off x="12868791" y="7790688"/>
            <a:ext cx="956937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>
            <a:off x="12472416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>
            <a:off x="12868791" y="7790688"/>
            <a:ext cx="956937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4782664" y="8187063"/>
            <a:ext cx="396376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4782664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H="1">
            <a:off x="13825728" y="8187063"/>
            <a:ext cx="956936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>
            <a:off x="1286879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12472416" y="8187063"/>
            <a:ext cx="2310248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>
            <a:off x="12868791" y="8187063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H="1">
            <a:off x="14782664" y="9144000"/>
            <a:ext cx="396376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H="1">
            <a:off x="13825728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12868791" y="9144000"/>
            <a:ext cx="2310249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H="1">
            <a:off x="12472416" y="9144000"/>
            <a:ext cx="2706624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H="1" flipV="1">
            <a:off x="12868791" y="8187063"/>
            <a:ext cx="2310249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H="1">
            <a:off x="13825728" y="10100936"/>
            <a:ext cx="956936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>
            <a:off x="12868791" y="10100936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 flipV="1">
            <a:off x="12472416" y="9144000"/>
            <a:ext cx="2310248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H="1" flipV="1">
            <a:off x="1286879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 flipV="1">
            <a:off x="12868791" y="10100936"/>
            <a:ext cx="956937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H="1" flipV="1">
            <a:off x="12472416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H="1" flipV="1">
            <a:off x="12868791" y="8187063"/>
            <a:ext cx="956937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 flipV="1">
            <a:off x="12472416" y="9144000"/>
            <a:ext cx="396375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2868791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2472416" y="8187063"/>
            <a:ext cx="396375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8717768" y="7790688"/>
            <a:ext cx="956936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8717768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8717768" y="7790688"/>
            <a:ext cx="956936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8717768" y="7790688"/>
            <a:ext cx="0" cy="27066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H="1">
            <a:off x="17760831" y="7790688"/>
            <a:ext cx="956937" cy="2310248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>
            <a:off x="17364456" y="7790688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17760831" y="7790688"/>
            <a:ext cx="956937" cy="396375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9674704" y="8187063"/>
            <a:ext cx="396376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9674704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H="1">
            <a:off x="18717768" y="8187063"/>
            <a:ext cx="956936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H="1">
            <a:off x="1776083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>
            <a:off x="17364456" y="8187063"/>
            <a:ext cx="2310248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17760831" y="8187063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>
            <a:off x="19674704" y="9144000"/>
            <a:ext cx="396376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H="1">
            <a:off x="18717768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H="1">
            <a:off x="17760831" y="9144000"/>
            <a:ext cx="2310249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>
            <a:off x="17364456" y="9144000"/>
            <a:ext cx="2706624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 flipV="1">
            <a:off x="17760831" y="8187063"/>
            <a:ext cx="2310249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18717768" y="10100936"/>
            <a:ext cx="956936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>
            <a:off x="17760831" y="10100936"/>
            <a:ext cx="191387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 flipV="1">
            <a:off x="17364456" y="9144000"/>
            <a:ext cx="2310248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H="1" flipV="1">
            <a:off x="17760831" y="8187063"/>
            <a:ext cx="1913873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H="1" flipV="1">
            <a:off x="17760831" y="10100936"/>
            <a:ext cx="956937" cy="39637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H="1" flipV="1">
            <a:off x="17364456" y="9144000"/>
            <a:ext cx="1353312" cy="1353312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 flipV="1">
            <a:off x="17760831" y="8187063"/>
            <a:ext cx="956937" cy="2310249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 flipV="1">
            <a:off x="17364456" y="9144000"/>
            <a:ext cx="396375" cy="95693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17760831" y="8187063"/>
            <a:ext cx="0" cy="191387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7364456" y="8187063"/>
            <a:ext cx="396375" cy="95693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Rectangle 389"/>
          <p:cNvSpPr/>
          <p:nvPr/>
        </p:nvSpPr>
        <p:spPr>
          <a:xfrm>
            <a:off x="594360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-8389620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-8389620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L1-P0-S0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3227832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-5756148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-5756148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L1-P0-S1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5861304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-3122676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-3122676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8494776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-489204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-489204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L1-P0-S3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11128248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2144268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2144268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L1-P0-S4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13761720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4777740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4777740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L1-P0-S5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16395192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411212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411212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L1-P0-S6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19028664" y="201168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10044684" y="212140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044684" y="23728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L1-P0-S7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10241280" y="3977639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914400" y="402336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2194560" y="5303520"/>
            <a:ext cx="65836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-4572000" y="539496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Cabinet 0: 8 Nodes x 8 NPUs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-4572000" y="5824728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X: same Node, all 8 slots (gray)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-4572000" y="617220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Y: same slot, all 8 Nodes (green)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5120640" y="8503920"/>
            <a:ext cx="7315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-4572000" y="865936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...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-4572000" y="888796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Nodes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-4572000" y="911656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1-6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13075920" y="5303520"/>
            <a:ext cx="65836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6309360" y="539496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Cabinet 1: 8 Nodes x 8 NPUs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6309360" y="5824728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X: same Node, all 8 slots (gray)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6309360" y="617220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Y: same slot, all 8 Nodes (green)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16002000" y="8503920"/>
            <a:ext cx="7315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6309360" y="865936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...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6309360" y="888796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Nodes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6309360" y="911656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9-14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2633472" y="7571231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-7114032" y="7607808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-7114032" y="7767827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3590408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-6157095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-6157095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3986784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-5760720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-5760720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3590408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-6157095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-6157095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2633472" y="10277856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-7114032" y="1031443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-7114032" y="1047445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1676535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-8070968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-8070968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1280160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-8467344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-8467344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453" name="Rectangle 452"/>
          <p:cNvSpPr/>
          <p:nvPr/>
        </p:nvSpPr>
        <p:spPr>
          <a:xfrm>
            <a:off x="1676535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-8070968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-8070968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-7114032" y="11292840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Node 0: all 8 NPUs shown</a:t>
            </a:r>
          </a:p>
        </p:txBody>
      </p:sp>
      <p:sp>
        <p:nvSpPr>
          <p:cNvPr id="457" name="Rectangle 456"/>
          <p:cNvSpPr/>
          <p:nvPr/>
        </p:nvSpPr>
        <p:spPr>
          <a:xfrm>
            <a:off x="7525512" y="7571231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-2221992" y="7607808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-2221992" y="7767827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r56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8482448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-1265055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-1265055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r57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8878824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-868680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-868680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r58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8482448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-1265055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-1265055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r59</a:t>
            </a:r>
          </a:p>
        </p:txBody>
      </p:sp>
      <p:sp>
        <p:nvSpPr>
          <p:cNvPr id="469" name="Rectangle 468"/>
          <p:cNvSpPr/>
          <p:nvPr/>
        </p:nvSpPr>
        <p:spPr>
          <a:xfrm>
            <a:off x="7525512" y="10277856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-2221992" y="1031443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-2221992" y="1047445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r60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6568575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-3178928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-3178928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r61</a:t>
            </a:r>
          </a:p>
        </p:txBody>
      </p:sp>
      <p:sp>
        <p:nvSpPr>
          <p:cNvPr id="475" name="Rectangle 474"/>
          <p:cNvSpPr/>
          <p:nvPr/>
        </p:nvSpPr>
        <p:spPr>
          <a:xfrm>
            <a:off x="6172200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-3575304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-3575304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r62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6568575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-3178928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-3178928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r63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-2221992" y="11292840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Node 7: all 8 NPUs shown</a:t>
            </a:r>
          </a:p>
        </p:txBody>
      </p:sp>
      <p:sp>
        <p:nvSpPr>
          <p:cNvPr id="482" name="Rectangle 481"/>
          <p:cNvSpPr/>
          <p:nvPr/>
        </p:nvSpPr>
        <p:spPr>
          <a:xfrm>
            <a:off x="13514832" y="7571231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3767328" y="7607808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3767328" y="7767827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r64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14471768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4724264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4724264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r65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4868144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5120640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5120640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r66</a:t>
            </a:r>
          </a:p>
        </p:txBody>
      </p:sp>
      <p:sp>
        <p:nvSpPr>
          <p:cNvPr id="491" name="Rectangle 490"/>
          <p:cNvSpPr/>
          <p:nvPr/>
        </p:nvSpPr>
        <p:spPr>
          <a:xfrm>
            <a:off x="14471768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4724264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4724264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r67</a:t>
            </a:r>
          </a:p>
        </p:txBody>
      </p:sp>
      <p:sp>
        <p:nvSpPr>
          <p:cNvPr id="494" name="Rectangle 493"/>
          <p:cNvSpPr/>
          <p:nvPr/>
        </p:nvSpPr>
        <p:spPr>
          <a:xfrm>
            <a:off x="13514832" y="10277856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767328" y="1031443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3767328" y="1047445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r68</a:t>
            </a:r>
          </a:p>
        </p:txBody>
      </p:sp>
      <p:sp>
        <p:nvSpPr>
          <p:cNvPr id="497" name="Rectangle 496"/>
          <p:cNvSpPr/>
          <p:nvPr/>
        </p:nvSpPr>
        <p:spPr>
          <a:xfrm>
            <a:off x="12557895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2810391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2810391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r69</a:t>
            </a:r>
          </a:p>
        </p:txBody>
      </p:sp>
      <p:sp>
        <p:nvSpPr>
          <p:cNvPr id="500" name="Rectangle 499"/>
          <p:cNvSpPr/>
          <p:nvPr/>
        </p:nvSpPr>
        <p:spPr>
          <a:xfrm>
            <a:off x="12161520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2414016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2414016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r70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12557895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2810391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2810391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r71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3767328" y="11292840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Node 8: all 8 NPUs shown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18406872" y="7571231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8659368" y="7607808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659368" y="7767827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r120</a:t>
            </a:r>
          </a:p>
        </p:txBody>
      </p:sp>
      <p:sp>
        <p:nvSpPr>
          <p:cNvPr id="510" name="Rectangle 509"/>
          <p:cNvSpPr/>
          <p:nvPr/>
        </p:nvSpPr>
        <p:spPr>
          <a:xfrm>
            <a:off x="19363808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9616304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9616304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r121</a:t>
            </a:r>
          </a:p>
        </p:txBody>
      </p:sp>
      <p:sp>
        <p:nvSpPr>
          <p:cNvPr id="513" name="Rectangle 512"/>
          <p:cNvSpPr/>
          <p:nvPr/>
        </p:nvSpPr>
        <p:spPr>
          <a:xfrm>
            <a:off x="19760184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10012680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10012680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r122</a:t>
            </a:r>
          </a:p>
        </p:txBody>
      </p:sp>
      <p:sp>
        <p:nvSpPr>
          <p:cNvPr id="516" name="Rectangle 515"/>
          <p:cNvSpPr/>
          <p:nvPr/>
        </p:nvSpPr>
        <p:spPr>
          <a:xfrm>
            <a:off x="19363808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516"/>
          <p:cNvSpPr txBox="1"/>
          <p:nvPr/>
        </p:nvSpPr>
        <p:spPr>
          <a:xfrm>
            <a:off x="9616304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9616304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r123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18406872" y="10277856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8659368" y="1031443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659368" y="1047445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r124</a:t>
            </a:r>
          </a:p>
        </p:txBody>
      </p:sp>
      <p:sp>
        <p:nvSpPr>
          <p:cNvPr id="522" name="Rectangle 521"/>
          <p:cNvSpPr/>
          <p:nvPr/>
        </p:nvSpPr>
        <p:spPr>
          <a:xfrm>
            <a:off x="17449935" y="9881480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7702431" y="991805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7702431" y="10078076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r125</a:t>
            </a:r>
          </a:p>
        </p:txBody>
      </p:sp>
      <p:sp>
        <p:nvSpPr>
          <p:cNvPr id="525" name="Rectangle 524"/>
          <p:cNvSpPr/>
          <p:nvPr/>
        </p:nvSpPr>
        <p:spPr>
          <a:xfrm>
            <a:off x="17053560" y="8924544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TextBox 525"/>
          <p:cNvSpPr txBox="1"/>
          <p:nvPr/>
        </p:nvSpPr>
        <p:spPr>
          <a:xfrm>
            <a:off x="7306056" y="89611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7306056" y="91211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r126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17449935" y="7967607"/>
            <a:ext cx="621792" cy="43891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7702431" y="800418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7702431" y="8164203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r127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8659368" y="11292840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Node 15: all 8 NPUs shown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548640" y="12207240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Direct X/Y links: 40 GB/s. Each NPU-switch uplink: 20 GB/s. All capacities are per direction.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Cabinet 0: complete 8 x 8 2D-FullMesh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All 64 NPUs and all 448 direct links are shown. Cabinet 1 is identical, with ranks r64-r127.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423160" y="2460116"/>
            <a:ext cx="205739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628899" y="241554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3464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04038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246120" y="234124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451860" y="233629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233629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63339" y="234124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908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7482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8056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8630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23160" y="2440559"/>
            <a:ext cx="411479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834639" y="2379980"/>
            <a:ext cx="411481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4612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5760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069080" y="227901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59" y="227228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92040" y="22722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03520" y="22790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1500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3796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423160" y="242100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40379" y="234442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5760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27482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892040" y="22167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509260" y="220827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26480" y="220827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43700" y="22167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6092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7814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9536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1258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23160" y="240144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246119" y="230886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6908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89204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15000" y="21545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537960" y="21442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60920" y="214426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83880" y="215455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0684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2980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52760" y="230886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475720" y="24014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423160" y="2381885"/>
            <a:ext cx="1028699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451859" y="2273300"/>
            <a:ext cx="1028701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80560" y="21888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509260" y="212851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537960" y="2092324"/>
            <a:ext cx="1028699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566659" y="2080260"/>
            <a:ext cx="1028701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95360" y="208026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4060" y="2092325"/>
            <a:ext cx="1028700" cy="36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52760" y="212851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681460" y="21888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710160" y="227330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3738859" y="238188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423160" y="236232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657599" y="223774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892040" y="214083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26480" y="207162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360920" y="2030094"/>
            <a:ext cx="1234439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595359" y="2016252"/>
            <a:ext cx="1234441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29800" y="201625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064240" y="2030095"/>
            <a:ext cx="1234440" cy="41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2298680" y="2071623"/>
            <a:ext cx="1234440" cy="692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3533120" y="214083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767559" y="223774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001999" y="2362327"/>
            <a:ext cx="1234441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423160" y="2342769"/>
            <a:ext cx="1440179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863339" y="2202180"/>
            <a:ext cx="1440181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303520" y="2092832"/>
            <a:ext cx="1440180" cy="10934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743700" y="2014728"/>
            <a:ext cx="1440180" cy="7810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183880" y="196786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624060" y="1952243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064240" y="1952243"/>
            <a:ext cx="1440180" cy="1562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2504420" y="1967865"/>
            <a:ext cx="1440180" cy="46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3944600" y="2014727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5384780" y="2092832"/>
            <a:ext cx="1440180" cy="10934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6824960" y="2202180"/>
            <a:ext cx="1440179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8265139" y="2342769"/>
            <a:ext cx="1440181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89204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09778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30352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50926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715000" y="23412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920739" y="23362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126480" y="23362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332220" y="23412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3796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74370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94944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15518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89204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30352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71500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12648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537960" y="227901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949439" y="227228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360920" y="22722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772400" y="227901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183879" y="229920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59536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00684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41832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89204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50926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12648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74370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360920" y="22167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978140" y="220827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595360" y="220827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212580" y="22167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82980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44702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06424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68146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4892040" y="240144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715000" y="230886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53796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36092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183880" y="21545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006840" y="21442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829800" y="214426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652760" y="215455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147572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229868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21640" y="230886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944599" y="24014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892040" y="238188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920740" y="2273300"/>
            <a:ext cx="1028700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949440" y="21888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978140" y="212851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006840" y="2092324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035540" y="208026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1064240" y="208026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2092940" y="2092325"/>
            <a:ext cx="1028700" cy="36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3121640" y="212851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4150340" y="21888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5179040" y="227330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6207739" y="238188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892040" y="236232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126480" y="223774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7360920" y="214083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8595360" y="207162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829800" y="2030094"/>
            <a:ext cx="1234440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064240" y="2016252"/>
            <a:ext cx="1234440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2298680" y="201625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3533120" y="2030095"/>
            <a:ext cx="1234439" cy="41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4767559" y="2071623"/>
            <a:ext cx="1234441" cy="692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6002000" y="214083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7236440" y="223774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8470880" y="2362327"/>
            <a:ext cx="1234440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36092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56666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777240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97814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8183880" y="23412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389619" y="23362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595360" y="23362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01100" y="23412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00684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21258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41832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62406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736092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7772400" y="237998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8183879" y="233286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859536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006840" y="227901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418320" y="227228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829800" y="22722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241280" y="22790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65276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106424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147572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188720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736092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797814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59536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21258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9800" y="22167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0447020" y="220827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1064240" y="220827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1681460" y="22167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229868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291590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3533120" y="2344420"/>
            <a:ext cx="617219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4150339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7360920" y="240144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183879" y="230886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900684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982980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652760" y="21545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1475720" y="21442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2298680" y="214426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3121640" y="215455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3944600" y="218541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4767559" y="223685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5590520" y="230886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6413480" y="24014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360920" y="238188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8389620" y="2273300"/>
            <a:ext cx="1028700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9418320" y="21888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0447020" y="212851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1475720" y="2092324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2504420" y="208026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3533120" y="208026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4561820" y="2092325"/>
            <a:ext cx="1028700" cy="36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5590520" y="212851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6619220" y="21888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7647920" y="227330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8676619" y="238188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82980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3554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24128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4702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652760" y="234124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858500" y="233629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1064240" y="23362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1269980" y="23412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147572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168146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188720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209294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2980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024128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1065276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106424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1475720" y="227901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1887200" y="227228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2298680" y="22722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2710160" y="22790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312164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353312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3944600" y="237998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4356079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982980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044702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106424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168146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2298680" y="22167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2915900" y="220827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3533120" y="220827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4150340" y="2216785"/>
            <a:ext cx="617219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4767559" y="2242312"/>
            <a:ext cx="617221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538478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6002000" y="2344420"/>
            <a:ext cx="617219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6619219" y="2421000"/>
            <a:ext cx="617221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829800" y="240144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0652760" y="230886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147572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229868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3121640" y="21545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3944600" y="2144268"/>
            <a:ext cx="822959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4767559" y="214426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5590520" y="215455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6413480" y="21854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7236440" y="22368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8059400" y="230886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8882360" y="24014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229868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250442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271016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291590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3121640" y="23412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3327379" y="23362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3533120" y="23362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3738860" y="23412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394460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415034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4356080" y="2415540"/>
            <a:ext cx="205739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4561819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229868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1271016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1312164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353312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13944600" y="227901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4356079" y="227228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4767559" y="227228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5179040" y="22790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559052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600200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641348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682496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1229868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291590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1353312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4150340" y="224231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14767559" y="2216784"/>
            <a:ext cx="617221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5384780" y="220827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6002000" y="220827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6619220" y="22167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7236440" y="22423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7853660" y="22848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8470880" y="23444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9088100" y="24210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4767559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4973299" y="241554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517904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538478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15590520" y="23412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5796259" y="23362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6002000" y="23362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6207740" y="23412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641348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661922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682496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703070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14767559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5179039" y="2379980"/>
            <a:ext cx="411481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1559052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600200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6413480" y="227901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6824960" y="227228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17236440" y="22722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7647920" y="22790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8059400" y="22992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8470880" y="23328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8882360" y="23799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9293840" y="24405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723644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744218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1764792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785366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18059400" y="23412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8265139" y="23362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8470880" y="23362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8676620" y="23412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8882360" y="23561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9088100" y="23808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9293840" y="241554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9499580" y="246011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2423160" y="3694556"/>
            <a:ext cx="205739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2628899" y="364998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283464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304038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324612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345186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3657600" y="357073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3863339" y="357568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06908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27482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48056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68630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2423160" y="3674999"/>
            <a:ext cx="411479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2834639" y="3614420"/>
            <a:ext cx="411481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324612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365760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4069080" y="351345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4480559" y="350672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89204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530352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571500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612648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653796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694944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2423160" y="3655440"/>
            <a:ext cx="617219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3040379" y="357886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365760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427482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489204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550926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612648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674370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736092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797814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8595360" y="357886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9212580" y="3655441"/>
            <a:ext cx="617220" cy="9359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2423160" y="3635882"/>
            <a:ext cx="822959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3246119" y="354330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406908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489204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571500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6537960" y="33787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7360920" y="33787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818388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900684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982980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0652760" y="354330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1475720" y="3635883"/>
            <a:ext cx="822960" cy="1131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2423160" y="3616324"/>
            <a:ext cx="1028699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3451859" y="3507740"/>
            <a:ext cx="1028701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4480560" y="34232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509260" y="33629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6537960" y="3326764"/>
            <a:ext cx="1028699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7566659" y="3314700"/>
            <a:ext cx="1028701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8595360" y="33147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9624060" y="33267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10652760" y="33629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1681460" y="34232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2710160" y="3507740"/>
            <a:ext cx="1028699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13738859" y="3616324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2423160" y="3596766"/>
            <a:ext cx="1234439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657599" y="347218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4892040" y="337527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6126480" y="330606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7360920" y="3264534"/>
            <a:ext cx="1234439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8595359" y="3250692"/>
            <a:ext cx="1234441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9829800" y="325069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1064240" y="326453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12298680" y="330606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3533120" y="337527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14767559" y="347218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6001999" y="3596767"/>
            <a:ext cx="1234441" cy="15227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2423160" y="3577209"/>
            <a:ext cx="1440179" cy="1718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3863339" y="3436620"/>
            <a:ext cx="1440181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5303520" y="332727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6743700" y="324916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8183880" y="320230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9624060" y="3186684"/>
            <a:ext cx="1440180" cy="1562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1064240" y="318668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2504420" y="320230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3944600" y="324916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5384780" y="332727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6824960" y="3436620"/>
            <a:ext cx="1440179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8265139" y="3577209"/>
            <a:ext cx="1440181" cy="1718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489204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509778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530352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550926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5715000" y="3575685"/>
            <a:ext cx="205739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5920739" y="3570732"/>
            <a:ext cx="205741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612648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633222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653796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674370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694944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715518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89204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530352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571500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612648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6537960" y="351345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6949439" y="350672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736092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7772400" y="351345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8183879" y="353364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859536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900684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941832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892040" y="3655440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5509260" y="35788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612648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674370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736092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797814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859536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921258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982980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044702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11064240" y="357886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11681460" y="3655441"/>
            <a:ext cx="617220" cy="9359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4892040" y="3635882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715000" y="354330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53796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736092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818388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9006840" y="33787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9829800" y="33787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065276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1147572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1229868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13121640" y="354330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3944599" y="3635883"/>
            <a:ext cx="822960" cy="1131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4892040" y="3616324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5920740" y="350774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6949440" y="34232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7978140" y="33629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9006840" y="332676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10035540" y="331470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11064240" y="33147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12092940" y="33267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13121640" y="33629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14150340" y="34232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15179040" y="3507740"/>
            <a:ext cx="1028699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6207739" y="3616324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4892040" y="3596766"/>
            <a:ext cx="1234440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6126480" y="347218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7360920" y="337527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8595360" y="330606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9829800" y="3264534"/>
            <a:ext cx="1234440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11064240" y="3250692"/>
            <a:ext cx="1234440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12298680" y="325069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13533120" y="326453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14767559" y="330606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16002000" y="337527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7236440" y="347218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8470880" y="3596767"/>
            <a:ext cx="1234440" cy="15227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736092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756666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777240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797814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8183880" y="3575685"/>
            <a:ext cx="205739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8389619" y="3570732"/>
            <a:ext cx="205741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859536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880110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900684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921258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941832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962406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736092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7772400" y="361442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8183879" y="356730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859536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900684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941832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982980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024128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1065276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106424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147572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188720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7360920" y="3655440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7978140" y="35788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859536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921258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982980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1044702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1106424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1168146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1229868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1291590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13533120" y="357886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14150339" y="3655441"/>
            <a:ext cx="617220" cy="9359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7360920" y="3635882"/>
            <a:ext cx="822959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8183879" y="354330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900684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982980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1065276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11475720" y="33787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12298680" y="33787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1312164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13944600" y="341985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14767559" y="347129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15590520" y="354330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16413480" y="3635883"/>
            <a:ext cx="822960" cy="1131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7360920" y="3616324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8389620" y="350774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9418320" y="34232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10447020" y="33629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11475720" y="332676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12504420" y="331470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13533120" y="33147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14561820" y="33267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15590520" y="33629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16619220" y="34232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17647920" y="3507740"/>
            <a:ext cx="1028699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18676619" y="3616324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982980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1003554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1024128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1044702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1065276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1085850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1106424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1126998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1147572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1168146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1188720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1209294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982980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1024128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065276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1106424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147572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1188720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229868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1271016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312164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353312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13944600" y="361442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14356079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9829800" y="3655440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10447020" y="35788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1106424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1168146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1229868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1291590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353312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4150340" y="3451225"/>
            <a:ext cx="617219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4767559" y="3476752"/>
            <a:ext cx="617221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38478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6002000" y="357886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619219" y="3655441"/>
            <a:ext cx="617221" cy="9359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9829800" y="3635882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10652760" y="354330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1147572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1229868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1312164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13944600" y="3378708"/>
            <a:ext cx="822959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14767559" y="337870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15590520" y="33889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6413480" y="34198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17236440" y="34712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18059400" y="354330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18882360" y="3635883"/>
            <a:ext cx="822960" cy="1131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1229868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1250442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1271016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1291590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13121640" y="3575685"/>
            <a:ext cx="205739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13327379" y="3570732"/>
            <a:ext cx="205741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1353312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1373886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1394460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1415034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14356080" y="3649980"/>
            <a:ext cx="205739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4561819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1229868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1271016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312164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353312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3944600" y="351345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4356079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4767559" y="350672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17904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559052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600200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641348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1682496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12298680" y="3655440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12915900" y="35788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1353312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14150340" y="347675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14767559" y="3451225"/>
            <a:ext cx="617221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1538478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16002000" y="34427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16619220" y="34512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17236440" y="34767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17853660" y="35192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8470880" y="357886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9088100" y="3655441"/>
            <a:ext cx="617220" cy="9359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14767559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14973299" y="364998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1517904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1538478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15590520" y="3575685"/>
            <a:ext cx="205739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15796259" y="3570732"/>
            <a:ext cx="205741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1600200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1620774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641348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661922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682496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703070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14767559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15179039" y="3614420"/>
            <a:ext cx="411481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1559052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1600200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1641348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1682496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17236440" y="350672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17647920" y="351345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18059400" y="35336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18470880" y="35673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18882360" y="36144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19293840" y="3674999"/>
            <a:ext cx="411480" cy="7404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1723644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1744218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1764792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1785366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18059400" y="3575685"/>
            <a:ext cx="205739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18265139" y="3570732"/>
            <a:ext cx="205741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18470880" y="35707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18676620" y="35756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18882360" y="35905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9088100" y="36153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19293840" y="36499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19499580" y="3694556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2423160" y="4928996"/>
            <a:ext cx="205739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2628899" y="488442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283464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304038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3246120" y="481012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3451860" y="480517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3657600" y="480517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3863339" y="481012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06908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27482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48056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68630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423160" y="4909439"/>
            <a:ext cx="411479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834639" y="4848860"/>
            <a:ext cx="411481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324612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365760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4069080" y="474789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V="1">
            <a:off x="4480559" y="474116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489204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530352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571500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612648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653796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694944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2423160" y="488988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3040379" y="481330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365760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V="1">
            <a:off x="427482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V="1">
            <a:off x="489204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550926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612648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674370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736092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797814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8595360" y="481330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9212580" y="488988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2423160" y="487032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3246119" y="477774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406908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489204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5715000" y="46234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6537960" y="461314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7360920" y="461314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8183880" y="46234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900684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982980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10652760" y="477774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11475720" y="48703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2423160" y="4850765"/>
            <a:ext cx="1028699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3451859" y="4742180"/>
            <a:ext cx="1028701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4480560" y="465772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5509260" y="45974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6537960" y="4561204"/>
            <a:ext cx="1028699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V="1">
            <a:off x="7566659" y="4549140"/>
            <a:ext cx="1028701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8595360" y="45491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9624060" y="4561205"/>
            <a:ext cx="1028700" cy="36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10652760" y="459739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11681460" y="465772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12710160" y="474218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13738859" y="485076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V="1">
            <a:off x="2423160" y="483120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3657599" y="470662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4892040" y="460971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6126480" y="454050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V="1">
            <a:off x="7360920" y="449897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8595359" y="4485132"/>
            <a:ext cx="1234441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9829800" y="448513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11064240" y="449897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12298680" y="454050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13533120" y="460971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14767559" y="470662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6001999" y="4831206"/>
            <a:ext cx="1234441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 flipV="1">
            <a:off x="2423160" y="4811649"/>
            <a:ext cx="1440179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3863339" y="4671060"/>
            <a:ext cx="1440181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5303520" y="456171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6743700" y="448360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V="1">
            <a:off x="8183880" y="443674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9624060" y="442112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11064240" y="442112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12504420" y="443674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13944600" y="448360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15384780" y="456171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16824960" y="4671060"/>
            <a:ext cx="1440179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18265139" y="4811649"/>
            <a:ext cx="1440181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V="1">
            <a:off x="489204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V="1">
            <a:off x="509778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530352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550926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V="1">
            <a:off x="5715000" y="48101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5920739" y="48051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6126480" y="48051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6332220" y="481012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653796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674370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694944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715518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489204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V="1">
            <a:off x="530352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571500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612648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V="1">
            <a:off x="6537960" y="474789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6949439" y="474116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736092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>
            <a:off x="7772400" y="474789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8183879" y="476808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859536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>
            <a:off x="900684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>
            <a:off x="941832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4892040" y="48898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5509260" y="48133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612648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674370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736092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V="1">
            <a:off x="797814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>
            <a:off x="859536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921258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982980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044702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11064240" y="481330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11681460" y="488988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V="1">
            <a:off x="4892040" y="487032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5715000" y="477774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653796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736092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V="1">
            <a:off x="8183880" y="46234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V="1">
            <a:off x="9006840" y="461314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9829800" y="461314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10652760" y="46234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1147572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1229868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13121640" y="477774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13944599" y="48703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 flipV="1">
            <a:off x="4892040" y="485076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V="1">
            <a:off x="5920740" y="4742180"/>
            <a:ext cx="1028700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6949440" y="465772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 flipV="1">
            <a:off x="7978140" y="45974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 flipV="1">
            <a:off x="9006840" y="456120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10035540" y="454914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>
            <a:off x="11064240" y="45491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12092940" y="4561205"/>
            <a:ext cx="1028700" cy="36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>
            <a:off x="13121640" y="459739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14150340" y="465772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15179040" y="474218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>
            <a:off x="16207739" y="485076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V="1">
            <a:off x="4892040" y="483120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 flipV="1">
            <a:off x="6126480" y="470662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 flipV="1">
            <a:off x="7360920" y="460971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V="1">
            <a:off x="8595360" y="454050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V="1">
            <a:off x="9829800" y="449897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 flipV="1">
            <a:off x="11064240" y="448513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12298680" y="448513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>
            <a:off x="13533120" y="449897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>
            <a:off x="14767559" y="454050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16002000" y="460971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17236440" y="470662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>
            <a:off x="18470880" y="483120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V="1">
            <a:off x="736092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 flipV="1">
            <a:off x="756666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 flipV="1">
            <a:off x="777240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797814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8183880" y="48101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 flipV="1">
            <a:off x="8389619" y="48051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>
            <a:off x="8595360" y="48051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>
            <a:off x="8801100" y="481012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>
            <a:off x="900684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>
            <a:off x="921258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>
            <a:off x="941832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>
            <a:off x="962406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736092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7772400" y="484886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8183879" y="480174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859536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900684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941832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>
            <a:off x="982980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>
            <a:off x="1024128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1065276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106424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147572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188720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V="1">
            <a:off x="7360920" y="48898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7978140" y="48133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859536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921258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982980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1044702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>
            <a:off x="1106424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>
            <a:off x="1168146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1229868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1291590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3533120" y="481330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4150339" y="488988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V="1">
            <a:off x="7360920" y="487032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8183879" y="477774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900684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V="1">
            <a:off x="982980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V="1">
            <a:off x="10652760" y="46234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V="1">
            <a:off x="11475720" y="461314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12298680" y="461314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13121640" y="46234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13944600" y="465429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14767559" y="470573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15590520" y="477774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16413480" y="48703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 flipV="1">
            <a:off x="7360920" y="485076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V="1">
            <a:off x="8389620" y="4742180"/>
            <a:ext cx="1028700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V="1">
            <a:off x="9418320" y="465772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V="1">
            <a:off x="10447020" y="45974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V="1">
            <a:off x="11475720" y="456120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 flipV="1">
            <a:off x="12504420" y="454914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13533120" y="45491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14561820" y="4561205"/>
            <a:ext cx="1028700" cy="36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15590520" y="4597399"/>
            <a:ext cx="1028700" cy="603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16619220" y="465772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17647920" y="474218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18676619" y="485076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V="1">
            <a:off x="982980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V="1">
            <a:off x="1003554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V="1">
            <a:off x="1024128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 flipV="1">
            <a:off x="1044702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 flipV="1">
            <a:off x="10652760" y="481012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 flipV="1">
            <a:off x="10858500" y="480517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11064240" y="48051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11269980" y="481012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1147572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1168146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1188720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1209294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 flipV="1">
            <a:off x="982980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V="1">
            <a:off x="1024128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V="1">
            <a:off x="1065276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1106424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 flipV="1">
            <a:off x="1147572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V="1">
            <a:off x="1188720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1229868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1271016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1312164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1353312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13944600" y="484886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14356079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V="1">
            <a:off x="9829800" y="48898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10447020" y="48133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1106424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1168146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1229868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1291590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1353312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14150340" y="4685664"/>
            <a:ext cx="617219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>
            <a:off x="14767559" y="4711192"/>
            <a:ext cx="617221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>
            <a:off x="1538478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16002000" y="481330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16619219" y="4889881"/>
            <a:ext cx="617221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9829800" y="487032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V="1">
            <a:off x="10652760" y="477774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V="1">
            <a:off x="1147572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V="1">
            <a:off x="1229868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 flipV="1">
            <a:off x="13121640" y="46234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13944600" y="4613148"/>
            <a:ext cx="822959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14767559" y="461314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15590520" y="46234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>
            <a:off x="16413480" y="46542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17236440" y="47057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18059400" y="477774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18882360" y="48703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 flipV="1">
            <a:off x="1229868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V="1">
            <a:off x="1250442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V="1">
            <a:off x="1271016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V="1">
            <a:off x="1291590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 flipV="1">
            <a:off x="13121640" y="48101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V="1">
            <a:off x="13327379" y="48051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13533120" y="48051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13738860" y="481012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1394460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1415034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14356080" y="4884420"/>
            <a:ext cx="205739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14561819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V="1">
            <a:off x="1229868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1271016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V="1">
            <a:off x="1312164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V="1">
            <a:off x="1353312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V="1">
            <a:off x="13944600" y="474789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V="1">
            <a:off x="14356079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14767559" y="474116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>
            <a:off x="1517904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1559052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>
            <a:off x="1600200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>
            <a:off x="1641348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1682496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V="1">
            <a:off x="12298680" y="48898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12915900" y="48133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V="1">
            <a:off x="1353312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V="1">
            <a:off x="14150340" y="471119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V="1">
            <a:off x="14767559" y="4685664"/>
            <a:ext cx="617221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V="1">
            <a:off x="1538478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>
            <a:off x="16002000" y="467715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16619220" y="468566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>
            <a:off x="17236440" y="471119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>
            <a:off x="17853660" y="47537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>
            <a:off x="18470880" y="481330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>
            <a:off x="19088100" y="488988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V="1">
            <a:off x="14767559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14973299" y="488442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1517904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1538478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V="1">
            <a:off x="15590520" y="48101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V="1">
            <a:off x="15796259" y="48051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16002000" y="48051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16207740" y="481012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1641348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1661922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1682496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1703070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V="1">
            <a:off x="14767559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V="1">
            <a:off x="15179039" y="4848860"/>
            <a:ext cx="411481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1559052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1600200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V="1">
            <a:off x="1641348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V="1">
            <a:off x="1682496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17236440" y="474116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17647920" y="474789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18059400" y="47680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18470880" y="48017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18882360" y="484886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19293840" y="490943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V="1">
            <a:off x="1723644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V="1">
            <a:off x="1744218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V="1">
            <a:off x="1764792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V="1">
            <a:off x="1785366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V="1">
            <a:off x="18059400" y="48101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18265139" y="48051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18470880" y="48051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18676620" y="481012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18882360" y="48249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19088100" y="48497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19293840" y="48844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19499580" y="49289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V="1">
            <a:off x="2423160" y="6163436"/>
            <a:ext cx="205739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V="1">
            <a:off x="2628899" y="611886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283464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V="1">
            <a:off x="304038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V="1">
            <a:off x="3246120" y="604456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3451860" y="603961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>
            <a:off x="3657600" y="603961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>
            <a:off x="3863339" y="604456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>
            <a:off x="406908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>
            <a:off x="427482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>
            <a:off x="4480560" y="611886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>
            <a:off x="4686300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V="1">
            <a:off x="2423160" y="6143878"/>
            <a:ext cx="411479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2834639" y="608330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324612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365760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4069080" y="598233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4480559" y="597560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>
            <a:off x="4892040" y="597560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5303520" y="598233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571500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612648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653796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694944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2423160" y="612432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3040379" y="604774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V="1">
            <a:off x="365760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V="1">
            <a:off x="4274820" y="594563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V="1">
            <a:off x="4892040" y="592010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V="1">
            <a:off x="5509260" y="591159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>
            <a:off x="6126480" y="591159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>
            <a:off x="6743700" y="592010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>
            <a:off x="7360920" y="594563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>
            <a:off x="797814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>
            <a:off x="859536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>
            <a:off x="921258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V="1">
            <a:off x="2423160" y="610476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3246119" y="601218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406908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489204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5715000" y="585787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V="1">
            <a:off x="6537960" y="584758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>
            <a:off x="7360920" y="584758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>
            <a:off x="8183880" y="585787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>
            <a:off x="900684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982980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10652760" y="601218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>
            <a:off x="11475720" y="610476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V="1">
            <a:off x="2423160" y="6085204"/>
            <a:ext cx="1028699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V="1">
            <a:off x="3451859" y="5976620"/>
            <a:ext cx="1028701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V="1">
            <a:off x="4480560" y="589216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V="1">
            <a:off x="5509260" y="583184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V="1">
            <a:off x="6537960" y="5795644"/>
            <a:ext cx="1028699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V="1">
            <a:off x="7566659" y="5783580"/>
            <a:ext cx="1028701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>
            <a:off x="8595360" y="578358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>
            <a:off x="9624060" y="579564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>
            <a:off x="10652760" y="583184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>
            <a:off x="11681460" y="589216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>
            <a:off x="12710160" y="5976619"/>
            <a:ext cx="1028699" cy="108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>
            <a:off x="13738859" y="608520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V="1">
            <a:off x="2423160" y="606564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3657599" y="594106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4892040" y="584415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 flipV="1">
            <a:off x="6126480" y="577494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 flipV="1">
            <a:off x="7360920" y="5733414"/>
            <a:ext cx="1234439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8595359" y="5719572"/>
            <a:ext cx="1234441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>
            <a:off x="9829800" y="571957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>
            <a:off x="11064240" y="573341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>
            <a:off x="12298680" y="577494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>
            <a:off x="13533120" y="584415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>
            <a:off x="14767559" y="594106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001999" y="6065646"/>
            <a:ext cx="1234441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V="1">
            <a:off x="2423160" y="6046088"/>
            <a:ext cx="1440179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V="1">
            <a:off x="3863339" y="5905500"/>
            <a:ext cx="1440181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 flipV="1">
            <a:off x="5303520" y="579615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V="1">
            <a:off x="6743700" y="571804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 flipV="1">
            <a:off x="8183880" y="567118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V="1">
            <a:off x="9624060" y="5655564"/>
            <a:ext cx="1440180" cy="1562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11064240" y="565556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>
            <a:off x="12504420" y="567118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>
            <a:off x="13944600" y="571804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>
            <a:off x="15384780" y="579615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>
            <a:off x="16824960" y="5905500"/>
            <a:ext cx="1440179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>
            <a:off x="18265139" y="6046088"/>
            <a:ext cx="1440181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 flipV="1">
            <a:off x="4892040" y="616343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V="1">
            <a:off x="5097780" y="611886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V="1">
            <a:off x="530352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V="1">
            <a:off x="550926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 flipV="1">
            <a:off x="5715000" y="604456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V="1">
            <a:off x="5920739" y="603961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>
            <a:off x="6126480" y="603961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>
            <a:off x="6332220" y="604456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>
            <a:off x="653796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674370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6949440" y="611886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>
            <a:off x="7155180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 flipV="1">
            <a:off x="489204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 flipV="1">
            <a:off x="530352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 1109"/>
          <p:cNvCxnSpPr/>
          <p:nvPr/>
        </p:nvCxnSpPr>
        <p:spPr>
          <a:xfrm flipV="1">
            <a:off x="571500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Connector 1110"/>
          <p:cNvCxnSpPr/>
          <p:nvPr/>
        </p:nvCxnSpPr>
        <p:spPr>
          <a:xfrm flipV="1">
            <a:off x="612648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 flipV="1">
            <a:off x="6537960" y="598233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 flipV="1">
            <a:off x="6949439" y="597560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>
            <a:off x="7360920" y="597560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>
            <a:off x="7772400" y="598233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>
            <a:off x="8183879" y="600252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>
            <a:off x="859536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 1117"/>
          <p:cNvCxnSpPr/>
          <p:nvPr/>
        </p:nvCxnSpPr>
        <p:spPr>
          <a:xfrm>
            <a:off x="900684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nector 1118"/>
          <p:cNvCxnSpPr/>
          <p:nvPr/>
        </p:nvCxnSpPr>
        <p:spPr>
          <a:xfrm>
            <a:off x="941832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 1119"/>
          <p:cNvCxnSpPr/>
          <p:nvPr/>
        </p:nvCxnSpPr>
        <p:spPr>
          <a:xfrm flipV="1">
            <a:off x="489204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Connector 1120"/>
          <p:cNvCxnSpPr/>
          <p:nvPr/>
        </p:nvCxnSpPr>
        <p:spPr>
          <a:xfrm flipV="1">
            <a:off x="550926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nector 1121"/>
          <p:cNvCxnSpPr/>
          <p:nvPr/>
        </p:nvCxnSpPr>
        <p:spPr>
          <a:xfrm flipV="1">
            <a:off x="612648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 1122"/>
          <p:cNvCxnSpPr/>
          <p:nvPr/>
        </p:nvCxnSpPr>
        <p:spPr>
          <a:xfrm flipV="1">
            <a:off x="6743700" y="594563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nector 1123"/>
          <p:cNvCxnSpPr/>
          <p:nvPr/>
        </p:nvCxnSpPr>
        <p:spPr>
          <a:xfrm flipV="1">
            <a:off x="7360920" y="592010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 1124"/>
          <p:cNvCxnSpPr/>
          <p:nvPr/>
        </p:nvCxnSpPr>
        <p:spPr>
          <a:xfrm flipV="1">
            <a:off x="7978140" y="591159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 1125"/>
          <p:cNvCxnSpPr/>
          <p:nvPr/>
        </p:nvCxnSpPr>
        <p:spPr>
          <a:xfrm>
            <a:off x="8595360" y="591159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>
            <a:off x="9212580" y="592010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9829800" y="594563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1044702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1106424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1168146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 flipV="1">
            <a:off x="4892040" y="610476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 flipV="1">
            <a:off x="5715000" y="601218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 flipV="1">
            <a:off x="653796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 flipV="1">
            <a:off x="736092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 flipV="1">
            <a:off x="8183880" y="585787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 flipV="1">
            <a:off x="9006840" y="584758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>
            <a:off x="9829800" y="584758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>
            <a:off x="10652760" y="585787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>
            <a:off x="1147572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Connector 1140"/>
          <p:cNvCxnSpPr/>
          <p:nvPr/>
        </p:nvCxnSpPr>
        <p:spPr>
          <a:xfrm>
            <a:off x="1229868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nector 1141"/>
          <p:cNvCxnSpPr/>
          <p:nvPr/>
        </p:nvCxnSpPr>
        <p:spPr>
          <a:xfrm>
            <a:off x="13121640" y="601218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nector 1142"/>
          <p:cNvCxnSpPr/>
          <p:nvPr/>
        </p:nvCxnSpPr>
        <p:spPr>
          <a:xfrm>
            <a:off x="13944599" y="610476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onnector 1143"/>
          <p:cNvCxnSpPr/>
          <p:nvPr/>
        </p:nvCxnSpPr>
        <p:spPr>
          <a:xfrm flipV="1">
            <a:off x="4892040" y="608520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 flipV="1">
            <a:off x="5920740" y="597662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 flipV="1">
            <a:off x="6949440" y="589216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 flipV="1">
            <a:off x="7978140" y="583184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 flipV="1">
            <a:off x="9006840" y="579564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 flipV="1">
            <a:off x="10035540" y="578358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>
            <a:off x="11064240" y="578358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nector 1150"/>
          <p:cNvCxnSpPr/>
          <p:nvPr/>
        </p:nvCxnSpPr>
        <p:spPr>
          <a:xfrm>
            <a:off x="12092940" y="579564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 1151"/>
          <p:cNvCxnSpPr/>
          <p:nvPr/>
        </p:nvCxnSpPr>
        <p:spPr>
          <a:xfrm>
            <a:off x="13121640" y="583184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>
            <a:off x="14150340" y="589216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5179040" y="5976619"/>
            <a:ext cx="1028699" cy="108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207739" y="608520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 flipV="1">
            <a:off x="4892040" y="606564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V="1">
            <a:off x="6126480" y="594106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 flipV="1">
            <a:off x="7360920" y="584415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Connector 1158"/>
          <p:cNvCxnSpPr/>
          <p:nvPr/>
        </p:nvCxnSpPr>
        <p:spPr>
          <a:xfrm flipV="1">
            <a:off x="8595360" y="577494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Connector 1159"/>
          <p:cNvCxnSpPr/>
          <p:nvPr/>
        </p:nvCxnSpPr>
        <p:spPr>
          <a:xfrm flipV="1">
            <a:off x="9829800" y="5733414"/>
            <a:ext cx="1234440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V="1">
            <a:off x="11064240" y="5719572"/>
            <a:ext cx="1234440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>
            <a:off x="12298680" y="571957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 1162"/>
          <p:cNvCxnSpPr/>
          <p:nvPr/>
        </p:nvCxnSpPr>
        <p:spPr>
          <a:xfrm>
            <a:off x="13533120" y="573341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Connector 1163"/>
          <p:cNvCxnSpPr/>
          <p:nvPr/>
        </p:nvCxnSpPr>
        <p:spPr>
          <a:xfrm>
            <a:off x="14767559" y="577494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Connector 1164"/>
          <p:cNvCxnSpPr/>
          <p:nvPr/>
        </p:nvCxnSpPr>
        <p:spPr>
          <a:xfrm>
            <a:off x="16002000" y="584415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>
            <a:off x="17236440" y="594106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>
            <a:off x="18470880" y="606564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 flipV="1">
            <a:off x="7360920" y="616343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 flipV="1">
            <a:off x="7566660" y="611886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 flipV="1">
            <a:off x="777240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 flipV="1">
            <a:off x="797814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 flipV="1">
            <a:off x="8183880" y="604456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 flipV="1">
            <a:off x="8389619" y="603961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nector 1173"/>
          <p:cNvCxnSpPr/>
          <p:nvPr/>
        </p:nvCxnSpPr>
        <p:spPr>
          <a:xfrm>
            <a:off x="8595360" y="603961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Connector 1174"/>
          <p:cNvCxnSpPr/>
          <p:nvPr/>
        </p:nvCxnSpPr>
        <p:spPr>
          <a:xfrm>
            <a:off x="8801100" y="604456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>
            <a:off x="900684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>
            <a:off x="921258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9418320" y="611886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9624060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 flipV="1">
            <a:off x="736092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 flipV="1">
            <a:off x="7772400" y="608330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 flipV="1">
            <a:off x="8183879" y="603618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 flipV="1">
            <a:off x="859536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 flipV="1">
            <a:off x="9006840" y="598233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 flipV="1">
            <a:off x="9418320" y="597560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9829800" y="597560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>
            <a:off x="10241280" y="598233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>
            <a:off x="1065276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>
            <a:off x="1106424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>
            <a:off x="1147572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>
            <a:off x="1188720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 flipV="1">
            <a:off x="736092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 flipV="1">
            <a:off x="797814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 flipV="1">
            <a:off x="859536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 flipV="1">
            <a:off x="9212580" y="594563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 flipV="1">
            <a:off x="9829800" y="592010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 flipV="1">
            <a:off x="10447020" y="591159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>
            <a:off x="11064240" y="591159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>
            <a:off x="11681460" y="592010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>
            <a:off x="12298680" y="594563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>
            <a:off x="1291590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>
            <a:off x="13533120" y="6047740"/>
            <a:ext cx="617219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>
            <a:off x="14150339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Connector 1203"/>
          <p:cNvCxnSpPr/>
          <p:nvPr/>
        </p:nvCxnSpPr>
        <p:spPr>
          <a:xfrm flipV="1">
            <a:off x="7360920" y="610476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nector 1204"/>
          <p:cNvCxnSpPr/>
          <p:nvPr/>
        </p:nvCxnSpPr>
        <p:spPr>
          <a:xfrm flipV="1">
            <a:off x="8183879" y="601218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nector 1205"/>
          <p:cNvCxnSpPr/>
          <p:nvPr/>
        </p:nvCxnSpPr>
        <p:spPr>
          <a:xfrm flipV="1">
            <a:off x="900684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 flipV="1">
            <a:off x="982980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 flipV="1">
            <a:off x="10652760" y="585787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 1208"/>
          <p:cNvCxnSpPr/>
          <p:nvPr/>
        </p:nvCxnSpPr>
        <p:spPr>
          <a:xfrm flipV="1">
            <a:off x="11475720" y="584758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>
            <a:off x="12298680" y="584758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>
            <a:off x="13121640" y="585787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>
            <a:off x="13944600" y="588873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>
            <a:off x="14767559" y="594017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>
            <a:off x="15590520" y="601218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>
            <a:off x="16413480" y="610476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 flipV="1">
            <a:off x="7360920" y="608520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 flipV="1">
            <a:off x="8389620" y="597662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nector 1217"/>
          <p:cNvCxnSpPr/>
          <p:nvPr/>
        </p:nvCxnSpPr>
        <p:spPr>
          <a:xfrm flipV="1">
            <a:off x="9418320" y="589216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 flipV="1">
            <a:off x="10447020" y="583184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 flipV="1">
            <a:off x="11475720" y="579564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 flipV="1">
            <a:off x="12504420" y="578358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>
            <a:off x="13533120" y="578358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>
            <a:off x="14561820" y="579564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nector 1223"/>
          <p:cNvCxnSpPr/>
          <p:nvPr/>
        </p:nvCxnSpPr>
        <p:spPr>
          <a:xfrm>
            <a:off x="15590520" y="583184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 1224"/>
          <p:cNvCxnSpPr/>
          <p:nvPr/>
        </p:nvCxnSpPr>
        <p:spPr>
          <a:xfrm>
            <a:off x="16619220" y="589216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7647920" y="5976619"/>
            <a:ext cx="1028699" cy="108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8676619" y="608520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 flipV="1">
            <a:off x="9829800" y="616343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 flipV="1">
            <a:off x="10035540" y="611886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 flipV="1">
            <a:off x="1024128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 flipV="1">
            <a:off x="1044702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V="1">
            <a:off x="10652760" y="604456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 flipV="1">
            <a:off x="10858500" y="603961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>
            <a:off x="11064240" y="603961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>
            <a:off x="11269980" y="604456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Connector 1235"/>
          <p:cNvCxnSpPr/>
          <p:nvPr/>
        </p:nvCxnSpPr>
        <p:spPr>
          <a:xfrm>
            <a:off x="1147572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>
            <a:off x="1168146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>
            <a:off x="11887200" y="611886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1238"/>
          <p:cNvCxnSpPr/>
          <p:nvPr/>
        </p:nvCxnSpPr>
        <p:spPr>
          <a:xfrm>
            <a:off x="12092940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 flipV="1">
            <a:off x="982980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 flipV="1">
            <a:off x="1024128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 flipV="1">
            <a:off x="1065276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 flipV="1">
            <a:off x="1106424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 flipV="1">
            <a:off x="11475720" y="598233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 flipV="1">
            <a:off x="11887200" y="597560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>
            <a:off x="12298680" y="597560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 1246"/>
          <p:cNvCxnSpPr/>
          <p:nvPr/>
        </p:nvCxnSpPr>
        <p:spPr>
          <a:xfrm>
            <a:off x="12710160" y="598233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>
            <a:off x="1312164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>
            <a:off x="1353312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>
            <a:off x="13944600" y="608330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>
            <a:off x="14356079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 flipV="1">
            <a:off x="982980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 flipV="1">
            <a:off x="1044702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 flipV="1">
            <a:off x="1106424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 flipV="1">
            <a:off x="11681460" y="594563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 flipV="1">
            <a:off x="12298680" y="592010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 flipV="1">
            <a:off x="12915900" y="591159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Connector 1257"/>
          <p:cNvCxnSpPr/>
          <p:nvPr/>
        </p:nvCxnSpPr>
        <p:spPr>
          <a:xfrm>
            <a:off x="13533120" y="591159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Connector 1258"/>
          <p:cNvCxnSpPr/>
          <p:nvPr/>
        </p:nvCxnSpPr>
        <p:spPr>
          <a:xfrm>
            <a:off x="14150340" y="5920105"/>
            <a:ext cx="617219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Connector 1259"/>
          <p:cNvCxnSpPr/>
          <p:nvPr/>
        </p:nvCxnSpPr>
        <p:spPr>
          <a:xfrm>
            <a:off x="14767559" y="5945631"/>
            <a:ext cx="617221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nector 1260"/>
          <p:cNvCxnSpPr/>
          <p:nvPr/>
        </p:nvCxnSpPr>
        <p:spPr>
          <a:xfrm>
            <a:off x="1538478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>
            <a:off x="16002000" y="6047740"/>
            <a:ext cx="617219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>
            <a:off x="16619219" y="6124320"/>
            <a:ext cx="617221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 flipV="1">
            <a:off x="9829800" y="610476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5" name="Connector 1264"/>
          <p:cNvCxnSpPr/>
          <p:nvPr/>
        </p:nvCxnSpPr>
        <p:spPr>
          <a:xfrm flipV="1">
            <a:off x="10652760" y="601218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6" name="Connector 1265"/>
          <p:cNvCxnSpPr/>
          <p:nvPr/>
        </p:nvCxnSpPr>
        <p:spPr>
          <a:xfrm flipV="1">
            <a:off x="1147572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7" name="Connector 1266"/>
          <p:cNvCxnSpPr/>
          <p:nvPr/>
        </p:nvCxnSpPr>
        <p:spPr>
          <a:xfrm flipV="1">
            <a:off x="1229868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8" name="Connector 1267"/>
          <p:cNvCxnSpPr/>
          <p:nvPr/>
        </p:nvCxnSpPr>
        <p:spPr>
          <a:xfrm flipV="1">
            <a:off x="13121640" y="585787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9" name="Connector 1268"/>
          <p:cNvCxnSpPr/>
          <p:nvPr/>
        </p:nvCxnSpPr>
        <p:spPr>
          <a:xfrm flipV="1">
            <a:off x="13944600" y="5847588"/>
            <a:ext cx="822959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0" name="Connector 1269"/>
          <p:cNvCxnSpPr/>
          <p:nvPr/>
        </p:nvCxnSpPr>
        <p:spPr>
          <a:xfrm>
            <a:off x="14767559" y="584758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Connector 1270"/>
          <p:cNvCxnSpPr/>
          <p:nvPr/>
        </p:nvCxnSpPr>
        <p:spPr>
          <a:xfrm>
            <a:off x="15590520" y="585787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Connector 1271"/>
          <p:cNvCxnSpPr/>
          <p:nvPr/>
        </p:nvCxnSpPr>
        <p:spPr>
          <a:xfrm>
            <a:off x="16413480" y="588873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Connector 1272"/>
          <p:cNvCxnSpPr/>
          <p:nvPr/>
        </p:nvCxnSpPr>
        <p:spPr>
          <a:xfrm>
            <a:off x="17236440" y="594017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4" name="Connector 1273"/>
          <p:cNvCxnSpPr/>
          <p:nvPr/>
        </p:nvCxnSpPr>
        <p:spPr>
          <a:xfrm>
            <a:off x="18059400" y="601218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Connector 1274"/>
          <p:cNvCxnSpPr/>
          <p:nvPr/>
        </p:nvCxnSpPr>
        <p:spPr>
          <a:xfrm>
            <a:off x="18882360" y="610476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6" name="Connector 1275"/>
          <p:cNvCxnSpPr/>
          <p:nvPr/>
        </p:nvCxnSpPr>
        <p:spPr>
          <a:xfrm flipV="1">
            <a:off x="12298680" y="616343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Connector 1276"/>
          <p:cNvCxnSpPr/>
          <p:nvPr/>
        </p:nvCxnSpPr>
        <p:spPr>
          <a:xfrm flipV="1">
            <a:off x="12504420" y="611886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8" name="Connector 1277"/>
          <p:cNvCxnSpPr/>
          <p:nvPr/>
        </p:nvCxnSpPr>
        <p:spPr>
          <a:xfrm flipV="1">
            <a:off x="1271016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Connector 1278"/>
          <p:cNvCxnSpPr/>
          <p:nvPr/>
        </p:nvCxnSpPr>
        <p:spPr>
          <a:xfrm flipV="1">
            <a:off x="1291590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Connector 1279"/>
          <p:cNvCxnSpPr/>
          <p:nvPr/>
        </p:nvCxnSpPr>
        <p:spPr>
          <a:xfrm flipV="1">
            <a:off x="13121640" y="604456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Connector 1280"/>
          <p:cNvCxnSpPr/>
          <p:nvPr/>
        </p:nvCxnSpPr>
        <p:spPr>
          <a:xfrm flipV="1">
            <a:off x="13327379" y="603961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 1281"/>
          <p:cNvCxnSpPr/>
          <p:nvPr/>
        </p:nvCxnSpPr>
        <p:spPr>
          <a:xfrm>
            <a:off x="13533120" y="603961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3" name="Connector 1282"/>
          <p:cNvCxnSpPr/>
          <p:nvPr/>
        </p:nvCxnSpPr>
        <p:spPr>
          <a:xfrm>
            <a:off x="13738860" y="604456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4" name="Connector 1283"/>
          <p:cNvCxnSpPr/>
          <p:nvPr/>
        </p:nvCxnSpPr>
        <p:spPr>
          <a:xfrm>
            <a:off x="1394460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" name="Connector 1284"/>
          <p:cNvCxnSpPr/>
          <p:nvPr/>
        </p:nvCxnSpPr>
        <p:spPr>
          <a:xfrm>
            <a:off x="1415034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6" name="Connector 1285"/>
          <p:cNvCxnSpPr/>
          <p:nvPr/>
        </p:nvCxnSpPr>
        <p:spPr>
          <a:xfrm>
            <a:off x="14356080" y="6118860"/>
            <a:ext cx="205739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7" name="Connector 1286"/>
          <p:cNvCxnSpPr/>
          <p:nvPr/>
        </p:nvCxnSpPr>
        <p:spPr>
          <a:xfrm>
            <a:off x="14561819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Connector 1287"/>
          <p:cNvCxnSpPr/>
          <p:nvPr/>
        </p:nvCxnSpPr>
        <p:spPr>
          <a:xfrm flipV="1">
            <a:off x="1229868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9" name="Connector 1288"/>
          <p:cNvCxnSpPr/>
          <p:nvPr/>
        </p:nvCxnSpPr>
        <p:spPr>
          <a:xfrm flipV="1">
            <a:off x="1271016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 1289"/>
          <p:cNvCxnSpPr/>
          <p:nvPr/>
        </p:nvCxnSpPr>
        <p:spPr>
          <a:xfrm flipV="1">
            <a:off x="1312164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1" name="Connector 1290"/>
          <p:cNvCxnSpPr/>
          <p:nvPr/>
        </p:nvCxnSpPr>
        <p:spPr>
          <a:xfrm flipV="1">
            <a:off x="1353312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2" name="Connector 1291"/>
          <p:cNvCxnSpPr/>
          <p:nvPr/>
        </p:nvCxnSpPr>
        <p:spPr>
          <a:xfrm flipV="1">
            <a:off x="13944600" y="598233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3" name="Connector 1292"/>
          <p:cNvCxnSpPr/>
          <p:nvPr/>
        </p:nvCxnSpPr>
        <p:spPr>
          <a:xfrm flipV="1">
            <a:off x="14356079" y="597560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4" name="Connector 1293"/>
          <p:cNvCxnSpPr/>
          <p:nvPr/>
        </p:nvCxnSpPr>
        <p:spPr>
          <a:xfrm>
            <a:off x="14767559" y="597560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5" name="Connector 1294"/>
          <p:cNvCxnSpPr/>
          <p:nvPr/>
        </p:nvCxnSpPr>
        <p:spPr>
          <a:xfrm>
            <a:off x="15179040" y="598233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>
            <a:off x="1559052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>
            <a:off x="1600200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Connector 1297"/>
          <p:cNvCxnSpPr/>
          <p:nvPr/>
        </p:nvCxnSpPr>
        <p:spPr>
          <a:xfrm>
            <a:off x="1641348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Connector 1298"/>
          <p:cNvCxnSpPr/>
          <p:nvPr/>
        </p:nvCxnSpPr>
        <p:spPr>
          <a:xfrm>
            <a:off x="1682496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 flipV="1">
            <a:off x="1229868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 flipV="1">
            <a:off x="1291590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2" name="Connector 1301"/>
          <p:cNvCxnSpPr/>
          <p:nvPr/>
        </p:nvCxnSpPr>
        <p:spPr>
          <a:xfrm flipV="1">
            <a:off x="1353312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3" name="Connector 1302"/>
          <p:cNvCxnSpPr/>
          <p:nvPr/>
        </p:nvCxnSpPr>
        <p:spPr>
          <a:xfrm flipV="1">
            <a:off x="14150340" y="594563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4" name="Connector 1303"/>
          <p:cNvCxnSpPr/>
          <p:nvPr/>
        </p:nvCxnSpPr>
        <p:spPr>
          <a:xfrm flipV="1">
            <a:off x="14767559" y="5920104"/>
            <a:ext cx="617221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5" name="Connector 1304"/>
          <p:cNvCxnSpPr/>
          <p:nvPr/>
        </p:nvCxnSpPr>
        <p:spPr>
          <a:xfrm flipV="1">
            <a:off x="15384780" y="591159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6" name="Connector 1305"/>
          <p:cNvCxnSpPr/>
          <p:nvPr/>
        </p:nvCxnSpPr>
        <p:spPr>
          <a:xfrm>
            <a:off x="16002000" y="591159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7" name="Connector 1306"/>
          <p:cNvCxnSpPr/>
          <p:nvPr/>
        </p:nvCxnSpPr>
        <p:spPr>
          <a:xfrm>
            <a:off x="16619220" y="592010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8" name="Connector 1307"/>
          <p:cNvCxnSpPr/>
          <p:nvPr/>
        </p:nvCxnSpPr>
        <p:spPr>
          <a:xfrm>
            <a:off x="17236440" y="594563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9" name="Connector 1308"/>
          <p:cNvCxnSpPr/>
          <p:nvPr/>
        </p:nvCxnSpPr>
        <p:spPr>
          <a:xfrm>
            <a:off x="17853660" y="598817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0" name="Connector 1309"/>
          <p:cNvCxnSpPr/>
          <p:nvPr/>
        </p:nvCxnSpPr>
        <p:spPr>
          <a:xfrm>
            <a:off x="18470880" y="604774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1" name="Connector 1310"/>
          <p:cNvCxnSpPr/>
          <p:nvPr/>
        </p:nvCxnSpPr>
        <p:spPr>
          <a:xfrm>
            <a:off x="19088100" y="612432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2" name="Connector 1311"/>
          <p:cNvCxnSpPr/>
          <p:nvPr/>
        </p:nvCxnSpPr>
        <p:spPr>
          <a:xfrm flipV="1">
            <a:off x="14767559" y="616343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3" name="Connector 1312"/>
          <p:cNvCxnSpPr/>
          <p:nvPr/>
        </p:nvCxnSpPr>
        <p:spPr>
          <a:xfrm flipV="1">
            <a:off x="14973299" y="611886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4" name="Connector 1313"/>
          <p:cNvCxnSpPr/>
          <p:nvPr/>
        </p:nvCxnSpPr>
        <p:spPr>
          <a:xfrm flipV="1">
            <a:off x="1517904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5" name="Connector 1314"/>
          <p:cNvCxnSpPr/>
          <p:nvPr/>
        </p:nvCxnSpPr>
        <p:spPr>
          <a:xfrm flipV="1">
            <a:off x="1538478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6" name="Connector 1315"/>
          <p:cNvCxnSpPr/>
          <p:nvPr/>
        </p:nvCxnSpPr>
        <p:spPr>
          <a:xfrm flipV="1">
            <a:off x="15590520" y="604456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7" name="Connector 1316"/>
          <p:cNvCxnSpPr/>
          <p:nvPr/>
        </p:nvCxnSpPr>
        <p:spPr>
          <a:xfrm flipV="1">
            <a:off x="15796259" y="603961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8" name="Connector 1317"/>
          <p:cNvCxnSpPr/>
          <p:nvPr/>
        </p:nvCxnSpPr>
        <p:spPr>
          <a:xfrm>
            <a:off x="16002000" y="603961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9" name="Connector 1318"/>
          <p:cNvCxnSpPr/>
          <p:nvPr/>
        </p:nvCxnSpPr>
        <p:spPr>
          <a:xfrm>
            <a:off x="16207740" y="604456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0" name="Connector 1319"/>
          <p:cNvCxnSpPr/>
          <p:nvPr/>
        </p:nvCxnSpPr>
        <p:spPr>
          <a:xfrm>
            <a:off x="1641348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1" name="Connector 1320"/>
          <p:cNvCxnSpPr/>
          <p:nvPr/>
        </p:nvCxnSpPr>
        <p:spPr>
          <a:xfrm>
            <a:off x="1661922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2" name="Connector 1321"/>
          <p:cNvCxnSpPr/>
          <p:nvPr/>
        </p:nvCxnSpPr>
        <p:spPr>
          <a:xfrm>
            <a:off x="16824960" y="611886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3" name="Connector 1322"/>
          <p:cNvCxnSpPr/>
          <p:nvPr/>
        </p:nvCxnSpPr>
        <p:spPr>
          <a:xfrm>
            <a:off x="17030700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4" name="Connector 1323"/>
          <p:cNvCxnSpPr/>
          <p:nvPr/>
        </p:nvCxnSpPr>
        <p:spPr>
          <a:xfrm flipV="1">
            <a:off x="14767559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5" name="Connector 1324"/>
          <p:cNvCxnSpPr/>
          <p:nvPr/>
        </p:nvCxnSpPr>
        <p:spPr>
          <a:xfrm flipV="1">
            <a:off x="15179039" y="608330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6" name="Connector 1325"/>
          <p:cNvCxnSpPr/>
          <p:nvPr/>
        </p:nvCxnSpPr>
        <p:spPr>
          <a:xfrm flipV="1">
            <a:off x="1559052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7" name="Connector 1326"/>
          <p:cNvCxnSpPr/>
          <p:nvPr/>
        </p:nvCxnSpPr>
        <p:spPr>
          <a:xfrm flipV="1">
            <a:off x="1600200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8" name="Connector 1327"/>
          <p:cNvCxnSpPr/>
          <p:nvPr/>
        </p:nvCxnSpPr>
        <p:spPr>
          <a:xfrm flipV="1">
            <a:off x="16413480" y="598233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9" name="Connector 1328"/>
          <p:cNvCxnSpPr/>
          <p:nvPr/>
        </p:nvCxnSpPr>
        <p:spPr>
          <a:xfrm flipV="1">
            <a:off x="16824960" y="597560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0" name="Connector 1329"/>
          <p:cNvCxnSpPr/>
          <p:nvPr/>
        </p:nvCxnSpPr>
        <p:spPr>
          <a:xfrm>
            <a:off x="17236440" y="597560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1" name="Connector 1330"/>
          <p:cNvCxnSpPr/>
          <p:nvPr/>
        </p:nvCxnSpPr>
        <p:spPr>
          <a:xfrm>
            <a:off x="17647920" y="598233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2" name="Connector 1331"/>
          <p:cNvCxnSpPr/>
          <p:nvPr/>
        </p:nvCxnSpPr>
        <p:spPr>
          <a:xfrm>
            <a:off x="18059400" y="600252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3" name="Connector 1332"/>
          <p:cNvCxnSpPr/>
          <p:nvPr/>
        </p:nvCxnSpPr>
        <p:spPr>
          <a:xfrm>
            <a:off x="18470880" y="603618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4" name="Connector 1333"/>
          <p:cNvCxnSpPr/>
          <p:nvPr/>
        </p:nvCxnSpPr>
        <p:spPr>
          <a:xfrm>
            <a:off x="18882360" y="608330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5" name="Connector 1334"/>
          <p:cNvCxnSpPr/>
          <p:nvPr/>
        </p:nvCxnSpPr>
        <p:spPr>
          <a:xfrm>
            <a:off x="19293840" y="614387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6" name="Connector 1335"/>
          <p:cNvCxnSpPr/>
          <p:nvPr/>
        </p:nvCxnSpPr>
        <p:spPr>
          <a:xfrm flipV="1">
            <a:off x="17236440" y="616343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7" name="Connector 1336"/>
          <p:cNvCxnSpPr/>
          <p:nvPr/>
        </p:nvCxnSpPr>
        <p:spPr>
          <a:xfrm flipV="1">
            <a:off x="17442180" y="611886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8" name="Connector 1337"/>
          <p:cNvCxnSpPr/>
          <p:nvPr/>
        </p:nvCxnSpPr>
        <p:spPr>
          <a:xfrm flipV="1">
            <a:off x="1764792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9" name="Connector 1338"/>
          <p:cNvCxnSpPr/>
          <p:nvPr/>
        </p:nvCxnSpPr>
        <p:spPr>
          <a:xfrm flipV="1">
            <a:off x="1785366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0" name="Connector 1339"/>
          <p:cNvCxnSpPr/>
          <p:nvPr/>
        </p:nvCxnSpPr>
        <p:spPr>
          <a:xfrm flipV="1">
            <a:off x="18059400" y="604456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1" name="Connector 1340"/>
          <p:cNvCxnSpPr/>
          <p:nvPr/>
        </p:nvCxnSpPr>
        <p:spPr>
          <a:xfrm flipV="1">
            <a:off x="18265139" y="603961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2" name="Connector 1341"/>
          <p:cNvCxnSpPr/>
          <p:nvPr/>
        </p:nvCxnSpPr>
        <p:spPr>
          <a:xfrm>
            <a:off x="18470880" y="603961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3" name="Connector 1342"/>
          <p:cNvCxnSpPr/>
          <p:nvPr/>
        </p:nvCxnSpPr>
        <p:spPr>
          <a:xfrm>
            <a:off x="18676620" y="604456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4" name="Connector 1343"/>
          <p:cNvCxnSpPr/>
          <p:nvPr/>
        </p:nvCxnSpPr>
        <p:spPr>
          <a:xfrm>
            <a:off x="18882360" y="605942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5" name="Connector 1344"/>
          <p:cNvCxnSpPr/>
          <p:nvPr/>
        </p:nvCxnSpPr>
        <p:spPr>
          <a:xfrm>
            <a:off x="19088100" y="608418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6" name="Connector 1345"/>
          <p:cNvCxnSpPr/>
          <p:nvPr/>
        </p:nvCxnSpPr>
        <p:spPr>
          <a:xfrm>
            <a:off x="19293840" y="611886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7" name="Connector 1346"/>
          <p:cNvCxnSpPr/>
          <p:nvPr/>
        </p:nvCxnSpPr>
        <p:spPr>
          <a:xfrm>
            <a:off x="19499580" y="616343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8" name="Connector 1347"/>
          <p:cNvCxnSpPr/>
          <p:nvPr/>
        </p:nvCxnSpPr>
        <p:spPr>
          <a:xfrm flipV="1">
            <a:off x="2423160" y="7397876"/>
            <a:ext cx="205739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9" name="Connector 1348"/>
          <p:cNvCxnSpPr/>
          <p:nvPr/>
        </p:nvCxnSpPr>
        <p:spPr>
          <a:xfrm flipV="1">
            <a:off x="2628899" y="735330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0" name="Connector 1349"/>
          <p:cNvCxnSpPr/>
          <p:nvPr/>
        </p:nvCxnSpPr>
        <p:spPr>
          <a:xfrm flipV="1">
            <a:off x="283464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1" name="Connector 1350"/>
          <p:cNvCxnSpPr/>
          <p:nvPr/>
        </p:nvCxnSpPr>
        <p:spPr>
          <a:xfrm flipV="1">
            <a:off x="304038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2" name="Connector 1351"/>
          <p:cNvCxnSpPr/>
          <p:nvPr/>
        </p:nvCxnSpPr>
        <p:spPr>
          <a:xfrm flipV="1">
            <a:off x="3246120" y="727900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3" name="Connector 1352"/>
          <p:cNvCxnSpPr/>
          <p:nvPr/>
        </p:nvCxnSpPr>
        <p:spPr>
          <a:xfrm flipV="1">
            <a:off x="3451860" y="727405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4" name="Connector 1353"/>
          <p:cNvCxnSpPr/>
          <p:nvPr/>
        </p:nvCxnSpPr>
        <p:spPr>
          <a:xfrm>
            <a:off x="3657600" y="727405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5" name="Connector 1354"/>
          <p:cNvCxnSpPr/>
          <p:nvPr/>
        </p:nvCxnSpPr>
        <p:spPr>
          <a:xfrm>
            <a:off x="3863339" y="727900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6" name="Connector 1355"/>
          <p:cNvCxnSpPr/>
          <p:nvPr/>
        </p:nvCxnSpPr>
        <p:spPr>
          <a:xfrm>
            <a:off x="406908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7" name="Connector 1356"/>
          <p:cNvCxnSpPr/>
          <p:nvPr/>
        </p:nvCxnSpPr>
        <p:spPr>
          <a:xfrm>
            <a:off x="427482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8" name="Connector 1357"/>
          <p:cNvCxnSpPr/>
          <p:nvPr/>
        </p:nvCxnSpPr>
        <p:spPr>
          <a:xfrm>
            <a:off x="448056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9" name="Connector 1358"/>
          <p:cNvCxnSpPr/>
          <p:nvPr/>
        </p:nvCxnSpPr>
        <p:spPr>
          <a:xfrm>
            <a:off x="468630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0" name="Connector 1359"/>
          <p:cNvCxnSpPr/>
          <p:nvPr/>
        </p:nvCxnSpPr>
        <p:spPr>
          <a:xfrm flipV="1">
            <a:off x="2423160" y="7378318"/>
            <a:ext cx="411479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1" name="Connector 1360"/>
          <p:cNvCxnSpPr/>
          <p:nvPr/>
        </p:nvCxnSpPr>
        <p:spPr>
          <a:xfrm flipV="1">
            <a:off x="2834639" y="731774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2" name="Connector 1361"/>
          <p:cNvCxnSpPr/>
          <p:nvPr/>
        </p:nvCxnSpPr>
        <p:spPr>
          <a:xfrm flipV="1">
            <a:off x="324612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3" name="Connector 1362"/>
          <p:cNvCxnSpPr/>
          <p:nvPr/>
        </p:nvCxnSpPr>
        <p:spPr>
          <a:xfrm flipV="1">
            <a:off x="365760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4" name="Connector 1363"/>
          <p:cNvCxnSpPr/>
          <p:nvPr/>
        </p:nvCxnSpPr>
        <p:spPr>
          <a:xfrm flipV="1">
            <a:off x="4069080" y="721677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5" name="Connector 1364"/>
          <p:cNvCxnSpPr/>
          <p:nvPr/>
        </p:nvCxnSpPr>
        <p:spPr>
          <a:xfrm flipV="1">
            <a:off x="4480559" y="721004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6" name="Connector 1365"/>
          <p:cNvCxnSpPr/>
          <p:nvPr/>
        </p:nvCxnSpPr>
        <p:spPr>
          <a:xfrm>
            <a:off x="4892040" y="721004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7" name="Connector 1366"/>
          <p:cNvCxnSpPr/>
          <p:nvPr/>
        </p:nvCxnSpPr>
        <p:spPr>
          <a:xfrm>
            <a:off x="5303520" y="721677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8" name="Connector 1367"/>
          <p:cNvCxnSpPr/>
          <p:nvPr/>
        </p:nvCxnSpPr>
        <p:spPr>
          <a:xfrm>
            <a:off x="571500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9" name="Connector 1368"/>
          <p:cNvCxnSpPr/>
          <p:nvPr/>
        </p:nvCxnSpPr>
        <p:spPr>
          <a:xfrm>
            <a:off x="612648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0" name="Connector 1369"/>
          <p:cNvCxnSpPr/>
          <p:nvPr/>
        </p:nvCxnSpPr>
        <p:spPr>
          <a:xfrm>
            <a:off x="653796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694944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 flipV="1">
            <a:off x="2423160" y="735876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3" name="Connector 1372"/>
          <p:cNvCxnSpPr/>
          <p:nvPr/>
        </p:nvCxnSpPr>
        <p:spPr>
          <a:xfrm flipV="1">
            <a:off x="3040379" y="728218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4" name="Connector 1373"/>
          <p:cNvCxnSpPr/>
          <p:nvPr/>
        </p:nvCxnSpPr>
        <p:spPr>
          <a:xfrm flipV="1">
            <a:off x="365760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5" name="Connector 1374"/>
          <p:cNvCxnSpPr/>
          <p:nvPr/>
        </p:nvCxnSpPr>
        <p:spPr>
          <a:xfrm flipV="1">
            <a:off x="4274820" y="718007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6" name="Connector 1375"/>
          <p:cNvCxnSpPr/>
          <p:nvPr/>
        </p:nvCxnSpPr>
        <p:spPr>
          <a:xfrm flipV="1">
            <a:off x="4892040" y="715454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7" name="Connector 1376"/>
          <p:cNvCxnSpPr/>
          <p:nvPr/>
        </p:nvCxnSpPr>
        <p:spPr>
          <a:xfrm flipV="1">
            <a:off x="5509260" y="714603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8" name="Connector 1377"/>
          <p:cNvCxnSpPr/>
          <p:nvPr/>
        </p:nvCxnSpPr>
        <p:spPr>
          <a:xfrm>
            <a:off x="6126480" y="714603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9" name="Connector 1378"/>
          <p:cNvCxnSpPr/>
          <p:nvPr/>
        </p:nvCxnSpPr>
        <p:spPr>
          <a:xfrm>
            <a:off x="6743700" y="715454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0" name="Connector 1379"/>
          <p:cNvCxnSpPr/>
          <p:nvPr/>
        </p:nvCxnSpPr>
        <p:spPr>
          <a:xfrm>
            <a:off x="7360920" y="718007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1" name="Connector 1380"/>
          <p:cNvCxnSpPr/>
          <p:nvPr/>
        </p:nvCxnSpPr>
        <p:spPr>
          <a:xfrm>
            <a:off x="797814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2" name="Connector 1381"/>
          <p:cNvCxnSpPr/>
          <p:nvPr/>
        </p:nvCxnSpPr>
        <p:spPr>
          <a:xfrm>
            <a:off x="8595360" y="728218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3" name="Connector 1382"/>
          <p:cNvCxnSpPr/>
          <p:nvPr/>
        </p:nvCxnSpPr>
        <p:spPr>
          <a:xfrm>
            <a:off x="9212580" y="735876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4" name="Connector 1383"/>
          <p:cNvCxnSpPr/>
          <p:nvPr/>
        </p:nvCxnSpPr>
        <p:spPr>
          <a:xfrm flipV="1">
            <a:off x="2423160" y="733920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5" name="Connector 1384"/>
          <p:cNvCxnSpPr/>
          <p:nvPr/>
        </p:nvCxnSpPr>
        <p:spPr>
          <a:xfrm flipV="1">
            <a:off x="3246119" y="724662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6" name="Connector 1385"/>
          <p:cNvCxnSpPr/>
          <p:nvPr/>
        </p:nvCxnSpPr>
        <p:spPr>
          <a:xfrm flipV="1">
            <a:off x="406908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7" name="Connector 1386"/>
          <p:cNvCxnSpPr/>
          <p:nvPr/>
        </p:nvCxnSpPr>
        <p:spPr>
          <a:xfrm flipV="1">
            <a:off x="489204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8" name="Connector 1387"/>
          <p:cNvCxnSpPr/>
          <p:nvPr/>
        </p:nvCxnSpPr>
        <p:spPr>
          <a:xfrm flipV="1">
            <a:off x="5715000" y="709231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9" name="Connector 1388"/>
          <p:cNvCxnSpPr/>
          <p:nvPr/>
        </p:nvCxnSpPr>
        <p:spPr>
          <a:xfrm flipV="1">
            <a:off x="6537960" y="708202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0" name="Connector 1389"/>
          <p:cNvCxnSpPr/>
          <p:nvPr/>
        </p:nvCxnSpPr>
        <p:spPr>
          <a:xfrm>
            <a:off x="7360920" y="708202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1" name="Connector 1390"/>
          <p:cNvCxnSpPr/>
          <p:nvPr/>
        </p:nvCxnSpPr>
        <p:spPr>
          <a:xfrm>
            <a:off x="8183880" y="709231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2" name="Connector 1391"/>
          <p:cNvCxnSpPr/>
          <p:nvPr/>
        </p:nvCxnSpPr>
        <p:spPr>
          <a:xfrm>
            <a:off x="900684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3" name="Connector 1392"/>
          <p:cNvCxnSpPr/>
          <p:nvPr/>
        </p:nvCxnSpPr>
        <p:spPr>
          <a:xfrm>
            <a:off x="982980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4" name="Connector 1393"/>
          <p:cNvCxnSpPr/>
          <p:nvPr/>
        </p:nvCxnSpPr>
        <p:spPr>
          <a:xfrm>
            <a:off x="10652760" y="724662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5" name="Connector 1394"/>
          <p:cNvCxnSpPr/>
          <p:nvPr/>
        </p:nvCxnSpPr>
        <p:spPr>
          <a:xfrm>
            <a:off x="11475720" y="733920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6" name="Connector 1395"/>
          <p:cNvCxnSpPr/>
          <p:nvPr/>
        </p:nvCxnSpPr>
        <p:spPr>
          <a:xfrm flipV="1">
            <a:off x="2423160" y="7319644"/>
            <a:ext cx="1028699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Connector 1396"/>
          <p:cNvCxnSpPr/>
          <p:nvPr/>
        </p:nvCxnSpPr>
        <p:spPr>
          <a:xfrm flipV="1">
            <a:off x="3451859" y="7211060"/>
            <a:ext cx="1028701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8" name="Connector 1397"/>
          <p:cNvCxnSpPr/>
          <p:nvPr/>
        </p:nvCxnSpPr>
        <p:spPr>
          <a:xfrm flipV="1">
            <a:off x="4480560" y="712660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9" name="Connector 1398"/>
          <p:cNvCxnSpPr/>
          <p:nvPr/>
        </p:nvCxnSpPr>
        <p:spPr>
          <a:xfrm flipV="1">
            <a:off x="5509260" y="706628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0" name="Connector 1399"/>
          <p:cNvCxnSpPr/>
          <p:nvPr/>
        </p:nvCxnSpPr>
        <p:spPr>
          <a:xfrm flipV="1">
            <a:off x="6537960" y="7030084"/>
            <a:ext cx="1028699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1" name="Connector 1400"/>
          <p:cNvCxnSpPr/>
          <p:nvPr/>
        </p:nvCxnSpPr>
        <p:spPr>
          <a:xfrm flipV="1">
            <a:off x="7566659" y="7018020"/>
            <a:ext cx="1028701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2" name="Connector 1401"/>
          <p:cNvCxnSpPr/>
          <p:nvPr/>
        </p:nvCxnSpPr>
        <p:spPr>
          <a:xfrm>
            <a:off x="8595360" y="701802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nector 1402"/>
          <p:cNvCxnSpPr/>
          <p:nvPr/>
        </p:nvCxnSpPr>
        <p:spPr>
          <a:xfrm>
            <a:off x="9624060" y="703008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4" name="Connector 1403"/>
          <p:cNvCxnSpPr/>
          <p:nvPr/>
        </p:nvCxnSpPr>
        <p:spPr>
          <a:xfrm>
            <a:off x="10652760" y="706628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5" name="Connector 1404"/>
          <p:cNvCxnSpPr/>
          <p:nvPr/>
        </p:nvCxnSpPr>
        <p:spPr>
          <a:xfrm>
            <a:off x="11681460" y="712660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6" name="Connector 1405"/>
          <p:cNvCxnSpPr/>
          <p:nvPr/>
        </p:nvCxnSpPr>
        <p:spPr>
          <a:xfrm>
            <a:off x="12710160" y="721106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7" name="Connector 1406"/>
          <p:cNvCxnSpPr/>
          <p:nvPr/>
        </p:nvCxnSpPr>
        <p:spPr>
          <a:xfrm>
            <a:off x="13738859" y="731964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8" name="Connector 1407"/>
          <p:cNvCxnSpPr/>
          <p:nvPr/>
        </p:nvCxnSpPr>
        <p:spPr>
          <a:xfrm flipV="1">
            <a:off x="2423160" y="730008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9" name="Connector 1408"/>
          <p:cNvCxnSpPr/>
          <p:nvPr/>
        </p:nvCxnSpPr>
        <p:spPr>
          <a:xfrm flipV="1">
            <a:off x="3657599" y="717550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0" name="Connector 1409"/>
          <p:cNvCxnSpPr/>
          <p:nvPr/>
        </p:nvCxnSpPr>
        <p:spPr>
          <a:xfrm flipV="1">
            <a:off x="4892040" y="707859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1" name="Connector 1410"/>
          <p:cNvCxnSpPr/>
          <p:nvPr/>
        </p:nvCxnSpPr>
        <p:spPr>
          <a:xfrm flipV="1">
            <a:off x="6126480" y="700938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2" name="Connector 1411"/>
          <p:cNvCxnSpPr/>
          <p:nvPr/>
        </p:nvCxnSpPr>
        <p:spPr>
          <a:xfrm flipV="1">
            <a:off x="7360920" y="6967854"/>
            <a:ext cx="1234439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3" name="Connector 1412"/>
          <p:cNvCxnSpPr/>
          <p:nvPr/>
        </p:nvCxnSpPr>
        <p:spPr>
          <a:xfrm flipV="1">
            <a:off x="8595359" y="6954012"/>
            <a:ext cx="1234441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4" name="Connector 1413"/>
          <p:cNvCxnSpPr/>
          <p:nvPr/>
        </p:nvCxnSpPr>
        <p:spPr>
          <a:xfrm>
            <a:off x="9829800" y="695401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nector 1414"/>
          <p:cNvCxnSpPr/>
          <p:nvPr/>
        </p:nvCxnSpPr>
        <p:spPr>
          <a:xfrm>
            <a:off x="11064240" y="696785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6" name="Connector 1415"/>
          <p:cNvCxnSpPr/>
          <p:nvPr/>
        </p:nvCxnSpPr>
        <p:spPr>
          <a:xfrm>
            <a:off x="12298680" y="700938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7" name="Connector 1416"/>
          <p:cNvCxnSpPr/>
          <p:nvPr/>
        </p:nvCxnSpPr>
        <p:spPr>
          <a:xfrm>
            <a:off x="13533120" y="707859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8" name="Connector 1417"/>
          <p:cNvCxnSpPr/>
          <p:nvPr/>
        </p:nvCxnSpPr>
        <p:spPr>
          <a:xfrm>
            <a:off x="14767559" y="717550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9" name="Connector 1418"/>
          <p:cNvCxnSpPr/>
          <p:nvPr/>
        </p:nvCxnSpPr>
        <p:spPr>
          <a:xfrm>
            <a:off x="16001999" y="7300087"/>
            <a:ext cx="1234441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0" name="Connector 1419"/>
          <p:cNvCxnSpPr/>
          <p:nvPr/>
        </p:nvCxnSpPr>
        <p:spPr>
          <a:xfrm flipV="1">
            <a:off x="2423160" y="7280528"/>
            <a:ext cx="1440179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1" name="Connector 1420"/>
          <p:cNvCxnSpPr/>
          <p:nvPr/>
        </p:nvCxnSpPr>
        <p:spPr>
          <a:xfrm flipV="1">
            <a:off x="3863339" y="7139940"/>
            <a:ext cx="1440181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2" name="Connector 1421"/>
          <p:cNvCxnSpPr/>
          <p:nvPr/>
        </p:nvCxnSpPr>
        <p:spPr>
          <a:xfrm flipV="1">
            <a:off x="5303520" y="703059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3" name="Connector 1422"/>
          <p:cNvCxnSpPr/>
          <p:nvPr/>
        </p:nvCxnSpPr>
        <p:spPr>
          <a:xfrm flipV="1">
            <a:off x="6743700" y="695248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4" name="Connector 1423"/>
          <p:cNvCxnSpPr/>
          <p:nvPr/>
        </p:nvCxnSpPr>
        <p:spPr>
          <a:xfrm flipV="1">
            <a:off x="8183880" y="690562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5" name="Connector 1424"/>
          <p:cNvCxnSpPr/>
          <p:nvPr/>
        </p:nvCxnSpPr>
        <p:spPr>
          <a:xfrm flipV="1">
            <a:off x="9624060" y="6890004"/>
            <a:ext cx="1440180" cy="1562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6" name="Connector 1425"/>
          <p:cNvCxnSpPr/>
          <p:nvPr/>
        </p:nvCxnSpPr>
        <p:spPr>
          <a:xfrm>
            <a:off x="11064240" y="6890004"/>
            <a:ext cx="1440180" cy="1562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7" name="Connector 1426"/>
          <p:cNvCxnSpPr/>
          <p:nvPr/>
        </p:nvCxnSpPr>
        <p:spPr>
          <a:xfrm>
            <a:off x="12504420" y="690562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8" name="Connector 1427"/>
          <p:cNvCxnSpPr/>
          <p:nvPr/>
        </p:nvCxnSpPr>
        <p:spPr>
          <a:xfrm>
            <a:off x="13944600" y="695248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9" name="Connector 1428"/>
          <p:cNvCxnSpPr/>
          <p:nvPr/>
        </p:nvCxnSpPr>
        <p:spPr>
          <a:xfrm>
            <a:off x="15384780" y="703059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0" name="Connector 1429"/>
          <p:cNvCxnSpPr/>
          <p:nvPr/>
        </p:nvCxnSpPr>
        <p:spPr>
          <a:xfrm>
            <a:off x="16824960" y="7139940"/>
            <a:ext cx="1440179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1" name="Connector 1430"/>
          <p:cNvCxnSpPr/>
          <p:nvPr/>
        </p:nvCxnSpPr>
        <p:spPr>
          <a:xfrm>
            <a:off x="18265139" y="7280528"/>
            <a:ext cx="1440181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2" name="Connector 1431"/>
          <p:cNvCxnSpPr/>
          <p:nvPr/>
        </p:nvCxnSpPr>
        <p:spPr>
          <a:xfrm flipV="1">
            <a:off x="489204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3" name="Connector 1432"/>
          <p:cNvCxnSpPr/>
          <p:nvPr/>
        </p:nvCxnSpPr>
        <p:spPr>
          <a:xfrm flipV="1">
            <a:off x="509778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" name="Connector 1433"/>
          <p:cNvCxnSpPr/>
          <p:nvPr/>
        </p:nvCxnSpPr>
        <p:spPr>
          <a:xfrm flipV="1">
            <a:off x="530352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" name="Connector 1434"/>
          <p:cNvCxnSpPr/>
          <p:nvPr/>
        </p:nvCxnSpPr>
        <p:spPr>
          <a:xfrm flipV="1">
            <a:off x="550926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6" name="Connector 1435"/>
          <p:cNvCxnSpPr/>
          <p:nvPr/>
        </p:nvCxnSpPr>
        <p:spPr>
          <a:xfrm flipV="1">
            <a:off x="5715000" y="727900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nector 1436"/>
          <p:cNvCxnSpPr/>
          <p:nvPr/>
        </p:nvCxnSpPr>
        <p:spPr>
          <a:xfrm flipV="1">
            <a:off x="5920739" y="727405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8" name="Connector 1437"/>
          <p:cNvCxnSpPr/>
          <p:nvPr/>
        </p:nvCxnSpPr>
        <p:spPr>
          <a:xfrm>
            <a:off x="6126480" y="727405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9" name="Connector 1438"/>
          <p:cNvCxnSpPr/>
          <p:nvPr/>
        </p:nvCxnSpPr>
        <p:spPr>
          <a:xfrm>
            <a:off x="6332220" y="727900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0" name="Connector 1439"/>
          <p:cNvCxnSpPr/>
          <p:nvPr/>
        </p:nvCxnSpPr>
        <p:spPr>
          <a:xfrm>
            <a:off x="653796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1" name="Connector 1440"/>
          <p:cNvCxnSpPr/>
          <p:nvPr/>
        </p:nvCxnSpPr>
        <p:spPr>
          <a:xfrm>
            <a:off x="674370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nector 1441"/>
          <p:cNvCxnSpPr/>
          <p:nvPr/>
        </p:nvCxnSpPr>
        <p:spPr>
          <a:xfrm>
            <a:off x="694944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3" name="Connector 1442"/>
          <p:cNvCxnSpPr/>
          <p:nvPr/>
        </p:nvCxnSpPr>
        <p:spPr>
          <a:xfrm>
            <a:off x="715518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 flipV="1">
            <a:off x="489204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 flipV="1">
            <a:off x="530352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nector 1445"/>
          <p:cNvCxnSpPr/>
          <p:nvPr/>
        </p:nvCxnSpPr>
        <p:spPr>
          <a:xfrm flipV="1">
            <a:off x="571500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7" name="Connector 1446"/>
          <p:cNvCxnSpPr/>
          <p:nvPr/>
        </p:nvCxnSpPr>
        <p:spPr>
          <a:xfrm flipV="1">
            <a:off x="612648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8" name="Connector 1447"/>
          <p:cNvCxnSpPr/>
          <p:nvPr/>
        </p:nvCxnSpPr>
        <p:spPr>
          <a:xfrm flipV="1">
            <a:off x="6537960" y="721677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9" name="Connector 1448"/>
          <p:cNvCxnSpPr/>
          <p:nvPr/>
        </p:nvCxnSpPr>
        <p:spPr>
          <a:xfrm flipV="1">
            <a:off x="6949439" y="721004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0" name="Connector 1449"/>
          <p:cNvCxnSpPr/>
          <p:nvPr/>
        </p:nvCxnSpPr>
        <p:spPr>
          <a:xfrm>
            <a:off x="7360920" y="721004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1" name="Connector 1450"/>
          <p:cNvCxnSpPr/>
          <p:nvPr/>
        </p:nvCxnSpPr>
        <p:spPr>
          <a:xfrm>
            <a:off x="7772400" y="721677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2" name="Connector 1451"/>
          <p:cNvCxnSpPr/>
          <p:nvPr/>
        </p:nvCxnSpPr>
        <p:spPr>
          <a:xfrm>
            <a:off x="8183879" y="723696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3" name="Connector 1452"/>
          <p:cNvCxnSpPr/>
          <p:nvPr/>
        </p:nvCxnSpPr>
        <p:spPr>
          <a:xfrm>
            <a:off x="859536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4" name="Connector 1453"/>
          <p:cNvCxnSpPr/>
          <p:nvPr/>
        </p:nvCxnSpPr>
        <p:spPr>
          <a:xfrm>
            <a:off x="900684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5" name="Connector 1454"/>
          <p:cNvCxnSpPr/>
          <p:nvPr/>
        </p:nvCxnSpPr>
        <p:spPr>
          <a:xfrm>
            <a:off x="941832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6" name="Connector 1455"/>
          <p:cNvCxnSpPr/>
          <p:nvPr/>
        </p:nvCxnSpPr>
        <p:spPr>
          <a:xfrm flipV="1">
            <a:off x="4892040" y="735876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7" name="Connector 1456"/>
          <p:cNvCxnSpPr/>
          <p:nvPr/>
        </p:nvCxnSpPr>
        <p:spPr>
          <a:xfrm flipV="1">
            <a:off x="5509260" y="728218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8" name="Connector 1457"/>
          <p:cNvCxnSpPr/>
          <p:nvPr/>
        </p:nvCxnSpPr>
        <p:spPr>
          <a:xfrm flipV="1">
            <a:off x="612648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9" name="Connector 1458"/>
          <p:cNvCxnSpPr/>
          <p:nvPr/>
        </p:nvCxnSpPr>
        <p:spPr>
          <a:xfrm flipV="1">
            <a:off x="6743700" y="718007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0" name="Connector 1459"/>
          <p:cNvCxnSpPr/>
          <p:nvPr/>
        </p:nvCxnSpPr>
        <p:spPr>
          <a:xfrm flipV="1">
            <a:off x="7360920" y="715454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1" name="Connector 1460"/>
          <p:cNvCxnSpPr/>
          <p:nvPr/>
        </p:nvCxnSpPr>
        <p:spPr>
          <a:xfrm flipV="1">
            <a:off x="7978140" y="714603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2" name="Connector 1461"/>
          <p:cNvCxnSpPr/>
          <p:nvPr/>
        </p:nvCxnSpPr>
        <p:spPr>
          <a:xfrm>
            <a:off x="8595360" y="714603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3" name="Connector 1462"/>
          <p:cNvCxnSpPr/>
          <p:nvPr/>
        </p:nvCxnSpPr>
        <p:spPr>
          <a:xfrm>
            <a:off x="9212580" y="715454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4" name="Connector 1463"/>
          <p:cNvCxnSpPr/>
          <p:nvPr/>
        </p:nvCxnSpPr>
        <p:spPr>
          <a:xfrm>
            <a:off x="9829800" y="718007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5" name="Connector 1464"/>
          <p:cNvCxnSpPr/>
          <p:nvPr/>
        </p:nvCxnSpPr>
        <p:spPr>
          <a:xfrm>
            <a:off x="1044702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6" name="Connector 1465"/>
          <p:cNvCxnSpPr/>
          <p:nvPr/>
        </p:nvCxnSpPr>
        <p:spPr>
          <a:xfrm>
            <a:off x="11064240" y="728218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nector 1466"/>
          <p:cNvCxnSpPr/>
          <p:nvPr/>
        </p:nvCxnSpPr>
        <p:spPr>
          <a:xfrm>
            <a:off x="11681460" y="735876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8" name="Connector 1467"/>
          <p:cNvCxnSpPr/>
          <p:nvPr/>
        </p:nvCxnSpPr>
        <p:spPr>
          <a:xfrm flipV="1">
            <a:off x="4892040" y="733920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9" name="Connector 1468"/>
          <p:cNvCxnSpPr/>
          <p:nvPr/>
        </p:nvCxnSpPr>
        <p:spPr>
          <a:xfrm flipV="1">
            <a:off x="5715000" y="724662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nector 1469"/>
          <p:cNvCxnSpPr/>
          <p:nvPr/>
        </p:nvCxnSpPr>
        <p:spPr>
          <a:xfrm flipV="1">
            <a:off x="653796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1" name="Connector 1470"/>
          <p:cNvCxnSpPr/>
          <p:nvPr/>
        </p:nvCxnSpPr>
        <p:spPr>
          <a:xfrm flipV="1">
            <a:off x="736092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2" name="Connector 1471"/>
          <p:cNvCxnSpPr/>
          <p:nvPr/>
        </p:nvCxnSpPr>
        <p:spPr>
          <a:xfrm flipV="1">
            <a:off x="8183880" y="709231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3" name="Connector 1472"/>
          <p:cNvCxnSpPr/>
          <p:nvPr/>
        </p:nvCxnSpPr>
        <p:spPr>
          <a:xfrm flipV="1">
            <a:off x="9006840" y="708202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4" name="Connector 1473"/>
          <p:cNvCxnSpPr/>
          <p:nvPr/>
        </p:nvCxnSpPr>
        <p:spPr>
          <a:xfrm>
            <a:off x="9829800" y="708202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5" name="Connector 1474"/>
          <p:cNvCxnSpPr/>
          <p:nvPr/>
        </p:nvCxnSpPr>
        <p:spPr>
          <a:xfrm>
            <a:off x="10652760" y="709231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6" name="Connector 1475"/>
          <p:cNvCxnSpPr/>
          <p:nvPr/>
        </p:nvCxnSpPr>
        <p:spPr>
          <a:xfrm>
            <a:off x="1147572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7" name="Connector 1476"/>
          <p:cNvCxnSpPr/>
          <p:nvPr/>
        </p:nvCxnSpPr>
        <p:spPr>
          <a:xfrm>
            <a:off x="1229868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8" name="Connector 1477"/>
          <p:cNvCxnSpPr/>
          <p:nvPr/>
        </p:nvCxnSpPr>
        <p:spPr>
          <a:xfrm>
            <a:off x="13121640" y="7246620"/>
            <a:ext cx="822959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9" name="Connector 1478"/>
          <p:cNvCxnSpPr/>
          <p:nvPr/>
        </p:nvCxnSpPr>
        <p:spPr>
          <a:xfrm>
            <a:off x="13944599" y="733920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0" name="Connector 1479"/>
          <p:cNvCxnSpPr/>
          <p:nvPr/>
        </p:nvCxnSpPr>
        <p:spPr>
          <a:xfrm flipV="1">
            <a:off x="4892040" y="731964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1" name="Connector 1480"/>
          <p:cNvCxnSpPr/>
          <p:nvPr/>
        </p:nvCxnSpPr>
        <p:spPr>
          <a:xfrm flipV="1">
            <a:off x="5920740" y="721106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2" name="Connector 1481"/>
          <p:cNvCxnSpPr/>
          <p:nvPr/>
        </p:nvCxnSpPr>
        <p:spPr>
          <a:xfrm flipV="1">
            <a:off x="6949440" y="712660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3" name="Connector 1482"/>
          <p:cNvCxnSpPr/>
          <p:nvPr/>
        </p:nvCxnSpPr>
        <p:spPr>
          <a:xfrm flipV="1">
            <a:off x="7978140" y="706628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4" name="Connector 1483"/>
          <p:cNvCxnSpPr/>
          <p:nvPr/>
        </p:nvCxnSpPr>
        <p:spPr>
          <a:xfrm flipV="1">
            <a:off x="9006840" y="703008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5" name="Connector 1484"/>
          <p:cNvCxnSpPr/>
          <p:nvPr/>
        </p:nvCxnSpPr>
        <p:spPr>
          <a:xfrm flipV="1">
            <a:off x="10035540" y="701802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6" name="Connector 1485"/>
          <p:cNvCxnSpPr/>
          <p:nvPr/>
        </p:nvCxnSpPr>
        <p:spPr>
          <a:xfrm>
            <a:off x="11064240" y="701802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7" name="Connector 1486"/>
          <p:cNvCxnSpPr/>
          <p:nvPr/>
        </p:nvCxnSpPr>
        <p:spPr>
          <a:xfrm>
            <a:off x="12092940" y="703008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8" name="Connector 1487"/>
          <p:cNvCxnSpPr/>
          <p:nvPr/>
        </p:nvCxnSpPr>
        <p:spPr>
          <a:xfrm>
            <a:off x="13121640" y="706628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9" name="Connector 1488"/>
          <p:cNvCxnSpPr/>
          <p:nvPr/>
        </p:nvCxnSpPr>
        <p:spPr>
          <a:xfrm>
            <a:off x="14150340" y="712660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0" name="Connector 1489"/>
          <p:cNvCxnSpPr/>
          <p:nvPr/>
        </p:nvCxnSpPr>
        <p:spPr>
          <a:xfrm>
            <a:off x="15179040" y="721106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1" name="Connector 1490"/>
          <p:cNvCxnSpPr/>
          <p:nvPr/>
        </p:nvCxnSpPr>
        <p:spPr>
          <a:xfrm>
            <a:off x="16207739" y="731964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2" name="Connector 1491"/>
          <p:cNvCxnSpPr/>
          <p:nvPr/>
        </p:nvCxnSpPr>
        <p:spPr>
          <a:xfrm flipV="1">
            <a:off x="4892040" y="730008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3" name="Connector 1492"/>
          <p:cNvCxnSpPr/>
          <p:nvPr/>
        </p:nvCxnSpPr>
        <p:spPr>
          <a:xfrm flipV="1">
            <a:off x="6126480" y="717550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4" name="Connector 1493"/>
          <p:cNvCxnSpPr/>
          <p:nvPr/>
        </p:nvCxnSpPr>
        <p:spPr>
          <a:xfrm flipV="1">
            <a:off x="7360920" y="707859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5" name="Connector 1494"/>
          <p:cNvCxnSpPr/>
          <p:nvPr/>
        </p:nvCxnSpPr>
        <p:spPr>
          <a:xfrm flipV="1">
            <a:off x="8595360" y="700938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6" name="Connector 1495"/>
          <p:cNvCxnSpPr/>
          <p:nvPr/>
        </p:nvCxnSpPr>
        <p:spPr>
          <a:xfrm flipV="1">
            <a:off x="9829800" y="6967854"/>
            <a:ext cx="1234440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7" name="Connector 1496"/>
          <p:cNvCxnSpPr/>
          <p:nvPr/>
        </p:nvCxnSpPr>
        <p:spPr>
          <a:xfrm flipV="1">
            <a:off x="11064240" y="6954012"/>
            <a:ext cx="1234440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8" name="Connector 1497"/>
          <p:cNvCxnSpPr/>
          <p:nvPr/>
        </p:nvCxnSpPr>
        <p:spPr>
          <a:xfrm>
            <a:off x="12298680" y="695401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9" name="Connector 1498"/>
          <p:cNvCxnSpPr/>
          <p:nvPr/>
        </p:nvCxnSpPr>
        <p:spPr>
          <a:xfrm>
            <a:off x="13533120" y="696785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0" name="Connector 1499"/>
          <p:cNvCxnSpPr/>
          <p:nvPr/>
        </p:nvCxnSpPr>
        <p:spPr>
          <a:xfrm>
            <a:off x="14767559" y="700938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1" name="Connector 1500"/>
          <p:cNvCxnSpPr/>
          <p:nvPr/>
        </p:nvCxnSpPr>
        <p:spPr>
          <a:xfrm>
            <a:off x="16002000" y="707859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2" name="Connector 1501"/>
          <p:cNvCxnSpPr/>
          <p:nvPr/>
        </p:nvCxnSpPr>
        <p:spPr>
          <a:xfrm>
            <a:off x="17236440" y="717550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3" name="Connector 1502"/>
          <p:cNvCxnSpPr/>
          <p:nvPr/>
        </p:nvCxnSpPr>
        <p:spPr>
          <a:xfrm>
            <a:off x="18470880" y="7300087"/>
            <a:ext cx="1234440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4" name="Connector 1503"/>
          <p:cNvCxnSpPr/>
          <p:nvPr/>
        </p:nvCxnSpPr>
        <p:spPr>
          <a:xfrm flipV="1">
            <a:off x="736092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5" name="Connector 1504"/>
          <p:cNvCxnSpPr/>
          <p:nvPr/>
        </p:nvCxnSpPr>
        <p:spPr>
          <a:xfrm flipV="1">
            <a:off x="756666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6" name="Connector 1505"/>
          <p:cNvCxnSpPr/>
          <p:nvPr/>
        </p:nvCxnSpPr>
        <p:spPr>
          <a:xfrm flipV="1">
            <a:off x="777240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7" name="Connector 1506"/>
          <p:cNvCxnSpPr/>
          <p:nvPr/>
        </p:nvCxnSpPr>
        <p:spPr>
          <a:xfrm flipV="1">
            <a:off x="797814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8" name="Connector 1507"/>
          <p:cNvCxnSpPr/>
          <p:nvPr/>
        </p:nvCxnSpPr>
        <p:spPr>
          <a:xfrm flipV="1">
            <a:off x="8183880" y="727900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9" name="Connector 1508"/>
          <p:cNvCxnSpPr/>
          <p:nvPr/>
        </p:nvCxnSpPr>
        <p:spPr>
          <a:xfrm flipV="1">
            <a:off x="8389619" y="727405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0" name="Connector 1509"/>
          <p:cNvCxnSpPr/>
          <p:nvPr/>
        </p:nvCxnSpPr>
        <p:spPr>
          <a:xfrm>
            <a:off x="8595360" y="727405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1" name="Connector 1510"/>
          <p:cNvCxnSpPr/>
          <p:nvPr/>
        </p:nvCxnSpPr>
        <p:spPr>
          <a:xfrm>
            <a:off x="8801100" y="727900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2" name="Connector 1511"/>
          <p:cNvCxnSpPr/>
          <p:nvPr/>
        </p:nvCxnSpPr>
        <p:spPr>
          <a:xfrm>
            <a:off x="900684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3" name="Connector 1512"/>
          <p:cNvCxnSpPr/>
          <p:nvPr/>
        </p:nvCxnSpPr>
        <p:spPr>
          <a:xfrm>
            <a:off x="921258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941832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962406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Connector 1515"/>
          <p:cNvCxnSpPr/>
          <p:nvPr/>
        </p:nvCxnSpPr>
        <p:spPr>
          <a:xfrm flipV="1">
            <a:off x="736092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7" name="Connector 1516"/>
          <p:cNvCxnSpPr/>
          <p:nvPr/>
        </p:nvCxnSpPr>
        <p:spPr>
          <a:xfrm flipV="1">
            <a:off x="7772400" y="731774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8" name="Connector 1517"/>
          <p:cNvCxnSpPr/>
          <p:nvPr/>
        </p:nvCxnSpPr>
        <p:spPr>
          <a:xfrm flipV="1">
            <a:off x="8183879" y="727062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9" name="Connector 1518"/>
          <p:cNvCxnSpPr/>
          <p:nvPr/>
        </p:nvCxnSpPr>
        <p:spPr>
          <a:xfrm flipV="1">
            <a:off x="859536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0" name="Connector 1519"/>
          <p:cNvCxnSpPr/>
          <p:nvPr/>
        </p:nvCxnSpPr>
        <p:spPr>
          <a:xfrm flipV="1">
            <a:off x="9006840" y="721677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1" name="Connector 1520"/>
          <p:cNvCxnSpPr/>
          <p:nvPr/>
        </p:nvCxnSpPr>
        <p:spPr>
          <a:xfrm flipV="1">
            <a:off x="9418320" y="721004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2" name="Connector 1521"/>
          <p:cNvCxnSpPr/>
          <p:nvPr/>
        </p:nvCxnSpPr>
        <p:spPr>
          <a:xfrm>
            <a:off x="9829800" y="721004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3" name="Connector 1522"/>
          <p:cNvCxnSpPr/>
          <p:nvPr/>
        </p:nvCxnSpPr>
        <p:spPr>
          <a:xfrm>
            <a:off x="10241280" y="721677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4" name="Connector 1523"/>
          <p:cNvCxnSpPr/>
          <p:nvPr/>
        </p:nvCxnSpPr>
        <p:spPr>
          <a:xfrm>
            <a:off x="1065276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5" name="Connector 1524"/>
          <p:cNvCxnSpPr/>
          <p:nvPr/>
        </p:nvCxnSpPr>
        <p:spPr>
          <a:xfrm>
            <a:off x="1106424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6" name="Connector 1525"/>
          <p:cNvCxnSpPr/>
          <p:nvPr/>
        </p:nvCxnSpPr>
        <p:spPr>
          <a:xfrm>
            <a:off x="1147572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7" name="Connector 1526"/>
          <p:cNvCxnSpPr/>
          <p:nvPr/>
        </p:nvCxnSpPr>
        <p:spPr>
          <a:xfrm>
            <a:off x="1188720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8" name="Connector 1527"/>
          <p:cNvCxnSpPr/>
          <p:nvPr/>
        </p:nvCxnSpPr>
        <p:spPr>
          <a:xfrm flipV="1">
            <a:off x="7360920" y="735876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9" name="Connector 1528"/>
          <p:cNvCxnSpPr/>
          <p:nvPr/>
        </p:nvCxnSpPr>
        <p:spPr>
          <a:xfrm flipV="1">
            <a:off x="7978140" y="728218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0" name="Connector 1529"/>
          <p:cNvCxnSpPr/>
          <p:nvPr/>
        </p:nvCxnSpPr>
        <p:spPr>
          <a:xfrm flipV="1">
            <a:off x="859536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1" name="Connector 1530"/>
          <p:cNvCxnSpPr/>
          <p:nvPr/>
        </p:nvCxnSpPr>
        <p:spPr>
          <a:xfrm flipV="1">
            <a:off x="9212580" y="718007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2" name="Connector 1531"/>
          <p:cNvCxnSpPr/>
          <p:nvPr/>
        </p:nvCxnSpPr>
        <p:spPr>
          <a:xfrm flipV="1">
            <a:off x="9829800" y="715454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3" name="Connector 1532"/>
          <p:cNvCxnSpPr/>
          <p:nvPr/>
        </p:nvCxnSpPr>
        <p:spPr>
          <a:xfrm flipV="1">
            <a:off x="10447020" y="714603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4" name="Connector 1533"/>
          <p:cNvCxnSpPr/>
          <p:nvPr/>
        </p:nvCxnSpPr>
        <p:spPr>
          <a:xfrm>
            <a:off x="11064240" y="714603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5" name="Connector 1534"/>
          <p:cNvCxnSpPr/>
          <p:nvPr/>
        </p:nvCxnSpPr>
        <p:spPr>
          <a:xfrm>
            <a:off x="11681460" y="715454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" name="Connector 1535"/>
          <p:cNvCxnSpPr/>
          <p:nvPr/>
        </p:nvCxnSpPr>
        <p:spPr>
          <a:xfrm>
            <a:off x="12298680" y="718007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" name="Connector 1536"/>
          <p:cNvCxnSpPr/>
          <p:nvPr/>
        </p:nvCxnSpPr>
        <p:spPr>
          <a:xfrm>
            <a:off x="1291590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" name="Connector 1537"/>
          <p:cNvCxnSpPr/>
          <p:nvPr/>
        </p:nvCxnSpPr>
        <p:spPr>
          <a:xfrm>
            <a:off x="13533120" y="728218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" name="Connector 1538"/>
          <p:cNvCxnSpPr/>
          <p:nvPr/>
        </p:nvCxnSpPr>
        <p:spPr>
          <a:xfrm>
            <a:off x="14150339" y="735876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" name="Connector 1539"/>
          <p:cNvCxnSpPr/>
          <p:nvPr/>
        </p:nvCxnSpPr>
        <p:spPr>
          <a:xfrm flipV="1">
            <a:off x="7360920" y="733920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" name="Connector 1540"/>
          <p:cNvCxnSpPr/>
          <p:nvPr/>
        </p:nvCxnSpPr>
        <p:spPr>
          <a:xfrm flipV="1">
            <a:off x="8183879" y="724662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2" name="Connector 1541"/>
          <p:cNvCxnSpPr/>
          <p:nvPr/>
        </p:nvCxnSpPr>
        <p:spPr>
          <a:xfrm flipV="1">
            <a:off x="900684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" name="Connector 1542"/>
          <p:cNvCxnSpPr/>
          <p:nvPr/>
        </p:nvCxnSpPr>
        <p:spPr>
          <a:xfrm flipV="1">
            <a:off x="982980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" name="Connector 1543"/>
          <p:cNvCxnSpPr/>
          <p:nvPr/>
        </p:nvCxnSpPr>
        <p:spPr>
          <a:xfrm flipV="1">
            <a:off x="10652760" y="709231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" name="Connector 1544"/>
          <p:cNvCxnSpPr/>
          <p:nvPr/>
        </p:nvCxnSpPr>
        <p:spPr>
          <a:xfrm flipV="1">
            <a:off x="11475720" y="708202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6" name="Connector 1545"/>
          <p:cNvCxnSpPr/>
          <p:nvPr/>
        </p:nvCxnSpPr>
        <p:spPr>
          <a:xfrm>
            <a:off x="12298680" y="708202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7" name="Connector 1546"/>
          <p:cNvCxnSpPr/>
          <p:nvPr/>
        </p:nvCxnSpPr>
        <p:spPr>
          <a:xfrm>
            <a:off x="13121640" y="709231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8" name="Connector 1547"/>
          <p:cNvCxnSpPr/>
          <p:nvPr/>
        </p:nvCxnSpPr>
        <p:spPr>
          <a:xfrm>
            <a:off x="13944600" y="712317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9" name="Connector 1548"/>
          <p:cNvCxnSpPr/>
          <p:nvPr/>
        </p:nvCxnSpPr>
        <p:spPr>
          <a:xfrm>
            <a:off x="14767559" y="717461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0" name="Connector 1549"/>
          <p:cNvCxnSpPr/>
          <p:nvPr/>
        </p:nvCxnSpPr>
        <p:spPr>
          <a:xfrm>
            <a:off x="15590520" y="724662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1" name="Connector 1550"/>
          <p:cNvCxnSpPr/>
          <p:nvPr/>
        </p:nvCxnSpPr>
        <p:spPr>
          <a:xfrm>
            <a:off x="16413480" y="733920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2" name="Connector 1551"/>
          <p:cNvCxnSpPr/>
          <p:nvPr/>
        </p:nvCxnSpPr>
        <p:spPr>
          <a:xfrm flipV="1">
            <a:off x="7360920" y="731964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Connector 1552"/>
          <p:cNvCxnSpPr/>
          <p:nvPr/>
        </p:nvCxnSpPr>
        <p:spPr>
          <a:xfrm flipV="1">
            <a:off x="8389620" y="721106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4" name="Connector 1553"/>
          <p:cNvCxnSpPr/>
          <p:nvPr/>
        </p:nvCxnSpPr>
        <p:spPr>
          <a:xfrm flipV="1">
            <a:off x="9418320" y="712660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5" name="Connector 1554"/>
          <p:cNvCxnSpPr/>
          <p:nvPr/>
        </p:nvCxnSpPr>
        <p:spPr>
          <a:xfrm flipV="1">
            <a:off x="10447020" y="706628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6" name="Connector 1555"/>
          <p:cNvCxnSpPr/>
          <p:nvPr/>
        </p:nvCxnSpPr>
        <p:spPr>
          <a:xfrm flipV="1">
            <a:off x="11475720" y="703008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7" name="Connector 1556"/>
          <p:cNvCxnSpPr/>
          <p:nvPr/>
        </p:nvCxnSpPr>
        <p:spPr>
          <a:xfrm flipV="1">
            <a:off x="12504420" y="701802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8" name="Connector 1557"/>
          <p:cNvCxnSpPr/>
          <p:nvPr/>
        </p:nvCxnSpPr>
        <p:spPr>
          <a:xfrm>
            <a:off x="13533120" y="701802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9" name="Connector 1558"/>
          <p:cNvCxnSpPr/>
          <p:nvPr/>
        </p:nvCxnSpPr>
        <p:spPr>
          <a:xfrm>
            <a:off x="14561820" y="703008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0" name="Connector 1559"/>
          <p:cNvCxnSpPr/>
          <p:nvPr/>
        </p:nvCxnSpPr>
        <p:spPr>
          <a:xfrm>
            <a:off x="15590520" y="706628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1" name="Connector 1560"/>
          <p:cNvCxnSpPr/>
          <p:nvPr/>
        </p:nvCxnSpPr>
        <p:spPr>
          <a:xfrm>
            <a:off x="16619220" y="712660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2" name="Connector 1561"/>
          <p:cNvCxnSpPr/>
          <p:nvPr/>
        </p:nvCxnSpPr>
        <p:spPr>
          <a:xfrm>
            <a:off x="17647920" y="721106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3" name="Connector 1562"/>
          <p:cNvCxnSpPr/>
          <p:nvPr/>
        </p:nvCxnSpPr>
        <p:spPr>
          <a:xfrm>
            <a:off x="18676619" y="731964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4" name="Connector 1563"/>
          <p:cNvCxnSpPr/>
          <p:nvPr/>
        </p:nvCxnSpPr>
        <p:spPr>
          <a:xfrm flipV="1">
            <a:off x="982980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5" name="Connector 1564"/>
          <p:cNvCxnSpPr/>
          <p:nvPr/>
        </p:nvCxnSpPr>
        <p:spPr>
          <a:xfrm flipV="1">
            <a:off x="1003554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6" name="Connector 1565"/>
          <p:cNvCxnSpPr/>
          <p:nvPr/>
        </p:nvCxnSpPr>
        <p:spPr>
          <a:xfrm flipV="1">
            <a:off x="1024128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7" name="Connector 1566"/>
          <p:cNvCxnSpPr/>
          <p:nvPr/>
        </p:nvCxnSpPr>
        <p:spPr>
          <a:xfrm flipV="1">
            <a:off x="1044702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8" name="Connector 1567"/>
          <p:cNvCxnSpPr/>
          <p:nvPr/>
        </p:nvCxnSpPr>
        <p:spPr>
          <a:xfrm flipV="1">
            <a:off x="10652760" y="727900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9" name="Connector 1568"/>
          <p:cNvCxnSpPr/>
          <p:nvPr/>
        </p:nvCxnSpPr>
        <p:spPr>
          <a:xfrm flipV="1">
            <a:off x="10858500" y="727405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0" name="Connector 1569"/>
          <p:cNvCxnSpPr/>
          <p:nvPr/>
        </p:nvCxnSpPr>
        <p:spPr>
          <a:xfrm>
            <a:off x="11064240" y="727405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1" name="Connector 1570"/>
          <p:cNvCxnSpPr/>
          <p:nvPr/>
        </p:nvCxnSpPr>
        <p:spPr>
          <a:xfrm>
            <a:off x="11269980" y="727900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2" name="Connector 1571"/>
          <p:cNvCxnSpPr/>
          <p:nvPr/>
        </p:nvCxnSpPr>
        <p:spPr>
          <a:xfrm>
            <a:off x="1147572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3" name="Connector 1572"/>
          <p:cNvCxnSpPr/>
          <p:nvPr/>
        </p:nvCxnSpPr>
        <p:spPr>
          <a:xfrm>
            <a:off x="1168146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4" name="Connector 1573"/>
          <p:cNvCxnSpPr/>
          <p:nvPr/>
        </p:nvCxnSpPr>
        <p:spPr>
          <a:xfrm>
            <a:off x="1188720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5" name="Connector 1574"/>
          <p:cNvCxnSpPr/>
          <p:nvPr/>
        </p:nvCxnSpPr>
        <p:spPr>
          <a:xfrm>
            <a:off x="1209294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6" name="Connector 1575"/>
          <p:cNvCxnSpPr/>
          <p:nvPr/>
        </p:nvCxnSpPr>
        <p:spPr>
          <a:xfrm flipV="1">
            <a:off x="982980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7" name="Connector 1576"/>
          <p:cNvCxnSpPr/>
          <p:nvPr/>
        </p:nvCxnSpPr>
        <p:spPr>
          <a:xfrm flipV="1">
            <a:off x="1024128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" name="Connector 1577"/>
          <p:cNvCxnSpPr/>
          <p:nvPr/>
        </p:nvCxnSpPr>
        <p:spPr>
          <a:xfrm flipV="1">
            <a:off x="1065276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9" name="Connector 1578"/>
          <p:cNvCxnSpPr/>
          <p:nvPr/>
        </p:nvCxnSpPr>
        <p:spPr>
          <a:xfrm flipV="1">
            <a:off x="1106424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" name="Connector 1579"/>
          <p:cNvCxnSpPr/>
          <p:nvPr/>
        </p:nvCxnSpPr>
        <p:spPr>
          <a:xfrm flipV="1">
            <a:off x="11475720" y="721677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" name="Connector 1580"/>
          <p:cNvCxnSpPr/>
          <p:nvPr/>
        </p:nvCxnSpPr>
        <p:spPr>
          <a:xfrm flipV="1">
            <a:off x="11887200" y="721004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" name="Connector 1581"/>
          <p:cNvCxnSpPr/>
          <p:nvPr/>
        </p:nvCxnSpPr>
        <p:spPr>
          <a:xfrm>
            <a:off x="12298680" y="721004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" name="Connector 1582"/>
          <p:cNvCxnSpPr/>
          <p:nvPr/>
        </p:nvCxnSpPr>
        <p:spPr>
          <a:xfrm>
            <a:off x="12710160" y="721677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4" name="Connector 1583"/>
          <p:cNvCxnSpPr/>
          <p:nvPr/>
        </p:nvCxnSpPr>
        <p:spPr>
          <a:xfrm>
            <a:off x="1312164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5" name="Connector 1584"/>
          <p:cNvCxnSpPr/>
          <p:nvPr/>
        </p:nvCxnSpPr>
        <p:spPr>
          <a:xfrm>
            <a:off x="1353312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6" name="Connector 1585"/>
          <p:cNvCxnSpPr/>
          <p:nvPr/>
        </p:nvCxnSpPr>
        <p:spPr>
          <a:xfrm>
            <a:off x="13944600" y="731774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7" name="Connector 1586"/>
          <p:cNvCxnSpPr/>
          <p:nvPr/>
        </p:nvCxnSpPr>
        <p:spPr>
          <a:xfrm>
            <a:off x="14356079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8" name="Connector 1587"/>
          <p:cNvCxnSpPr/>
          <p:nvPr/>
        </p:nvCxnSpPr>
        <p:spPr>
          <a:xfrm flipV="1">
            <a:off x="9829800" y="735876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9" name="Connector 1588"/>
          <p:cNvCxnSpPr/>
          <p:nvPr/>
        </p:nvCxnSpPr>
        <p:spPr>
          <a:xfrm flipV="1">
            <a:off x="10447020" y="728218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0" name="Connector 1589"/>
          <p:cNvCxnSpPr/>
          <p:nvPr/>
        </p:nvCxnSpPr>
        <p:spPr>
          <a:xfrm flipV="1">
            <a:off x="1106424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1" name="Connector 1590"/>
          <p:cNvCxnSpPr/>
          <p:nvPr/>
        </p:nvCxnSpPr>
        <p:spPr>
          <a:xfrm flipV="1">
            <a:off x="11681460" y="718007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2" name="Connector 1591"/>
          <p:cNvCxnSpPr/>
          <p:nvPr/>
        </p:nvCxnSpPr>
        <p:spPr>
          <a:xfrm flipV="1">
            <a:off x="12298680" y="715454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3" name="Connector 1592"/>
          <p:cNvCxnSpPr/>
          <p:nvPr/>
        </p:nvCxnSpPr>
        <p:spPr>
          <a:xfrm flipV="1">
            <a:off x="12915900" y="714603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4" name="Connector 1593"/>
          <p:cNvCxnSpPr/>
          <p:nvPr/>
        </p:nvCxnSpPr>
        <p:spPr>
          <a:xfrm>
            <a:off x="13533120" y="714603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5" name="Connector 1594"/>
          <p:cNvCxnSpPr/>
          <p:nvPr/>
        </p:nvCxnSpPr>
        <p:spPr>
          <a:xfrm>
            <a:off x="14150340" y="7154545"/>
            <a:ext cx="617219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6" name="Connector 1595"/>
          <p:cNvCxnSpPr/>
          <p:nvPr/>
        </p:nvCxnSpPr>
        <p:spPr>
          <a:xfrm>
            <a:off x="14767559" y="7180071"/>
            <a:ext cx="617221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7" name="Connector 1596"/>
          <p:cNvCxnSpPr/>
          <p:nvPr/>
        </p:nvCxnSpPr>
        <p:spPr>
          <a:xfrm>
            <a:off x="1538478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8" name="Connector 1597"/>
          <p:cNvCxnSpPr/>
          <p:nvPr/>
        </p:nvCxnSpPr>
        <p:spPr>
          <a:xfrm>
            <a:off x="16002000" y="728218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9" name="Connector 1598"/>
          <p:cNvCxnSpPr/>
          <p:nvPr/>
        </p:nvCxnSpPr>
        <p:spPr>
          <a:xfrm>
            <a:off x="16619219" y="7358761"/>
            <a:ext cx="617221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0" name="Connector 1599"/>
          <p:cNvCxnSpPr/>
          <p:nvPr/>
        </p:nvCxnSpPr>
        <p:spPr>
          <a:xfrm flipV="1">
            <a:off x="9829800" y="733920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1" name="Connector 1600"/>
          <p:cNvCxnSpPr/>
          <p:nvPr/>
        </p:nvCxnSpPr>
        <p:spPr>
          <a:xfrm flipV="1">
            <a:off x="10652760" y="724662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2" name="Connector 1601"/>
          <p:cNvCxnSpPr/>
          <p:nvPr/>
        </p:nvCxnSpPr>
        <p:spPr>
          <a:xfrm flipV="1">
            <a:off x="1147572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3" name="Connector 1602"/>
          <p:cNvCxnSpPr/>
          <p:nvPr/>
        </p:nvCxnSpPr>
        <p:spPr>
          <a:xfrm flipV="1">
            <a:off x="1229868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4" name="Connector 1603"/>
          <p:cNvCxnSpPr/>
          <p:nvPr/>
        </p:nvCxnSpPr>
        <p:spPr>
          <a:xfrm flipV="1">
            <a:off x="13121640" y="709231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5" name="Connector 1604"/>
          <p:cNvCxnSpPr/>
          <p:nvPr/>
        </p:nvCxnSpPr>
        <p:spPr>
          <a:xfrm flipV="1">
            <a:off x="13944600" y="7082028"/>
            <a:ext cx="822959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6" name="Connector 1605"/>
          <p:cNvCxnSpPr/>
          <p:nvPr/>
        </p:nvCxnSpPr>
        <p:spPr>
          <a:xfrm>
            <a:off x="14767559" y="708202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7" name="Connector 1606"/>
          <p:cNvCxnSpPr/>
          <p:nvPr/>
        </p:nvCxnSpPr>
        <p:spPr>
          <a:xfrm>
            <a:off x="15590520" y="709231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8" name="Connector 1607"/>
          <p:cNvCxnSpPr/>
          <p:nvPr/>
        </p:nvCxnSpPr>
        <p:spPr>
          <a:xfrm>
            <a:off x="16413480" y="712317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9" name="Connector 1608"/>
          <p:cNvCxnSpPr/>
          <p:nvPr/>
        </p:nvCxnSpPr>
        <p:spPr>
          <a:xfrm>
            <a:off x="17236440" y="717461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0" name="Connector 1609"/>
          <p:cNvCxnSpPr/>
          <p:nvPr/>
        </p:nvCxnSpPr>
        <p:spPr>
          <a:xfrm>
            <a:off x="18059400" y="724662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1" name="Connector 1610"/>
          <p:cNvCxnSpPr/>
          <p:nvPr/>
        </p:nvCxnSpPr>
        <p:spPr>
          <a:xfrm>
            <a:off x="18882360" y="733920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2" name="Connector 1611"/>
          <p:cNvCxnSpPr/>
          <p:nvPr/>
        </p:nvCxnSpPr>
        <p:spPr>
          <a:xfrm flipV="1">
            <a:off x="1229868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3" name="Connector 1612"/>
          <p:cNvCxnSpPr/>
          <p:nvPr/>
        </p:nvCxnSpPr>
        <p:spPr>
          <a:xfrm flipV="1">
            <a:off x="1250442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4" name="Connector 1613"/>
          <p:cNvCxnSpPr/>
          <p:nvPr/>
        </p:nvCxnSpPr>
        <p:spPr>
          <a:xfrm flipV="1">
            <a:off x="1271016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5" name="Connector 1614"/>
          <p:cNvCxnSpPr/>
          <p:nvPr/>
        </p:nvCxnSpPr>
        <p:spPr>
          <a:xfrm flipV="1">
            <a:off x="1291590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6" name="Connector 1615"/>
          <p:cNvCxnSpPr/>
          <p:nvPr/>
        </p:nvCxnSpPr>
        <p:spPr>
          <a:xfrm flipV="1">
            <a:off x="13121640" y="727900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7" name="Connector 1616"/>
          <p:cNvCxnSpPr/>
          <p:nvPr/>
        </p:nvCxnSpPr>
        <p:spPr>
          <a:xfrm flipV="1">
            <a:off x="13327379" y="727405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8" name="Connector 1617"/>
          <p:cNvCxnSpPr/>
          <p:nvPr/>
        </p:nvCxnSpPr>
        <p:spPr>
          <a:xfrm>
            <a:off x="13533120" y="727405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9" name="Connector 1618"/>
          <p:cNvCxnSpPr/>
          <p:nvPr/>
        </p:nvCxnSpPr>
        <p:spPr>
          <a:xfrm>
            <a:off x="13738860" y="727900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0" name="Connector 1619"/>
          <p:cNvCxnSpPr/>
          <p:nvPr/>
        </p:nvCxnSpPr>
        <p:spPr>
          <a:xfrm>
            <a:off x="1394460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1" name="Connector 1620"/>
          <p:cNvCxnSpPr/>
          <p:nvPr/>
        </p:nvCxnSpPr>
        <p:spPr>
          <a:xfrm>
            <a:off x="1415034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2" name="Connector 1621"/>
          <p:cNvCxnSpPr/>
          <p:nvPr/>
        </p:nvCxnSpPr>
        <p:spPr>
          <a:xfrm>
            <a:off x="14356080" y="7353300"/>
            <a:ext cx="205739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3" name="Connector 1622"/>
          <p:cNvCxnSpPr/>
          <p:nvPr/>
        </p:nvCxnSpPr>
        <p:spPr>
          <a:xfrm>
            <a:off x="14561819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4" name="Connector 1623"/>
          <p:cNvCxnSpPr/>
          <p:nvPr/>
        </p:nvCxnSpPr>
        <p:spPr>
          <a:xfrm flipV="1">
            <a:off x="1229868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5" name="Connector 1624"/>
          <p:cNvCxnSpPr/>
          <p:nvPr/>
        </p:nvCxnSpPr>
        <p:spPr>
          <a:xfrm flipV="1">
            <a:off x="1271016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6" name="Connector 1625"/>
          <p:cNvCxnSpPr/>
          <p:nvPr/>
        </p:nvCxnSpPr>
        <p:spPr>
          <a:xfrm flipV="1">
            <a:off x="1312164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7" name="Connector 1626"/>
          <p:cNvCxnSpPr/>
          <p:nvPr/>
        </p:nvCxnSpPr>
        <p:spPr>
          <a:xfrm flipV="1">
            <a:off x="1353312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8" name="Connector 1627"/>
          <p:cNvCxnSpPr/>
          <p:nvPr/>
        </p:nvCxnSpPr>
        <p:spPr>
          <a:xfrm flipV="1">
            <a:off x="13944600" y="721677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9" name="Connector 1628"/>
          <p:cNvCxnSpPr/>
          <p:nvPr/>
        </p:nvCxnSpPr>
        <p:spPr>
          <a:xfrm flipV="1">
            <a:off x="14356079" y="721004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0" name="Connector 1629"/>
          <p:cNvCxnSpPr/>
          <p:nvPr/>
        </p:nvCxnSpPr>
        <p:spPr>
          <a:xfrm>
            <a:off x="14767559" y="721004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1" name="Connector 1630"/>
          <p:cNvCxnSpPr/>
          <p:nvPr/>
        </p:nvCxnSpPr>
        <p:spPr>
          <a:xfrm>
            <a:off x="15179040" y="721677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2" name="Connector 1631"/>
          <p:cNvCxnSpPr/>
          <p:nvPr/>
        </p:nvCxnSpPr>
        <p:spPr>
          <a:xfrm>
            <a:off x="1559052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3" name="Connector 1632"/>
          <p:cNvCxnSpPr/>
          <p:nvPr/>
        </p:nvCxnSpPr>
        <p:spPr>
          <a:xfrm>
            <a:off x="1600200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4" name="Connector 1633"/>
          <p:cNvCxnSpPr/>
          <p:nvPr/>
        </p:nvCxnSpPr>
        <p:spPr>
          <a:xfrm>
            <a:off x="1641348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5" name="Connector 1634"/>
          <p:cNvCxnSpPr/>
          <p:nvPr/>
        </p:nvCxnSpPr>
        <p:spPr>
          <a:xfrm>
            <a:off x="1682496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6" name="Connector 1635"/>
          <p:cNvCxnSpPr/>
          <p:nvPr/>
        </p:nvCxnSpPr>
        <p:spPr>
          <a:xfrm flipV="1">
            <a:off x="12298680" y="735876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7" name="Connector 1636"/>
          <p:cNvCxnSpPr/>
          <p:nvPr/>
        </p:nvCxnSpPr>
        <p:spPr>
          <a:xfrm flipV="1">
            <a:off x="12915900" y="728218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" name="Connector 1637"/>
          <p:cNvCxnSpPr/>
          <p:nvPr/>
        </p:nvCxnSpPr>
        <p:spPr>
          <a:xfrm flipV="1">
            <a:off x="1353312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9" name="Connector 1638"/>
          <p:cNvCxnSpPr/>
          <p:nvPr/>
        </p:nvCxnSpPr>
        <p:spPr>
          <a:xfrm flipV="1">
            <a:off x="14150340" y="718007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0" name="Connector 1639"/>
          <p:cNvCxnSpPr/>
          <p:nvPr/>
        </p:nvCxnSpPr>
        <p:spPr>
          <a:xfrm flipV="1">
            <a:off x="14767559" y="7154544"/>
            <a:ext cx="617221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1" name="Connector 1640"/>
          <p:cNvCxnSpPr/>
          <p:nvPr/>
        </p:nvCxnSpPr>
        <p:spPr>
          <a:xfrm flipV="1">
            <a:off x="15384780" y="714603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2" name="Connector 1641"/>
          <p:cNvCxnSpPr/>
          <p:nvPr/>
        </p:nvCxnSpPr>
        <p:spPr>
          <a:xfrm>
            <a:off x="16002000" y="714603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3" name="Connector 1642"/>
          <p:cNvCxnSpPr/>
          <p:nvPr/>
        </p:nvCxnSpPr>
        <p:spPr>
          <a:xfrm>
            <a:off x="16619220" y="715454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4" name="Connector 1643"/>
          <p:cNvCxnSpPr/>
          <p:nvPr/>
        </p:nvCxnSpPr>
        <p:spPr>
          <a:xfrm>
            <a:off x="17236440" y="718007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5" name="Connector 1644"/>
          <p:cNvCxnSpPr/>
          <p:nvPr/>
        </p:nvCxnSpPr>
        <p:spPr>
          <a:xfrm>
            <a:off x="17853660" y="722261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6" name="Connector 1645"/>
          <p:cNvCxnSpPr/>
          <p:nvPr/>
        </p:nvCxnSpPr>
        <p:spPr>
          <a:xfrm>
            <a:off x="18470880" y="728218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7" name="Connector 1646"/>
          <p:cNvCxnSpPr/>
          <p:nvPr/>
        </p:nvCxnSpPr>
        <p:spPr>
          <a:xfrm>
            <a:off x="19088100" y="735876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8" name="Connector 1647"/>
          <p:cNvCxnSpPr/>
          <p:nvPr/>
        </p:nvCxnSpPr>
        <p:spPr>
          <a:xfrm flipV="1">
            <a:off x="14767559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9" name="Connector 1648"/>
          <p:cNvCxnSpPr/>
          <p:nvPr/>
        </p:nvCxnSpPr>
        <p:spPr>
          <a:xfrm flipV="1">
            <a:off x="14973299" y="735330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0" name="Connector 1649"/>
          <p:cNvCxnSpPr/>
          <p:nvPr/>
        </p:nvCxnSpPr>
        <p:spPr>
          <a:xfrm flipV="1">
            <a:off x="1517904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1" name="Connector 1650"/>
          <p:cNvCxnSpPr/>
          <p:nvPr/>
        </p:nvCxnSpPr>
        <p:spPr>
          <a:xfrm flipV="1">
            <a:off x="1538478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2" name="Connector 1651"/>
          <p:cNvCxnSpPr/>
          <p:nvPr/>
        </p:nvCxnSpPr>
        <p:spPr>
          <a:xfrm flipV="1">
            <a:off x="15590520" y="727900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3" name="Connector 1652"/>
          <p:cNvCxnSpPr/>
          <p:nvPr/>
        </p:nvCxnSpPr>
        <p:spPr>
          <a:xfrm flipV="1">
            <a:off x="15796259" y="727405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4" name="Connector 1653"/>
          <p:cNvCxnSpPr/>
          <p:nvPr/>
        </p:nvCxnSpPr>
        <p:spPr>
          <a:xfrm>
            <a:off x="16002000" y="727405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5" name="Connector 1654"/>
          <p:cNvCxnSpPr/>
          <p:nvPr/>
        </p:nvCxnSpPr>
        <p:spPr>
          <a:xfrm>
            <a:off x="16207740" y="727900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6" name="Connector 1655"/>
          <p:cNvCxnSpPr/>
          <p:nvPr/>
        </p:nvCxnSpPr>
        <p:spPr>
          <a:xfrm>
            <a:off x="1641348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7" name="Connector 1656"/>
          <p:cNvCxnSpPr/>
          <p:nvPr/>
        </p:nvCxnSpPr>
        <p:spPr>
          <a:xfrm>
            <a:off x="1661922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Connector 1657"/>
          <p:cNvCxnSpPr/>
          <p:nvPr/>
        </p:nvCxnSpPr>
        <p:spPr>
          <a:xfrm>
            <a:off x="1682496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9" name="Connector 1658"/>
          <p:cNvCxnSpPr/>
          <p:nvPr/>
        </p:nvCxnSpPr>
        <p:spPr>
          <a:xfrm>
            <a:off x="1703070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0" name="Connector 1659"/>
          <p:cNvCxnSpPr/>
          <p:nvPr/>
        </p:nvCxnSpPr>
        <p:spPr>
          <a:xfrm flipV="1">
            <a:off x="14767559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1" name="Connector 1660"/>
          <p:cNvCxnSpPr/>
          <p:nvPr/>
        </p:nvCxnSpPr>
        <p:spPr>
          <a:xfrm flipV="1">
            <a:off x="15179039" y="731774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2" name="Connector 1661"/>
          <p:cNvCxnSpPr/>
          <p:nvPr/>
        </p:nvCxnSpPr>
        <p:spPr>
          <a:xfrm flipV="1">
            <a:off x="1559052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3" name="Connector 1662"/>
          <p:cNvCxnSpPr/>
          <p:nvPr/>
        </p:nvCxnSpPr>
        <p:spPr>
          <a:xfrm flipV="1">
            <a:off x="1600200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4" name="Connector 1663"/>
          <p:cNvCxnSpPr/>
          <p:nvPr/>
        </p:nvCxnSpPr>
        <p:spPr>
          <a:xfrm flipV="1">
            <a:off x="16413480" y="721677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5" name="Connector 1664"/>
          <p:cNvCxnSpPr/>
          <p:nvPr/>
        </p:nvCxnSpPr>
        <p:spPr>
          <a:xfrm flipV="1">
            <a:off x="16824960" y="721004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6" name="Connector 1665"/>
          <p:cNvCxnSpPr/>
          <p:nvPr/>
        </p:nvCxnSpPr>
        <p:spPr>
          <a:xfrm>
            <a:off x="17236440" y="721004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7" name="Connector 1666"/>
          <p:cNvCxnSpPr/>
          <p:nvPr/>
        </p:nvCxnSpPr>
        <p:spPr>
          <a:xfrm>
            <a:off x="17647920" y="721677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8" name="Connector 1667"/>
          <p:cNvCxnSpPr/>
          <p:nvPr/>
        </p:nvCxnSpPr>
        <p:spPr>
          <a:xfrm>
            <a:off x="18059400" y="723696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9" name="Connector 1668"/>
          <p:cNvCxnSpPr/>
          <p:nvPr/>
        </p:nvCxnSpPr>
        <p:spPr>
          <a:xfrm>
            <a:off x="18470880" y="727062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0" name="Connector 1669"/>
          <p:cNvCxnSpPr/>
          <p:nvPr/>
        </p:nvCxnSpPr>
        <p:spPr>
          <a:xfrm>
            <a:off x="18882360" y="731774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1" name="Connector 1670"/>
          <p:cNvCxnSpPr/>
          <p:nvPr/>
        </p:nvCxnSpPr>
        <p:spPr>
          <a:xfrm>
            <a:off x="19293840" y="737831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2" name="Connector 1671"/>
          <p:cNvCxnSpPr/>
          <p:nvPr/>
        </p:nvCxnSpPr>
        <p:spPr>
          <a:xfrm flipV="1">
            <a:off x="1723644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3" name="Connector 1672"/>
          <p:cNvCxnSpPr/>
          <p:nvPr/>
        </p:nvCxnSpPr>
        <p:spPr>
          <a:xfrm flipV="1">
            <a:off x="1744218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4" name="Connector 1673"/>
          <p:cNvCxnSpPr/>
          <p:nvPr/>
        </p:nvCxnSpPr>
        <p:spPr>
          <a:xfrm flipV="1">
            <a:off x="1764792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5" name="Connector 1674"/>
          <p:cNvCxnSpPr/>
          <p:nvPr/>
        </p:nvCxnSpPr>
        <p:spPr>
          <a:xfrm flipV="1">
            <a:off x="1785366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6" name="Connector 1675"/>
          <p:cNvCxnSpPr/>
          <p:nvPr/>
        </p:nvCxnSpPr>
        <p:spPr>
          <a:xfrm flipV="1">
            <a:off x="18059400" y="727900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7" name="Connector 1676"/>
          <p:cNvCxnSpPr/>
          <p:nvPr/>
        </p:nvCxnSpPr>
        <p:spPr>
          <a:xfrm flipV="1">
            <a:off x="18265139" y="727405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8" name="Connector 1677"/>
          <p:cNvCxnSpPr/>
          <p:nvPr/>
        </p:nvCxnSpPr>
        <p:spPr>
          <a:xfrm>
            <a:off x="18470880" y="727405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9" name="Connector 1678"/>
          <p:cNvCxnSpPr/>
          <p:nvPr/>
        </p:nvCxnSpPr>
        <p:spPr>
          <a:xfrm>
            <a:off x="18676620" y="727900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0" name="Connector 1679"/>
          <p:cNvCxnSpPr/>
          <p:nvPr/>
        </p:nvCxnSpPr>
        <p:spPr>
          <a:xfrm>
            <a:off x="18882360" y="729386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1" name="Connector 1680"/>
          <p:cNvCxnSpPr/>
          <p:nvPr/>
        </p:nvCxnSpPr>
        <p:spPr>
          <a:xfrm>
            <a:off x="19088100" y="731862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2" name="Connector 1681"/>
          <p:cNvCxnSpPr/>
          <p:nvPr/>
        </p:nvCxnSpPr>
        <p:spPr>
          <a:xfrm>
            <a:off x="19293840" y="735330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3" name="Connector 1682"/>
          <p:cNvCxnSpPr/>
          <p:nvPr/>
        </p:nvCxnSpPr>
        <p:spPr>
          <a:xfrm>
            <a:off x="19499580" y="739787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4" name="Connector 1683"/>
          <p:cNvCxnSpPr/>
          <p:nvPr/>
        </p:nvCxnSpPr>
        <p:spPr>
          <a:xfrm flipV="1">
            <a:off x="2423160" y="8632317"/>
            <a:ext cx="205739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5" name="Connector 1684"/>
          <p:cNvCxnSpPr/>
          <p:nvPr/>
        </p:nvCxnSpPr>
        <p:spPr>
          <a:xfrm flipV="1">
            <a:off x="2628899" y="8587740"/>
            <a:ext cx="205741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6" name="Connector 1685"/>
          <p:cNvCxnSpPr/>
          <p:nvPr/>
        </p:nvCxnSpPr>
        <p:spPr>
          <a:xfrm flipV="1">
            <a:off x="283464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7" name="Connector 1686"/>
          <p:cNvCxnSpPr/>
          <p:nvPr/>
        </p:nvCxnSpPr>
        <p:spPr>
          <a:xfrm flipV="1">
            <a:off x="304038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8" name="Connector 1687"/>
          <p:cNvCxnSpPr/>
          <p:nvPr/>
        </p:nvCxnSpPr>
        <p:spPr>
          <a:xfrm flipV="1">
            <a:off x="3246120" y="851344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9" name="Connector 1688"/>
          <p:cNvCxnSpPr/>
          <p:nvPr/>
        </p:nvCxnSpPr>
        <p:spPr>
          <a:xfrm flipV="1">
            <a:off x="3451860" y="850849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0" name="Connector 1689"/>
          <p:cNvCxnSpPr/>
          <p:nvPr/>
        </p:nvCxnSpPr>
        <p:spPr>
          <a:xfrm>
            <a:off x="3657600" y="850849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1" name="Connector 1690"/>
          <p:cNvCxnSpPr/>
          <p:nvPr/>
        </p:nvCxnSpPr>
        <p:spPr>
          <a:xfrm>
            <a:off x="3863339" y="851344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2" name="Connector 1691"/>
          <p:cNvCxnSpPr/>
          <p:nvPr/>
        </p:nvCxnSpPr>
        <p:spPr>
          <a:xfrm>
            <a:off x="406908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3" name="Connector 1692"/>
          <p:cNvCxnSpPr/>
          <p:nvPr/>
        </p:nvCxnSpPr>
        <p:spPr>
          <a:xfrm>
            <a:off x="427482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4" name="Connector 1693"/>
          <p:cNvCxnSpPr/>
          <p:nvPr/>
        </p:nvCxnSpPr>
        <p:spPr>
          <a:xfrm>
            <a:off x="448056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5" name="Connector 1694"/>
          <p:cNvCxnSpPr/>
          <p:nvPr/>
        </p:nvCxnSpPr>
        <p:spPr>
          <a:xfrm>
            <a:off x="468630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6" name="Connector 1695"/>
          <p:cNvCxnSpPr/>
          <p:nvPr/>
        </p:nvCxnSpPr>
        <p:spPr>
          <a:xfrm flipV="1">
            <a:off x="2423160" y="8612758"/>
            <a:ext cx="411479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7" name="Connector 1696"/>
          <p:cNvCxnSpPr/>
          <p:nvPr/>
        </p:nvCxnSpPr>
        <p:spPr>
          <a:xfrm flipV="1">
            <a:off x="2834639" y="855218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8" name="Connector 1697"/>
          <p:cNvCxnSpPr/>
          <p:nvPr/>
        </p:nvCxnSpPr>
        <p:spPr>
          <a:xfrm flipV="1">
            <a:off x="324612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9" name="Connector 1698"/>
          <p:cNvCxnSpPr/>
          <p:nvPr/>
        </p:nvCxnSpPr>
        <p:spPr>
          <a:xfrm flipV="1">
            <a:off x="365760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0" name="Connector 1699"/>
          <p:cNvCxnSpPr/>
          <p:nvPr/>
        </p:nvCxnSpPr>
        <p:spPr>
          <a:xfrm flipV="1">
            <a:off x="4069080" y="845121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1" name="Connector 1700"/>
          <p:cNvCxnSpPr/>
          <p:nvPr/>
        </p:nvCxnSpPr>
        <p:spPr>
          <a:xfrm flipV="1">
            <a:off x="4480559" y="844448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2" name="Connector 1701"/>
          <p:cNvCxnSpPr/>
          <p:nvPr/>
        </p:nvCxnSpPr>
        <p:spPr>
          <a:xfrm>
            <a:off x="489204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3" name="Connector 1702"/>
          <p:cNvCxnSpPr/>
          <p:nvPr/>
        </p:nvCxnSpPr>
        <p:spPr>
          <a:xfrm>
            <a:off x="530352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4" name="Connector 1703"/>
          <p:cNvCxnSpPr/>
          <p:nvPr/>
        </p:nvCxnSpPr>
        <p:spPr>
          <a:xfrm>
            <a:off x="571500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5" name="Connector 1704"/>
          <p:cNvCxnSpPr/>
          <p:nvPr/>
        </p:nvCxnSpPr>
        <p:spPr>
          <a:xfrm>
            <a:off x="612648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6" name="Connector 1705"/>
          <p:cNvCxnSpPr/>
          <p:nvPr/>
        </p:nvCxnSpPr>
        <p:spPr>
          <a:xfrm>
            <a:off x="6537960" y="85521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7" name="Connector 1706"/>
          <p:cNvCxnSpPr/>
          <p:nvPr/>
        </p:nvCxnSpPr>
        <p:spPr>
          <a:xfrm>
            <a:off x="6949440" y="86127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8" name="Connector 1707"/>
          <p:cNvCxnSpPr/>
          <p:nvPr/>
        </p:nvCxnSpPr>
        <p:spPr>
          <a:xfrm flipV="1">
            <a:off x="2423160" y="859320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9" name="Connector 1708"/>
          <p:cNvCxnSpPr/>
          <p:nvPr/>
        </p:nvCxnSpPr>
        <p:spPr>
          <a:xfrm flipV="1">
            <a:off x="3040379" y="851662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0" name="Connector 1709"/>
          <p:cNvCxnSpPr/>
          <p:nvPr/>
        </p:nvCxnSpPr>
        <p:spPr>
          <a:xfrm flipV="1">
            <a:off x="365760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1" name="Connector 1710"/>
          <p:cNvCxnSpPr/>
          <p:nvPr/>
        </p:nvCxnSpPr>
        <p:spPr>
          <a:xfrm flipV="1">
            <a:off x="427482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2" name="Connector 1711"/>
          <p:cNvCxnSpPr/>
          <p:nvPr/>
        </p:nvCxnSpPr>
        <p:spPr>
          <a:xfrm flipV="1">
            <a:off x="4892040" y="83889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3" name="Connector 1712"/>
          <p:cNvCxnSpPr/>
          <p:nvPr/>
        </p:nvCxnSpPr>
        <p:spPr>
          <a:xfrm flipV="1">
            <a:off x="5509260" y="8380475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4" name="Connector 1713"/>
          <p:cNvCxnSpPr/>
          <p:nvPr/>
        </p:nvCxnSpPr>
        <p:spPr>
          <a:xfrm>
            <a:off x="6126480" y="8380475"/>
            <a:ext cx="617220" cy="851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5" name="Connector 1714"/>
          <p:cNvCxnSpPr/>
          <p:nvPr/>
        </p:nvCxnSpPr>
        <p:spPr>
          <a:xfrm>
            <a:off x="6743700" y="83889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6" name="Connector 1715"/>
          <p:cNvCxnSpPr/>
          <p:nvPr/>
        </p:nvCxnSpPr>
        <p:spPr>
          <a:xfrm>
            <a:off x="736092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7" name="Connector 1716"/>
          <p:cNvCxnSpPr/>
          <p:nvPr/>
        </p:nvCxnSpPr>
        <p:spPr>
          <a:xfrm>
            <a:off x="797814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8" name="Connector 1717"/>
          <p:cNvCxnSpPr/>
          <p:nvPr/>
        </p:nvCxnSpPr>
        <p:spPr>
          <a:xfrm>
            <a:off x="8595360" y="851662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9" name="Connector 1718"/>
          <p:cNvCxnSpPr/>
          <p:nvPr/>
        </p:nvCxnSpPr>
        <p:spPr>
          <a:xfrm>
            <a:off x="9212580" y="859320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0" name="Connector 1719"/>
          <p:cNvCxnSpPr/>
          <p:nvPr/>
        </p:nvCxnSpPr>
        <p:spPr>
          <a:xfrm flipV="1">
            <a:off x="2423160" y="857364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1" name="Connector 1720"/>
          <p:cNvCxnSpPr/>
          <p:nvPr/>
        </p:nvCxnSpPr>
        <p:spPr>
          <a:xfrm flipV="1">
            <a:off x="3246119" y="848106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2" name="Connector 1721"/>
          <p:cNvCxnSpPr/>
          <p:nvPr/>
        </p:nvCxnSpPr>
        <p:spPr>
          <a:xfrm flipV="1">
            <a:off x="406908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3" name="Connector 1722"/>
          <p:cNvCxnSpPr/>
          <p:nvPr/>
        </p:nvCxnSpPr>
        <p:spPr>
          <a:xfrm flipV="1">
            <a:off x="489204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4" name="Connector 1723"/>
          <p:cNvCxnSpPr/>
          <p:nvPr/>
        </p:nvCxnSpPr>
        <p:spPr>
          <a:xfrm flipV="1">
            <a:off x="571500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5" name="Connector 1724"/>
          <p:cNvCxnSpPr/>
          <p:nvPr/>
        </p:nvCxnSpPr>
        <p:spPr>
          <a:xfrm flipV="1">
            <a:off x="6537960" y="83164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6" name="Connector 1725"/>
          <p:cNvCxnSpPr/>
          <p:nvPr/>
        </p:nvCxnSpPr>
        <p:spPr>
          <a:xfrm>
            <a:off x="7360920" y="83164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7" name="Connector 1726"/>
          <p:cNvCxnSpPr/>
          <p:nvPr/>
        </p:nvCxnSpPr>
        <p:spPr>
          <a:xfrm>
            <a:off x="818388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8" name="Connector 1727"/>
          <p:cNvCxnSpPr/>
          <p:nvPr/>
        </p:nvCxnSpPr>
        <p:spPr>
          <a:xfrm>
            <a:off x="900684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9" name="Connector 1728"/>
          <p:cNvCxnSpPr/>
          <p:nvPr/>
        </p:nvCxnSpPr>
        <p:spPr>
          <a:xfrm>
            <a:off x="982980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nector 1729"/>
          <p:cNvCxnSpPr/>
          <p:nvPr/>
        </p:nvCxnSpPr>
        <p:spPr>
          <a:xfrm>
            <a:off x="10652760" y="848106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1" name="Connector 1730"/>
          <p:cNvCxnSpPr/>
          <p:nvPr/>
        </p:nvCxnSpPr>
        <p:spPr>
          <a:xfrm>
            <a:off x="11475720" y="85736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2" name="Connector 1731"/>
          <p:cNvCxnSpPr/>
          <p:nvPr/>
        </p:nvCxnSpPr>
        <p:spPr>
          <a:xfrm flipV="1">
            <a:off x="2423160" y="8554084"/>
            <a:ext cx="1028699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3" name="Connector 1732"/>
          <p:cNvCxnSpPr/>
          <p:nvPr/>
        </p:nvCxnSpPr>
        <p:spPr>
          <a:xfrm flipV="1">
            <a:off x="3451859" y="8445500"/>
            <a:ext cx="1028701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4" name="Connector 1733"/>
          <p:cNvCxnSpPr/>
          <p:nvPr/>
        </p:nvCxnSpPr>
        <p:spPr>
          <a:xfrm flipV="1">
            <a:off x="4480560" y="83610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5" name="Connector 1734"/>
          <p:cNvCxnSpPr/>
          <p:nvPr/>
        </p:nvCxnSpPr>
        <p:spPr>
          <a:xfrm flipV="1">
            <a:off x="5509260" y="830072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6" name="Connector 1735"/>
          <p:cNvCxnSpPr/>
          <p:nvPr/>
        </p:nvCxnSpPr>
        <p:spPr>
          <a:xfrm flipV="1">
            <a:off x="6537960" y="8264524"/>
            <a:ext cx="1028699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7" name="Connector 1736"/>
          <p:cNvCxnSpPr/>
          <p:nvPr/>
        </p:nvCxnSpPr>
        <p:spPr>
          <a:xfrm flipV="1">
            <a:off x="7566659" y="8252460"/>
            <a:ext cx="1028701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8" name="Connector 1737"/>
          <p:cNvCxnSpPr/>
          <p:nvPr/>
        </p:nvCxnSpPr>
        <p:spPr>
          <a:xfrm>
            <a:off x="8595360" y="825246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9" name="Connector 1738"/>
          <p:cNvCxnSpPr/>
          <p:nvPr/>
        </p:nvCxnSpPr>
        <p:spPr>
          <a:xfrm>
            <a:off x="9624060" y="826452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0" name="Connector 1739"/>
          <p:cNvCxnSpPr/>
          <p:nvPr/>
        </p:nvCxnSpPr>
        <p:spPr>
          <a:xfrm>
            <a:off x="10652760" y="830072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" name="Connector 1740"/>
          <p:cNvCxnSpPr/>
          <p:nvPr/>
        </p:nvCxnSpPr>
        <p:spPr>
          <a:xfrm>
            <a:off x="11681460" y="83610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" name="Connector 1741"/>
          <p:cNvCxnSpPr/>
          <p:nvPr/>
        </p:nvCxnSpPr>
        <p:spPr>
          <a:xfrm>
            <a:off x="12710160" y="844550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" name="Connector 1742"/>
          <p:cNvCxnSpPr/>
          <p:nvPr/>
        </p:nvCxnSpPr>
        <p:spPr>
          <a:xfrm>
            <a:off x="13738859" y="855408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" name="Connector 1743"/>
          <p:cNvCxnSpPr/>
          <p:nvPr/>
        </p:nvCxnSpPr>
        <p:spPr>
          <a:xfrm flipV="1">
            <a:off x="2423160" y="853452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" name="Connector 1744"/>
          <p:cNvCxnSpPr/>
          <p:nvPr/>
        </p:nvCxnSpPr>
        <p:spPr>
          <a:xfrm flipV="1">
            <a:off x="3657599" y="840994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" name="Connector 1745"/>
          <p:cNvCxnSpPr/>
          <p:nvPr/>
        </p:nvCxnSpPr>
        <p:spPr>
          <a:xfrm flipV="1">
            <a:off x="4892040" y="831303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" name="Connector 1746"/>
          <p:cNvCxnSpPr/>
          <p:nvPr/>
        </p:nvCxnSpPr>
        <p:spPr>
          <a:xfrm flipV="1">
            <a:off x="6126480" y="824382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" name="Connector 1747"/>
          <p:cNvCxnSpPr/>
          <p:nvPr/>
        </p:nvCxnSpPr>
        <p:spPr>
          <a:xfrm flipV="1">
            <a:off x="7360920" y="8202294"/>
            <a:ext cx="1234439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" name="Connector 1748"/>
          <p:cNvCxnSpPr/>
          <p:nvPr/>
        </p:nvCxnSpPr>
        <p:spPr>
          <a:xfrm flipV="1">
            <a:off x="8595359" y="8188452"/>
            <a:ext cx="1234441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" name="Connector 1749"/>
          <p:cNvCxnSpPr/>
          <p:nvPr/>
        </p:nvCxnSpPr>
        <p:spPr>
          <a:xfrm>
            <a:off x="9829800" y="818845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" name="Connector 1750"/>
          <p:cNvCxnSpPr/>
          <p:nvPr/>
        </p:nvCxnSpPr>
        <p:spPr>
          <a:xfrm>
            <a:off x="11064240" y="820229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" name="Connector 1751"/>
          <p:cNvCxnSpPr/>
          <p:nvPr/>
        </p:nvCxnSpPr>
        <p:spPr>
          <a:xfrm>
            <a:off x="12298680" y="824382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3" name="Connector 1752"/>
          <p:cNvCxnSpPr/>
          <p:nvPr/>
        </p:nvCxnSpPr>
        <p:spPr>
          <a:xfrm>
            <a:off x="13533120" y="8313039"/>
            <a:ext cx="1234439" cy="969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" name="Connector 1753"/>
          <p:cNvCxnSpPr/>
          <p:nvPr/>
        </p:nvCxnSpPr>
        <p:spPr>
          <a:xfrm>
            <a:off x="14767559" y="8409939"/>
            <a:ext cx="1234440" cy="124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" name="Connector 1754"/>
          <p:cNvCxnSpPr/>
          <p:nvPr/>
        </p:nvCxnSpPr>
        <p:spPr>
          <a:xfrm>
            <a:off x="16001999" y="8534527"/>
            <a:ext cx="1234441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6" name="Connector 1755"/>
          <p:cNvCxnSpPr/>
          <p:nvPr/>
        </p:nvCxnSpPr>
        <p:spPr>
          <a:xfrm flipV="1">
            <a:off x="2423160" y="8514968"/>
            <a:ext cx="1440179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7" name="Connector 1756"/>
          <p:cNvCxnSpPr/>
          <p:nvPr/>
        </p:nvCxnSpPr>
        <p:spPr>
          <a:xfrm flipV="1">
            <a:off x="3863339" y="8374380"/>
            <a:ext cx="1440181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8" name="Connector 1757"/>
          <p:cNvCxnSpPr/>
          <p:nvPr/>
        </p:nvCxnSpPr>
        <p:spPr>
          <a:xfrm flipV="1">
            <a:off x="5303520" y="826503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9" name="Connector 1758"/>
          <p:cNvCxnSpPr/>
          <p:nvPr/>
        </p:nvCxnSpPr>
        <p:spPr>
          <a:xfrm flipV="1">
            <a:off x="6743700" y="818692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0" name="Connector 1759"/>
          <p:cNvCxnSpPr/>
          <p:nvPr/>
        </p:nvCxnSpPr>
        <p:spPr>
          <a:xfrm flipV="1">
            <a:off x="8183880" y="814006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1" name="Connector 1760"/>
          <p:cNvCxnSpPr/>
          <p:nvPr/>
        </p:nvCxnSpPr>
        <p:spPr>
          <a:xfrm flipV="1">
            <a:off x="9624060" y="8124444"/>
            <a:ext cx="1440180" cy="1562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2" name="Connector 1761"/>
          <p:cNvCxnSpPr/>
          <p:nvPr/>
        </p:nvCxnSpPr>
        <p:spPr>
          <a:xfrm>
            <a:off x="11064240" y="8124444"/>
            <a:ext cx="1440180" cy="1562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3" name="Connector 1762"/>
          <p:cNvCxnSpPr/>
          <p:nvPr/>
        </p:nvCxnSpPr>
        <p:spPr>
          <a:xfrm>
            <a:off x="12504420" y="8140064"/>
            <a:ext cx="1440180" cy="468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4" name="Connector 1763"/>
          <p:cNvCxnSpPr/>
          <p:nvPr/>
        </p:nvCxnSpPr>
        <p:spPr>
          <a:xfrm>
            <a:off x="13944600" y="818692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" name="Connector 1764"/>
          <p:cNvCxnSpPr/>
          <p:nvPr/>
        </p:nvCxnSpPr>
        <p:spPr>
          <a:xfrm>
            <a:off x="15384780" y="826503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6" name="Connector 1765"/>
          <p:cNvCxnSpPr/>
          <p:nvPr/>
        </p:nvCxnSpPr>
        <p:spPr>
          <a:xfrm>
            <a:off x="16824960" y="8374380"/>
            <a:ext cx="1440179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8265139" y="8514968"/>
            <a:ext cx="1440181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 flipV="1">
            <a:off x="489204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9" name="Connector 1768"/>
          <p:cNvCxnSpPr/>
          <p:nvPr/>
        </p:nvCxnSpPr>
        <p:spPr>
          <a:xfrm flipV="1">
            <a:off x="509778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0" name="Connector 1769"/>
          <p:cNvCxnSpPr/>
          <p:nvPr/>
        </p:nvCxnSpPr>
        <p:spPr>
          <a:xfrm flipV="1">
            <a:off x="530352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1" name="Connector 1770"/>
          <p:cNvCxnSpPr/>
          <p:nvPr/>
        </p:nvCxnSpPr>
        <p:spPr>
          <a:xfrm flipV="1">
            <a:off x="550926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2" name="Connector 1771"/>
          <p:cNvCxnSpPr/>
          <p:nvPr/>
        </p:nvCxnSpPr>
        <p:spPr>
          <a:xfrm flipV="1">
            <a:off x="5715000" y="85134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3" name="Connector 1772"/>
          <p:cNvCxnSpPr/>
          <p:nvPr/>
        </p:nvCxnSpPr>
        <p:spPr>
          <a:xfrm flipV="1">
            <a:off x="5920739" y="85084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4" name="Connector 1773"/>
          <p:cNvCxnSpPr/>
          <p:nvPr/>
        </p:nvCxnSpPr>
        <p:spPr>
          <a:xfrm>
            <a:off x="6126480" y="85084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5" name="Connector 1774"/>
          <p:cNvCxnSpPr/>
          <p:nvPr/>
        </p:nvCxnSpPr>
        <p:spPr>
          <a:xfrm>
            <a:off x="6332220" y="85134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6" name="Connector 1775"/>
          <p:cNvCxnSpPr/>
          <p:nvPr/>
        </p:nvCxnSpPr>
        <p:spPr>
          <a:xfrm>
            <a:off x="653796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7" name="Connector 1776"/>
          <p:cNvCxnSpPr/>
          <p:nvPr/>
        </p:nvCxnSpPr>
        <p:spPr>
          <a:xfrm>
            <a:off x="674370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8" name="Connector 1777"/>
          <p:cNvCxnSpPr/>
          <p:nvPr/>
        </p:nvCxnSpPr>
        <p:spPr>
          <a:xfrm>
            <a:off x="694944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9" name="Connector 1778"/>
          <p:cNvCxnSpPr/>
          <p:nvPr/>
        </p:nvCxnSpPr>
        <p:spPr>
          <a:xfrm>
            <a:off x="715518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0" name="Connector 1779"/>
          <p:cNvCxnSpPr/>
          <p:nvPr/>
        </p:nvCxnSpPr>
        <p:spPr>
          <a:xfrm flipV="1">
            <a:off x="4892040" y="861275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1" name="Connector 1780"/>
          <p:cNvCxnSpPr/>
          <p:nvPr/>
        </p:nvCxnSpPr>
        <p:spPr>
          <a:xfrm flipV="1">
            <a:off x="5303520" y="855218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2" name="Connector 1781"/>
          <p:cNvCxnSpPr/>
          <p:nvPr/>
        </p:nvCxnSpPr>
        <p:spPr>
          <a:xfrm flipV="1">
            <a:off x="571500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3" name="Connector 1782"/>
          <p:cNvCxnSpPr/>
          <p:nvPr/>
        </p:nvCxnSpPr>
        <p:spPr>
          <a:xfrm flipV="1">
            <a:off x="612648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4" name="Connector 1783"/>
          <p:cNvCxnSpPr/>
          <p:nvPr/>
        </p:nvCxnSpPr>
        <p:spPr>
          <a:xfrm flipV="1">
            <a:off x="6537960" y="845121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5" name="Connector 1784"/>
          <p:cNvCxnSpPr/>
          <p:nvPr/>
        </p:nvCxnSpPr>
        <p:spPr>
          <a:xfrm flipV="1">
            <a:off x="6949439" y="844448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6" name="Connector 1785"/>
          <p:cNvCxnSpPr/>
          <p:nvPr/>
        </p:nvCxnSpPr>
        <p:spPr>
          <a:xfrm>
            <a:off x="736092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7" name="Connector 1786"/>
          <p:cNvCxnSpPr/>
          <p:nvPr/>
        </p:nvCxnSpPr>
        <p:spPr>
          <a:xfrm>
            <a:off x="7772400" y="845121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8" name="Connector 1787"/>
          <p:cNvCxnSpPr/>
          <p:nvPr/>
        </p:nvCxnSpPr>
        <p:spPr>
          <a:xfrm>
            <a:off x="8183879" y="847140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9" name="Connector 1788"/>
          <p:cNvCxnSpPr/>
          <p:nvPr/>
        </p:nvCxnSpPr>
        <p:spPr>
          <a:xfrm>
            <a:off x="859536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0" name="Connector 1789"/>
          <p:cNvCxnSpPr/>
          <p:nvPr/>
        </p:nvCxnSpPr>
        <p:spPr>
          <a:xfrm>
            <a:off x="9006840" y="85521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1" name="Connector 1790"/>
          <p:cNvCxnSpPr/>
          <p:nvPr/>
        </p:nvCxnSpPr>
        <p:spPr>
          <a:xfrm>
            <a:off x="9418320" y="86127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2" name="Connector 1791"/>
          <p:cNvCxnSpPr/>
          <p:nvPr/>
        </p:nvCxnSpPr>
        <p:spPr>
          <a:xfrm flipV="1">
            <a:off x="4892040" y="85932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3" name="Connector 1792"/>
          <p:cNvCxnSpPr/>
          <p:nvPr/>
        </p:nvCxnSpPr>
        <p:spPr>
          <a:xfrm flipV="1">
            <a:off x="5509260" y="85166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4" name="Connector 1793"/>
          <p:cNvCxnSpPr/>
          <p:nvPr/>
        </p:nvCxnSpPr>
        <p:spPr>
          <a:xfrm flipV="1">
            <a:off x="612648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5" name="Connector 1794"/>
          <p:cNvCxnSpPr/>
          <p:nvPr/>
        </p:nvCxnSpPr>
        <p:spPr>
          <a:xfrm flipV="1">
            <a:off x="674370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6" name="Connector 1795"/>
          <p:cNvCxnSpPr/>
          <p:nvPr/>
        </p:nvCxnSpPr>
        <p:spPr>
          <a:xfrm flipV="1">
            <a:off x="7360920" y="83889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7" name="Connector 1796"/>
          <p:cNvCxnSpPr/>
          <p:nvPr/>
        </p:nvCxnSpPr>
        <p:spPr>
          <a:xfrm flipV="1">
            <a:off x="7978140" y="8380475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8" name="Connector 1797"/>
          <p:cNvCxnSpPr/>
          <p:nvPr/>
        </p:nvCxnSpPr>
        <p:spPr>
          <a:xfrm>
            <a:off x="8595360" y="8380475"/>
            <a:ext cx="617220" cy="851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9" name="Connector 1798"/>
          <p:cNvCxnSpPr/>
          <p:nvPr/>
        </p:nvCxnSpPr>
        <p:spPr>
          <a:xfrm>
            <a:off x="9212580" y="83889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0" name="Connector 1799"/>
          <p:cNvCxnSpPr/>
          <p:nvPr/>
        </p:nvCxnSpPr>
        <p:spPr>
          <a:xfrm>
            <a:off x="982980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1" name="Connector 1800"/>
          <p:cNvCxnSpPr/>
          <p:nvPr/>
        </p:nvCxnSpPr>
        <p:spPr>
          <a:xfrm>
            <a:off x="1044702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2" name="Connector 1801"/>
          <p:cNvCxnSpPr/>
          <p:nvPr/>
        </p:nvCxnSpPr>
        <p:spPr>
          <a:xfrm>
            <a:off x="11064240" y="851662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3" name="Connector 1802"/>
          <p:cNvCxnSpPr/>
          <p:nvPr/>
        </p:nvCxnSpPr>
        <p:spPr>
          <a:xfrm>
            <a:off x="11681460" y="859320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4" name="Connector 1803"/>
          <p:cNvCxnSpPr/>
          <p:nvPr/>
        </p:nvCxnSpPr>
        <p:spPr>
          <a:xfrm flipV="1">
            <a:off x="4892040" y="857364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5" name="Connector 1804"/>
          <p:cNvCxnSpPr/>
          <p:nvPr/>
        </p:nvCxnSpPr>
        <p:spPr>
          <a:xfrm flipV="1">
            <a:off x="5715000" y="848106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6" name="Connector 1805"/>
          <p:cNvCxnSpPr/>
          <p:nvPr/>
        </p:nvCxnSpPr>
        <p:spPr>
          <a:xfrm flipV="1">
            <a:off x="653796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7" name="Connector 1806"/>
          <p:cNvCxnSpPr/>
          <p:nvPr/>
        </p:nvCxnSpPr>
        <p:spPr>
          <a:xfrm flipV="1">
            <a:off x="736092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8" name="Connector 1807"/>
          <p:cNvCxnSpPr/>
          <p:nvPr/>
        </p:nvCxnSpPr>
        <p:spPr>
          <a:xfrm flipV="1">
            <a:off x="818388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9" name="Connector 1808"/>
          <p:cNvCxnSpPr/>
          <p:nvPr/>
        </p:nvCxnSpPr>
        <p:spPr>
          <a:xfrm flipV="1">
            <a:off x="9006840" y="83164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0" name="Connector 1809"/>
          <p:cNvCxnSpPr/>
          <p:nvPr/>
        </p:nvCxnSpPr>
        <p:spPr>
          <a:xfrm>
            <a:off x="9829800" y="83164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1" name="Connector 1810"/>
          <p:cNvCxnSpPr/>
          <p:nvPr/>
        </p:nvCxnSpPr>
        <p:spPr>
          <a:xfrm>
            <a:off x="1065276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2" name="Connector 1811"/>
          <p:cNvCxnSpPr/>
          <p:nvPr/>
        </p:nvCxnSpPr>
        <p:spPr>
          <a:xfrm>
            <a:off x="1147572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3" name="Connector 1812"/>
          <p:cNvCxnSpPr/>
          <p:nvPr/>
        </p:nvCxnSpPr>
        <p:spPr>
          <a:xfrm>
            <a:off x="1229868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4" name="Connector 1813"/>
          <p:cNvCxnSpPr/>
          <p:nvPr/>
        </p:nvCxnSpPr>
        <p:spPr>
          <a:xfrm>
            <a:off x="13121640" y="848106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5" name="Connector 1814"/>
          <p:cNvCxnSpPr/>
          <p:nvPr/>
        </p:nvCxnSpPr>
        <p:spPr>
          <a:xfrm>
            <a:off x="13944599" y="85736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6" name="Connector 1815"/>
          <p:cNvCxnSpPr/>
          <p:nvPr/>
        </p:nvCxnSpPr>
        <p:spPr>
          <a:xfrm flipV="1">
            <a:off x="4892040" y="855408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7" name="Connector 1816"/>
          <p:cNvCxnSpPr/>
          <p:nvPr/>
        </p:nvCxnSpPr>
        <p:spPr>
          <a:xfrm flipV="1">
            <a:off x="5920740" y="844550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8" name="Connector 1817"/>
          <p:cNvCxnSpPr/>
          <p:nvPr/>
        </p:nvCxnSpPr>
        <p:spPr>
          <a:xfrm flipV="1">
            <a:off x="6949440" y="83610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9" name="Connector 1818"/>
          <p:cNvCxnSpPr/>
          <p:nvPr/>
        </p:nvCxnSpPr>
        <p:spPr>
          <a:xfrm flipV="1">
            <a:off x="7978140" y="830072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0" name="Connector 1819"/>
          <p:cNvCxnSpPr/>
          <p:nvPr/>
        </p:nvCxnSpPr>
        <p:spPr>
          <a:xfrm flipV="1">
            <a:off x="9006840" y="826452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1" name="Connector 1820"/>
          <p:cNvCxnSpPr/>
          <p:nvPr/>
        </p:nvCxnSpPr>
        <p:spPr>
          <a:xfrm flipV="1">
            <a:off x="10035540" y="825246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2" name="Connector 1821"/>
          <p:cNvCxnSpPr/>
          <p:nvPr/>
        </p:nvCxnSpPr>
        <p:spPr>
          <a:xfrm>
            <a:off x="11064240" y="825246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3" name="Connector 1822"/>
          <p:cNvCxnSpPr/>
          <p:nvPr/>
        </p:nvCxnSpPr>
        <p:spPr>
          <a:xfrm>
            <a:off x="12092940" y="826452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4" name="Connector 1823"/>
          <p:cNvCxnSpPr/>
          <p:nvPr/>
        </p:nvCxnSpPr>
        <p:spPr>
          <a:xfrm>
            <a:off x="13121640" y="830072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5" name="Connector 1824"/>
          <p:cNvCxnSpPr/>
          <p:nvPr/>
        </p:nvCxnSpPr>
        <p:spPr>
          <a:xfrm>
            <a:off x="14150340" y="83610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6" name="Connector 1825"/>
          <p:cNvCxnSpPr/>
          <p:nvPr/>
        </p:nvCxnSpPr>
        <p:spPr>
          <a:xfrm>
            <a:off x="15179040" y="844550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7" name="Connector 1826"/>
          <p:cNvCxnSpPr/>
          <p:nvPr/>
        </p:nvCxnSpPr>
        <p:spPr>
          <a:xfrm>
            <a:off x="16207739" y="855408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8" name="Connector 1827"/>
          <p:cNvCxnSpPr/>
          <p:nvPr/>
        </p:nvCxnSpPr>
        <p:spPr>
          <a:xfrm flipV="1">
            <a:off x="4892040" y="853452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9" name="Connector 1828"/>
          <p:cNvCxnSpPr/>
          <p:nvPr/>
        </p:nvCxnSpPr>
        <p:spPr>
          <a:xfrm flipV="1">
            <a:off x="6126480" y="840994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0" name="Connector 1829"/>
          <p:cNvCxnSpPr/>
          <p:nvPr/>
        </p:nvCxnSpPr>
        <p:spPr>
          <a:xfrm flipV="1">
            <a:off x="7360920" y="831303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1" name="Connector 1830"/>
          <p:cNvCxnSpPr/>
          <p:nvPr/>
        </p:nvCxnSpPr>
        <p:spPr>
          <a:xfrm flipV="1">
            <a:off x="8595360" y="824382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2" name="Connector 1831"/>
          <p:cNvCxnSpPr/>
          <p:nvPr/>
        </p:nvCxnSpPr>
        <p:spPr>
          <a:xfrm flipV="1">
            <a:off x="9829800" y="8202294"/>
            <a:ext cx="1234440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3" name="Connector 1832"/>
          <p:cNvCxnSpPr/>
          <p:nvPr/>
        </p:nvCxnSpPr>
        <p:spPr>
          <a:xfrm flipV="1">
            <a:off x="11064240" y="8188452"/>
            <a:ext cx="1234440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4" name="Connector 1833"/>
          <p:cNvCxnSpPr/>
          <p:nvPr/>
        </p:nvCxnSpPr>
        <p:spPr>
          <a:xfrm>
            <a:off x="12298680" y="818845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5" name="Connector 1834"/>
          <p:cNvCxnSpPr/>
          <p:nvPr/>
        </p:nvCxnSpPr>
        <p:spPr>
          <a:xfrm>
            <a:off x="13533120" y="820229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6" name="Connector 1835"/>
          <p:cNvCxnSpPr/>
          <p:nvPr/>
        </p:nvCxnSpPr>
        <p:spPr>
          <a:xfrm>
            <a:off x="14767559" y="824382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7" name="Connector 1836"/>
          <p:cNvCxnSpPr/>
          <p:nvPr/>
        </p:nvCxnSpPr>
        <p:spPr>
          <a:xfrm>
            <a:off x="16002000" y="8313039"/>
            <a:ext cx="1234440" cy="969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8" name="Connector 1837"/>
          <p:cNvCxnSpPr/>
          <p:nvPr/>
        </p:nvCxnSpPr>
        <p:spPr>
          <a:xfrm>
            <a:off x="17236440" y="8409939"/>
            <a:ext cx="1234440" cy="124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9" name="Connector 1838"/>
          <p:cNvCxnSpPr/>
          <p:nvPr/>
        </p:nvCxnSpPr>
        <p:spPr>
          <a:xfrm>
            <a:off x="18470880" y="8534527"/>
            <a:ext cx="1234440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0" name="Connector 1839"/>
          <p:cNvCxnSpPr/>
          <p:nvPr/>
        </p:nvCxnSpPr>
        <p:spPr>
          <a:xfrm flipV="1">
            <a:off x="736092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1" name="Connector 1840"/>
          <p:cNvCxnSpPr/>
          <p:nvPr/>
        </p:nvCxnSpPr>
        <p:spPr>
          <a:xfrm flipV="1">
            <a:off x="756666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2" name="Connector 1841"/>
          <p:cNvCxnSpPr/>
          <p:nvPr/>
        </p:nvCxnSpPr>
        <p:spPr>
          <a:xfrm flipV="1">
            <a:off x="777240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3" name="Connector 1842"/>
          <p:cNvCxnSpPr/>
          <p:nvPr/>
        </p:nvCxnSpPr>
        <p:spPr>
          <a:xfrm flipV="1">
            <a:off x="797814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4" name="Connector 1843"/>
          <p:cNvCxnSpPr/>
          <p:nvPr/>
        </p:nvCxnSpPr>
        <p:spPr>
          <a:xfrm flipV="1">
            <a:off x="8183880" y="85134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5" name="Connector 1844"/>
          <p:cNvCxnSpPr/>
          <p:nvPr/>
        </p:nvCxnSpPr>
        <p:spPr>
          <a:xfrm flipV="1">
            <a:off x="8389619" y="85084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6" name="Connector 1845"/>
          <p:cNvCxnSpPr/>
          <p:nvPr/>
        </p:nvCxnSpPr>
        <p:spPr>
          <a:xfrm>
            <a:off x="8595360" y="85084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7" name="Connector 1846"/>
          <p:cNvCxnSpPr/>
          <p:nvPr/>
        </p:nvCxnSpPr>
        <p:spPr>
          <a:xfrm>
            <a:off x="8801100" y="85134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8" name="Connector 1847"/>
          <p:cNvCxnSpPr/>
          <p:nvPr/>
        </p:nvCxnSpPr>
        <p:spPr>
          <a:xfrm>
            <a:off x="900684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9" name="Connector 1848"/>
          <p:cNvCxnSpPr/>
          <p:nvPr/>
        </p:nvCxnSpPr>
        <p:spPr>
          <a:xfrm>
            <a:off x="921258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0" name="Connector 1849"/>
          <p:cNvCxnSpPr/>
          <p:nvPr/>
        </p:nvCxnSpPr>
        <p:spPr>
          <a:xfrm>
            <a:off x="941832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1" name="Connector 1850"/>
          <p:cNvCxnSpPr/>
          <p:nvPr/>
        </p:nvCxnSpPr>
        <p:spPr>
          <a:xfrm>
            <a:off x="962406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2" name="Connector 1851"/>
          <p:cNvCxnSpPr/>
          <p:nvPr/>
        </p:nvCxnSpPr>
        <p:spPr>
          <a:xfrm flipV="1">
            <a:off x="7360920" y="861275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3" name="Connector 1852"/>
          <p:cNvCxnSpPr/>
          <p:nvPr/>
        </p:nvCxnSpPr>
        <p:spPr>
          <a:xfrm flipV="1">
            <a:off x="7772400" y="855218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4" name="Connector 1853"/>
          <p:cNvCxnSpPr/>
          <p:nvPr/>
        </p:nvCxnSpPr>
        <p:spPr>
          <a:xfrm flipV="1">
            <a:off x="8183879" y="850506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5" name="Connector 1854"/>
          <p:cNvCxnSpPr/>
          <p:nvPr/>
        </p:nvCxnSpPr>
        <p:spPr>
          <a:xfrm flipV="1">
            <a:off x="859536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6" name="Connector 1855"/>
          <p:cNvCxnSpPr/>
          <p:nvPr/>
        </p:nvCxnSpPr>
        <p:spPr>
          <a:xfrm flipV="1">
            <a:off x="900684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7" name="Connector 1856"/>
          <p:cNvCxnSpPr/>
          <p:nvPr/>
        </p:nvCxnSpPr>
        <p:spPr>
          <a:xfrm flipV="1">
            <a:off x="941832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8" name="Connector 1857"/>
          <p:cNvCxnSpPr/>
          <p:nvPr/>
        </p:nvCxnSpPr>
        <p:spPr>
          <a:xfrm>
            <a:off x="982980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9" name="Connector 1858"/>
          <p:cNvCxnSpPr/>
          <p:nvPr/>
        </p:nvCxnSpPr>
        <p:spPr>
          <a:xfrm>
            <a:off x="1024128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0" name="Connector 1859"/>
          <p:cNvCxnSpPr/>
          <p:nvPr/>
        </p:nvCxnSpPr>
        <p:spPr>
          <a:xfrm>
            <a:off x="1065276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1" name="Connector 1860"/>
          <p:cNvCxnSpPr/>
          <p:nvPr/>
        </p:nvCxnSpPr>
        <p:spPr>
          <a:xfrm>
            <a:off x="1106424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2" name="Connector 1861"/>
          <p:cNvCxnSpPr/>
          <p:nvPr/>
        </p:nvCxnSpPr>
        <p:spPr>
          <a:xfrm>
            <a:off x="11475720" y="85521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3" name="Connector 1862"/>
          <p:cNvCxnSpPr/>
          <p:nvPr/>
        </p:nvCxnSpPr>
        <p:spPr>
          <a:xfrm>
            <a:off x="11887200" y="86127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4" name="Connector 1863"/>
          <p:cNvCxnSpPr/>
          <p:nvPr/>
        </p:nvCxnSpPr>
        <p:spPr>
          <a:xfrm flipV="1">
            <a:off x="7360920" y="85932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5" name="Connector 1864"/>
          <p:cNvCxnSpPr/>
          <p:nvPr/>
        </p:nvCxnSpPr>
        <p:spPr>
          <a:xfrm flipV="1">
            <a:off x="7978140" y="85166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6" name="Connector 1865"/>
          <p:cNvCxnSpPr/>
          <p:nvPr/>
        </p:nvCxnSpPr>
        <p:spPr>
          <a:xfrm flipV="1">
            <a:off x="859536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7" name="Connector 1866"/>
          <p:cNvCxnSpPr/>
          <p:nvPr/>
        </p:nvCxnSpPr>
        <p:spPr>
          <a:xfrm flipV="1">
            <a:off x="921258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8" name="Connector 1867"/>
          <p:cNvCxnSpPr/>
          <p:nvPr/>
        </p:nvCxnSpPr>
        <p:spPr>
          <a:xfrm flipV="1">
            <a:off x="9829800" y="83889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9" name="Connector 1868"/>
          <p:cNvCxnSpPr/>
          <p:nvPr/>
        </p:nvCxnSpPr>
        <p:spPr>
          <a:xfrm flipV="1">
            <a:off x="10447020" y="8380475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0" name="Connector 1869"/>
          <p:cNvCxnSpPr/>
          <p:nvPr/>
        </p:nvCxnSpPr>
        <p:spPr>
          <a:xfrm>
            <a:off x="11064240" y="8380475"/>
            <a:ext cx="617220" cy="851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1" name="Connector 1870"/>
          <p:cNvCxnSpPr/>
          <p:nvPr/>
        </p:nvCxnSpPr>
        <p:spPr>
          <a:xfrm>
            <a:off x="11681460" y="83889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2" name="Connector 1871"/>
          <p:cNvCxnSpPr/>
          <p:nvPr/>
        </p:nvCxnSpPr>
        <p:spPr>
          <a:xfrm>
            <a:off x="1229868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3" name="Connector 1872"/>
          <p:cNvCxnSpPr/>
          <p:nvPr/>
        </p:nvCxnSpPr>
        <p:spPr>
          <a:xfrm>
            <a:off x="1291590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4" name="Connector 1873"/>
          <p:cNvCxnSpPr/>
          <p:nvPr/>
        </p:nvCxnSpPr>
        <p:spPr>
          <a:xfrm>
            <a:off x="13533120" y="851662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5" name="Connector 1874"/>
          <p:cNvCxnSpPr/>
          <p:nvPr/>
        </p:nvCxnSpPr>
        <p:spPr>
          <a:xfrm>
            <a:off x="14150339" y="859320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6" name="Connector 1875"/>
          <p:cNvCxnSpPr/>
          <p:nvPr/>
        </p:nvCxnSpPr>
        <p:spPr>
          <a:xfrm flipV="1">
            <a:off x="7360920" y="857364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7" name="Connector 1876"/>
          <p:cNvCxnSpPr/>
          <p:nvPr/>
        </p:nvCxnSpPr>
        <p:spPr>
          <a:xfrm flipV="1">
            <a:off x="8183879" y="848106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8" name="Connector 1877"/>
          <p:cNvCxnSpPr/>
          <p:nvPr/>
        </p:nvCxnSpPr>
        <p:spPr>
          <a:xfrm flipV="1">
            <a:off x="900684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9" name="Connector 1878"/>
          <p:cNvCxnSpPr/>
          <p:nvPr/>
        </p:nvCxnSpPr>
        <p:spPr>
          <a:xfrm flipV="1">
            <a:off x="982980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0" name="Connector 1879"/>
          <p:cNvCxnSpPr/>
          <p:nvPr/>
        </p:nvCxnSpPr>
        <p:spPr>
          <a:xfrm flipV="1">
            <a:off x="1065276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1" name="Connector 1880"/>
          <p:cNvCxnSpPr/>
          <p:nvPr/>
        </p:nvCxnSpPr>
        <p:spPr>
          <a:xfrm flipV="1">
            <a:off x="11475720" y="83164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2" name="Connector 1881"/>
          <p:cNvCxnSpPr/>
          <p:nvPr/>
        </p:nvCxnSpPr>
        <p:spPr>
          <a:xfrm>
            <a:off x="12298680" y="831646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3" name="Connector 1882"/>
          <p:cNvCxnSpPr/>
          <p:nvPr/>
        </p:nvCxnSpPr>
        <p:spPr>
          <a:xfrm>
            <a:off x="1312164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4" name="Connector 1883"/>
          <p:cNvCxnSpPr/>
          <p:nvPr/>
        </p:nvCxnSpPr>
        <p:spPr>
          <a:xfrm>
            <a:off x="13944600" y="835761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5" name="Connector 1884"/>
          <p:cNvCxnSpPr/>
          <p:nvPr/>
        </p:nvCxnSpPr>
        <p:spPr>
          <a:xfrm>
            <a:off x="14767559" y="840905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6" name="Connector 1885"/>
          <p:cNvCxnSpPr/>
          <p:nvPr/>
        </p:nvCxnSpPr>
        <p:spPr>
          <a:xfrm>
            <a:off x="15590520" y="848106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7" name="Connector 1886"/>
          <p:cNvCxnSpPr/>
          <p:nvPr/>
        </p:nvCxnSpPr>
        <p:spPr>
          <a:xfrm>
            <a:off x="16413480" y="85736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8" name="Connector 1887"/>
          <p:cNvCxnSpPr/>
          <p:nvPr/>
        </p:nvCxnSpPr>
        <p:spPr>
          <a:xfrm flipV="1">
            <a:off x="7360920" y="855408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9" name="Connector 1888"/>
          <p:cNvCxnSpPr/>
          <p:nvPr/>
        </p:nvCxnSpPr>
        <p:spPr>
          <a:xfrm flipV="1">
            <a:off x="8389620" y="844550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0" name="Connector 1889"/>
          <p:cNvCxnSpPr/>
          <p:nvPr/>
        </p:nvCxnSpPr>
        <p:spPr>
          <a:xfrm flipV="1">
            <a:off x="9418320" y="83610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1" name="Connector 1890"/>
          <p:cNvCxnSpPr/>
          <p:nvPr/>
        </p:nvCxnSpPr>
        <p:spPr>
          <a:xfrm flipV="1">
            <a:off x="10447020" y="830072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2" name="Connector 1891"/>
          <p:cNvCxnSpPr/>
          <p:nvPr/>
        </p:nvCxnSpPr>
        <p:spPr>
          <a:xfrm flipV="1">
            <a:off x="11475720" y="8264524"/>
            <a:ext cx="1028700" cy="3619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3" name="Connector 1892"/>
          <p:cNvCxnSpPr/>
          <p:nvPr/>
        </p:nvCxnSpPr>
        <p:spPr>
          <a:xfrm flipV="1">
            <a:off x="12504420" y="8252460"/>
            <a:ext cx="1028700" cy="1206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4" name="Connector 1893"/>
          <p:cNvCxnSpPr/>
          <p:nvPr/>
        </p:nvCxnSpPr>
        <p:spPr>
          <a:xfrm>
            <a:off x="13533120" y="825246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5" name="Connector 1894"/>
          <p:cNvCxnSpPr/>
          <p:nvPr/>
        </p:nvCxnSpPr>
        <p:spPr>
          <a:xfrm>
            <a:off x="14561820" y="826452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6" name="Connector 1895"/>
          <p:cNvCxnSpPr/>
          <p:nvPr/>
        </p:nvCxnSpPr>
        <p:spPr>
          <a:xfrm>
            <a:off x="15590520" y="830072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7" name="Connector 1896"/>
          <p:cNvCxnSpPr/>
          <p:nvPr/>
        </p:nvCxnSpPr>
        <p:spPr>
          <a:xfrm>
            <a:off x="16619220" y="836104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8" name="Connector 1897"/>
          <p:cNvCxnSpPr/>
          <p:nvPr/>
        </p:nvCxnSpPr>
        <p:spPr>
          <a:xfrm>
            <a:off x="17647920" y="844550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9" name="Connector 1898"/>
          <p:cNvCxnSpPr/>
          <p:nvPr/>
        </p:nvCxnSpPr>
        <p:spPr>
          <a:xfrm>
            <a:off x="18676619" y="855408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0" name="Connector 1899"/>
          <p:cNvCxnSpPr/>
          <p:nvPr/>
        </p:nvCxnSpPr>
        <p:spPr>
          <a:xfrm flipV="1">
            <a:off x="982980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1" name="Connector 1900"/>
          <p:cNvCxnSpPr/>
          <p:nvPr/>
        </p:nvCxnSpPr>
        <p:spPr>
          <a:xfrm flipV="1">
            <a:off x="1003554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2" name="Connector 1901"/>
          <p:cNvCxnSpPr/>
          <p:nvPr/>
        </p:nvCxnSpPr>
        <p:spPr>
          <a:xfrm flipV="1">
            <a:off x="1024128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3" name="Connector 1902"/>
          <p:cNvCxnSpPr/>
          <p:nvPr/>
        </p:nvCxnSpPr>
        <p:spPr>
          <a:xfrm flipV="1">
            <a:off x="1044702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4" name="Connector 1903"/>
          <p:cNvCxnSpPr/>
          <p:nvPr/>
        </p:nvCxnSpPr>
        <p:spPr>
          <a:xfrm flipV="1">
            <a:off x="10652760" y="851344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5" name="Connector 1904"/>
          <p:cNvCxnSpPr/>
          <p:nvPr/>
        </p:nvCxnSpPr>
        <p:spPr>
          <a:xfrm flipV="1">
            <a:off x="10858500" y="850849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6" name="Connector 1905"/>
          <p:cNvCxnSpPr/>
          <p:nvPr/>
        </p:nvCxnSpPr>
        <p:spPr>
          <a:xfrm>
            <a:off x="11064240" y="85084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7" name="Connector 1906"/>
          <p:cNvCxnSpPr/>
          <p:nvPr/>
        </p:nvCxnSpPr>
        <p:spPr>
          <a:xfrm>
            <a:off x="11269980" y="85134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8" name="Connector 1907"/>
          <p:cNvCxnSpPr/>
          <p:nvPr/>
        </p:nvCxnSpPr>
        <p:spPr>
          <a:xfrm>
            <a:off x="1147572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9" name="Connector 1908"/>
          <p:cNvCxnSpPr/>
          <p:nvPr/>
        </p:nvCxnSpPr>
        <p:spPr>
          <a:xfrm>
            <a:off x="1168146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0" name="Connector 1909"/>
          <p:cNvCxnSpPr/>
          <p:nvPr/>
        </p:nvCxnSpPr>
        <p:spPr>
          <a:xfrm>
            <a:off x="1188720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1" name="Connector 1910"/>
          <p:cNvCxnSpPr/>
          <p:nvPr/>
        </p:nvCxnSpPr>
        <p:spPr>
          <a:xfrm>
            <a:off x="1209294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2" name="Connector 1911"/>
          <p:cNvCxnSpPr/>
          <p:nvPr/>
        </p:nvCxnSpPr>
        <p:spPr>
          <a:xfrm flipV="1">
            <a:off x="9829800" y="861275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3" name="Connector 1912"/>
          <p:cNvCxnSpPr/>
          <p:nvPr/>
        </p:nvCxnSpPr>
        <p:spPr>
          <a:xfrm flipV="1">
            <a:off x="10241280" y="855218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4" name="Connector 1913"/>
          <p:cNvCxnSpPr/>
          <p:nvPr/>
        </p:nvCxnSpPr>
        <p:spPr>
          <a:xfrm flipV="1">
            <a:off x="1065276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5" name="Connector 1914"/>
          <p:cNvCxnSpPr/>
          <p:nvPr/>
        </p:nvCxnSpPr>
        <p:spPr>
          <a:xfrm flipV="1">
            <a:off x="1106424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6" name="Connector 1915"/>
          <p:cNvCxnSpPr/>
          <p:nvPr/>
        </p:nvCxnSpPr>
        <p:spPr>
          <a:xfrm flipV="1">
            <a:off x="1147572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7" name="Connector 1916"/>
          <p:cNvCxnSpPr/>
          <p:nvPr/>
        </p:nvCxnSpPr>
        <p:spPr>
          <a:xfrm flipV="1">
            <a:off x="1188720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8" name="Connector 1917"/>
          <p:cNvCxnSpPr/>
          <p:nvPr/>
        </p:nvCxnSpPr>
        <p:spPr>
          <a:xfrm>
            <a:off x="1229868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9" name="Connector 1918"/>
          <p:cNvCxnSpPr/>
          <p:nvPr/>
        </p:nvCxnSpPr>
        <p:spPr>
          <a:xfrm>
            <a:off x="1271016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0" name="Connector 1919"/>
          <p:cNvCxnSpPr/>
          <p:nvPr/>
        </p:nvCxnSpPr>
        <p:spPr>
          <a:xfrm>
            <a:off x="1312164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1" name="Connector 1920"/>
          <p:cNvCxnSpPr/>
          <p:nvPr/>
        </p:nvCxnSpPr>
        <p:spPr>
          <a:xfrm>
            <a:off x="1353312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2" name="Connector 1921"/>
          <p:cNvCxnSpPr/>
          <p:nvPr/>
        </p:nvCxnSpPr>
        <p:spPr>
          <a:xfrm>
            <a:off x="13944600" y="855218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3" name="Connector 1922"/>
          <p:cNvCxnSpPr/>
          <p:nvPr/>
        </p:nvCxnSpPr>
        <p:spPr>
          <a:xfrm>
            <a:off x="14356079" y="86127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4" name="Connector 1923"/>
          <p:cNvCxnSpPr/>
          <p:nvPr/>
        </p:nvCxnSpPr>
        <p:spPr>
          <a:xfrm flipV="1">
            <a:off x="9829800" y="85932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5" name="Connector 1924"/>
          <p:cNvCxnSpPr/>
          <p:nvPr/>
        </p:nvCxnSpPr>
        <p:spPr>
          <a:xfrm flipV="1">
            <a:off x="10447020" y="85166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6" name="Connector 1925"/>
          <p:cNvCxnSpPr/>
          <p:nvPr/>
        </p:nvCxnSpPr>
        <p:spPr>
          <a:xfrm flipV="1">
            <a:off x="1106424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7" name="Connector 1926"/>
          <p:cNvCxnSpPr/>
          <p:nvPr/>
        </p:nvCxnSpPr>
        <p:spPr>
          <a:xfrm flipV="1">
            <a:off x="1168146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8" name="Connector 1927"/>
          <p:cNvCxnSpPr/>
          <p:nvPr/>
        </p:nvCxnSpPr>
        <p:spPr>
          <a:xfrm flipV="1">
            <a:off x="12298680" y="838898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9" name="Connector 1928"/>
          <p:cNvCxnSpPr/>
          <p:nvPr/>
        </p:nvCxnSpPr>
        <p:spPr>
          <a:xfrm flipV="1">
            <a:off x="12915900" y="8380475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0" name="Connector 1929"/>
          <p:cNvCxnSpPr/>
          <p:nvPr/>
        </p:nvCxnSpPr>
        <p:spPr>
          <a:xfrm>
            <a:off x="13533120" y="8380475"/>
            <a:ext cx="617220" cy="851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1" name="Connector 1930"/>
          <p:cNvCxnSpPr/>
          <p:nvPr/>
        </p:nvCxnSpPr>
        <p:spPr>
          <a:xfrm>
            <a:off x="14150340" y="8388985"/>
            <a:ext cx="617219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2" name="Connector 1931"/>
          <p:cNvCxnSpPr/>
          <p:nvPr/>
        </p:nvCxnSpPr>
        <p:spPr>
          <a:xfrm>
            <a:off x="14767559" y="8414512"/>
            <a:ext cx="617221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3" name="Connector 1932"/>
          <p:cNvCxnSpPr/>
          <p:nvPr/>
        </p:nvCxnSpPr>
        <p:spPr>
          <a:xfrm>
            <a:off x="1538478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4" name="Connector 1933"/>
          <p:cNvCxnSpPr/>
          <p:nvPr/>
        </p:nvCxnSpPr>
        <p:spPr>
          <a:xfrm>
            <a:off x="16002000" y="851662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5" name="Connector 1934"/>
          <p:cNvCxnSpPr/>
          <p:nvPr/>
        </p:nvCxnSpPr>
        <p:spPr>
          <a:xfrm>
            <a:off x="16619219" y="8593201"/>
            <a:ext cx="617221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6" name="Connector 1935"/>
          <p:cNvCxnSpPr/>
          <p:nvPr/>
        </p:nvCxnSpPr>
        <p:spPr>
          <a:xfrm flipV="1">
            <a:off x="9829800" y="857364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7" name="Connector 1936"/>
          <p:cNvCxnSpPr/>
          <p:nvPr/>
        </p:nvCxnSpPr>
        <p:spPr>
          <a:xfrm flipV="1">
            <a:off x="10652760" y="848106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8" name="Connector 1937"/>
          <p:cNvCxnSpPr/>
          <p:nvPr/>
        </p:nvCxnSpPr>
        <p:spPr>
          <a:xfrm flipV="1">
            <a:off x="1147572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9" name="Connector 1938"/>
          <p:cNvCxnSpPr/>
          <p:nvPr/>
        </p:nvCxnSpPr>
        <p:spPr>
          <a:xfrm flipV="1">
            <a:off x="1229868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0" name="Connector 1939"/>
          <p:cNvCxnSpPr/>
          <p:nvPr/>
        </p:nvCxnSpPr>
        <p:spPr>
          <a:xfrm flipV="1">
            <a:off x="1312164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1" name="Connector 1940"/>
          <p:cNvCxnSpPr/>
          <p:nvPr/>
        </p:nvCxnSpPr>
        <p:spPr>
          <a:xfrm flipV="1">
            <a:off x="13944600" y="8316468"/>
            <a:ext cx="822959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2" name="Connector 1941"/>
          <p:cNvCxnSpPr/>
          <p:nvPr/>
        </p:nvCxnSpPr>
        <p:spPr>
          <a:xfrm>
            <a:off x="14767559" y="8316468"/>
            <a:ext cx="822961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3" name="Connector 1942"/>
          <p:cNvCxnSpPr/>
          <p:nvPr/>
        </p:nvCxnSpPr>
        <p:spPr>
          <a:xfrm>
            <a:off x="15590520" y="832675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4" name="Connector 1943"/>
          <p:cNvCxnSpPr/>
          <p:nvPr/>
        </p:nvCxnSpPr>
        <p:spPr>
          <a:xfrm>
            <a:off x="16413480" y="835761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" name="Connector 1944"/>
          <p:cNvCxnSpPr/>
          <p:nvPr/>
        </p:nvCxnSpPr>
        <p:spPr>
          <a:xfrm>
            <a:off x="17236440" y="840905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" name="Connector 1945"/>
          <p:cNvCxnSpPr/>
          <p:nvPr/>
        </p:nvCxnSpPr>
        <p:spPr>
          <a:xfrm>
            <a:off x="18059400" y="848106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7" name="Connector 1946"/>
          <p:cNvCxnSpPr/>
          <p:nvPr/>
        </p:nvCxnSpPr>
        <p:spPr>
          <a:xfrm>
            <a:off x="18882360" y="857364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8" name="Connector 1947"/>
          <p:cNvCxnSpPr/>
          <p:nvPr/>
        </p:nvCxnSpPr>
        <p:spPr>
          <a:xfrm flipV="1">
            <a:off x="1229868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9" name="Connector 1948"/>
          <p:cNvCxnSpPr/>
          <p:nvPr/>
        </p:nvCxnSpPr>
        <p:spPr>
          <a:xfrm flipV="1">
            <a:off x="1250442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0" name="Connector 1949"/>
          <p:cNvCxnSpPr/>
          <p:nvPr/>
        </p:nvCxnSpPr>
        <p:spPr>
          <a:xfrm flipV="1">
            <a:off x="1271016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1" name="Connector 1950"/>
          <p:cNvCxnSpPr/>
          <p:nvPr/>
        </p:nvCxnSpPr>
        <p:spPr>
          <a:xfrm flipV="1">
            <a:off x="1291590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2" name="Connector 1951"/>
          <p:cNvCxnSpPr/>
          <p:nvPr/>
        </p:nvCxnSpPr>
        <p:spPr>
          <a:xfrm flipV="1">
            <a:off x="13121640" y="85134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3" name="Connector 1952"/>
          <p:cNvCxnSpPr/>
          <p:nvPr/>
        </p:nvCxnSpPr>
        <p:spPr>
          <a:xfrm flipV="1">
            <a:off x="13327379" y="85084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4" name="Connector 1953"/>
          <p:cNvCxnSpPr/>
          <p:nvPr/>
        </p:nvCxnSpPr>
        <p:spPr>
          <a:xfrm>
            <a:off x="13533120" y="85084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5" name="Connector 1954"/>
          <p:cNvCxnSpPr/>
          <p:nvPr/>
        </p:nvCxnSpPr>
        <p:spPr>
          <a:xfrm>
            <a:off x="13738860" y="85134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6" name="Connector 1955"/>
          <p:cNvCxnSpPr/>
          <p:nvPr/>
        </p:nvCxnSpPr>
        <p:spPr>
          <a:xfrm>
            <a:off x="1394460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7" name="Connector 1956"/>
          <p:cNvCxnSpPr/>
          <p:nvPr/>
        </p:nvCxnSpPr>
        <p:spPr>
          <a:xfrm>
            <a:off x="1415034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8" name="Connector 1957"/>
          <p:cNvCxnSpPr/>
          <p:nvPr/>
        </p:nvCxnSpPr>
        <p:spPr>
          <a:xfrm>
            <a:off x="14356080" y="8587740"/>
            <a:ext cx="205739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9" name="Connector 1958"/>
          <p:cNvCxnSpPr/>
          <p:nvPr/>
        </p:nvCxnSpPr>
        <p:spPr>
          <a:xfrm>
            <a:off x="14561819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0" name="Connector 1959"/>
          <p:cNvCxnSpPr/>
          <p:nvPr/>
        </p:nvCxnSpPr>
        <p:spPr>
          <a:xfrm flipV="1">
            <a:off x="12298680" y="861275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1" name="Connector 1960"/>
          <p:cNvCxnSpPr/>
          <p:nvPr/>
        </p:nvCxnSpPr>
        <p:spPr>
          <a:xfrm flipV="1">
            <a:off x="12710160" y="855218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2" name="Connector 1961"/>
          <p:cNvCxnSpPr/>
          <p:nvPr/>
        </p:nvCxnSpPr>
        <p:spPr>
          <a:xfrm flipV="1">
            <a:off x="1312164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3" name="Connector 1962"/>
          <p:cNvCxnSpPr/>
          <p:nvPr/>
        </p:nvCxnSpPr>
        <p:spPr>
          <a:xfrm flipV="1">
            <a:off x="1353312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4" name="Connector 1963"/>
          <p:cNvCxnSpPr/>
          <p:nvPr/>
        </p:nvCxnSpPr>
        <p:spPr>
          <a:xfrm flipV="1">
            <a:off x="13944600" y="845121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5" name="Connector 1964"/>
          <p:cNvCxnSpPr/>
          <p:nvPr/>
        </p:nvCxnSpPr>
        <p:spPr>
          <a:xfrm flipV="1">
            <a:off x="14356079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6" name="Connector 1965"/>
          <p:cNvCxnSpPr/>
          <p:nvPr/>
        </p:nvCxnSpPr>
        <p:spPr>
          <a:xfrm>
            <a:off x="14767559" y="844448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7" name="Connector 1966"/>
          <p:cNvCxnSpPr/>
          <p:nvPr/>
        </p:nvCxnSpPr>
        <p:spPr>
          <a:xfrm>
            <a:off x="1517904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8" name="Connector 1967"/>
          <p:cNvCxnSpPr/>
          <p:nvPr/>
        </p:nvCxnSpPr>
        <p:spPr>
          <a:xfrm>
            <a:off x="1559052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9" name="Connector 1968"/>
          <p:cNvCxnSpPr/>
          <p:nvPr/>
        </p:nvCxnSpPr>
        <p:spPr>
          <a:xfrm>
            <a:off x="1600200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0" name="Connector 1969"/>
          <p:cNvCxnSpPr/>
          <p:nvPr/>
        </p:nvCxnSpPr>
        <p:spPr>
          <a:xfrm>
            <a:off x="16413480" y="85521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1" name="Connector 1970"/>
          <p:cNvCxnSpPr/>
          <p:nvPr/>
        </p:nvCxnSpPr>
        <p:spPr>
          <a:xfrm>
            <a:off x="16824960" y="86127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2" name="Connector 1971"/>
          <p:cNvCxnSpPr/>
          <p:nvPr/>
        </p:nvCxnSpPr>
        <p:spPr>
          <a:xfrm flipV="1">
            <a:off x="12298680" y="859320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3" name="Connector 1972"/>
          <p:cNvCxnSpPr/>
          <p:nvPr/>
        </p:nvCxnSpPr>
        <p:spPr>
          <a:xfrm flipV="1">
            <a:off x="12915900" y="851662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4" name="Connector 1973"/>
          <p:cNvCxnSpPr/>
          <p:nvPr/>
        </p:nvCxnSpPr>
        <p:spPr>
          <a:xfrm flipV="1">
            <a:off x="1353312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5" name="Connector 1974"/>
          <p:cNvCxnSpPr/>
          <p:nvPr/>
        </p:nvCxnSpPr>
        <p:spPr>
          <a:xfrm flipV="1">
            <a:off x="14150340" y="841451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6" name="Connector 1975"/>
          <p:cNvCxnSpPr/>
          <p:nvPr/>
        </p:nvCxnSpPr>
        <p:spPr>
          <a:xfrm flipV="1">
            <a:off x="14767559" y="8388984"/>
            <a:ext cx="617221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7" name="Connector 1976"/>
          <p:cNvCxnSpPr/>
          <p:nvPr/>
        </p:nvCxnSpPr>
        <p:spPr>
          <a:xfrm flipV="1">
            <a:off x="15384780" y="8380475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8" name="Connector 1977"/>
          <p:cNvCxnSpPr/>
          <p:nvPr/>
        </p:nvCxnSpPr>
        <p:spPr>
          <a:xfrm>
            <a:off x="16002000" y="8380475"/>
            <a:ext cx="617220" cy="851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9" name="Connector 1978"/>
          <p:cNvCxnSpPr/>
          <p:nvPr/>
        </p:nvCxnSpPr>
        <p:spPr>
          <a:xfrm>
            <a:off x="16619220" y="838898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0" name="Connector 1979"/>
          <p:cNvCxnSpPr/>
          <p:nvPr/>
        </p:nvCxnSpPr>
        <p:spPr>
          <a:xfrm>
            <a:off x="17236440" y="841451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1" name="Connector 1980"/>
          <p:cNvCxnSpPr/>
          <p:nvPr/>
        </p:nvCxnSpPr>
        <p:spPr>
          <a:xfrm>
            <a:off x="17853660" y="845705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2" name="Connector 1981"/>
          <p:cNvCxnSpPr/>
          <p:nvPr/>
        </p:nvCxnSpPr>
        <p:spPr>
          <a:xfrm>
            <a:off x="18470880" y="851662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3" name="Connector 1982"/>
          <p:cNvCxnSpPr/>
          <p:nvPr/>
        </p:nvCxnSpPr>
        <p:spPr>
          <a:xfrm>
            <a:off x="19088100" y="859320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4" name="Connector 1983"/>
          <p:cNvCxnSpPr/>
          <p:nvPr/>
        </p:nvCxnSpPr>
        <p:spPr>
          <a:xfrm flipV="1">
            <a:off x="14767559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5" name="Connector 1984"/>
          <p:cNvCxnSpPr/>
          <p:nvPr/>
        </p:nvCxnSpPr>
        <p:spPr>
          <a:xfrm flipV="1">
            <a:off x="14973299" y="8587740"/>
            <a:ext cx="205741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6" name="Connector 1985"/>
          <p:cNvCxnSpPr/>
          <p:nvPr/>
        </p:nvCxnSpPr>
        <p:spPr>
          <a:xfrm flipV="1">
            <a:off x="1517904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7" name="Connector 1986"/>
          <p:cNvCxnSpPr/>
          <p:nvPr/>
        </p:nvCxnSpPr>
        <p:spPr>
          <a:xfrm flipV="1">
            <a:off x="1538478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8" name="Connector 1987"/>
          <p:cNvCxnSpPr/>
          <p:nvPr/>
        </p:nvCxnSpPr>
        <p:spPr>
          <a:xfrm flipV="1">
            <a:off x="15590520" y="85134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9" name="Connector 1988"/>
          <p:cNvCxnSpPr/>
          <p:nvPr/>
        </p:nvCxnSpPr>
        <p:spPr>
          <a:xfrm flipV="1">
            <a:off x="15796259" y="85084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0" name="Connector 1989"/>
          <p:cNvCxnSpPr/>
          <p:nvPr/>
        </p:nvCxnSpPr>
        <p:spPr>
          <a:xfrm>
            <a:off x="16002000" y="85084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1" name="Connector 1990"/>
          <p:cNvCxnSpPr/>
          <p:nvPr/>
        </p:nvCxnSpPr>
        <p:spPr>
          <a:xfrm>
            <a:off x="16207740" y="85134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2" name="Connector 1991"/>
          <p:cNvCxnSpPr/>
          <p:nvPr/>
        </p:nvCxnSpPr>
        <p:spPr>
          <a:xfrm>
            <a:off x="1641348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3" name="Connector 1992"/>
          <p:cNvCxnSpPr/>
          <p:nvPr/>
        </p:nvCxnSpPr>
        <p:spPr>
          <a:xfrm>
            <a:off x="1661922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4" name="Connector 1993"/>
          <p:cNvCxnSpPr/>
          <p:nvPr/>
        </p:nvCxnSpPr>
        <p:spPr>
          <a:xfrm>
            <a:off x="1682496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5" name="Connector 1994"/>
          <p:cNvCxnSpPr/>
          <p:nvPr/>
        </p:nvCxnSpPr>
        <p:spPr>
          <a:xfrm>
            <a:off x="1703070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6" name="Connector 1995"/>
          <p:cNvCxnSpPr/>
          <p:nvPr/>
        </p:nvCxnSpPr>
        <p:spPr>
          <a:xfrm flipV="1">
            <a:off x="14767559" y="861275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7" name="Connector 1996"/>
          <p:cNvCxnSpPr/>
          <p:nvPr/>
        </p:nvCxnSpPr>
        <p:spPr>
          <a:xfrm flipV="1">
            <a:off x="15179039" y="855218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8" name="Connector 1997"/>
          <p:cNvCxnSpPr/>
          <p:nvPr/>
        </p:nvCxnSpPr>
        <p:spPr>
          <a:xfrm flipV="1">
            <a:off x="1559052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9" name="Connector 1998"/>
          <p:cNvCxnSpPr/>
          <p:nvPr/>
        </p:nvCxnSpPr>
        <p:spPr>
          <a:xfrm flipV="1">
            <a:off x="1600200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0" name="Connector 1999"/>
          <p:cNvCxnSpPr/>
          <p:nvPr/>
        </p:nvCxnSpPr>
        <p:spPr>
          <a:xfrm flipV="1">
            <a:off x="1641348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1" name="Connector 2000"/>
          <p:cNvCxnSpPr/>
          <p:nvPr/>
        </p:nvCxnSpPr>
        <p:spPr>
          <a:xfrm flipV="1">
            <a:off x="1682496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2" name="Connector 2001"/>
          <p:cNvCxnSpPr/>
          <p:nvPr/>
        </p:nvCxnSpPr>
        <p:spPr>
          <a:xfrm>
            <a:off x="17236440" y="844448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3" name="Connector 2002"/>
          <p:cNvCxnSpPr/>
          <p:nvPr/>
        </p:nvCxnSpPr>
        <p:spPr>
          <a:xfrm>
            <a:off x="17647920" y="845121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4" name="Connector 2003"/>
          <p:cNvCxnSpPr/>
          <p:nvPr/>
        </p:nvCxnSpPr>
        <p:spPr>
          <a:xfrm>
            <a:off x="18059400" y="847140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5" name="Connector 2004"/>
          <p:cNvCxnSpPr/>
          <p:nvPr/>
        </p:nvCxnSpPr>
        <p:spPr>
          <a:xfrm>
            <a:off x="18470880" y="850506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6" name="Connector 2005"/>
          <p:cNvCxnSpPr/>
          <p:nvPr/>
        </p:nvCxnSpPr>
        <p:spPr>
          <a:xfrm>
            <a:off x="18882360" y="855218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7" name="Connector 2006"/>
          <p:cNvCxnSpPr/>
          <p:nvPr/>
        </p:nvCxnSpPr>
        <p:spPr>
          <a:xfrm>
            <a:off x="19293840" y="861275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8" name="Connector 2007"/>
          <p:cNvCxnSpPr/>
          <p:nvPr/>
        </p:nvCxnSpPr>
        <p:spPr>
          <a:xfrm flipV="1">
            <a:off x="1723644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9" name="Connector 2008"/>
          <p:cNvCxnSpPr/>
          <p:nvPr/>
        </p:nvCxnSpPr>
        <p:spPr>
          <a:xfrm flipV="1">
            <a:off x="1744218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0" name="Connector 2009"/>
          <p:cNvCxnSpPr/>
          <p:nvPr/>
        </p:nvCxnSpPr>
        <p:spPr>
          <a:xfrm flipV="1">
            <a:off x="1764792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1" name="Connector 2010"/>
          <p:cNvCxnSpPr/>
          <p:nvPr/>
        </p:nvCxnSpPr>
        <p:spPr>
          <a:xfrm flipV="1">
            <a:off x="1785366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2" name="Connector 2011"/>
          <p:cNvCxnSpPr/>
          <p:nvPr/>
        </p:nvCxnSpPr>
        <p:spPr>
          <a:xfrm flipV="1">
            <a:off x="18059400" y="851344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3" name="Connector 2012"/>
          <p:cNvCxnSpPr/>
          <p:nvPr/>
        </p:nvCxnSpPr>
        <p:spPr>
          <a:xfrm flipV="1">
            <a:off x="18265139" y="850849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4" name="Connector 2013"/>
          <p:cNvCxnSpPr/>
          <p:nvPr/>
        </p:nvCxnSpPr>
        <p:spPr>
          <a:xfrm>
            <a:off x="18470880" y="850849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5" name="Connector 2014"/>
          <p:cNvCxnSpPr/>
          <p:nvPr/>
        </p:nvCxnSpPr>
        <p:spPr>
          <a:xfrm>
            <a:off x="18676620" y="851344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6" name="Connector 2015"/>
          <p:cNvCxnSpPr/>
          <p:nvPr/>
        </p:nvCxnSpPr>
        <p:spPr>
          <a:xfrm>
            <a:off x="18882360" y="852830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7" name="Connector 2016"/>
          <p:cNvCxnSpPr/>
          <p:nvPr/>
        </p:nvCxnSpPr>
        <p:spPr>
          <a:xfrm>
            <a:off x="19088100" y="855306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8" name="Connector 2017"/>
          <p:cNvCxnSpPr/>
          <p:nvPr/>
        </p:nvCxnSpPr>
        <p:spPr>
          <a:xfrm>
            <a:off x="19293840" y="8587740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9" name="Connector 2018"/>
          <p:cNvCxnSpPr/>
          <p:nvPr/>
        </p:nvCxnSpPr>
        <p:spPr>
          <a:xfrm>
            <a:off x="19499580" y="863231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0" name="Connector 2019"/>
          <p:cNvCxnSpPr/>
          <p:nvPr/>
        </p:nvCxnSpPr>
        <p:spPr>
          <a:xfrm flipV="1">
            <a:off x="2423160" y="9866756"/>
            <a:ext cx="205739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1" name="Connector 2020"/>
          <p:cNvCxnSpPr/>
          <p:nvPr/>
        </p:nvCxnSpPr>
        <p:spPr>
          <a:xfrm flipV="1">
            <a:off x="2628899" y="982218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2" name="Connector 2021"/>
          <p:cNvCxnSpPr/>
          <p:nvPr/>
        </p:nvCxnSpPr>
        <p:spPr>
          <a:xfrm flipV="1">
            <a:off x="283464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3" name="Connector 2022"/>
          <p:cNvCxnSpPr/>
          <p:nvPr/>
        </p:nvCxnSpPr>
        <p:spPr>
          <a:xfrm flipV="1">
            <a:off x="304038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4" name="Connector 2023"/>
          <p:cNvCxnSpPr/>
          <p:nvPr/>
        </p:nvCxnSpPr>
        <p:spPr>
          <a:xfrm flipV="1">
            <a:off x="3246120" y="974788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5" name="Connector 2024"/>
          <p:cNvCxnSpPr/>
          <p:nvPr/>
        </p:nvCxnSpPr>
        <p:spPr>
          <a:xfrm flipV="1">
            <a:off x="3451860" y="974293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6" name="Connector 2025"/>
          <p:cNvCxnSpPr/>
          <p:nvPr/>
        </p:nvCxnSpPr>
        <p:spPr>
          <a:xfrm>
            <a:off x="3657600" y="974293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7" name="Connector 2026"/>
          <p:cNvCxnSpPr/>
          <p:nvPr/>
        </p:nvCxnSpPr>
        <p:spPr>
          <a:xfrm>
            <a:off x="3863339" y="9747885"/>
            <a:ext cx="205741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8" name="Connector 2027"/>
          <p:cNvCxnSpPr/>
          <p:nvPr/>
        </p:nvCxnSpPr>
        <p:spPr>
          <a:xfrm>
            <a:off x="406908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9" name="Connector 2028"/>
          <p:cNvCxnSpPr/>
          <p:nvPr/>
        </p:nvCxnSpPr>
        <p:spPr>
          <a:xfrm>
            <a:off x="427482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0" name="Connector 2029"/>
          <p:cNvCxnSpPr/>
          <p:nvPr/>
        </p:nvCxnSpPr>
        <p:spPr>
          <a:xfrm>
            <a:off x="4480560" y="9822179"/>
            <a:ext cx="205740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1" name="Connector 2030"/>
          <p:cNvCxnSpPr/>
          <p:nvPr/>
        </p:nvCxnSpPr>
        <p:spPr>
          <a:xfrm>
            <a:off x="4686300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2" name="Connector 2031"/>
          <p:cNvCxnSpPr/>
          <p:nvPr/>
        </p:nvCxnSpPr>
        <p:spPr>
          <a:xfrm flipV="1">
            <a:off x="2423160" y="9847198"/>
            <a:ext cx="411479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3" name="Connector 2032"/>
          <p:cNvCxnSpPr/>
          <p:nvPr/>
        </p:nvCxnSpPr>
        <p:spPr>
          <a:xfrm flipV="1">
            <a:off x="2834639" y="978662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4" name="Connector 2033"/>
          <p:cNvCxnSpPr/>
          <p:nvPr/>
        </p:nvCxnSpPr>
        <p:spPr>
          <a:xfrm flipV="1">
            <a:off x="324612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5" name="Connector 2034"/>
          <p:cNvCxnSpPr/>
          <p:nvPr/>
        </p:nvCxnSpPr>
        <p:spPr>
          <a:xfrm flipV="1">
            <a:off x="3657600" y="97058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6" name="Connector 2035"/>
          <p:cNvCxnSpPr/>
          <p:nvPr/>
        </p:nvCxnSpPr>
        <p:spPr>
          <a:xfrm flipV="1">
            <a:off x="4069080" y="968565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7" name="Connector 2036"/>
          <p:cNvCxnSpPr/>
          <p:nvPr/>
        </p:nvCxnSpPr>
        <p:spPr>
          <a:xfrm flipV="1">
            <a:off x="4480559" y="967892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8" name="Connector 2037"/>
          <p:cNvCxnSpPr/>
          <p:nvPr/>
        </p:nvCxnSpPr>
        <p:spPr>
          <a:xfrm>
            <a:off x="489204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9" name="Connector 2038"/>
          <p:cNvCxnSpPr/>
          <p:nvPr/>
        </p:nvCxnSpPr>
        <p:spPr>
          <a:xfrm>
            <a:off x="5303520" y="9685654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0" name="Connector 2039"/>
          <p:cNvCxnSpPr/>
          <p:nvPr/>
        </p:nvCxnSpPr>
        <p:spPr>
          <a:xfrm>
            <a:off x="5715000" y="9705847"/>
            <a:ext cx="411480" cy="336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1" name="Connector 2040"/>
          <p:cNvCxnSpPr/>
          <p:nvPr/>
        </p:nvCxnSpPr>
        <p:spPr>
          <a:xfrm>
            <a:off x="612648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2" name="Connector 2041"/>
          <p:cNvCxnSpPr/>
          <p:nvPr/>
        </p:nvCxnSpPr>
        <p:spPr>
          <a:xfrm>
            <a:off x="6537960" y="97866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3" name="Connector 2042"/>
          <p:cNvCxnSpPr/>
          <p:nvPr/>
        </p:nvCxnSpPr>
        <p:spPr>
          <a:xfrm>
            <a:off x="6949440" y="984719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4" name="Connector 2043"/>
          <p:cNvCxnSpPr/>
          <p:nvPr/>
        </p:nvCxnSpPr>
        <p:spPr>
          <a:xfrm flipV="1">
            <a:off x="2423160" y="982764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5" name="Connector 2044"/>
          <p:cNvCxnSpPr/>
          <p:nvPr/>
        </p:nvCxnSpPr>
        <p:spPr>
          <a:xfrm flipV="1">
            <a:off x="3040379" y="975106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6" name="Connector 2045"/>
          <p:cNvCxnSpPr/>
          <p:nvPr/>
        </p:nvCxnSpPr>
        <p:spPr>
          <a:xfrm flipV="1">
            <a:off x="365760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7" name="Connector 2046"/>
          <p:cNvCxnSpPr/>
          <p:nvPr/>
        </p:nvCxnSpPr>
        <p:spPr>
          <a:xfrm flipV="1">
            <a:off x="427482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" name="Connector 2047"/>
          <p:cNvCxnSpPr/>
          <p:nvPr/>
        </p:nvCxnSpPr>
        <p:spPr>
          <a:xfrm flipV="1">
            <a:off x="4892040" y="962342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" name="Connector 2048"/>
          <p:cNvCxnSpPr/>
          <p:nvPr/>
        </p:nvCxnSpPr>
        <p:spPr>
          <a:xfrm flipV="1">
            <a:off x="5509260" y="961491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0" name="Connector 2049"/>
          <p:cNvCxnSpPr/>
          <p:nvPr/>
        </p:nvCxnSpPr>
        <p:spPr>
          <a:xfrm>
            <a:off x="6126480" y="96149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1" name="Connector 2050"/>
          <p:cNvCxnSpPr/>
          <p:nvPr/>
        </p:nvCxnSpPr>
        <p:spPr>
          <a:xfrm>
            <a:off x="6743700" y="96234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2" name="Connector 2051"/>
          <p:cNvCxnSpPr/>
          <p:nvPr/>
        </p:nvCxnSpPr>
        <p:spPr>
          <a:xfrm>
            <a:off x="736092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3" name="Connector 2052"/>
          <p:cNvCxnSpPr/>
          <p:nvPr/>
        </p:nvCxnSpPr>
        <p:spPr>
          <a:xfrm>
            <a:off x="797814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4" name="Connector 2053"/>
          <p:cNvCxnSpPr/>
          <p:nvPr/>
        </p:nvCxnSpPr>
        <p:spPr>
          <a:xfrm>
            <a:off x="8595360" y="975106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" name="Connector 2054"/>
          <p:cNvCxnSpPr/>
          <p:nvPr/>
        </p:nvCxnSpPr>
        <p:spPr>
          <a:xfrm>
            <a:off x="9212580" y="982764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6" name="Connector 2055"/>
          <p:cNvCxnSpPr/>
          <p:nvPr/>
        </p:nvCxnSpPr>
        <p:spPr>
          <a:xfrm flipV="1">
            <a:off x="2423160" y="980808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7" name="Connector 2056"/>
          <p:cNvCxnSpPr/>
          <p:nvPr/>
        </p:nvCxnSpPr>
        <p:spPr>
          <a:xfrm flipV="1">
            <a:off x="3246119" y="971550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8" name="Connector 2057"/>
          <p:cNvCxnSpPr/>
          <p:nvPr/>
        </p:nvCxnSpPr>
        <p:spPr>
          <a:xfrm flipV="1">
            <a:off x="406908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9" name="Connector 2058"/>
          <p:cNvCxnSpPr/>
          <p:nvPr/>
        </p:nvCxnSpPr>
        <p:spPr>
          <a:xfrm flipV="1">
            <a:off x="489204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0" name="Connector 2059"/>
          <p:cNvCxnSpPr/>
          <p:nvPr/>
        </p:nvCxnSpPr>
        <p:spPr>
          <a:xfrm flipV="1">
            <a:off x="571500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1" name="Connector 2060"/>
          <p:cNvCxnSpPr/>
          <p:nvPr/>
        </p:nvCxnSpPr>
        <p:spPr>
          <a:xfrm flipV="1">
            <a:off x="6537960" y="95509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2" name="Connector 2061"/>
          <p:cNvCxnSpPr/>
          <p:nvPr/>
        </p:nvCxnSpPr>
        <p:spPr>
          <a:xfrm>
            <a:off x="7360920" y="95509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3" name="Connector 2062"/>
          <p:cNvCxnSpPr/>
          <p:nvPr/>
        </p:nvCxnSpPr>
        <p:spPr>
          <a:xfrm>
            <a:off x="818388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4" name="Connector 2063"/>
          <p:cNvCxnSpPr/>
          <p:nvPr/>
        </p:nvCxnSpPr>
        <p:spPr>
          <a:xfrm>
            <a:off x="900684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5" name="Connector 2064"/>
          <p:cNvCxnSpPr/>
          <p:nvPr/>
        </p:nvCxnSpPr>
        <p:spPr>
          <a:xfrm>
            <a:off x="982980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6" name="Connector 2065"/>
          <p:cNvCxnSpPr/>
          <p:nvPr/>
        </p:nvCxnSpPr>
        <p:spPr>
          <a:xfrm>
            <a:off x="10652760" y="971550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7" name="Connector 2066"/>
          <p:cNvCxnSpPr/>
          <p:nvPr/>
        </p:nvCxnSpPr>
        <p:spPr>
          <a:xfrm>
            <a:off x="11475720" y="980808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8" name="Connector 2067"/>
          <p:cNvCxnSpPr/>
          <p:nvPr/>
        </p:nvCxnSpPr>
        <p:spPr>
          <a:xfrm flipV="1">
            <a:off x="2423160" y="9788524"/>
            <a:ext cx="1028699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9" name="Connector 2068"/>
          <p:cNvCxnSpPr/>
          <p:nvPr/>
        </p:nvCxnSpPr>
        <p:spPr>
          <a:xfrm flipV="1">
            <a:off x="3451859" y="9679940"/>
            <a:ext cx="1028701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0" name="Connector 2069"/>
          <p:cNvCxnSpPr/>
          <p:nvPr/>
        </p:nvCxnSpPr>
        <p:spPr>
          <a:xfrm flipV="1">
            <a:off x="4480560" y="95954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1" name="Connector 2070"/>
          <p:cNvCxnSpPr/>
          <p:nvPr/>
        </p:nvCxnSpPr>
        <p:spPr>
          <a:xfrm flipV="1">
            <a:off x="5509260" y="95351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2" name="Connector 2071"/>
          <p:cNvCxnSpPr/>
          <p:nvPr/>
        </p:nvCxnSpPr>
        <p:spPr>
          <a:xfrm flipV="1">
            <a:off x="6537960" y="9498965"/>
            <a:ext cx="1028699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3" name="Connector 2072"/>
          <p:cNvCxnSpPr/>
          <p:nvPr/>
        </p:nvCxnSpPr>
        <p:spPr>
          <a:xfrm flipV="1">
            <a:off x="7566659" y="9486900"/>
            <a:ext cx="1028701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4" name="Connector 2073"/>
          <p:cNvCxnSpPr/>
          <p:nvPr/>
        </p:nvCxnSpPr>
        <p:spPr>
          <a:xfrm>
            <a:off x="8595360" y="94869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5" name="Connector 2074"/>
          <p:cNvCxnSpPr/>
          <p:nvPr/>
        </p:nvCxnSpPr>
        <p:spPr>
          <a:xfrm>
            <a:off x="9624060" y="94989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6" name="Connector 2075"/>
          <p:cNvCxnSpPr/>
          <p:nvPr/>
        </p:nvCxnSpPr>
        <p:spPr>
          <a:xfrm>
            <a:off x="10652760" y="95351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7" name="Connector 2076"/>
          <p:cNvCxnSpPr/>
          <p:nvPr/>
        </p:nvCxnSpPr>
        <p:spPr>
          <a:xfrm>
            <a:off x="11681460" y="95954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8" name="Connector 2077"/>
          <p:cNvCxnSpPr/>
          <p:nvPr/>
        </p:nvCxnSpPr>
        <p:spPr>
          <a:xfrm>
            <a:off x="12710160" y="967994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9" name="Connector 2078"/>
          <p:cNvCxnSpPr/>
          <p:nvPr/>
        </p:nvCxnSpPr>
        <p:spPr>
          <a:xfrm>
            <a:off x="13738859" y="978852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0" name="Connector 2079"/>
          <p:cNvCxnSpPr/>
          <p:nvPr/>
        </p:nvCxnSpPr>
        <p:spPr>
          <a:xfrm flipV="1">
            <a:off x="2423160" y="976896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1" name="Connector 2080"/>
          <p:cNvCxnSpPr/>
          <p:nvPr/>
        </p:nvCxnSpPr>
        <p:spPr>
          <a:xfrm flipV="1">
            <a:off x="3657599" y="964438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2" name="Connector 2081"/>
          <p:cNvCxnSpPr/>
          <p:nvPr/>
        </p:nvCxnSpPr>
        <p:spPr>
          <a:xfrm flipV="1">
            <a:off x="4892040" y="954747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3" name="Connector 2082"/>
          <p:cNvCxnSpPr/>
          <p:nvPr/>
        </p:nvCxnSpPr>
        <p:spPr>
          <a:xfrm flipV="1">
            <a:off x="6126480" y="947826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4" name="Connector 2083"/>
          <p:cNvCxnSpPr/>
          <p:nvPr/>
        </p:nvCxnSpPr>
        <p:spPr>
          <a:xfrm flipV="1">
            <a:off x="7360920" y="943673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5" name="Connector 2084"/>
          <p:cNvCxnSpPr/>
          <p:nvPr/>
        </p:nvCxnSpPr>
        <p:spPr>
          <a:xfrm flipV="1">
            <a:off x="8595359" y="9422892"/>
            <a:ext cx="1234441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6" name="Connector 2085"/>
          <p:cNvCxnSpPr/>
          <p:nvPr/>
        </p:nvCxnSpPr>
        <p:spPr>
          <a:xfrm>
            <a:off x="9829800" y="942289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7" name="Connector 2086"/>
          <p:cNvCxnSpPr/>
          <p:nvPr/>
        </p:nvCxnSpPr>
        <p:spPr>
          <a:xfrm>
            <a:off x="11064240" y="943673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8" name="Connector 2087"/>
          <p:cNvCxnSpPr/>
          <p:nvPr/>
        </p:nvCxnSpPr>
        <p:spPr>
          <a:xfrm>
            <a:off x="12298680" y="947826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9" name="Connector 2088"/>
          <p:cNvCxnSpPr/>
          <p:nvPr/>
        </p:nvCxnSpPr>
        <p:spPr>
          <a:xfrm>
            <a:off x="13533120" y="954747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0" name="Connector 2089"/>
          <p:cNvCxnSpPr/>
          <p:nvPr/>
        </p:nvCxnSpPr>
        <p:spPr>
          <a:xfrm>
            <a:off x="14767559" y="964438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1" name="Connector 2090"/>
          <p:cNvCxnSpPr/>
          <p:nvPr/>
        </p:nvCxnSpPr>
        <p:spPr>
          <a:xfrm>
            <a:off x="16001999" y="9768966"/>
            <a:ext cx="1234441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2" name="Connector 2091"/>
          <p:cNvCxnSpPr/>
          <p:nvPr/>
        </p:nvCxnSpPr>
        <p:spPr>
          <a:xfrm flipV="1">
            <a:off x="2423160" y="9749409"/>
            <a:ext cx="1440179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3" name="Connector 2092"/>
          <p:cNvCxnSpPr/>
          <p:nvPr/>
        </p:nvCxnSpPr>
        <p:spPr>
          <a:xfrm flipV="1">
            <a:off x="3863339" y="9608820"/>
            <a:ext cx="1440181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4" name="Connector 2093"/>
          <p:cNvCxnSpPr/>
          <p:nvPr/>
        </p:nvCxnSpPr>
        <p:spPr>
          <a:xfrm flipV="1">
            <a:off x="5303520" y="949947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5" name="Connector 2094"/>
          <p:cNvCxnSpPr/>
          <p:nvPr/>
        </p:nvCxnSpPr>
        <p:spPr>
          <a:xfrm flipV="1">
            <a:off x="6743700" y="942136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6" name="Connector 2095"/>
          <p:cNvCxnSpPr/>
          <p:nvPr/>
        </p:nvCxnSpPr>
        <p:spPr>
          <a:xfrm flipV="1">
            <a:off x="8183880" y="937450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7" name="Connector 2096"/>
          <p:cNvCxnSpPr/>
          <p:nvPr/>
        </p:nvCxnSpPr>
        <p:spPr>
          <a:xfrm flipV="1">
            <a:off x="9624060" y="935888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8" name="Connector 2097"/>
          <p:cNvCxnSpPr/>
          <p:nvPr/>
        </p:nvCxnSpPr>
        <p:spPr>
          <a:xfrm>
            <a:off x="11064240" y="935888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9" name="Connector 2098"/>
          <p:cNvCxnSpPr/>
          <p:nvPr/>
        </p:nvCxnSpPr>
        <p:spPr>
          <a:xfrm>
            <a:off x="12504420" y="937450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0" name="Connector 2099"/>
          <p:cNvCxnSpPr/>
          <p:nvPr/>
        </p:nvCxnSpPr>
        <p:spPr>
          <a:xfrm>
            <a:off x="13944600" y="942136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1" name="Connector 2100"/>
          <p:cNvCxnSpPr/>
          <p:nvPr/>
        </p:nvCxnSpPr>
        <p:spPr>
          <a:xfrm>
            <a:off x="15384780" y="949947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2" name="Connector 2101"/>
          <p:cNvCxnSpPr/>
          <p:nvPr/>
        </p:nvCxnSpPr>
        <p:spPr>
          <a:xfrm>
            <a:off x="16824960" y="9608820"/>
            <a:ext cx="1440179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3" name="Connector 2102"/>
          <p:cNvCxnSpPr/>
          <p:nvPr/>
        </p:nvCxnSpPr>
        <p:spPr>
          <a:xfrm>
            <a:off x="18265139" y="9749409"/>
            <a:ext cx="1440181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4" name="Connector 2103"/>
          <p:cNvCxnSpPr/>
          <p:nvPr/>
        </p:nvCxnSpPr>
        <p:spPr>
          <a:xfrm flipV="1">
            <a:off x="4892040" y="986675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5" name="Connector 2104"/>
          <p:cNvCxnSpPr/>
          <p:nvPr/>
        </p:nvCxnSpPr>
        <p:spPr>
          <a:xfrm flipV="1">
            <a:off x="5097780" y="98221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6" name="Connector 2105"/>
          <p:cNvCxnSpPr/>
          <p:nvPr/>
        </p:nvCxnSpPr>
        <p:spPr>
          <a:xfrm flipV="1">
            <a:off x="530352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7" name="Connector 2106"/>
          <p:cNvCxnSpPr/>
          <p:nvPr/>
        </p:nvCxnSpPr>
        <p:spPr>
          <a:xfrm flipV="1">
            <a:off x="550926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8" name="Connector 2107"/>
          <p:cNvCxnSpPr/>
          <p:nvPr/>
        </p:nvCxnSpPr>
        <p:spPr>
          <a:xfrm flipV="1">
            <a:off x="5715000" y="974788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9" name="Connector 2108"/>
          <p:cNvCxnSpPr/>
          <p:nvPr/>
        </p:nvCxnSpPr>
        <p:spPr>
          <a:xfrm flipV="1">
            <a:off x="5920739" y="974293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0" name="Connector 2109"/>
          <p:cNvCxnSpPr/>
          <p:nvPr/>
        </p:nvCxnSpPr>
        <p:spPr>
          <a:xfrm>
            <a:off x="6126480" y="97429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1" name="Connector 2110"/>
          <p:cNvCxnSpPr/>
          <p:nvPr/>
        </p:nvCxnSpPr>
        <p:spPr>
          <a:xfrm>
            <a:off x="6332220" y="97478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2" name="Connector 2111"/>
          <p:cNvCxnSpPr/>
          <p:nvPr/>
        </p:nvCxnSpPr>
        <p:spPr>
          <a:xfrm>
            <a:off x="653796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3" name="Connector 2112"/>
          <p:cNvCxnSpPr/>
          <p:nvPr/>
        </p:nvCxnSpPr>
        <p:spPr>
          <a:xfrm>
            <a:off x="674370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4" name="Connector 2113"/>
          <p:cNvCxnSpPr/>
          <p:nvPr/>
        </p:nvCxnSpPr>
        <p:spPr>
          <a:xfrm>
            <a:off x="6949440" y="9822179"/>
            <a:ext cx="205740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5" name="Connector 2114"/>
          <p:cNvCxnSpPr/>
          <p:nvPr/>
        </p:nvCxnSpPr>
        <p:spPr>
          <a:xfrm>
            <a:off x="7155180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6" name="Connector 2115"/>
          <p:cNvCxnSpPr/>
          <p:nvPr/>
        </p:nvCxnSpPr>
        <p:spPr>
          <a:xfrm flipV="1">
            <a:off x="4892040" y="984719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7" name="Connector 2116"/>
          <p:cNvCxnSpPr/>
          <p:nvPr/>
        </p:nvCxnSpPr>
        <p:spPr>
          <a:xfrm flipV="1">
            <a:off x="5303520" y="978662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8" name="Connector 2117"/>
          <p:cNvCxnSpPr/>
          <p:nvPr/>
        </p:nvCxnSpPr>
        <p:spPr>
          <a:xfrm flipV="1">
            <a:off x="571500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9" name="Connector 2118"/>
          <p:cNvCxnSpPr/>
          <p:nvPr/>
        </p:nvCxnSpPr>
        <p:spPr>
          <a:xfrm flipV="1">
            <a:off x="6126480" y="97058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0" name="Connector 2119"/>
          <p:cNvCxnSpPr/>
          <p:nvPr/>
        </p:nvCxnSpPr>
        <p:spPr>
          <a:xfrm flipV="1">
            <a:off x="6537960" y="968565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1" name="Connector 2120"/>
          <p:cNvCxnSpPr/>
          <p:nvPr/>
        </p:nvCxnSpPr>
        <p:spPr>
          <a:xfrm flipV="1">
            <a:off x="6949439" y="967892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2" name="Connector 2121"/>
          <p:cNvCxnSpPr/>
          <p:nvPr/>
        </p:nvCxnSpPr>
        <p:spPr>
          <a:xfrm>
            <a:off x="736092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3" name="Connector 2122"/>
          <p:cNvCxnSpPr/>
          <p:nvPr/>
        </p:nvCxnSpPr>
        <p:spPr>
          <a:xfrm>
            <a:off x="7772400" y="9685654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4" name="Connector 2123"/>
          <p:cNvCxnSpPr/>
          <p:nvPr/>
        </p:nvCxnSpPr>
        <p:spPr>
          <a:xfrm>
            <a:off x="8183879" y="9705847"/>
            <a:ext cx="411481" cy="336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5" name="Connector 2124"/>
          <p:cNvCxnSpPr/>
          <p:nvPr/>
        </p:nvCxnSpPr>
        <p:spPr>
          <a:xfrm>
            <a:off x="859536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6" name="Connector 2125"/>
          <p:cNvCxnSpPr/>
          <p:nvPr/>
        </p:nvCxnSpPr>
        <p:spPr>
          <a:xfrm>
            <a:off x="9006840" y="97866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7" name="Connector 2126"/>
          <p:cNvCxnSpPr/>
          <p:nvPr/>
        </p:nvCxnSpPr>
        <p:spPr>
          <a:xfrm>
            <a:off x="9418320" y="984719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8" name="Connector 2127"/>
          <p:cNvCxnSpPr/>
          <p:nvPr/>
        </p:nvCxnSpPr>
        <p:spPr>
          <a:xfrm flipV="1">
            <a:off x="4892040" y="982764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9" name="Connector 2128"/>
          <p:cNvCxnSpPr/>
          <p:nvPr/>
        </p:nvCxnSpPr>
        <p:spPr>
          <a:xfrm flipV="1">
            <a:off x="5509260" y="97510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0" name="Connector 2129"/>
          <p:cNvCxnSpPr/>
          <p:nvPr/>
        </p:nvCxnSpPr>
        <p:spPr>
          <a:xfrm flipV="1">
            <a:off x="612648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1" name="Connector 2130"/>
          <p:cNvCxnSpPr/>
          <p:nvPr/>
        </p:nvCxnSpPr>
        <p:spPr>
          <a:xfrm flipV="1">
            <a:off x="674370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2" name="Connector 2131"/>
          <p:cNvCxnSpPr/>
          <p:nvPr/>
        </p:nvCxnSpPr>
        <p:spPr>
          <a:xfrm flipV="1">
            <a:off x="7360920" y="962342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3" name="Connector 2132"/>
          <p:cNvCxnSpPr/>
          <p:nvPr/>
        </p:nvCxnSpPr>
        <p:spPr>
          <a:xfrm flipV="1">
            <a:off x="7978140" y="961491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4" name="Connector 2133"/>
          <p:cNvCxnSpPr/>
          <p:nvPr/>
        </p:nvCxnSpPr>
        <p:spPr>
          <a:xfrm>
            <a:off x="8595360" y="96149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5" name="Connector 2134"/>
          <p:cNvCxnSpPr/>
          <p:nvPr/>
        </p:nvCxnSpPr>
        <p:spPr>
          <a:xfrm>
            <a:off x="9212580" y="96234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6" name="Connector 2135"/>
          <p:cNvCxnSpPr/>
          <p:nvPr/>
        </p:nvCxnSpPr>
        <p:spPr>
          <a:xfrm>
            <a:off x="982980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7" name="Connector 2136"/>
          <p:cNvCxnSpPr/>
          <p:nvPr/>
        </p:nvCxnSpPr>
        <p:spPr>
          <a:xfrm>
            <a:off x="1044702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8" name="Connector 2137"/>
          <p:cNvCxnSpPr/>
          <p:nvPr/>
        </p:nvCxnSpPr>
        <p:spPr>
          <a:xfrm>
            <a:off x="11064240" y="975106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9" name="Connector 2138"/>
          <p:cNvCxnSpPr/>
          <p:nvPr/>
        </p:nvCxnSpPr>
        <p:spPr>
          <a:xfrm>
            <a:off x="11681460" y="982764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0" name="Connector 2139"/>
          <p:cNvCxnSpPr/>
          <p:nvPr/>
        </p:nvCxnSpPr>
        <p:spPr>
          <a:xfrm flipV="1">
            <a:off x="4892040" y="980808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1" name="Connector 2140"/>
          <p:cNvCxnSpPr/>
          <p:nvPr/>
        </p:nvCxnSpPr>
        <p:spPr>
          <a:xfrm flipV="1">
            <a:off x="5715000" y="971550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2" name="Connector 2141"/>
          <p:cNvCxnSpPr/>
          <p:nvPr/>
        </p:nvCxnSpPr>
        <p:spPr>
          <a:xfrm flipV="1">
            <a:off x="653796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3" name="Connector 2142"/>
          <p:cNvCxnSpPr/>
          <p:nvPr/>
        </p:nvCxnSpPr>
        <p:spPr>
          <a:xfrm flipV="1">
            <a:off x="736092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4" name="Connector 2143"/>
          <p:cNvCxnSpPr/>
          <p:nvPr/>
        </p:nvCxnSpPr>
        <p:spPr>
          <a:xfrm flipV="1">
            <a:off x="818388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5" name="Connector 2144"/>
          <p:cNvCxnSpPr/>
          <p:nvPr/>
        </p:nvCxnSpPr>
        <p:spPr>
          <a:xfrm flipV="1">
            <a:off x="9006840" y="95509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6" name="Connector 2145"/>
          <p:cNvCxnSpPr/>
          <p:nvPr/>
        </p:nvCxnSpPr>
        <p:spPr>
          <a:xfrm>
            <a:off x="9829800" y="95509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7" name="Connector 2146"/>
          <p:cNvCxnSpPr/>
          <p:nvPr/>
        </p:nvCxnSpPr>
        <p:spPr>
          <a:xfrm>
            <a:off x="1065276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8" name="Connector 2147"/>
          <p:cNvCxnSpPr/>
          <p:nvPr/>
        </p:nvCxnSpPr>
        <p:spPr>
          <a:xfrm>
            <a:off x="1147572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9" name="Connector 2148"/>
          <p:cNvCxnSpPr/>
          <p:nvPr/>
        </p:nvCxnSpPr>
        <p:spPr>
          <a:xfrm>
            <a:off x="1229868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0" name="Connector 2149"/>
          <p:cNvCxnSpPr/>
          <p:nvPr/>
        </p:nvCxnSpPr>
        <p:spPr>
          <a:xfrm>
            <a:off x="13121640" y="971550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1" name="Connector 2150"/>
          <p:cNvCxnSpPr/>
          <p:nvPr/>
        </p:nvCxnSpPr>
        <p:spPr>
          <a:xfrm>
            <a:off x="13944599" y="980808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" name="Connector 2151"/>
          <p:cNvCxnSpPr/>
          <p:nvPr/>
        </p:nvCxnSpPr>
        <p:spPr>
          <a:xfrm flipV="1">
            <a:off x="4892040" y="978852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" name="Connector 2152"/>
          <p:cNvCxnSpPr/>
          <p:nvPr/>
        </p:nvCxnSpPr>
        <p:spPr>
          <a:xfrm flipV="1">
            <a:off x="5920740" y="967994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" name="Connector 2153"/>
          <p:cNvCxnSpPr/>
          <p:nvPr/>
        </p:nvCxnSpPr>
        <p:spPr>
          <a:xfrm flipV="1">
            <a:off x="6949440" y="95954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5" name="Connector 2154"/>
          <p:cNvCxnSpPr/>
          <p:nvPr/>
        </p:nvCxnSpPr>
        <p:spPr>
          <a:xfrm flipV="1">
            <a:off x="7978140" y="95351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6" name="Connector 2155"/>
          <p:cNvCxnSpPr/>
          <p:nvPr/>
        </p:nvCxnSpPr>
        <p:spPr>
          <a:xfrm flipV="1">
            <a:off x="9006840" y="94989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7" name="Connector 2156"/>
          <p:cNvCxnSpPr/>
          <p:nvPr/>
        </p:nvCxnSpPr>
        <p:spPr>
          <a:xfrm flipV="1">
            <a:off x="10035540" y="94869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8" name="Connector 2157"/>
          <p:cNvCxnSpPr/>
          <p:nvPr/>
        </p:nvCxnSpPr>
        <p:spPr>
          <a:xfrm>
            <a:off x="11064240" y="94869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9" name="Connector 2158"/>
          <p:cNvCxnSpPr/>
          <p:nvPr/>
        </p:nvCxnSpPr>
        <p:spPr>
          <a:xfrm>
            <a:off x="12092940" y="94989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0" name="Connector 2159"/>
          <p:cNvCxnSpPr/>
          <p:nvPr/>
        </p:nvCxnSpPr>
        <p:spPr>
          <a:xfrm>
            <a:off x="13121640" y="95351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1" name="Connector 2160"/>
          <p:cNvCxnSpPr/>
          <p:nvPr/>
        </p:nvCxnSpPr>
        <p:spPr>
          <a:xfrm>
            <a:off x="14150340" y="95954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2" name="Connector 2161"/>
          <p:cNvCxnSpPr/>
          <p:nvPr/>
        </p:nvCxnSpPr>
        <p:spPr>
          <a:xfrm>
            <a:off x="15179040" y="967994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3" name="Connector 2162"/>
          <p:cNvCxnSpPr/>
          <p:nvPr/>
        </p:nvCxnSpPr>
        <p:spPr>
          <a:xfrm>
            <a:off x="16207739" y="978852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4" name="Connector 2163"/>
          <p:cNvCxnSpPr/>
          <p:nvPr/>
        </p:nvCxnSpPr>
        <p:spPr>
          <a:xfrm flipV="1">
            <a:off x="4892040" y="976896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5" name="Connector 2164"/>
          <p:cNvCxnSpPr/>
          <p:nvPr/>
        </p:nvCxnSpPr>
        <p:spPr>
          <a:xfrm flipV="1">
            <a:off x="6126480" y="964438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6" name="Connector 2165"/>
          <p:cNvCxnSpPr/>
          <p:nvPr/>
        </p:nvCxnSpPr>
        <p:spPr>
          <a:xfrm flipV="1">
            <a:off x="7360920" y="954747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7" name="Connector 2166"/>
          <p:cNvCxnSpPr/>
          <p:nvPr/>
        </p:nvCxnSpPr>
        <p:spPr>
          <a:xfrm flipV="1">
            <a:off x="8595360" y="947826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8" name="Connector 2167"/>
          <p:cNvCxnSpPr/>
          <p:nvPr/>
        </p:nvCxnSpPr>
        <p:spPr>
          <a:xfrm flipV="1">
            <a:off x="9829800" y="943673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9" name="Connector 2168"/>
          <p:cNvCxnSpPr/>
          <p:nvPr/>
        </p:nvCxnSpPr>
        <p:spPr>
          <a:xfrm flipV="1">
            <a:off x="11064240" y="942289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0" name="Connector 2169"/>
          <p:cNvCxnSpPr/>
          <p:nvPr/>
        </p:nvCxnSpPr>
        <p:spPr>
          <a:xfrm>
            <a:off x="12298680" y="942289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1" name="Connector 2170"/>
          <p:cNvCxnSpPr/>
          <p:nvPr/>
        </p:nvCxnSpPr>
        <p:spPr>
          <a:xfrm>
            <a:off x="13533120" y="943673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2" name="Connector 2171"/>
          <p:cNvCxnSpPr/>
          <p:nvPr/>
        </p:nvCxnSpPr>
        <p:spPr>
          <a:xfrm>
            <a:off x="14767559" y="947826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3" name="Connector 2172"/>
          <p:cNvCxnSpPr/>
          <p:nvPr/>
        </p:nvCxnSpPr>
        <p:spPr>
          <a:xfrm>
            <a:off x="16002000" y="954747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4" name="Connector 2173"/>
          <p:cNvCxnSpPr/>
          <p:nvPr/>
        </p:nvCxnSpPr>
        <p:spPr>
          <a:xfrm>
            <a:off x="17236440" y="964438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5" name="Connector 2174"/>
          <p:cNvCxnSpPr/>
          <p:nvPr/>
        </p:nvCxnSpPr>
        <p:spPr>
          <a:xfrm>
            <a:off x="18470880" y="976896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6" name="Connector 2175"/>
          <p:cNvCxnSpPr/>
          <p:nvPr/>
        </p:nvCxnSpPr>
        <p:spPr>
          <a:xfrm flipV="1">
            <a:off x="7360920" y="986675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7" name="Connector 2176"/>
          <p:cNvCxnSpPr/>
          <p:nvPr/>
        </p:nvCxnSpPr>
        <p:spPr>
          <a:xfrm flipV="1">
            <a:off x="7566660" y="98221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8" name="Connector 2177"/>
          <p:cNvCxnSpPr/>
          <p:nvPr/>
        </p:nvCxnSpPr>
        <p:spPr>
          <a:xfrm flipV="1">
            <a:off x="777240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9" name="Connector 2178"/>
          <p:cNvCxnSpPr/>
          <p:nvPr/>
        </p:nvCxnSpPr>
        <p:spPr>
          <a:xfrm flipV="1">
            <a:off x="797814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0" name="Connector 2179"/>
          <p:cNvCxnSpPr/>
          <p:nvPr/>
        </p:nvCxnSpPr>
        <p:spPr>
          <a:xfrm flipV="1">
            <a:off x="8183880" y="974788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1" name="Connector 2180"/>
          <p:cNvCxnSpPr/>
          <p:nvPr/>
        </p:nvCxnSpPr>
        <p:spPr>
          <a:xfrm flipV="1">
            <a:off x="8389619" y="974293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2" name="Connector 2181"/>
          <p:cNvCxnSpPr/>
          <p:nvPr/>
        </p:nvCxnSpPr>
        <p:spPr>
          <a:xfrm>
            <a:off x="8595360" y="97429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3" name="Connector 2182"/>
          <p:cNvCxnSpPr/>
          <p:nvPr/>
        </p:nvCxnSpPr>
        <p:spPr>
          <a:xfrm>
            <a:off x="8801100" y="97478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4" name="Connector 2183"/>
          <p:cNvCxnSpPr/>
          <p:nvPr/>
        </p:nvCxnSpPr>
        <p:spPr>
          <a:xfrm>
            <a:off x="900684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5" name="Connector 2184"/>
          <p:cNvCxnSpPr/>
          <p:nvPr/>
        </p:nvCxnSpPr>
        <p:spPr>
          <a:xfrm>
            <a:off x="921258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6" name="Connector 2185"/>
          <p:cNvCxnSpPr/>
          <p:nvPr/>
        </p:nvCxnSpPr>
        <p:spPr>
          <a:xfrm>
            <a:off x="9418320" y="9822179"/>
            <a:ext cx="205740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7" name="Connector 2186"/>
          <p:cNvCxnSpPr/>
          <p:nvPr/>
        </p:nvCxnSpPr>
        <p:spPr>
          <a:xfrm>
            <a:off x="9624060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8" name="Connector 2187"/>
          <p:cNvCxnSpPr/>
          <p:nvPr/>
        </p:nvCxnSpPr>
        <p:spPr>
          <a:xfrm flipV="1">
            <a:off x="7360920" y="984719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9" name="Connector 2188"/>
          <p:cNvCxnSpPr/>
          <p:nvPr/>
        </p:nvCxnSpPr>
        <p:spPr>
          <a:xfrm flipV="1">
            <a:off x="7772400" y="978662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0" name="Connector 2189"/>
          <p:cNvCxnSpPr/>
          <p:nvPr/>
        </p:nvCxnSpPr>
        <p:spPr>
          <a:xfrm flipV="1">
            <a:off x="8183879" y="973950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1" name="Connector 2190"/>
          <p:cNvCxnSpPr/>
          <p:nvPr/>
        </p:nvCxnSpPr>
        <p:spPr>
          <a:xfrm flipV="1">
            <a:off x="8595360" y="97058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2" name="Connector 2191"/>
          <p:cNvCxnSpPr/>
          <p:nvPr/>
        </p:nvCxnSpPr>
        <p:spPr>
          <a:xfrm flipV="1">
            <a:off x="9006840" y="968565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3" name="Connector 2192"/>
          <p:cNvCxnSpPr/>
          <p:nvPr/>
        </p:nvCxnSpPr>
        <p:spPr>
          <a:xfrm flipV="1">
            <a:off x="941832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4" name="Connector 2193"/>
          <p:cNvCxnSpPr/>
          <p:nvPr/>
        </p:nvCxnSpPr>
        <p:spPr>
          <a:xfrm>
            <a:off x="982980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5" name="Connector 2194"/>
          <p:cNvCxnSpPr/>
          <p:nvPr/>
        </p:nvCxnSpPr>
        <p:spPr>
          <a:xfrm>
            <a:off x="10241280" y="9685654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6" name="Connector 2195"/>
          <p:cNvCxnSpPr/>
          <p:nvPr/>
        </p:nvCxnSpPr>
        <p:spPr>
          <a:xfrm>
            <a:off x="10652760" y="9705847"/>
            <a:ext cx="411480" cy="336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7" name="Connector 2196"/>
          <p:cNvCxnSpPr/>
          <p:nvPr/>
        </p:nvCxnSpPr>
        <p:spPr>
          <a:xfrm>
            <a:off x="1106424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8" name="Connector 2197"/>
          <p:cNvCxnSpPr/>
          <p:nvPr/>
        </p:nvCxnSpPr>
        <p:spPr>
          <a:xfrm>
            <a:off x="11475720" y="97866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9" name="Connector 2198"/>
          <p:cNvCxnSpPr/>
          <p:nvPr/>
        </p:nvCxnSpPr>
        <p:spPr>
          <a:xfrm>
            <a:off x="11887200" y="984719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0" name="Connector 2199"/>
          <p:cNvCxnSpPr/>
          <p:nvPr/>
        </p:nvCxnSpPr>
        <p:spPr>
          <a:xfrm flipV="1">
            <a:off x="7360920" y="982764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1" name="Connector 2200"/>
          <p:cNvCxnSpPr/>
          <p:nvPr/>
        </p:nvCxnSpPr>
        <p:spPr>
          <a:xfrm flipV="1">
            <a:off x="7978140" y="97510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2" name="Connector 2201"/>
          <p:cNvCxnSpPr/>
          <p:nvPr/>
        </p:nvCxnSpPr>
        <p:spPr>
          <a:xfrm flipV="1">
            <a:off x="859536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3" name="Connector 2202"/>
          <p:cNvCxnSpPr/>
          <p:nvPr/>
        </p:nvCxnSpPr>
        <p:spPr>
          <a:xfrm flipV="1">
            <a:off x="921258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4" name="Connector 2203"/>
          <p:cNvCxnSpPr/>
          <p:nvPr/>
        </p:nvCxnSpPr>
        <p:spPr>
          <a:xfrm flipV="1">
            <a:off x="9829800" y="962342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5" name="Connector 2204"/>
          <p:cNvCxnSpPr/>
          <p:nvPr/>
        </p:nvCxnSpPr>
        <p:spPr>
          <a:xfrm flipV="1">
            <a:off x="10447020" y="961491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6" name="Connector 2205"/>
          <p:cNvCxnSpPr/>
          <p:nvPr/>
        </p:nvCxnSpPr>
        <p:spPr>
          <a:xfrm>
            <a:off x="11064240" y="96149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7" name="Connector 2206"/>
          <p:cNvCxnSpPr/>
          <p:nvPr/>
        </p:nvCxnSpPr>
        <p:spPr>
          <a:xfrm>
            <a:off x="11681460" y="96234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8" name="Connector 2207"/>
          <p:cNvCxnSpPr/>
          <p:nvPr/>
        </p:nvCxnSpPr>
        <p:spPr>
          <a:xfrm>
            <a:off x="1229868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9" name="Connector 2208"/>
          <p:cNvCxnSpPr/>
          <p:nvPr/>
        </p:nvCxnSpPr>
        <p:spPr>
          <a:xfrm>
            <a:off x="1291590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0" name="Connector 2209"/>
          <p:cNvCxnSpPr/>
          <p:nvPr/>
        </p:nvCxnSpPr>
        <p:spPr>
          <a:xfrm>
            <a:off x="13533120" y="975106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1" name="Connector 2210"/>
          <p:cNvCxnSpPr/>
          <p:nvPr/>
        </p:nvCxnSpPr>
        <p:spPr>
          <a:xfrm>
            <a:off x="14150339" y="982764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2" name="Connector 2211"/>
          <p:cNvCxnSpPr/>
          <p:nvPr/>
        </p:nvCxnSpPr>
        <p:spPr>
          <a:xfrm flipV="1">
            <a:off x="7360920" y="980808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3" name="Connector 2212"/>
          <p:cNvCxnSpPr/>
          <p:nvPr/>
        </p:nvCxnSpPr>
        <p:spPr>
          <a:xfrm flipV="1">
            <a:off x="8183879" y="971550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4" name="Connector 2213"/>
          <p:cNvCxnSpPr/>
          <p:nvPr/>
        </p:nvCxnSpPr>
        <p:spPr>
          <a:xfrm flipV="1">
            <a:off x="900684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5" name="Connector 2214"/>
          <p:cNvCxnSpPr/>
          <p:nvPr/>
        </p:nvCxnSpPr>
        <p:spPr>
          <a:xfrm flipV="1">
            <a:off x="982980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6" name="Connector 2215"/>
          <p:cNvCxnSpPr/>
          <p:nvPr/>
        </p:nvCxnSpPr>
        <p:spPr>
          <a:xfrm flipV="1">
            <a:off x="1065276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7" name="Connector 2216"/>
          <p:cNvCxnSpPr/>
          <p:nvPr/>
        </p:nvCxnSpPr>
        <p:spPr>
          <a:xfrm flipV="1">
            <a:off x="11475720" y="95509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8" name="Connector 2217"/>
          <p:cNvCxnSpPr/>
          <p:nvPr/>
        </p:nvCxnSpPr>
        <p:spPr>
          <a:xfrm>
            <a:off x="12298680" y="955090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9" name="Connector 2218"/>
          <p:cNvCxnSpPr/>
          <p:nvPr/>
        </p:nvCxnSpPr>
        <p:spPr>
          <a:xfrm>
            <a:off x="1312164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0" name="Connector 2219"/>
          <p:cNvCxnSpPr/>
          <p:nvPr/>
        </p:nvCxnSpPr>
        <p:spPr>
          <a:xfrm>
            <a:off x="13944600" y="959205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1" name="Connector 2220"/>
          <p:cNvCxnSpPr/>
          <p:nvPr/>
        </p:nvCxnSpPr>
        <p:spPr>
          <a:xfrm>
            <a:off x="14767559" y="964349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2" name="Connector 2221"/>
          <p:cNvCxnSpPr/>
          <p:nvPr/>
        </p:nvCxnSpPr>
        <p:spPr>
          <a:xfrm>
            <a:off x="15590520" y="971550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3" name="Connector 2222"/>
          <p:cNvCxnSpPr/>
          <p:nvPr/>
        </p:nvCxnSpPr>
        <p:spPr>
          <a:xfrm>
            <a:off x="16413480" y="980808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4" name="Connector 2223"/>
          <p:cNvCxnSpPr/>
          <p:nvPr/>
        </p:nvCxnSpPr>
        <p:spPr>
          <a:xfrm flipV="1">
            <a:off x="7360920" y="978852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5" name="Connector 2224"/>
          <p:cNvCxnSpPr/>
          <p:nvPr/>
        </p:nvCxnSpPr>
        <p:spPr>
          <a:xfrm flipV="1">
            <a:off x="8389620" y="9679940"/>
            <a:ext cx="1028700" cy="1085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6" name="Connector 2225"/>
          <p:cNvCxnSpPr/>
          <p:nvPr/>
        </p:nvCxnSpPr>
        <p:spPr>
          <a:xfrm flipV="1">
            <a:off x="9418320" y="95954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7" name="Connector 2226"/>
          <p:cNvCxnSpPr/>
          <p:nvPr/>
        </p:nvCxnSpPr>
        <p:spPr>
          <a:xfrm flipV="1">
            <a:off x="10447020" y="95351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8" name="Connector 2227"/>
          <p:cNvCxnSpPr/>
          <p:nvPr/>
        </p:nvCxnSpPr>
        <p:spPr>
          <a:xfrm flipV="1">
            <a:off x="11475720" y="94989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9" name="Connector 2228"/>
          <p:cNvCxnSpPr/>
          <p:nvPr/>
        </p:nvCxnSpPr>
        <p:spPr>
          <a:xfrm flipV="1">
            <a:off x="12504420" y="94869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0" name="Connector 2229"/>
          <p:cNvCxnSpPr/>
          <p:nvPr/>
        </p:nvCxnSpPr>
        <p:spPr>
          <a:xfrm>
            <a:off x="13533120" y="948690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1" name="Connector 2230"/>
          <p:cNvCxnSpPr/>
          <p:nvPr/>
        </p:nvCxnSpPr>
        <p:spPr>
          <a:xfrm>
            <a:off x="14561820" y="949896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2" name="Connector 2231"/>
          <p:cNvCxnSpPr/>
          <p:nvPr/>
        </p:nvCxnSpPr>
        <p:spPr>
          <a:xfrm>
            <a:off x="15590520" y="953516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3" name="Connector 2232"/>
          <p:cNvCxnSpPr/>
          <p:nvPr/>
        </p:nvCxnSpPr>
        <p:spPr>
          <a:xfrm>
            <a:off x="16619220" y="9595485"/>
            <a:ext cx="1028700" cy="844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4" name="Connector 2233"/>
          <p:cNvCxnSpPr/>
          <p:nvPr/>
        </p:nvCxnSpPr>
        <p:spPr>
          <a:xfrm>
            <a:off x="17647920" y="9679940"/>
            <a:ext cx="1028699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5" name="Connector 2234"/>
          <p:cNvCxnSpPr/>
          <p:nvPr/>
        </p:nvCxnSpPr>
        <p:spPr>
          <a:xfrm>
            <a:off x="18676619" y="978852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6" name="Connector 2235"/>
          <p:cNvCxnSpPr/>
          <p:nvPr/>
        </p:nvCxnSpPr>
        <p:spPr>
          <a:xfrm flipV="1">
            <a:off x="9829800" y="986675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7" name="Connector 2236"/>
          <p:cNvCxnSpPr/>
          <p:nvPr/>
        </p:nvCxnSpPr>
        <p:spPr>
          <a:xfrm flipV="1">
            <a:off x="10035540" y="98221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8" name="Connector 2237"/>
          <p:cNvCxnSpPr/>
          <p:nvPr/>
        </p:nvCxnSpPr>
        <p:spPr>
          <a:xfrm flipV="1">
            <a:off x="1024128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9" name="Connector 2238"/>
          <p:cNvCxnSpPr/>
          <p:nvPr/>
        </p:nvCxnSpPr>
        <p:spPr>
          <a:xfrm flipV="1">
            <a:off x="1044702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0" name="Connector 2239"/>
          <p:cNvCxnSpPr/>
          <p:nvPr/>
        </p:nvCxnSpPr>
        <p:spPr>
          <a:xfrm flipV="1">
            <a:off x="10652760" y="974788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1" name="Connector 2240"/>
          <p:cNvCxnSpPr/>
          <p:nvPr/>
        </p:nvCxnSpPr>
        <p:spPr>
          <a:xfrm flipV="1">
            <a:off x="10858500" y="974293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2" name="Connector 2241"/>
          <p:cNvCxnSpPr/>
          <p:nvPr/>
        </p:nvCxnSpPr>
        <p:spPr>
          <a:xfrm>
            <a:off x="11064240" y="97429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3" name="Connector 2242"/>
          <p:cNvCxnSpPr/>
          <p:nvPr/>
        </p:nvCxnSpPr>
        <p:spPr>
          <a:xfrm>
            <a:off x="11269980" y="97478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4" name="Connector 2243"/>
          <p:cNvCxnSpPr/>
          <p:nvPr/>
        </p:nvCxnSpPr>
        <p:spPr>
          <a:xfrm>
            <a:off x="1147572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5" name="Connector 2244"/>
          <p:cNvCxnSpPr/>
          <p:nvPr/>
        </p:nvCxnSpPr>
        <p:spPr>
          <a:xfrm>
            <a:off x="1168146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6" name="Connector 2245"/>
          <p:cNvCxnSpPr/>
          <p:nvPr/>
        </p:nvCxnSpPr>
        <p:spPr>
          <a:xfrm>
            <a:off x="11887200" y="9822179"/>
            <a:ext cx="205740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7" name="Connector 2246"/>
          <p:cNvCxnSpPr/>
          <p:nvPr/>
        </p:nvCxnSpPr>
        <p:spPr>
          <a:xfrm>
            <a:off x="12092940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8" name="Connector 2247"/>
          <p:cNvCxnSpPr/>
          <p:nvPr/>
        </p:nvCxnSpPr>
        <p:spPr>
          <a:xfrm flipV="1">
            <a:off x="9829800" y="984719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9" name="Connector 2248"/>
          <p:cNvCxnSpPr/>
          <p:nvPr/>
        </p:nvCxnSpPr>
        <p:spPr>
          <a:xfrm flipV="1">
            <a:off x="10241280" y="978662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0" name="Connector 2249"/>
          <p:cNvCxnSpPr/>
          <p:nvPr/>
        </p:nvCxnSpPr>
        <p:spPr>
          <a:xfrm flipV="1">
            <a:off x="1065276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1" name="Connector 2250"/>
          <p:cNvCxnSpPr/>
          <p:nvPr/>
        </p:nvCxnSpPr>
        <p:spPr>
          <a:xfrm flipV="1">
            <a:off x="11064240" y="97058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2" name="Connector 2251"/>
          <p:cNvCxnSpPr/>
          <p:nvPr/>
        </p:nvCxnSpPr>
        <p:spPr>
          <a:xfrm flipV="1">
            <a:off x="11475720" y="968565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3" name="Connector 2252"/>
          <p:cNvCxnSpPr/>
          <p:nvPr/>
        </p:nvCxnSpPr>
        <p:spPr>
          <a:xfrm flipV="1">
            <a:off x="1188720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4" name="Connector 2253"/>
          <p:cNvCxnSpPr/>
          <p:nvPr/>
        </p:nvCxnSpPr>
        <p:spPr>
          <a:xfrm>
            <a:off x="1229868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5" name="Connector 2254"/>
          <p:cNvCxnSpPr/>
          <p:nvPr/>
        </p:nvCxnSpPr>
        <p:spPr>
          <a:xfrm>
            <a:off x="12710160" y="9685654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6" name="Connector 2255"/>
          <p:cNvCxnSpPr/>
          <p:nvPr/>
        </p:nvCxnSpPr>
        <p:spPr>
          <a:xfrm>
            <a:off x="13121640" y="9705847"/>
            <a:ext cx="411480" cy="336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7" name="Connector 2256"/>
          <p:cNvCxnSpPr/>
          <p:nvPr/>
        </p:nvCxnSpPr>
        <p:spPr>
          <a:xfrm>
            <a:off x="1353312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8" name="Connector 2257"/>
          <p:cNvCxnSpPr/>
          <p:nvPr/>
        </p:nvCxnSpPr>
        <p:spPr>
          <a:xfrm>
            <a:off x="13944600" y="9786620"/>
            <a:ext cx="411479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9" name="Connector 2258"/>
          <p:cNvCxnSpPr/>
          <p:nvPr/>
        </p:nvCxnSpPr>
        <p:spPr>
          <a:xfrm>
            <a:off x="14356079" y="984719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0" name="Connector 2259"/>
          <p:cNvCxnSpPr/>
          <p:nvPr/>
        </p:nvCxnSpPr>
        <p:spPr>
          <a:xfrm flipV="1">
            <a:off x="9829800" y="982764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1" name="Connector 2260"/>
          <p:cNvCxnSpPr/>
          <p:nvPr/>
        </p:nvCxnSpPr>
        <p:spPr>
          <a:xfrm flipV="1">
            <a:off x="10447020" y="97510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2" name="Connector 2261"/>
          <p:cNvCxnSpPr/>
          <p:nvPr/>
        </p:nvCxnSpPr>
        <p:spPr>
          <a:xfrm flipV="1">
            <a:off x="1106424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3" name="Connector 2262"/>
          <p:cNvCxnSpPr/>
          <p:nvPr/>
        </p:nvCxnSpPr>
        <p:spPr>
          <a:xfrm flipV="1">
            <a:off x="1168146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4" name="Connector 2263"/>
          <p:cNvCxnSpPr/>
          <p:nvPr/>
        </p:nvCxnSpPr>
        <p:spPr>
          <a:xfrm flipV="1">
            <a:off x="12298680" y="9623424"/>
            <a:ext cx="617220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5" name="Connector 2264"/>
          <p:cNvCxnSpPr/>
          <p:nvPr/>
        </p:nvCxnSpPr>
        <p:spPr>
          <a:xfrm flipV="1">
            <a:off x="12915900" y="961491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6" name="Connector 2265"/>
          <p:cNvCxnSpPr/>
          <p:nvPr/>
        </p:nvCxnSpPr>
        <p:spPr>
          <a:xfrm>
            <a:off x="13533120" y="96149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7" name="Connector 2266"/>
          <p:cNvCxnSpPr/>
          <p:nvPr/>
        </p:nvCxnSpPr>
        <p:spPr>
          <a:xfrm>
            <a:off x="14150340" y="9623425"/>
            <a:ext cx="617219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8" name="Connector 2267"/>
          <p:cNvCxnSpPr/>
          <p:nvPr/>
        </p:nvCxnSpPr>
        <p:spPr>
          <a:xfrm>
            <a:off x="14767559" y="9648952"/>
            <a:ext cx="617221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9" name="Connector 2268"/>
          <p:cNvCxnSpPr/>
          <p:nvPr/>
        </p:nvCxnSpPr>
        <p:spPr>
          <a:xfrm>
            <a:off x="1538478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0" name="Connector 2269"/>
          <p:cNvCxnSpPr/>
          <p:nvPr/>
        </p:nvCxnSpPr>
        <p:spPr>
          <a:xfrm>
            <a:off x="16002000" y="9751060"/>
            <a:ext cx="617219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1" name="Connector 2270"/>
          <p:cNvCxnSpPr/>
          <p:nvPr/>
        </p:nvCxnSpPr>
        <p:spPr>
          <a:xfrm>
            <a:off x="16619219" y="9827641"/>
            <a:ext cx="617221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2" name="Connector 2271"/>
          <p:cNvCxnSpPr/>
          <p:nvPr/>
        </p:nvCxnSpPr>
        <p:spPr>
          <a:xfrm flipV="1">
            <a:off x="9829800" y="980808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3" name="Connector 2272"/>
          <p:cNvCxnSpPr/>
          <p:nvPr/>
        </p:nvCxnSpPr>
        <p:spPr>
          <a:xfrm flipV="1">
            <a:off x="10652760" y="971550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4" name="Connector 2273"/>
          <p:cNvCxnSpPr/>
          <p:nvPr/>
        </p:nvCxnSpPr>
        <p:spPr>
          <a:xfrm flipV="1">
            <a:off x="1147572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5" name="Connector 2274"/>
          <p:cNvCxnSpPr/>
          <p:nvPr/>
        </p:nvCxnSpPr>
        <p:spPr>
          <a:xfrm flipV="1">
            <a:off x="1229868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6" name="Connector 2275"/>
          <p:cNvCxnSpPr/>
          <p:nvPr/>
        </p:nvCxnSpPr>
        <p:spPr>
          <a:xfrm flipV="1">
            <a:off x="1312164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7" name="Connector 2276"/>
          <p:cNvCxnSpPr/>
          <p:nvPr/>
        </p:nvCxnSpPr>
        <p:spPr>
          <a:xfrm flipV="1">
            <a:off x="13944600" y="9550908"/>
            <a:ext cx="822959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8" name="Connector 2277"/>
          <p:cNvCxnSpPr/>
          <p:nvPr/>
        </p:nvCxnSpPr>
        <p:spPr>
          <a:xfrm>
            <a:off x="14767559" y="955090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9" name="Connector 2278"/>
          <p:cNvCxnSpPr/>
          <p:nvPr/>
        </p:nvCxnSpPr>
        <p:spPr>
          <a:xfrm>
            <a:off x="15590520" y="956119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0" name="Connector 2279"/>
          <p:cNvCxnSpPr/>
          <p:nvPr/>
        </p:nvCxnSpPr>
        <p:spPr>
          <a:xfrm>
            <a:off x="16413480" y="959205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1" name="Connector 2280"/>
          <p:cNvCxnSpPr/>
          <p:nvPr/>
        </p:nvCxnSpPr>
        <p:spPr>
          <a:xfrm>
            <a:off x="17236440" y="964349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2" name="Connector 2281"/>
          <p:cNvCxnSpPr/>
          <p:nvPr/>
        </p:nvCxnSpPr>
        <p:spPr>
          <a:xfrm>
            <a:off x="18059400" y="971550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3" name="Connector 2282"/>
          <p:cNvCxnSpPr/>
          <p:nvPr/>
        </p:nvCxnSpPr>
        <p:spPr>
          <a:xfrm>
            <a:off x="18882360" y="980808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4" name="Connector 2283"/>
          <p:cNvCxnSpPr/>
          <p:nvPr/>
        </p:nvCxnSpPr>
        <p:spPr>
          <a:xfrm flipV="1">
            <a:off x="12298680" y="986675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5" name="Connector 2284"/>
          <p:cNvCxnSpPr/>
          <p:nvPr/>
        </p:nvCxnSpPr>
        <p:spPr>
          <a:xfrm flipV="1">
            <a:off x="12504420" y="98221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6" name="Connector 2285"/>
          <p:cNvCxnSpPr/>
          <p:nvPr/>
        </p:nvCxnSpPr>
        <p:spPr>
          <a:xfrm flipV="1">
            <a:off x="1271016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7" name="Connector 2286"/>
          <p:cNvCxnSpPr/>
          <p:nvPr/>
        </p:nvCxnSpPr>
        <p:spPr>
          <a:xfrm flipV="1">
            <a:off x="1291590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8" name="Connector 2287"/>
          <p:cNvCxnSpPr/>
          <p:nvPr/>
        </p:nvCxnSpPr>
        <p:spPr>
          <a:xfrm flipV="1">
            <a:off x="13121640" y="974788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9" name="Connector 2288"/>
          <p:cNvCxnSpPr/>
          <p:nvPr/>
        </p:nvCxnSpPr>
        <p:spPr>
          <a:xfrm flipV="1">
            <a:off x="13327379" y="974293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0" name="Connector 2289"/>
          <p:cNvCxnSpPr/>
          <p:nvPr/>
        </p:nvCxnSpPr>
        <p:spPr>
          <a:xfrm>
            <a:off x="13533120" y="97429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1" name="Connector 2290"/>
          <p:cNvCxnSpPr/>
          <p:nvPr/>
        </p:nvCxnSpPr>
        <p:spPr>
          <a:xfrm>
            <a:off x="13738860" y="97478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2" name="Connector 2291"/>
          <p:cNvCxnSpPr/>
          <p:nvPr/>
        </p:nvCxnSpPr>
        <p:spPr>
          <a:xfrm>
            <a:off x="1394460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3" name="Connector 2292"/>
          <p:cNvCxnSpPr/>
          <p:nvPr/>
        </p:nvCxnSpPr>
        <p:spPr>
          <a:xfrm>
            <a:off x="1415034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4" name="Connector 2293"/>
          <p:cNvCxnSpPr/>
          <p:nvPr/>
        </p:nvCxnSpPr>
        <p:spPr>
          <a:xfrm>
            <a:off x="14356080" y="9822179"/>
            <a:ext cx="205739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5" name="Connector 2294"/>
          <p:cNvCxnSpPr/>
          <p:nvPr/>
        </p:nvCxnSpPr>
        <p:spPr>
          <a:xfrm>
            <a:off x="14561819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6" name="Connector 2295"/>
          <p:cNvCxnSpPr/>
          <p:nvPr/>
        </p:nvCxnSpPr>
        <p:spPr>
          <a:xfrm flipV="1">
            <a:off x="12298680" y="984719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7" name="Connector 2296"/>
          <p:cNvCxnSpPr/>
          <p:nvPr/>
        </p:nvCxnSpPr>
        <p:spPr>
          <a:xfrm flipV="1">
            <a:off x="12710160" y="978662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8" name="Connector 2297"/>
          <p:cNvCxnSpPr/>
          <p:nvPr/>
        </p:nvCxnSpPr>
        <p:spPr>
          <a:xfrm flipV="1">
            <a:off x="1312164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9" name="Connector 2298"/>
          <p:cNvCxnSpPr/>
          <p:nvPr/>
        </p:nvCxnSpPr>
        <p:spPr>
          <a:xfrm flipV="1">
            <a:off x="13533120" y="97058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0" name="Connector 2299"/>
          <p:cNvCxnSpPr/>
          <p:nvPr/>
        </p:nvCxnSpPr>
        <p:spPr>
          <a:xfrm flipV="1">
            <a:off x="13944600" y="9685654"/>
            <a:ext cx="411479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1" name="Connector 2300"/>
          <p:cNvCxnSpPr/>
          <p:nvPr/>
        </p:nvCxnSpPr>
        <p:spPr>
          <a:xfrm flipV="1">
            <a:off x="14356079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2" name="Connector 2301"/>
          <p:cNvCxnSpPr/>
          <p:nvPr/>
        </p:nvCxnSpPr>
        <p:spPr>
          <a:xfrm>
            <a:off x="14767559" y="9678924"/>
            <a:ext cx="411481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3" name="Connector 2302"/>
          <p:cNvCxnSpPr/>
          <p:nvPr/>
        </p:nvCxnSpPr>
        <p:spPr>
          <a:xfrm>
            <a:off x="15179040" y="9685654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4" name="Connector 2303"/>
          <p:cNvCxnSpPr/>
          <p:nvPr/>
        </p:nvCxnSpPr>
        <p:spPr>
          <a:xfrm>
            <a:off x="15590520" y="9705847"/>
            <a:ext cx="411480" cy="336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5" name="Connector 2304"/>
          <p:cNvCxnSpPr/>
          <p:nvPr/>
        </p:nvCxnSpPr>
        <p:spPr>
          <a:xfrm>
            <a:off x="1600200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6" name="Connector 2305"/>
          <p:cNvCxnSpPr/>
          <p:nvPr/>
        </p:nvCxnSpPr>
        <p:spPr>
          <a:xfrm>
            <a:off x="16413480" y="97866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7" name="Connector 2306"/>
          <p:cNvCxnSpPr/>
          <p:nvPr/>
        </p:nvCxnSpPr>
        <p:spPr>
          <a:xfrm>
            <a:off x="16824960" y="984719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8" name="Connector 2307"/>
          <p:cNvCxnSpPr/>
          <p:nvPr/>
        </p:nvCxnSpPr>
        <p:spPr>
          <a:xfrm flipV="1">
            <a:off x="12298680" y="982764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9" name="Connector 2308"/>
          <p:cNvCxnSpPr/>
          <p:nvPr/>
        </p:nvCxnSpPr>
        <p:spPr>
          <a:xfrm flipV="1">
            <a:off x="12915900" y="975106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0" name="Connector 2309"/>
          <p:cNvCxnSpPr/>
          <p:nvPr/>
        </p:nvCxnSpPr>
        <p:spPr>
          <a:xfrm flipV="1">
            <a:off x="1353312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1" name="Connector 2310"/>
          <p:cNvCxnSpPr/>
          <p:nvPr/>
        </p:nvCxnSpPr>
        <p:spPr>
          <a:xfrm flipV="1">
            <a:off x="14150340" y="9648952"/>
            <a:ext cx="617219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2" name="Connector 2311"/>
          <p:cNvCxnSpPr/>
          <p:nvPr/>
        </p:nvCxnSpPr>
        <p:spPr>
          <a:xfrm flipV="1">
            <a:off x="14767559" y="9623424"/>
            <a:ext cx="617221" cy="2552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3" name="Connector 2312"/>
          <p:cNvCxnSpPr/>
          <p:nvPr/>
        </p:nvCxnSpPr>
        <p:spPr>
          <a:xfrm flipV="1">
            <a:off x="15384780" y="9614916"/>
            <a:ext cx="617220" cy="850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4" name="Connector 2313"/>
          <p:cNvCxnSpPr/>
          <p:nvPr/>
        </p:nvCxnSpPr>
        <p:spPr>
          <a:xfrm>
            <a:off x="16002000" y="961491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5" name="Connector 2314"/>
          <p:cNvCxnSpPr/>
          <p:nvPr/>
        </p:nvCxnSpPr>
        <p:spPr>
          <a:xfrm>
            <a:off x="16619220" y="9623425"/>
            <a:ext cx="617220" cy="2552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6" name="Connector 2315"/>
          <p:cNvCxnSpPr/>
          <p:nvPr/>
        </p:nvCxnSpPr>
        <p:spPr>
          <a:xfrm>
            <a:off x="17236440" y="9648952"/>
            <a:ext cx="617220" cy="4254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7" name="Connector 2316"/>
          <p:cNvCxnSpPr/>
          <p:nvPr/>
        </p:nvCxnSpPr>
        <p:spPr>
          <a:xfrm>
            <a:off x="17853660" y="969149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8" name="Connector 2317"/>
          <p:cNvCxnSpPr/>
          <p:nvPr/>
        </p:nvCxnSpPr>
        <p:spPr>
          <a:xfrm>
            <a:off x="18470880" y="9751060"/>
            <a:ext cx="617220" cy="7658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9" name="Connector 2318"/>
          <p:cNvCxnSpPr/>
          <p:nvPr/>
        </p:nvCxnSpPr>
        <p:spPr>
          <a:xfrm>
            <a:off x="19088100" y="9827641"/>
            <a:ext cx="617220" cy="9359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0" name="Connector 2319"/>
          <p:cNvCxnSpPr/>
          <p:nvPr/>
        </p:nvCxnSpPr>
        <p:spPr>
          <a:xfrm flipV="1">
            <a:off x="14767559" y="986675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1" name="Connector 2320"/>
          <p:cNvCxnSpPr/>
          <p:nvPr/>
        </p:nvCxnSpPr>
        <p:spPr>
          <a:xfrm flipV="1">
            <a:off x="14973299" y="982218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2" name="Connector 2321"/>
          <p:cNvCxnSpPr/>
          <p:nvPr/>
        </p:nvCxnSpPr>
        <p:spPr>
          <a:xfrm flipV="1">
            <a:off x="1517904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3" name="Connector 2322"/>
          <p:cNvCxnSpPr/>
          <p:nvPr/>
        </p:nvCxnSpPr>
        <p:spPr>
          <a:xfrm flipV="1">
            <a:off x="1538478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4" name="Connector 2323"/>
          <p:cNvCxnSpPr/>
          <p:nvPr/>
        </p:nvCxnSpPr>
        <p:spPr>
          <a:xfrm flipV="1">
            <a:off x="15590520" y="974788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5" name="Connector 2324"/>
          <p:cNvCxnSpPr/>
          <p:nvPr/>
        </p:nvCxnSpPr>
        <p:spPr>
          <a:xfrm flipV="1">
            <a:off x="15796259" y="974293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6" name="Connector 2325"/>
          <p:cNvCxnSpPr/>
          <p:nvPr/>
        </p:nvCxnSpPr>
        <p:spPr>
          <a:xfrm>
            <a:off x="16002000" y="97429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7" name="Connector 2326"/>
          <p:cNvCxnSpPr/>
          <p:nvPr/>
        </p:nvCxnSpPr>
        <p:spPr>
          <a:xfrm>
            <a:off x="16207740" y="97478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8" name="Connector 2327"/>
          <p:cNvCxnSpPr/>
          <p:nvPr/>
        </p:nvCxnSpPr>
        <p:spPr>
          <a:xfrm>
            <a:off x="1641348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9" name="Connector 2328"/>
          <p:cNvCxnSpPr/>
          <p:nvPr/>
        </p:nvCxnSpPr>
        <p:spPr>
          <a:xfrm>
            <a:off x="1661922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0" name="Connector 2329"/>
          <p:cNvCxnSpPr/>
          <p:nvPr/>
        </p:nvCxnSpPr>
        <p:spPr>
          <a:xfrm>
            <a:off x="16824960" y="9822179"/>
            <a:ext cx="205740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1" name="Connector 2330"/>
          <p:cNvCxnSpPr/>
          <p:nvPr/>
        </p:nvCxnSpPr>
        <p:spPr>
          <a:xfrm>
            <a:off x="17030700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2" name="Connector 2331"/>
          <p:cNvCxnSpPr/>
          <p:nvPr/>
        </p:nvCxnSpPr>
        <p:spPr>
          <a:xfrm flipV="1">
            <a:off x="14767559" y="984719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3" name="Connector 2332"/>
          <p:cNvCxnSpPr/>
          <p:nvPr/>
        </p:nvCxnSpPr>
        <p:spPr>
          <a:xfrm flipV="1">
            <a:off x="15179039" y="978662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4" name="Connector 2333"/>
          <p:cNvCxnSpPr/>
          <p:nvPr/>
        </p:nvCxnSpPr>
        <p:spPr>
          <a:xfrm flipV="1">
            <a:off x="1559052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5" name="Connector 2334"/>
          <p:cNvCxnSpPr/>
          <p:nvPr/>
        </p:nvCxnSpPr>
        <p:spPr>
          <a:xfrm flipV="1">
            <a:off x="16002000" y="970584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6" name="Connector 2335"/>
          <p:cNvCxnSpPr/>
          <p:nvPr/>
        </p:nvCxnSpPr>
        <p:spPr>
          <a:xfrm flipV="1">
            <a:off x="16413480" y="9685654"/>
            <a:ext cx="411480" cy="2019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7" name="Connector 2336"/>
          <p:cNvCxnSpPr/>
          <p:nvPr/>
        </p:nvCxnSpPr>
        <p:spPr>
          <a:xfrm flipV="1">
            <a:off x="1682496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8" name="Connector 2337"/>
          <p:cNvCxnSpPr/>
          <p:nvPr/>
        </p:nvCxnSpPr>
        <p:spPr>
          <a:xfrm>
            <a:off x="17236440" y="9678924"/>
            <a:ext cx="411480" cy="67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9" name="Connector 2338"/>
          <p:cNvCxnSpPr/>
          <p:nvPr/>
        </p:nvCxnSpPr>
        <p:spPr>
          <a:xfrm>
            <a:off x="17647920" y="9685654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0" name="Connector 2339"/>
          <p:cNvCxnSpPr/>
          <p:nvPr/>
        </p:nvCxnSpPr>
        <p:spPr>
          <a:xfrm>
            <a:off x="18059400" y="9705847"/>
            <a:ext cx="411480" cy="3365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1" name="Connector 2340"/>
          <p:cNvCxnSpPr/>
          <p:nvPr/>
        </p:nvCxnSpPr>
        <p:spPr>
          <a:xfrm>
            <a:off x="18470880" y="973950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2" name="Connector 2341"/>
          <p:cNvCxnSpPr/>
          <p:nvPr/>
        </p:nvCxnSpPr>
        <p:spPr>
          <a:xfrm>
            <a:off x="18882360" y="9786620"/>
            <a:ext cx="411480" cy="6057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3" name="Connector 2342"/>
          <p:cNvCxnSpPr/>
          <p:nvPr/>
        </p:nvCxnSpPr>
        <p:spPr>
          <a:xfrm>
            <a:off x="19293840" y="9847199"/>
            <a:ext cx="411480" cy="7404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4" name="Connector 2343"/>
          <p:cNvCxnSpPr/>
          <p:nvPr/>
        </p:nvCxnSpPr>
        <p:spPr>
          <a:xfrm flipV="1">
            <a:off x="17236440" y="986675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5" name="Connector 2344"/>
          <p:cNvCxnSpPr/>
          <p:nvPr/>
        </p:nvCxnSpPr>
        <p:spPr>
          <a:xfrm flipV="1">
            <a:off x="17442180" y="982218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6" name="Connector 2345"/>
          <p:cNvCxnSpPr/>
          <p:nvPr/>
        </p:nvCxnSpPr>
        <p:spPr>
          <a:xfrm flipV="1">
            <a:off x="17647920" y="978750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7" name="Connector 2346"/>
          <p:cNvCxnSpPr/>
          <p:nvPr/>
        </p:nvCxnSpPr>
        <p:spPr>
          <a:xfrm flipV="1">
            <a:off x="1785366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8" name="Connector 2347"/>
          <p:cNvCxnSpPr/>
          <p:nvPr/>
        </p:nvCxnSpPr>
        <p:spPr>
          <a:xfrm flipV="1">
            <a:off x="18059400" y="974788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9" name="Connector 2348"/>
          <p:cNvCxnSpPr/>
          <p:nvPr/>
        </p:nvCxnSpPr>
        <p:spPr>
          <a:xfrm flipV="1">
            <a:off x="18265139" y="974293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0" name="Connector 2349"/>
          <p:cNvCxnSpPr/>
          <p:nvPr/>
        </p:nvCxnSpPr>
        <p:spPr>
          <a:xfrm>
            <a:off x="18470880" y="974293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1" name="Connector 2350"/>
          <p:cNvCxnSpPr/>
          <p:nvPr/>
        </p:nvCxnSpPr>
        <p:spPr>
          <a:xfrm>
            <a:off x="18676620" y="9747885"/>
            <a:ext cx="205740" cy="1485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2" name="Connector 2351"/>
          <p:cNvCxnSpPr/>
          <p:nvPr/>
        </p:nvCxnSpPr>
        <p:spPr>
          <a:xfrm>
            <a:off x="18882360" y="976274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3" name="Connector 2352"/>
          <p:cNvCxnSpPr/>
          <p:nvPr/>
        </p:nvCxnSpPr>
        <p:spPr>
          <a:xfrm>
            <a:off x="19088100" y="978750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4" name="Connector 2353"/>
          <p:cNvCxnSpPr/>
          <p:nvPr/>
        </p:nvCxnSpPr>
        <p:spPr>
          <a:xfrm>
            <a:off x="19293840" y="9822179"/>
            <a:ext cx="205740" cy="44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5" name="Connector 2354"/>
          <p:cNvCxnSpPr/>
          <p:nvPr/>
        </p:nvCxnSpPr>
        <p:spPr>
          <a:xfrm>
            <a:off x="19499580" y="9866757"/>
            <a:ext cx="205740" cy="544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6" name="Connector 2355"/>
          <p:cNvCxnSpPr/>
          <p:nvPr/>
        </p:nvCxnSpPr>
        <p:spPr>
          <a:xfrm flipV="1">
            <a:off x="2423160" y="11101196"/>
            <a:ext cx="205739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7" name="Connector 2356"/>
          <p:cNvCxnSpPr/>
          <p:nvPr/>
        </p:nvCxnSpPr>
        <p:spPr>
          <a:xfrm flipV="1">
            <a:off x="2628899" y="1105662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8" name="Connector 2357"/>
          <p:cNvCxnSpPr/>
          <p:nvPr/>
        </p:nvCxnSpPr>
        <p:spPr>
          <a:xfrm flipV="1">
            <a:off x="283464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9" name="Connector 2358"/>
          <p:cNvCxnSpPr/>
          <p:nvPr/>
        </p:nvCxnSpPr>
        <p:spPr>
          <a:xfrm flipV="1">
            <a:off x="304038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0" name="Connector 2359"/>
          <p:cNvCxnSpPr/>
          <p:nvPr/>
        </p:nvCxnSpPr>
        <p:spPr>
          <a:xfrm flipV="1">
            <a:off x="3246120" y="1098232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1" name="Connector 2360"/>
          <p:cNvCxnSpPr/>
          <p:nvPr/>
        </p:nvCxnSpPr>
        <p:spPr>
          <a:xfrm flipV="1">
            <a:off x="3451860" y="1097737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2" name="Connector 2361"/>
          <p:cNvCxnSpPr/>
          <p:nvPr/>
        </p:nvCxnSpPr>
        <p:spPr>
          <a:xfrm>
            <a:off x="3657600" y="10977372"/>
            <a:ext cx="205739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3" name="Connector 2362"/>
          <p:cNvCxnSpPr/>
          <p:nvPr/>
        </p:nvCxnSpPr>
        <p:spPr>
          <a:xfrm>
            <a:off x="3863339" y="10982325"/>
            <a:ext cx="205741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4" name="Connector 2363"/>
          <p:cNvCxnSpPr/>
          <p:nvPr/>
        </p:nvCxnSpPr>
        <p:spPr>
          <a:xfrm>
            <a:off x="406908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5" name="Connector 2364"/>
          <p:cNvCxnSpPr/>
          <p:nvPr/>
        </p:nvCxnSpPr>
        <p:spPr>
          <a:xfrm>
            <a:off x="427482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6" name="Connector 2365"/>
          <p:cNvCxnSpPr/>
          <p:nvPr/>
        </p:nvCxnSpPr>
        <p:spPr>
          <a:xfrm>
            <a:off x="4480560" y="11056619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7" name="Connector 2366"/>
          <p:cNvCxnSpPr/>
          <p:nvPr/>
        </p:nvCxnSpPr>
        <p:spPr>
          <a:xfrm>
            <a:off x="468630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8" name="Connector 2367"/>
          <p:cNvCxnSpPr/>
          <p:nvPr/>
        </p:nvCxnSpPr>
        <p:spPr>
          <a:xfrm flipV="1">
            <a:off x="2423160" y="11081638"/>
            <a:ext cx="411479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9" name="Connector 2368"/>
          <p:cNvCxnSpPr/>
          <p:nvPr/>
        </p:nvCxnSpPr>
        <p:spPr>
          <a:xfrm flipV="1">
            <a:off x="2834639" y="1102106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0" name="Connector 2369"/>
          <p:cNvCxnSpPr/>
          <p:nvPr/>
        </p:nvCxnSpPr>
        <p:spPr>
          <a:xfrm flipV="1">
            <a:off x="324612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1" name="Connector 2370"/>
          <p:cNvCxnSpPr/>
          <p:nvPr/>
        </p:nvCxnSpPr>
        <p:spPr>
          <a:xfrm flipV="1">
            <a:off x="365760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2" name="Connector 2371"/>
          <p:cNvCxnSpPr/>
          <p:nvPr/>
        </p:nvCxnSpPr>
        <p:spPr>
          <a:xfrm flipV="1">
            <a:off x="4069080" y="1092009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3" name="Connector 2372"/>
          <p:cNvCxnSpPr/>
          <p:nvPr/>
        </p:nvCxnSpPr>
        <p:spPr>
          <a:xfrm flipV="1">
            <a:off x="4480559" y="1091336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4" name="Connector 2373"/>
          <p:cNvCxnSpPr/>
          <p:nvPr/>
        </p:nvCxnSpPr>
        <p:spPr>
          <a:xfrm>
            <a:off x="489204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5" name="Connector 2374"/>
          <p:cNvCxnSpPr/>
          <p:nvPr/>
        </p:nvCxnSpPr>
        <p:spPr>
          <a:xfrm>
            <a:off x="530352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6" name="Connector 2375"/>
          <p:cNvCxnSpPr/>
          <p:nvPr/>
        </p:nvCxnSpPr>
        <p:spPr>
          <a:xfrm>
            <a:off x="571500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7" name="Connector 2376"/>
          <p:cNvCxnSpPr/>
          <p:nvPr/>
        </p:nvCxnSpPr>
        <p:spPr>
          <a:xfrm>
            <a:off x="612648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8" name="Connector 2377"/>
          <p:cNvCxnSpPr/>
          <p:nvPr/>
        </p:nvCxnSpPr>
        <p:spPr>
          <a:xfrm>
            <a:off x="653796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9" name="Connector 2378"/>
          <p:cNvCxnSpPr/>
          <p:nvPr/>
        </p:nvCxnSpPr>
        <p:spPr>
          <a:xfrm>
            <a:off x="694944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0" name="Connector 2379"/>
          <p:cNvCxnSpPr/>
          <p:nvPr/>
        </p:nvCxnSpPr>
        <p:spPr>
          <a:xfrm flipV="1">
            <a:off x="2423160" y="11062080"/>
            <a:ext cx="617219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1" name="Connector 2380"/>
          <p:cNvCxnSpPr/>
          <p:nvPr/>
        </p:nvCxnSpPr>
        <p:spPr>
          <a:xfrm flipV="1">
            <a:off x="3040379" y="10985500"/>
            <a:ext cx="617221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2" name="Connector 2381"/>
          <p:cNvCxnSpPr/>
          <p:nvPr/>
        </p:nvCxnSpPr>
        <p:spPr>
          <a:xfrm flipV="1">
            <a:off x="365760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3" name="Connector 2382"/>
          <p:cNvCxnSpPr/>
          <p:nvPr/>
        </p:nvCxnSpPr>
        <p:spPr>
          <a:xfrm flipV="1">
            <a:off x="427482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4" name="Connector 2383"/>
          <p:cNvCxnSpPr/>
          <p:nvPr/>
        </p:nvCxnSpPr>
        <p:spPr>
          <a:xfrm flipV="1">
            <a:off x="489204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5" name="Connector 2384"/>
          <p:cNvCxnSpPr/>
          <p:nvPr/>
        </p:nvCxnSpPr>
        <p:spPr>
          <a:xfrm flipV="1">
            <a:off x="550926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6" name="Connector 2385"/>
          <p:cNvCxnSpPr/>
          <p:nvPr/>
        </p:nvCxnSpPr>
        <p:spPr>
          <a:xfrm>
            <a:off x="612648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7" name="Connector 2386"/>
          <p:cNvCxnSpPr/>
          <p:nvPr/>
        </p:nvCxnSpPr>
        <p:spPr>
          <a:xfrm>
            <a:off x="674370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8" name="Connector 2387"/>
          <p:cNvCxnSpPr/>
          <p:nvPr/>
        </p:nvCxnSpPr>
        <p:spPr>
          <a:xfrm>
            <a:off x="736092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9" name="Connector 2388"/>
          <p:cNvCxnSpPr/>
          <p:nvPr/>
        </p:nvCxnSpPr>
        <p:spPr>
          <a:xfrm>
            <a:off x="797814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0" name="Connector 2389"/>
          <p:cNvCxnSpPr/>
          <p:nvPr/>
        </p:nvCxnSpPr>
        <p:spPr>
          <a:xfrm>
            <a:off x="859536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1" name="Connector 2390"/>
          <p:cNvCxnSpPr/>
          <p:nvPr/>
        </p:nvCxnSpPr>
        <p:spPr>
          <a:xfrm>
            <a:off x="921258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2" name="Connector 2391"/>
          <p:cNvCxnSpPr/>
          <p:nvPr/>
        </p:nvCxnSpPr>
        <p:spPr>
          <a:xfrm flipV="1">
            <a:off x="2423160" y="1104252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3" name="Connector 2392"/>
          <p:cNvCxnSpPr/>
          <p:nvPr/>
        </p:nvCxnSpPr>
        <p:spPr>
          <a:xfrm flipV="1">
            <a:off x="3246119" y="1094994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4" name="Connector 2393"/>
          <p:cNvCxnSpPr/>
          <p:nvPr/>
        </p:nvCxnSpPr>
        <p:spPr>
          <a:xfrm flipV="1">
            <a:off x="406908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5" name="Connector 2394"/>
          <p:cNvCxnSpPr/>
          <p:nvPr/>
        </p:nvCxnSpPr>
        <p:spPr>
          <a:xfrm flipV="1">
            <a:off x="489204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6" name="Connector 2395"/>
          <p:cNvCxnSpPr/>
          <p:nvPr/>
        </p:nvCxnSpPr>
        <p:spPr>
          <a:xfrm flipV="1">
            <a:off x="5715000" y="107956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7" name="Connector 2396"/>
          <p:cNvCxnSpPr/>
          <p:nvPr/>
        </p:nvCxnSpPr>
        <p:spPr>
          <a:xfrm flipV="1">
            <a:off x="6537960" y="1078534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8" name="Connector 2397"/>
          <p:cNvCxnSpPr/>
          <p:nvPr/>
        </p:nvCxnSpPr>
        <p:spPr>
          <a:xfrm>
            <a:off x="7360920" y="1078534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9" name="Connector 2398"/>
          <p:cNvCxnSpPr/>
          <p:nvPr/>
        </p:nvCxnSpPr>
        <p:spPr>
          <a:xfrm>
            <a:off x="8183880" y="107956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0" name="Connector 2399"/>
          <p:cNvCxnSpPr/>
          <p:nvPr/>
        </p:nvCxnSpPr>
        <p:spPr>
          <a:xfrm>
            <a:off x="900684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1" name="Connector 2400"/>
          <p:cNvCxnSpPr/>
          <p:nvPr/>
        </p:nvCxnSpPr>
        <p:spPr>
          <a:xfrm>
            <a:off x="982980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2" name="Connector 2401"/>
          <p:cNvCxnSpPr/>
          <p:nvPr/>
        </p:nvCxnSpPr>
        <p:spPr>
          <a:xfrm>
            <a:off x="10652760" y="1094994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3" name="Connector 2402"/>
          <p:cNvCxnSpPr/>
          <p:nvPr/>
        </p:nvCxnSpPr>
        <p:spPr>
          <a:xfrm>
            <a:off x="11475720" y="110425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4" name="Connector 2403"/>
          <p:cNvCxnSpPr/>
          <p:nvPr/>
        </p:nvCxnSpPr>
        <p:spPr>
          <a:xfrm flipV="1">
            <a:off x="2423160" y="11022964"/>
            <a:ext cx="1028699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5" name="Connector 2404"/>
          <p:cNvCxnSpPr/>
          <p:nvPr/>
        </p:nvCxnSpPr>
        <p:spPr>
          <a:xfrm flipV="1">
            <a:off x="3451859" y="10914379"/>
            <a:ext cx="1028701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6" name="Connector 2405"/>
          <p:cNvCxnSpPr/>
          <p:nvPr/>
        </p:nvCxnSpPr>
        <p:spPr>
          <a:xfrm flipV="1">
            <a:off x="4480560" y="1082992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7" name="Connector 2406"/>
          <p:cNvCxnSpPr/>
          <p:nvPr/>
        </p:nvCxnSpPr>
        <p:spPr>
          <a:xfrm flipV="1">
            <a:off x="5509260" y="107696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8" name="Connector 2407"/>
          <p:cNvCxnSpPr/>
          <p:nvPr/>
        </p:nvCxnSpPr>
        <p:spPr>
          <a:xfrm flipV="1">
            <a:off x="6537960" y="10733405"/>
            <a:ext cx="1028699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9" name="Connector 2408"/>
          <p:cNvCxnSpPr/>
          <p:nvPr/>
        </p:nvCxnSpPr>
        <p:spPr>
          <a:xfrm flipV="1">
            <a:off x="7566659" y="10721340"/>
            <a:ext cx="1028701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0" name="Connector 2409"/>
          <p:cNvCxnSpPr/>
          <p:nvPr/>
        </p:nvCxnSpPr>
        <p:spPr>
          <a:xfrm>
            <a:off x="8595360" y="107213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1" name="Connector 2410"/>
          <p:cNvCxnSpPr/>
          <p:nvPr/>
        </p:nvCxnSpPr>
        <p:spPr>
          <a:xfrm>
            <a:off x="9624060" y="1073340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2" name="Connector 2411"/>
          <p:cNvCxnSpPr/>
          <p:nvPr/>
        </p:nvCxnSpPr>
        <p:spPr>
          <a:xfrm>
            <a:off x="10652760" y="107696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3" name="Connector 2412"/>
          <p:cNvCxnSpPr/>
          <p:nvPr/>
        </p:nvCxnSpPr>
        <p:spPr>
          <a:xfrm>
            <a:off x="11681460" y="1082992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4" name="Connector 2413"/>
          <p:cNvCxnSpPr/>
          <p:nvPr/>
        </p:nvCxnSpPr>
        <p:spPr>
          <a:xfrm>
            <a:off x="12710160" y="10914379"/>
            <a:ext cx="1028699" cy="108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5" name="Connector 2414"/>
          <p:cNvCxnSpPr/>
          <p:nvPr/>
        </p:nvCxnSpPr>
        <p:spPr>
          <a:xfrm>
            <a:off x="13738859" y="11022965"/>
            <a:ext cx="1028700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6" name="Connector 2415"/>
          <p:cNvCxnSpPr/>
          <p:nvPr/>
        </p:nvCxnSpPr>
        <p:spPr>
          <a:xfrm flipV="1">
            <a:off x="2423160" y="11003406"/>
            <a:ext cx="1234439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7" name="Connector 2416"/>
          <p:cNvCxnSpPr/>
          <p:nvPr/>
        </p:nvCxnSpPr>
        <p:spPr>
          <a:xfrm flipV="1">
            <a:off x="3657599" y="10878820"/>
            <a:ext cx="1234441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8" name="Connector 2417"/>
          <p:cNvCxnSpPr/>
          <p:nvPr/>
        </p:nvCxnSpPr>
        <p:spPr>
          <a:xfrm flipV="1">
            <a:off x="4892040" y="1078191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9" name="Connector 2418"/>
          <p:cNvCxnSpPr/>
          <p:nvPr/>
        </p:nvCxnSpPr>
        <p:spPr>
          <a:xfrm flipV="1">
            <a:off x="6126480" y="1071270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0" name="Connector 2419"/>
          <p:cNvCxnSpPr/>
          <p:nvPr/>
        </p:nvCxnSpPr>
        <p:spPr>
          <a:xfrm flipV="1">
            <a:off x="7360920" y="10671174"/>
            <a:ext cx="1234439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1" name="Connector 2420"/>
          <p:cNvCxnSpPr/>
          <p:nvPr/>
        </p:nvCxnSpPr>
        <p:spPr>
          <a:xfrm flipV="1">
            <a:off x="8595359" y="10657332"/>
            <a:ext cx="1234441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2" name="Connector 2421"/>
          <p:cNvCxnSpPr/>
          <p:nvPr/>
        </p:nvCxnSpPr>
        <p:spPr>
          <a:xfrm>
            <a:off x="9829800" y="1065733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3" name="Connector 2422"/>
          <p:cNvCxnSpPr/>
          <p:nvPr/>
        </p:nvCxnSpPr>
        <p:spPr>
          <a:xfrm>
            <a:off x="11064240" y="10671175"/>
            <a:ext cx="1234440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4" name="Connector 2423"/>
          <p:cNvCxnSpPr/>
          <p:nvPr/>
        </p:nvCxnSpPr>
        <p:spPr>
          <a:xfrm>
            <a:off x="12298680" y="1071270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5" name="Connector 2424"/>
          <p:cNvCxnSpPr/>
          <p:nvPr/>
        </p:nvCxnSpPr>
        <p:spPr>
          <a:xfrm>
            <a:off x="13533120" y="10781919"/>
            <a:ext cx="1234439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6" name="Connector 2425"/>
          <p:cNvCxnSpPr/>
          <p:nvPr/>
        </p:nvCxnSpPr>
        <p:spPr>
          <a:xfrm>
            <a:off x="14767559" y="1087882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7" name="Connector 2426"/>
          <p:cNvCxnSpPr/>
          <p:nvPr/>
        </p:nvCxnSpPr>
        <p:spPr>
          <a:xfrm>
            <a:off x="16001999" y="11003407"/>
            <a:ext cx="1234441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8" name="Connector 2427"/>
          <p:cNvCxnSpPr/>
          <p:nvPr/>
        </p:nvCxnSpPr>
        <p:spPr>
          <a:xfrm flipV="1">
            <a:off x="2423160" y="10983848"/>
            <a:ext cx="1440179" cy="17183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9" name="Connector 2428"/>
          <p:cNvCxnSpPr/>
          <p:nvPr/>
        </p:nvCxnSpPr>
        <p:spPr>
          <a:xfrm flipV="1">
            <a:off x="3863339" y="10843260"/>
            <a:ext cx="1440181" cy="14058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0" name="Connector 2429"/>
          <p:cNvCxnSpPr/>
          <p:nvPr/>
        </p:nvCxnSpPr>
        <p:spPr>
          <a:xfrm flipV="1">
            <a:off x="5303520" y="1073391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1" name="Connector 2430"/>
          <p:cNvCxnSpPr/>
          <p:nvPr/>
        </p:nvCxnSpPr>
        <p:spPr>
          <a:xfrm flipV="1">
            <a:off x="6743700" y="1065580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2" name="Connector 2431"/>
          <p:cNvCxnSpPr/>
          <p:nvPr/>
        </p:nvCxnSpPr>
        <p:spPr>
          <a:xfrm flipV="1">
            <a:off x="8183880" y="1060894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3" name="Connector 2432"/>
          <p:cNvCxnSpPr/>
          <p:nvPr/>
        </p:nvCxnSpPr>
        <p:spPr>
          <a:xfrm flipV="1">
            <a:off x="9624060" y="1059332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4" name="Connector 2433"/>
          <p:cNvCxnSpPr/>
          <p:nvPr/>
        </p:nvCxnSpPr>
        <p:spPr>
          <a:xfrm>
            <a:off x="11064240" y="10593324"/>
            <a:ext cx="1440180" cy="1562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5" name="Connector 2434"/>
          <p:cNvCxnSpPr/>
          <p:nvPr/>
        </p:nvCxnSpPr>
        <p:spPr>
          <a:xfrm>
            <a:off x="12504420" y="10608945"/>
            <a:ext cx="1440180" cy="468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6" name="Connector 2435"/>
          <p:cNvCxnSpPr/>
          <p:nvPr/>
        </p:nvCxnSpPr>
        <p:spPr>
          <a:xfrm>
            <a:off x="13944600" y="10655808"/>
            <a:ext cx="1440180" cy="7810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7" name="Connector 2436"/>
          <p:cNvCxnSpPr/>
          <p:nvPr/>
        </p:nvCxnSpPr>
        <p:spPr>
          <a:xfrm>
            <a:off x="15384780" y="10733913"/>
            <a:ext cx="1440180" cy="10934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8" name="Connector 2437"/>
          <p:cNvCxnSpPr/>
          <p:nvPr/>
        </p:nvCxnSpPr>
        <p:spPr>
          <a:xfrm>
            <a:off x="16824960" y="10843260"/>
            <a:ext cx="1440179" cy="14058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9" name="Connector 2438"/>
          <p:cNvCxnSpPr/>
          <p:nvPr/>
        </p:nvCxnSpPr>
        <p:spPr>
          <a:xfrm>
            <a:off x="18265139" y="10983849"/>
            <a:ext cx="1440181" cy="1718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0" name="Connector 2439"/>
          <p:cNvCxnSpPr/>
          <p:nvPr/>
        </p:nvCxnSpPr>
        <p:spPr>
          <a:xfrm flipV="1">
            <a:off x="489204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1" name="Connector 2440"/>
          <p:cNvCxnSpPr/>
          <p:nvPr/>
        </p:nvCxnSpPr>
        <p:spPr>
          <a:xfrm flipV="1">
            <a:off x="5097780" y="110566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2" name="Connector 2441"/>
          <p:cNvCxnSpPr/>
          <p:nvPr/>
        </p:nvCxnSpPr>
        <p:spPr>
          <a:xfrm flipV="1">
            <a:off x="530352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3" name="Connector 2442"/>
          <p:cNvCxnSpPr/>
          <p:nvPr/>
        </p:nvCxnSpPr>
        <p:spPr>
          <a:xfrm flipV="1">
            <a:off x="550926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4" name="Connector 2443"/>
          <p:cNvCxnSpPr/>
          <p:nvPr/>
        </p:nvCxnSpPr>
        <p:spPr>
          <a:xfrm flipV="1">
            <a:off x="5715000" y="109823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5" name="Connector 2444"/>
          <p:cNvCxnSpPr/>
          <p:nvPr/>
        </p:nvCxnSpPr>
        <p:spPr>
          <a:xfrm flipV="1">
            <a:off x="5920739" y="109773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6" name="Connector 2445"/>
          <p:cNvCxnSpPr/>
          <p:nvPr/>
        </p:nvCxnSpPr>
        <p:spPr>
          <a:xfrm>
            <a:off x="6126480" y="109773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7" name="Connector 2446"/>
          <p:cNvCxnSpPr/>
          <p:nvPr/>
        </p:nvCxnSpPr>
        <p:spPr>
          <a:xfrm>
            <a:off x="6332220" y="10982325"/>
            <a:ext cx="205740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8" name="Connector 2447"/>
          <p:cNvCxnSpPr/>
          <p:nvPr/>
        </p:nvCxnSpPr>
        <p:spPr>
          <a:xfrm>
            <a:off x="653796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9" name="Connector 2448"/>
          <p:cNvCxnSpPr/>
          <p:nvPr/>
        </p:nvCxnSpPr>
        <p:spPr>
          <a:xfrm>
            <a:off x="674370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0" name="Connector 2449"/>
          <p:cNvCxnSpPr/>
          <p:nvPr/>
        </p:nvCxnSpPr>
        <p:spPr>
          <a:xfrm>
            <a:off x="6949440" y="11056619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1" name="Connector 2450"/>
          <p:cNvCxnSpPr/>
          <p:nvPr/>
        </p:nvCxnSpPr>
        <p:spPr>
          <a:xfrm>
            <a:off x="715518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2" name="Connector 2451"/>
          <p:cNvCxnSpPr/>
          <p:nvPr/>
        </p:nvCxnSpPr>
        <p:spPr>
          <a:xfrm flipV="1">
            <a:off x="489204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3" name="Connector 2452"/>
          <p:cNvCxnSpPr/>
          <p:nvPr/>
        </p:nvCxnSpPr>
        <p:spPr>
          <a:xfrm flipV="1">
            <a:off x="530352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4" name="Connector 2453"/>
          <p:cNvCxnSpPr/>
          <p:nvPr/>
        </p:nvCxnSpPr>
        <p:spPr>
          <a:xfrm flipV="1">
            <a:off x="571500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5" name="Connector 2454"/>
          <p:cNvCxnSpPr/>
          <p:nvPr/>
        </p:nvCxnSpPr>
        <p:spPr>
          <a:xfrm flipV="1">
            <a:off x="612648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6" name="Connector 2455"/>
          <p:cNvCxnSpPr/>
          <p:nvPr/>
        </p:nvCxnSpPr>
        <p:spPr>
          <a:xfrm flipV="1">
            <a:off x="6537960" y="1092009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7" name="Connector 2456"/>
          <p:cNvCxnSpPr/>
          <p:nvPr/>
        </p:nvCxnSpPr>
        <p:spPr>
          <a:xfrm flipV="1">
            <a:off x="6949439" y="1091336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8" name="Connector 2457"/>
          <p:cNvCxnSpPr/>
          <p:nvPr/>
        </p:nvCxnSpPr>
        <p:spPr>
          <a:xfrm>
            <a:off x="736092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9" name="Connector 2458"/>
          <p:cNvCxnSpPr/>
          <p:nvPr/>
        </p:nvCxnSpPr>
        <p:spPr>
          <a:xfrm>
            <a:off x="7772400" y="1092009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0" name="Connector 2459"/>
          <p:cNvCxnSpPr/>
          <p:nvPr/>
        </p:nvCxnSpPr>
        <p:spPr>
          <a:xfrm>
            <a:off x="8183879" y="10940288"/>
            <a:ext cx="411481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1" name="Connector 2460"/>
          <p:cNvCxnSpPr/>
          <p:nvPr/>
        </p:nvCxnSpPr>
        <p:spPr>
          <a:xfrm>
            <a:off x="859536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2" name="Connector 2461"/>
          <p:cNvCxnSpPr/>
          <p:nvPr/>
        </p:nvCxnSpPr>
        <p:spPr>
          <a:xfrm>
            <a:off x="900684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3" name="Connector 2462"/>
          <p:cNvCxnSpPr/>
          <p:nvPr/>
        </p:nvCxnSpPr>
        <p:spPr>
          <a:xfrm>
            <a:off x="941832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4" name="Connector 2463"/>
          <p:cNvCxnSpPr/>
          <p:nvPr/>
        </p:nvCxnSpPr>
        <p:spPr>
          <a:xfrm flipV="1">
            <a:off x="489204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5" name="Connector 2464"/>
          <p:cNvCxnSpPr/>
          <p:nvPr/>
        </p:nvCxnSpPr>
        <p:spPr>
          <a:xfrm flipV="1">
            <a:off x="550926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6" name="Connector 2465"/>
          <p:cNvCxnSpPr/>
          <p:nvPr/>
        </p:nvCxnSpPr>
        <p:spPr>
          <a:xfrm flipV="1">
            <a:off x="612648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7" name="Connector 2466"/>
          <p:cNvCxnSpPr/>
          <p:nvPr/>
        </p:nvCxnSpPr>
        <p:spPr>
          <a:xfrm flipV="1">
            <a:off x="674370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8" name="Connector 2467"/>
          <p:cNvCxnSpPr/>
          <p:nvPr/>
        </p:nvCxnSpPr>
        <p:spPr>
          <a:xfrm flipV="1">
            <a:off x="736092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9" name="Connector 2468"/>
          <p:cNvCxnSpPr/>
          <p:nvPr/>
        </p:nvCxnSpPr>
        <p:spPr>
          <a:xfrm flipV="1">
            <a:off x="797814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0" name="Connector 2469"/>
          <p:cNvCxnSpPr/>
          <p:nvPr/>
        </p:nvCxnSpPr>
        <p:spPr>
          <a:xfrm>
            <a:off x="859536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1" name="Connector 2470"/>
          <p:cNvCxnSpPr/>
          <p:nvPr/>
        </p:nvCxnSpPr>
        <p:spPr>
          <a:xfrm>
            <a:off x="921258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2" name="Connector 2471"/>
          <p:cNvCxnSpPr/>
          <p:nvPr/>
        </p:nvCxnSpPr>
        <p:spPr>
          <a:xfrm>
            <a:off x="982980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3" name="Connector 2472"/>
          <p:cNvCxnSpPr/>
          <p:nvPr/>
        </p:nvCxnSpPr>
        <p:spPr>
          <a:xfrm>
            <a:off x="1044702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4" name="Connector 2473"/>
          <p:cNvCxnSpPr/>
          <p:nvPr/>
        </p:nvCxnSpPr>
        <p:spPr>
          <a:xfrm>
            <a:off x="1106424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5" name="Connector 2474"/>
          <p:cNvCxnSpPr/>
          <p:nvPr/>
        </p:nvCxnSpPr>
        <p:spPr>
          <a:xfrm>
            <a:off x="1168146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6" name="Connector 2475"/>
          <p:cNvCxnSpPr/>
          <p:nvPr/>
        </p:nvCxnSpPr>
        <p:spPr>
          <a:xfrm flipV="1">
            <a:off x="4892040" y="1104252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7" name="Connector 2476"/>
          <p:cNvCxnSpPr/>
          <p:nvPr/>
        </p:nvCxnSpPr>
        <p:spPr>
          <a:xfrm flipV="1">
            <a:off x="5715000" y="1094994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8" name="Connector 2477"/>
          <p:cNvCxnSpPr/>
          <p:nvPr/>
        </p:nvCxnSpPr>
        <p:spPr>
          <a:xfrm flipV="1">
            <a:off x="653796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9" name="Connector 2478"/>
          <p:cNvCxnSpPr/>
          <p:nvPr/>
        </p:nvCxnSpPr>
        <p:spPr>
          <a:xfrm flipV="1">
            <a:off x="736092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0" name="Connector 2479"/>
          <p:cNvCxnSpPr/>
          <p:nvPr/>
        </p:nvCxnSpPr>
        <p:spPr>
          <a:xfrm flipV="1">
            <a:off x="8183880" y="107956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1" name="Connector 2480"/>
          <p:cNvCxnSpPr/>
          <p:nvPr/>
        </p:nvCxnSpPr>
        <p:spPr>
          <a:xfrm flipV="1">
            <a:off x="9006840" y="1078534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2" name="Connector 2481"/>
          <p:cNvCxnSpPr/>
          <p:nvPr/>
        </p:nvCxnSpPr>
        <p:spPr>
          <a:xfrm>
            <a:off x="9829800" y="1078534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3" name="Connector 2482"/>
          <p:cNvCxnSpPr/>
          <p:nvPr/>
        </p:nvCxnSpPr>
        <p:spPr>
          <a:xfrm>
            <a:off x="10652760" y="107956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4" name="Connector 2483"/>
          <p:cNvCxnSpPr/>
          <p:nvPr/>
        </p:nvCxnSpPr>
        <p:spPr>
          <a:xfrm>
            <a:off x="1147572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5" name="Connector 2484"/>
          <p:cNvCxnSpPr/>
          <p:nvPr/>
        </p:nvCxnSpPr>
        <p:spPr>
          <a:xfrm>
            <a:off x="1229868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6" name="Connector 2485"/>
          <p:cNvCxnSpPr/>
          <p:nvPr/>
        </p:nvCxnSpPr>
        <p:spPr>
          <a:xfrm>
            <a:off x="13121640" y="10949940"/>
            <a:ext cx="822959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7" name="Connector 2486"/>
          <p:cNvCxnSpPr/>
          <p:nvPr/>
        </p:nvCxnSpPr>
        <p:spPr>
          <a:xfrm>
            <a:off x="13944599" y="110425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8" name="Connector 2487"/>
          <p:cNvCxnSpPr/>
          <p:nvPr/>
        </p:nvCxnSpPr>
        <p:spPr>
          <a:xfrm flipV="1">
            <a:off x="4892040" y="1102296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9" name="Connector 2488"/>
          <p:cNvCxnSpPr/>
          <p:nvPr/>
        </p:nvCxnSpPr>
        <p:spPr>
          <a:xfrm flipV="1">
            <a:off x="5920740" y="10914379"/>
            <a:ext cx="1028700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0" name="Connector 2489"/>
          <p:cNvCxnSpPr/>
          <p:nvPr/>
        </p:nvCxnSpPr>
        <p:spPr>
          <a:xfrm flipV="1">
            <a:off x="6949440" y="1082992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1" name="Connector 2490"/>
          <p:cNvCxnSpPr/>
          <p:nvPr/>
        </p:nvCxnSpPr>
        <p:spPr>
          <a:xfrm flipV="1">
            <a:off x="7978140" y="107696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2" name="Connector 2491"/>
          <p:cNvCxnSpPr/>
          <p:nvPr/>
        </p:nvCxnSpPr>
        <p:spPr>
          <a:xfrm flipV="1">
            <a:off x="9006840" y="1073340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3" name="Connector 2492"/>
          <p:cNvCxnSpPr/>
          <p:nvPr/>
        </p:nvCxnSpPr>
        <p:spPr>
          <a:xfrm flipV="1">
            <a:off x="10035540" y="107213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4" name="Connector 2493"/>
          <p:cNvCxnSpPr/>
          <p:nvPr/>
        </p:nvCxnSpPr>
        <p:spPr>
          <a:xfrm>
            <a:off x="11064240" y="107213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5" name="Connector 2494"/>
          <p:cNvCxnSpPr/>
          <p:nvPr/>
        </p:nvCxnSpPr>
        <p:spPr>
          <a:xfrm>
            <a:off x="12092940" y="1073340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6" name="Connector 2495"/>
          <p:cNvCxnSpPr/>
          <p:nvPr/>
        </p:nvCxnSpPr>
        <p:spPr>
          <a:xfrm>
            <a:off x="13121640" y="107696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7" name="Connector 2496"/>
          <p:cNvCxnSpPr/>
          <p:nvPr/>
        </p:nvCxnSpPr>
        <p:spPr>
          <a:xfrm>
            <a:off x="14150340" y="1082992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8" name="Connector 2497"/>
          <p:cNvCxnSpPr/>
          <p:nvPr/>
        </p:nvCxnSpPr>
        <p:spPr>
          <a:xfrm>
            <a:off x="15179040" y="10914379"/>
            <a:ext cx="1028699" cy="108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9" name="Connector 2498"/>
          <p:cNvCxnSpPr/>
          <p:nvPr/>
        </p:nvCxnSpPr>
        <p:spPr>
          <a:xfrm>
            <a:off x="16207739" y="1102296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0" name="Connector 2499"/>
          <p:cNvCxnSpPr/>
          <p:nvPr/>
        </p:nvCxnSpPr>
        <p:spPr>
          <a:xfrm flipV="1">
            <a:off x="4892040" y="11003406"/>
            <a:ext cx="1234440" cy="15227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1" name="Connector 2500"/>
          <p:cNvCxnSpPr/>
          <p:nvPr/>
        </p:nvCxnSpPr>
        <p:spPr>
          <a:xfrm flipV="1">
            <a:off x="6126480" y="10878820"/>
            <a:ext cx="1234440" cy="124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2" name="Connector 2501"/>
          <p:cNvCxnSpPr/>
          <p:nvPr/>
        </p:nvCxnSpPr>
        <p:spPr>
          <a:xfrm flipV="1">
            <a:off x="7360920" y="1078191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3" name="Connector 2502"/>
          <p:cNvCxnSpPr/>
          <p:nvPr/>
        </p:nvCxnSpPr>
        <p:spPr>
          <a:xfrm flipV="1">
            <a:off x="8595360" y="10712704"/>
            <a:ext cx="1234440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4" name="Connector 2503"/>
          <p:cNvCxnSpPr/>
          <p:nvPr/>
        </p:nvCxnSpPr>
        <p:spPr>
          <a:xfrm flipV="1">
            <a:off x="9829800" y="10671174"/>
            <a:ext cx="1234440" cy="4153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5" name="Connector 2504"/>
          <p:cNvCxnSpPr/>
          <p:nvPr/>
        </p:nvCxnSpPr>
        <p:spPr>
          <a:xfrm flipV="1">
            <a:off x="11064240" y="10657332"/>
            <a:ext cx="1234440" cy="138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6" name="Connector 2505"/>
          <p:cNvCxnSpPr/>
          <p:nvPr/>
        </p:nvCxnSpPr>
        <p:spPr>
          <a:xfrm>
            <a:off x="12298680" y="10657332"/>
            <a:ext cx="1234440" cy="1384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7" name="Connector 2506"/>
          <p:cNvCxnSpPr/>
          <p:nvPr/>
        </p:nvCxnSpPr>
        <p:spPr>
          <a:xfrm>
            <a:off x="13533120" y="10671175"/>
            <a:ext cx="1234439" cy="4152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8" name="Connector 2507"/>
          <p:cNvCxnSpPr/>
          <p:nvPr/>
        </p:nvCxnSpPr>
        <p:spPr>
          <a:xfrm>
            <a:off x="14767559" y="10712704"/>
            <a:ext cx="1234441" cy="692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9" name="Connector 2508"/>
          <p:cNvCxnSpPr/>
          <p:nvPr/>
        </p:nvCxnSpPr>
        <p:spPr>
          <a:xfrm>
            <a:off x="16002000" y="10781919"/>
            <a:ext cx="1234440" cy="9690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0" name="Connector 2509"/>
          <p:cNvCxnSpPr/>
          <p:nvPr/>
        </p:nvCxnSpPr>
        <p:spPr>
          <a:xfrm>
            <a:off x="17236440" y="10878820"/>
            <a:ext cx="1234440" cy="1245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1" name="Connector 2510"/>
          <p:cNvCxnSpPr/>
          <p:nvPr/>
        </p:nvCxnSpPr>
        <p:spPr>
          <a:xfrm>
            <a:off x="18470880" y="11003407"/>
            <a:ext cx="1234440" cy="15227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2" name="Connector 2511"/>
          <p:cNvCxnSpPr/>
          <p:nvPr/>
        </p:nvCxnSpPr>
        <p:spPr>
          <a:xfrm flipV="1">
            <a:off x="736092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3" name="Connector 2512"/>
          <p:cNvCxnSpPr/>
          <p:nvPr/>
        </p:nvCxnSpPr>
        <p:spPr>
          <a:xfrm flipV="1">
            <a:off x="7566660" y="110566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4" name="Connector 2513"/>
          <p:cNvCxnSpPr/>
          <p:nvPr/>
        </p:nvCxnSpPr>
        <p:spPr>
          <a:xfrm flipV="1">
            <a:off x="777240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5" name="Connector 2514"/>
          <p:cNvCxnSpPr/>
          <p:nvPr/>
        </p:nvCxnSpPr>
        <p:spPr>
          <a:xfrm flipV="1">
            <a:off x="797814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6" name="Connector 2515"/>
          <p:cNvCxnSpPr/>
          <p:nvPr/>
        </p:nvCxnSpPr>
        <p:spPr>
          <a:xfrm flipV="1">
            <a:off x="8183880" y="109823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7" name="Connector 2516"/>
          <p:cNvCxnSpPr/>
          <p:nvPr/>
        </p:nvCxnSpPr>
        <p:spPr>
          <a:xfrm flipV="1">
            <a:off x="8389619" y="109773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8" name="Connector 2517"/>
          <p:cNvCxnSpPr/>
          <p:nvPr/>
        </p:nvCxnSpPr>
        <p:spPr>
          <a:xfrm>
            <a:off x="8595360" y="109773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9" name="Connector 2518"/>
          <p:cNvCxnSpPr/>
          <p:nvPr/>
        </p:nvCxnSpPr>
        <p:spPr>
          <a:xfrm>
            <a:off x="8801100" y="10982325"/>
            <a:ext cx="205740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0" name="Connector 2519"/>
          <p:cNvCxnSpPr/>
          <p:nvPr/>
        </p:nvCxnSpPr>
        <p:spPr>
          <a:xfrm>
            <a:off x="900684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1" name="Connector 2520"/>
          <p:cNvCxnSpPr/>
          <p:nvPr/>
        </p:nvCxnSpPr>
        <p:spPr>
          <a:xfrm>
            <a:off x="921258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2" name="Connector 2521"/>
          <p:cNvCxnSpPr/>
          <p:nvPr/>
        </p:nvCxnSpPr>
        <p:spPr>
          <a:xfrm>
            <a:off x="9418320" y="11056619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3" name="Connector 2522"/>
          <p:cNvCxnSpPr/>
          <p:nvPr/>
        </p:nvCxnSpPr>
        <p:spPr>
          <a:xfrm>
            <a:off x="962406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4" name="Connector 2523"/>
          <p:cNvCxnSpPr/>
          <p:nvPr/>
        </p:nvCxnSpPr>
        <p:spPr>
          <a:xfrm flipV="1">
            <a:off x="736092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5" name="Connector 2524"/>
          <p:cNvCxnSpPr/>
          <p:nvPr/>
        </p:nvCxnSpPr>
        <p:spPr>
          <a:xfrm flipV="1">
            <a:off x="7772400" y="1102106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6" name="Connector 2525"/>
          <p:cNvCxnSpPr/>
          <p:nvPr/>
        </p:nvCxnSpPr>
        <p:spPr>
          <a:xfrm flipV="1">
            <a:off x="8183879" y="10973943"/>
            <a:ext cx="411481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7" name="Connector 2526"/>
          <p:cNvCxnSpPr/>
          <p:nvPr/>
        </p:nvCxnSpPr>
        <p:spPr>
          <a:xfrm flipV="1">
            <a:off x="859536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8" name="Connector 2527"/>
          <p:cNvCxnSpPr/>
          <p:nvPr/>
        </p:nvCxnSpPr>
        <p:spPr>
          <a:xfrm flipV="1">
            <a:off x="900684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9" name="Connector 2528"/>
          <p:cNvCxnSpPr/>
          <p:nvPr/>
        </p:nvCxnSpPr>
        <p:spPr>
          <a:xfrm flipV="1">
            <a:off x="941832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0" name="Connector 2529"/>
          <p:cNvCxnSpPr/>
          <p:nvPr/>
        </p:nvCxnSpPr>
        <p:spPr>
          <a:xfrm>
            <a:off x="982980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1" name="Connector 2530"/>
          <p:cNvCxnSpPr/>
          <p:nvPr/>
        </p:nvCxnSpPr>
        <p:spPr>
          <a:xfrm>
            <a:off x="1024128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2" name="Connector 2531"/>
          <p:cNvCxnSpPr/>
          <p:nvPr/>
        </p:nvCxnSpPr>
        <p:spPr>
          <a:xfrm>
            <a:off x="1065276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3" name="Connector 2532"/>
          <p:cNvCxnSpPr/>
          <p:nvPr/>
        </p:nvCxnSpPr>
        <p:spPr>
          <a:xfrm>
            <a:off x="1106424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4" name="Connector 2533"/>
          <p:cNvCxnSpPr/>
          <p:nvPr/>
        </p:nvCxnSpPr>
        <p:spPr>
          <a:xfrm>
            <a:off x="1147572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5" name="Connector 2534"/>
          <p:cNvCxnSpPr/>
          <p:nvPr/>
        </p:nvCxnSpPr>
        <p:spPr>
          <a:xfrm>
            <a:off x="1188720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6" name="Connector 2535"/>
          <p:cNvCxnSpPr/>
          <p:nvPr/>
        </p:nvCxnSpPr>
        <p:spPr>
          <a:xfrm flipV="1">
            <a:off x="736092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7" name="Connector 2536"/>
          <p:cNvCxnSpPr/>
          <p:nvPr/>
        </p:nvCxnSpPr>
        <p:spPr>
          <a:xfrm flipV="1">
            <a:off x="797814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8" name="Connector 2537"/>
          <p:cNvCxnSpPr/>
          <p:nvPr/>
        </p:nvCxnSpPr>
        <p:spPr>
          <a:xfrm flipV="1">
            <a:off x="859536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9" name="Connector 2538"/>
          <p:cNvCxnSpPr/>
          <p:nvPr/>
        </p:nvCxnSpPr>
        <p:spPr>
          <a:xfrm flipV="1">
            <a:off x="921258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0" name="Connector 2539"/>
          <p:cNvCxnSpPr/>
          <p:nvPr/>
        </p:nvCxnSpPr>
        <p:spPr>
          <a:xfrm flipV="1">
            <a:off x="982980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1" name="Connector 2540"/>
          <p:cNvCxnSpPr/>
          <p:nvPr/>
        </p:nvCxnSpPr>
        <p:spPr>
          <a:xfrm flipV="1">
            <a:off x="1044702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2" name="Connector 2541"/>
          <p:cNvCxnSpPr/>
          <p:nvPr/>
        </p:nvCxnSpPr>
        <p:spPr>
          <a:xfrm>
            <a:off x="1106424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3" name="Connector 2542"/>
          <p:cNvCxnSpPr/>
          <p:nvPr/>
        </p:nvCxnSpPr>
        <p:spPr>
          <a:xfrm>
            <a:off x="1168146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4" name="Connector 2543"/>
          <p:cNvCxnSpPr/>
          <p:nvPr/>
        </p:nvCxnSpPr>
        <p:spPr>
          <a:xfrm>
            <a:off x="1229868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5" name="Connector 2544"/>
          <p:cNvCxnSpPr/>
          <p:nvPr/>
        </p:nvCxnSpPr>
        <p:spPr>
          <a:xfrm>
            <a:off x="1291590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6" name="Connector 2545"/>
          <p:cNvCxnSpPr/>
          <p:nvPr/>
        </p:nvCxnSpPr>
        <p:spPr>
          <a:xfrm>
            <a:off x="13533120" y="10985500"/>
            <a:ext cx="617219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7" name="Connector 2546"/>
          <p:cNvCxnSpPr/>
          <p:nvPr/>
        </p:nvCxnSpPr>
        <p:spPr>
          <a:xfrm>
            <a:off x="14150339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8" name="Connector 2547"/>
          <p:cNvCxnSpPr/>
          <p:nvPr/>
        </p:nvCxnSpPr>
        <p:spPr>
          <a:xfrm flipV="1">
            <a:off x="7360920" y="11042522"/>
            <a:ext cx="822959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9" name="Connector 2548"/>
          <p:cNvCxnSpPr/>
          <p:nvPr/>
        </p:nvCxnSpPr>
        <p:spPr>
          <a:xfrm flipV="1">
            <a:off x="8183879" y="10949940"/>
            <a:ext cx="822961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0" name="Connector 2549"/>
          <p:cNvCxnSpPr/>
          <p:nvPr/>
        </p:nvCxnSpPr>
        <p:spPr>
          <a:xfrm flipV="1">
            <a:off x="900684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1" name="Connector 2550"/>
          <p:cNvCxnSpPr/>
          <p:nvPr/>
        </p:nvCxnSpPr>
        <p:spPr>
          <a:xfrm flipV="1">
            <a:off x="982980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2" name="Connector 2551"/>
          <p:cNvCxnSpPr/>
          <p:nvPr/>
        </p:nvCxnSpPr>
        <p:spPr>
          <a:xfrm flipV="1">
            <a:off x="10652760" y="107956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3" name="Connector 2552"/>
          <p:cNvCxnSpPr/>
          <p:nvPr/>
        </p:nvCxnSpPr>
        <p:spPr>
          <a:xfrm flipV="1">
            <a:off x="11475720" y="10785348"/>
            <a:ext cx="822960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4" name="Connector 2553"/>
          <p:cNvCxnSpPr/>
          <p:nvPr/>
        </p:nvCxnSpPr>
        <p:spPr>
          <a:xfrm>
            <a:off x="12298680" y="10785348"/>
            <a:ext cx="822960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5" name="Connector 2554"/>
          <p:cNvCxnSpPr/>
          <p:nvPr/>
        </p:nvCxnSpPr>
        <p:spPr>
          <a:xfrm>
            <a:off x="13121640" y="107956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6" name="Connector 2555"/>
          <p:cNvCxnSpPr/>
          <p:nvPr/>
        </p:nvCxnSpPr>
        <p:spPr>
          <a:xfrm>
            <a:off x="13944600" y="10826496"/>
            <a:ext cx="822959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7" name="Connector 2556"/>
          <p:cNvCxnSpPr/>
          <p:nvPr/>
        </p:nvCxnSpPr>
        <p:spPr>
          <a:xfrm>
            <a:off x="14767559" y="10877931"/>
            <a:ext cx="822961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8" name="Connector 2557"/>
          <p:cNvCxnSpPr/>
          <p:nvPr/>
        </p:nvCxnSpPr>
        <p:spPr>
          <a:xfrm>
            <a:off x="15590520" y="1094994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9" name="Connector 2558"/>
          <p:cNvCxnSpPr/>
          <p:nvPr/>
        </p:nvCxnSpPr>
        <p:spPr>
          <a:xfrm>
            <a:off x="16413480" y="110425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0" name="Connector 2559"/>
          <p:cNvCxnSpPr/>
          <p:nvPr/>
        </p:nvCxnSpPr>
        <p:spPr>
          <a:xfrm flipV="1">
            <a:off x="7360920" y="11022964"/>
            <a:ext cx="1028700" cy="13271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1" name="Connector 2560"/>
          <p:cNvCxnSpPr/>
          <p:nvPr/>
        </p:nvCxnSpPr>
        <p:spPr>
          <a:xfrm flipV="1">
            <a:off x="8389620" y="10914379"/>
            <a:ext cx="1028700" cy="10858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2" name="Connector 2561"/>
          <p:cNvCxnSpPr/>
          <p:nvPr/>
        </p:nvCxnSpPr>
        <p:spPr>
          <a:xfrm flipV="1">
            <a:off x="9418320" y="1082992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3" name="Connector 2562"/>
          <p:cNvCxnSpPr/>
          <p:nvPr/>
        </p:nvCxnSpPr>
        <p:spPr>
          <a:xfrm flipV="1">
            <a:off x="10447020" y="107696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4" name="Connector 2563"/>
          <p:cNvCxnSpPr/>
          <p:nvPr/>
        </p:nvCxnSpPr>
        <p:spPr>
          <a:xfrm flipV="1">
            <a:off x="11475720" y="1073340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5" name="Connector 2564"/>
          <p:cNvCxnSpPr/>
          <p:nvPr/>
        </p:nvCxnSpPr>
        <p:spPr>
          <a:xfrm flipV="1">
            <a:off x="12504420" y="107213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6" name="Connector 2565"/>
          <p:cNvCxnSpPr/>
          <p:nvPr/>
        </p:nvCxnSpPr>
        <p:spPr>
          <a:xfrm>
            <a:off x="13533120" y="10721340"/>
            <a:ext cx="1028700" cy="120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7" name="Connector 2566"/>
          <p:cNvCxnSpPr/>
          <p:nvPr/>
        </p:nvCxnSpPr>
        <p:spPr>
          <a:xfrm>
            <a:off x="14561820" y="10733405"/>
            <a:ext cx="1028700" cy="3619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8" name="Connector 2567"/>
          <p:cNvCxnSpPr/>
          <p:nvPr/>
        </p:nvCxnSpPr>
        <p:spPr>
          <a:xfrm>
            <a:off x="15590520" y="10769600"/>
            <a:ext cx="1028700" cy="6032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9" name="Connector 2568"/>
          <p:cNvCxnSpPr/>
          <p:nvPr/>
        </p:nvCxnSpPr>
        <p:spPr>
          <a:xfrm>
            <a:off x="16619220" y="10829925"/>
            <a:ext cx="1028700" cy="8445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0" name="Connector 2569"/>
          <p:cNvCxnSpPr/>
          <p:nvPr/>
        </p:nvCxnSpPr>
        <p:spPr>
          <a:xfrm>
            <a:off x="17647920" y="10914379"/>
            <a:ext cx="1028699" cy="1085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1" name="Connector 2570"/>
          <p:cNvCxnSpPr/>
          <p:nvPr/>
        </p:nvCxnSpPr>
        <p:spPr>
          <a:xfrm>
            <a:off x="18676619" y="11022965"/>
            <a:ext cx="1028701" cy="13271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2" name="Connector 2571"/>
          <p:cNvCxnSpPr/>
          <p:nvPr/>
        </p:nvCxnSpPr>
        <p:spPr>
          <a:xfrm flipV="1">
            <a:off x="982980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3" name="Connector 2572"/>
          <p:cNvCxnSpPr/>
          <p:nvPr/>
        </p:nvCxnSpPr>
        <p:spPr>
          <a:xfrm flipV="1">
            <a:off x="10035540" y="110566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4" name="Connector 2573"/>
          <p:cNvCxnSpPr/>
          <p:nvPr/>
        </p:nvCxnSpPr>
        <p:spPr>
          <a:xfrm flipV="1">
            <a:off x="1024128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5" name="Connector 2574"/>
          <p:cNvCxnSpPr/>
          <p:nvPr/>
        </p:nvCxnSpPr>
        <p:spPr>
          <a:xfrm flipV="1">
            <a:off x="1044702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6" name="Connector 2575"/>
          <p:cNvCxnSpPr/>
          <p:nvPr/>
        </p:nvCxnSpPr>
        <p:spPr>
          <a:xfrm flipV="1">
            <a:off x="10652760" y="10982324"/>
            <a:ext cx="205740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7" name="Connector 2576"/>
          <p:cNvCxnSpPr/>
          <p:nvPr/>
        </p:nvCxnSpPr>
        <p:spPr>
          <a:xfrm flipV="1">
            <a:off x="10858500" y="10977372"/>
            <a:ext cx="205740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8" name="Connector 2577"/>
          <p:cNvCxnSpPr/>
          <p:nvPr/>
        </p:nvCxnSpPr>
        <p:spPr>
          <a:xfrm>
            <a:off x="11064240" y="109773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9" name="Connector 2578"/>
          <p:cNvCxnSpPr/>
          <p:nvPr/>
        </p:nvCxnSpPr>
        <p:spPr>
          <a:xfrm>
            <a:off x="11269980" y="10982325"/>
            <a:ext cx="205740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0" name="Connector 2579"/>
          <p:cNvCxnSpPr/>
          <p:nvPr/>
        </p:nvCxnSpPr>
        <p:spPr>
          <a:xfrm>
            <a:off x="1147572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1" name="Connector 2580"/>
          <p:cNvCxnSpPr/>
          <p:nvPr/>
        </p:nvCxnSpPr>
        <p:spPr>
          <a:xfrm>
            <a:off x="1168146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2" name="Connector 2581"/>
          <p:cNvCxnSpPr/>
          <p:nvPr/>
        </p:nvCxnSpPr>
        <p:spPr>
          <a:xfrm>
            <a:off x="11887200" y="11056619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3" name="Connector 2582"/>
          <p:cNvCxnSpPr/>
          <p:nvPr/>
        </p:nvCxnSpPr>
        <p:spPr>
          <a:xfrm>
            <a:off x="1209294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4" name="Connector 2583"/>
          <p:cNvCxnSpPr/>
          <p:nvPr/>
        </p:nvCxnSpPr>
        <p:spPr>
          <a:xfrm flipV="1">
            <a:off x="982980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5" name="Connector 2584"/>
          <p:cNvCxnSpPr/>
          <p:nvPr/>
        </p:nvCxnSpPr>
        <p:spPr>
          <a:xfrm flipV="1">
            <a:off x="1024128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6" name="Connector 2585"/>
          <p:cNvCxnSpPr/>
          <p:nvPr/>
        </p:nvCxnSpPr>
        <p:spPr>
          <a:xfrm flipV="1">
            <a:off x="1065276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7" name="Connector 2586"/>
          <p:cNvCxnSpPr/>
          <p:nvPr/>
        </p:nvCxnSpPr>
        <p:spPr>
          <a:xfrm flipV="1">
            <a:off x="1106424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8" name="Connector 2587"/>
          <p:cNvCxnSpPr/>
          <p:nvPr/>
        </p:nvCxnSpPr>
        <p:spPr>
          <a:xfrm flipV="1">
            <a:off x="1147572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9" name="Connector 2588"/>
          <p:cNvCxnSpPr/>
          <p:nvPr/>
        </p:nvCxnSpPr>
        <p:spPr>
          <a:xfrm flipV="1">
            <a:off x="1188720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0" name="Connector 2589"/>
          <p:cNvCxnSpPr/>
          <p:nvPr/>
        </p:nvCxnSpPr>
        <p:spPr>
          <a:xfrm>
            <a:off x="1229868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1" name="Connector 2590"/>
          <p:cNvCxnSpPr/>
          <p:nvPr/>
        </p:nvCxnSpPr>
        <p:spPr>
          <a:xfrm>
            <a:off x="1271016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2" name="Connector 2591"/>
          <p:cNvCxnSpPr/>
          <p:nvPr/>
        </p:nvCxnSpPr>
        <p:spPr>
          <a:xfrm>
            <a:off x="1312164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3" name="Connector 2592"/>
          <p:cNvCxnSpPr/>
          <p:nvPr/>
        </p:nvCxnSpPr>
        <p:spPr>
          <a:xfrm>
            <a:off x="1353312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4" name="Connector 2593"/>
          <p:cNvCxnSpPr/>
          <p:nvPr/>
        </p:nvCxnSpPr>
        <p:spPr>
          <a:xfrm>
            <a:off x="13944600" y="11021060"/>
            <a:ext cx="411479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5" name="Connector 2594"/>
          <p:cNvCxnSpPr/>
          <p:nvPr/>
        </p:nvCxnSpPr>
        <p:spPr>
          <a:xfrm>
            <a:off x="14356079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6" name="Connector 2595"/>
          <p:cNvCxnSpPr/>
          <p:nvPr/>
        </p:nvCxnSpPr>
        <p:spPr>
          <a:xfrm flipV="1">
            <a:off x="982980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7" name="Connector 2596"/>
          <p:cNvCxnSpPr/>
          <p:nvPr/>
        </p:nvCxnSpPr>
        <p:spPr>
          <a:xfrm flipV="1">
            <a:off x="1044702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8" name="Connector 2597"/>
          <p:cNvCxnSpPr/>
          <p:nvPr/>
        </p:nvCxnSpPr>
        <p:spPr>
          <a:xfrm flipV="1">
            <a:off x="1106424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9" name="Connector 2598"/>
          <p:cNvCxnSpPr/>
          <p:nvPr/>
        </p:nvCxnSpPr>
        <p:spPr>
          <a:xfrm flipV="1">
            <a:off x="1168146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0" name="Connector 2599"/>
          <p:cNvCxnSpPr/>
          <p:nvPr/>
        </p:nvCxnSpPr>
        <p:spPr>
          <a:xfrm flipV="1">
            <a:off x="1229868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1" name="Connector 2600"/>
          <p:cNvCxnSpPr/>
          <p:nvPr/>
        </p:nvCxnSpPr>
        <p:spPr>
          <a:xfrm flipV="1">
            <a:off x="1291590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2" name="Connector 2601"/>
          <p:cNvCxnSpPr/>
          <p:nvPr/>
        </p:nvCxnSpPr>
        <p:spPr>
          <a:xfrm>
            <a:off x="1353312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3" name="Connector 2602"/>
          <p:cNvCxnSpPr/>
          <p:nvPr/>
        </p:nvCxnSpPr>
        <p:spPr>
          <a:xfrm>
            <a:off x="14150340" y="10857865"/>
            <a:ext cx="617219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4" name="Connector 2603"/>
          <p:cNvCxnSpPr/>
          <p:nvPr/>
        </p:nvCxnSpPr>
        <p:spPr>
          <a:xfrm>
            <a:off x="14767559" y="10883391"/>
            <a:ext cx="617221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5" name="Connector 2604"/>
          <p:cNvCxnSpPr/>
          <p:nvPr/>
        </p:nvCxnSpPr>
        <p:spPr>
          <a:xfrm>
            <a:off x="1538478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6" name="Connector 2605"/>
          <p:cNvCxnSpPr/>
          <p:nvPr/>
        </p:nvCxnSpPr>
        <p:spPr>
          <a:xfrm>
            <a:off x="16002000" y="10985500"/>
            <a:ext cx="617219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7" name="Connector 2606"/>
          <p:cNvCxnSpPr/>
          <p:nvPr/>
        </p:nvCxnSpPr>
        <p:spPr>
          <a:xfrm>
            <a:off x="16619219" y="11062080"/>
            <a:ext cx="617221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8" name="Connector 2607"/>
          <p:cNvCxnSpPr/>
          <p:nvPr/>
        </p:nvCxnSpPr>
        <p:spPr>
          <a:xfrm flipV="1">
            <a:off x="9829800" y="11042522"/>
            <a:ext cx="822960" cy="1131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9" name="Connector 2608"/>
          <p:cNvCxnSpPr/>
          <p:nvPr/>
        </p:nvCxnSpPr>
        <p:spPr>
          <a:xfrm flipV="1">
            <a:off x="10652760" y="10949940"/>
            <a:ext cx="822960" cy="9258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0" name="Connector 2609"/>
          <p:cNvCxnSpPr/>
          <p:nvPr/>
        </p:nvCxnSpPr>
        <p:spPr>
          <a:xfrm flipV="1">
            <a:off x="1147572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1" name="Connector 2610"/>
          <p:cNvCxnSpPr/>
          <p:nvPr/>
        </p:nvCxnSpPr>
        <p:spPr>
          <a:xfrm flipV="1">
            <a:off x="1229868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2" name="Connector 2611"/>
          <p:cNvCxnSpPr/>
          <p:nvPr/>
        </p:nvCxnSpPr>
        <p:spPr>
          <a:xfrm flipV="1">
            <a:off x="13121640" y="10795634"/>
            <a:ext cx="822960" cy="3086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3" name="Connector 2612"/>
          <p:cNvCxnSpPr/>
          <p:nvPr/>
        </p:nvCxnSpPr>
        <p:spPr>
          <a:xfrm flipV="1">
            <a:off x="13944600" y="10785348"/>
            <a:ext cx="822959" cy="1028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4" name="Connector 2613"/>
          <p:cNvCxnSpPr/>
          <p:nvPr/>
        </p:nvCxnSpPr>
        <p:spPr>
          <a:xfrm>
            <a:off x="14767559" y="10785348"/>
            <a:ext cx="822961" cy="1028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5" name="Connector 2614"/>
          <p:cNvCxnSpPr/>
          <p:nvPr/>
        </p:nvCxnSpPr>
        <p:spPr>
          <a:xfrm>
            <a:off x="15590520" y="10795635"/>
            <a:ext cx="822960" cy="3086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6" name="Connector 2615"/>
          <p:cNvCxnSpPr/>
          <p:nvPr/>
        </p:nvCxnSpPr>
        <p:spPr>
          <a:xfrm>
            <a:off x="16413480" y="10826496"/>
            <a:ext cx="822960" cy="5143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7" name="Connector 2616"/>
          <p:cNvCxnSpPr/>
          <p:nvPr/>
        </p:nvCxnSpPr>
        <p:spPr>
          <a:xfrm>
            <a:off x="17236440" y="10877931"/>
            <a:ext cx="822960" cy="720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8" name="Connector 2617"/>
          <p:cNvCxnSpPr/>
          <p:nvPr/>
        </p:nvCxnSpPr>
        <p:spPr>
          <a:xfrm>
            <a:off x="18059400" y="10949940"/>
            <a:ext cx="822960" cy="9258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9" name="Connector 2618"/>
          <p:cNvCxnSpPr/>
          <p:nvPr/>
        </p:nvCxnSpPr>
        <p:spPr>
          <a:xfrm>
            <a:off x="18882360" y="11042523"/>
            <a:ext cx="822960" cy="11315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0" name="Connector 2619"/>
          <p:cNvCxnSpPr/>
          <p:nvPr/>
        </p:nvCxnSpPr>
        <p:spPr>
          <a:xfrm flipV="1">
            <a:off x="1229868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1" name="Connector 2620"/>
          <p:cNvCxnSpPr/>
          <p:nvPr/>
        </p:nvCxnSpPr>
        <p:spPr>
          <a:xfrm flipV="1">
            <a:off x="12504420" y="110566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2" name="Connector 2621"/>
          <p:cNvCxnSpPr/>
          <p:nvPr/>
        </p:nvCxnSpPr>
        <p:spPr>
          <a:xfrm flipV="1">
            <a:off x="1271016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3" name="Connector 2622"/>
          <p:cNvCxnSpPr/>
          <p:nvPr/>
        </p:nvCxnSpPr>
        <p:spPr>
          <a:xfrm flipV="1">
            <a:off x="1291590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4" name="Connector 2623"/>
          <p:cNvCxnSpPr/>
          <p:nvPr/>
        </p:nvCxnSpPr>
        <p:spPr>
          <a:xfrm flipV="1">
            <a:off x="13121640" y="109823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5" name="Connector 2624"/>
          <p:cNvCxnSpPr/>
          <p:nvPr/>
        </p:nvCxnSpPr>
        <p:spPr>
          <a:xfrm flipV="1">
            <a:off x="13327379" y="109773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6" name="Connector 2625"/>
          <p:cNvCxnSpPr/>
          <p:nvPr/>
        </p:nvCxnSpPr>
        <p:spPr>
          <a:xfrm>
            <a:off x="13533120" y="109773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7" name="Connector 2626"/>
          <p:cNvCxnSpPr/>
          <p:nvPr/>
        </p:nvCxnSpPr>
        <p:spPr>
          <a:xfrm>
            <a:off x="13738860" y="10982325"/>
            <a:ext cx="205740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8" name="Connector 2627"/>
          <p:cNvCxnSpPr/>
          <p:nvPr/>
        </p:nvCxnSpPr>
        <p:spPr>
          <a:xfrm>
            <a:off x="1394460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9" name="Connector 2628"/>
          <p:cNvCxnSpPr/>
          <p:nvPr/>
        </p:nvCxnSpPr>
        <p:spPr>
          <a:xfrm>
            <a:off x="1415034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0" name="Connector 2629"/>
          <p:cNvCxnSpPr/>
          <p:nvPr/>
        </p:nvCxnSpPr>
        <p:spPr>
          <a:xfrm>
            <a:off x="14356080" y="11056619"/>
            <a:ext cx="205739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1" name="Connector 2630"/>
          <p:cNvCxnSpPr/>
          <p:nvPr/>
        </p:nvCxnSpPr>
        <p:spPr>
          <a:xfrm>
            <a:off x="14561819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2" name="Connector 2631"/>
          <p:cNvCxnSpPr/>
          <p:nvPr/>
        </p:nvCxnSpPr>
        <p:spPr>
          <a:xfrm flipV="1">
            <a:off x="1229868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3" name="Connector 2632"/>
          <p:cNvCxnSpPr/>
          <p:nvPr/>
        </p:nvCxnSpPr>
        <p:spPr>
          <a:xfrm flipV="1">
            <a:off x="1271016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4" name="Connector 2633"/>
          <p:cNvCxnSpPr/>
          <p:nvPr/>
        </p:nvCxnSpPr>
        <p:spPr>
          <a:xfrm flipV="1">
            <a:off x="1312164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5" name="Connector 2634"/>
          <p:cNvCxnSpPr/>
          <p:nvPr/>
        </p:nvCxnSpPr>
        <p:spPr>
          <a:xfrm flipV="1">
            <a:off x="1353312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6" name="Connector 2635"/>
          <p:cNvCxnSpPr/>
          <p:nvPr/>
        </p:nvCxnSpPr>
        <p:spPr>
          <a:xfrm flipV="1">
            <a:off x="13944600" y="10920095"/>
            <a:ext cx="411479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7" name="Connector 2636"/>
          <p:cNvCxnSpPr/>
          <p:nvPr/>
        </p:nvCxnSpPr>
        <p:spPr>
          <a:xfrm flipV="1">
            <a:off x="14356079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8" name="Connector 2637"/>
          <p:cNvCxnSpPr/>
          <p:nvPr/>
        </p:nvCxnSpPr>
        <p:spPr>
          <a:xfrm>
            <a:off x="14767559" y="10913364"/>
            <a:ext cx="411481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9" name="Connector 2638"/>
          <p:cNvCxnSpPr/>
          <p:nvPr/>
        </p:nvCxnSpPr>
        <p:spPr>
          <a:xfrm>
            <a:off x="1517904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0" name="Connector 2639"/>
          <p:cNvCxnSpPr/>
          <p:nvPr/>
        </p:nvCxnSpPr>
        <p:spPr>
          <a:xfrm>
            <a:off x="1559052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1" name="Connector 2640"/>
          <p:cNvCxnSpPr/>
          <p:nvPr/>
        </p:nvCxnSpPr>
        <p:spPr>
          <a:xfrm>
            <a:off x="1600200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2" name="Connector 2641"/>
          <p:cNvCxnSpPr/>
          <p:nvPr/>
        </p:nvCxnSpPr>
        <p:spPr>
          <a:xfrm>
            <a:off x="1641348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3" name="Connector 2642"/>
          <p:cNvCxnSpPr/>
          <p:nvPr/>
        </p:nvCxnSpPr>
        <p:spPr>
          <a:xfrm>
            <a:off x="1682496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4" name="Connector 2643"/>
          <p:cNvCxnSpPr/>
          <p:nvPr/>
        </p:nvCxnSpPr>
        <p:spPr>
          <a:xfrm flipV="1">
            <a:off x="1229868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5" name="Connector 2644"/>
          <p:cNvCxnSpPr/>
          <p:nvPr/>
        </p:nvCxnSpPr>
        <p:spPr>
          <a:xfrm flipV="1">
            <a:off x="1291590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6" name="Connector 2645"/>
          <p:cNvCxnSpPr/>
          <p:nvPr/>
        </p:nvCxnSpPr>
        <p:spPr>
          <a:xfrm flipV="1">
            <a:off x="1353312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7" name="Connector 2646"/>
          <p:cNvCxnSpPr/>
          <p:nvPr/>
        </p:nvCxnSpPr>
        <p:spPr>
          <a:xfrm flipV="1">
            <a:off x="14150340" y="10883391"/>
            <a:ext cx="617219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8" name="Connector 2647"/>
          <p:cNvCxnSpPr/>
          <p:nvPr/>
        </p:nvCxnSpPr>
        <p:spPr>
          <a:xfrm flipV="1">
            <a:off x="14767559" y="10857865"/>
            <a:ext cx="617221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9" name="Connector 2648"/>
          <p:cNvCxnSpPr/>
          <p:nvPr/>
        </p:nvCxnSpPr>
        <p:spPr>
          <a:xfrm flipV="1">
            <a:off x="1538478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0" name="Connector 2649"/>
          <p:cNvCxnSpPr/>
          <p:nvPr/>
        </p:nvCxnSpPr>
        <p:spPr>
          <a:xfrm>
            <a:off x="16002000" y="10849356"/>
            <a:ext cx="617220" cy="8509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1" name="Connector 2650"/>
          <p:cNvCxnSpPr/>
          <p:nvPr/>
        </p:nvCxnSpPr>
        <p:spPr>
          <a:xfrm>
            <a:off x="16619220" y="10857865"/>
            <a:ext cx="617220" cy="2552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2" name="Connector 2651"/>
          <p:cNvCxnSpPr/>
          <p:nvPr/>
        </p:nvCxnSpPr>
        <p:spPr>
          <a:xfrm>
            <a:off x="17236440" y="10883391"/>
            <a:ext cx="617220" cy="4254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3" name="Connector 2652"/>
          <p:cNvCxnSpPr/>
          <p:nvPr/>
        </p:nvCxnSpPr>
        <p:spPr>
          <a:xfrm>
            <a:off x="17853660" y="10925937"/>
            <a:ext cx="617220" cy="5956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4" name="Connector 2653"/>
          <p:cNvCxnSpPr/>
          <p:nvPr/>
        </p:nvCxnSpPr>
        <p:spPr>
          <a:xfrm>
            <a:off x="18470880" y="10985500"/>
            <a:ext cx="617220" cy="7658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5" name="Connector 2654"/>
          <p:cNvCxnSpPr/>
          <p:nvPr/>
        </p:nvCxnSpPr>
        <p:spPr>
          <a:xfrm>
            <a:off x="19088100" y="11062080"/>
            <a:ext cx="617220" cy="9360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6" name="Connector 2655"/>
          <p:cNvCxnSpPr/>
          <p:nvPr/>
        </p:nvCxnSpPr>
        <p:spPr>
          <a:xfrm flipV="1">
            <a:off x="14767559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7" name="Connector 2656"/>
          <p:cNvCxnSpPr/>
          <p:nvPr/>
        </p:nvCxnSpPr>
        <p:spPr>
          <a:xfrm flipV="1">
            <a:off x="14973299" y="11056620"/>
            <a:ext cx="205741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8" name="Connector 2657"/>
          <p:cNvCxnSpPr/>
          <p:nvPr/>
        </p:nvCxnSpPr>
        <p:spPr>
          <a:xfrm flipV="1">
            <a:off x="1517904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9" name="Connector 2658"/>
          <p:cNvCxnSpPr/>
          <p:nvPr/>
        </p:nvCxnSpPr>
        <p:spPr>
          <a:xfrm flipV="1">
            <a:off x="1538478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0" name="Connector 2659"/>
          <p:cNvCxnSpPr/>
          <p:nvPr/>
        </p:nvCxnSpPr>
        <p:spPr>
          <a:xfrm flipV="1">
            <a:off x="15590520" y="109823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1" name="Connector 2660"/>
          <p:cNvCxnSpPr/>
          <p:nvPr/>
        </p:nvCxnSpPr>
        <p:spPr>
          <a:xfrm flipV="1">
            <a:off x="15796259" y="109773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2" name="Connector 2661"/>
          <p:cNvCxnSpPr/>
          <p:nvPr/>
        </p:nvCxnSpPr>
        <p:spPr>
          <a:xfrm>
            <a:off x="16002000" y="109773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3" name="Connector 2662"/>
          <p:cNvCxnSpPr/>
          <p:nvPr/>
        </p:nvCxnSpPr>
        <p:spPr>
          <a:xfrm>
            <a:off x="16207740" y="10982325"/>
            <a:ext cx="205740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4" name="Connector 2663"/>
          <p:cNvCxnSpPr/>
          <p:nvPr/>
        </p:nvCxnSpPr>
        <p:spPr>
          <a:xfrm>
            <a:off x="1641348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5" name="Connector 2664"/>
          <p:cNvCxnSpPr/>
          <p:nvPr/>
        </p:nvCxnSpPr>
        <p:spPr>
          <a:xfrm>
            <a:off x="1661922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6" name="Connector 2665"/>
          <p:cNvCxnSpPr/>
          <p:nvPr/>
        </p:nvCxnSpPr>
        <p:spPr>
          <a:xfrm>
            <a:off x="16824960" y="11056619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7" name="Connector 2666"/>
          <p:cNvCxnSpPr/>
          <p:nvPr/>
        </p:nvCxnSpPr>
        <p:spPr>
          <a:xfrm>
            <a:off x="1703070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8" name="Connector 2667"/>
          <p:cNvCxnSpPr/>
          <p:nvPr/>
        </p:nvCxnSpPr>
        <p:spPr>
          <a:xfrm flipV="1">
            <a:off x="14767559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9" name="Connector 2668"/>
          <p:cNvCxnSpPr/>
          <p:nvPr/>
        </p:nvCxnSpPr>
        <p:spPr>
          <a:xfrm flipV="1">
            <a:off x="15179039" y="11021060"/>
            <a:ext cx="411481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0" name="Connector 2669"/>
          <p:cNvCxnSpPr/>
          <p:nvPr/>
        </p:nvCxnSpPr>
        <p:spPr>
          <a:xfrm flipV="1">
            <a:off x="1559052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1" name="Connector 2670"/>
          <p:cNvCxnSpPr/>
          <p:nvPr/>
        </p:nvCxnSpPr>
        <p:spPr>
          <a:xfrm flipV="1">
            <a:off x="1600200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2" name="Connector 2671"/>
          <p:cNvCxnSpPr/>
          <p:nvPr/>
        </p:nvCxnSpPr>
        <p:spPr>
          <a:xfrm flipV="1">
            <a:off x="1641348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3" name="Connector 2672"/>
          <p:cNvCxnSpPr/>
          <p:nvPr/>
        </p:nvCxnSpPr>
        <p:spPr>
          <a:xfrm flipV="1">
            <a:off x="1682496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4" name="Connector 2673"/>
          <p:cNvCxnSpPr/>
          <p:nvPr/>
        </p:nvCxnSpPr>
        <p:spPr>
          <a:xfrm>
            <a:off x="17236440" y="10913364"/>
            <a:ext cx="411480" cy="673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5" name="Connector 2674"/>
          <p:cNvCxnSpPr/>
          <p:nvPr/>
        </p:nvCxnSpPr>
        <p:spPr>
          <a:xfrm>
            <a:off x="17647920" y="10920095"/>
            <a:ext cx="411480" cy="2019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6" name="Connector 2675"/>
          <p:cNvCxnSpPr/>
          <p:nvPr/>
        </p:nvCxnSpPr>
        <p:spPr>
          <a:xfrm>
            <a:off x="18059400" y="10940288"/>
            <a:ext cx="411480" cy="3365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7" name="Connector 2676"/>
          <p:cNvCxnSpPr/>
          <p:nvPr/>
        </p:nvCxnSpPr>
        <p:spPr>
          <a:xfrm>
            <a:off x="18470880" y="10973943"/>
            <a:ext cx="411480" cy="4711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8" name="Connector 2677"/>
          <p:cNvCxnSpPr/>
          <p:nvPr/>
        </p:nvCxnSpPr>
        <p:spPr>
          <a:xfrm>
            <a:off x="18882360" y="11021060"/>
            <a:ext cx="411480" cy="6057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9" name="Connector 2678"/>
          <p:cNvCxnSpPr/>
          <p:nvPr/>
        </p:nvCxnSpPr>
        <p:spPr>
          <a:xfrm>
            <a:off x="19293840" y="11081638"/>
            <a:ext cx="411480" cy="7404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0" name="Connector 2679"/>
          <p:cNvCxnSpPr/>
          <p:nvPr/>
        </p:nvCxnSpPr>
        <p:spPr>
          <a:xfrm flipV="1">
            <a:off x="1723644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1" name="Connector 2680"/>
          <p:cNvCxnSpPr/>
          <p:nvPr/>
        </p:nvCxnSpPr>
        <p:spPr>
          <a:xfrm flipV="1">
            <a:off x="17442180" y="11056620"/>
            <a:ext cx="205740" cy="4457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2" name="Connector 2681"/>
          <p:cNvCxnSpPr/>
          <p:nvPr/>
        </p:nvCxnSpPr>
        <p:spPr>
          <a:xfrm flipV="1">
            <a:off x="17647920" y="11021949"/>
            <a:ext cx="205740" cy="34671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3" name="Connector 2682"/>
          <p:cNvCxnSpPr/>
          <p:nvPr/>
        </p:nvCxnSpPr>
        <p:spPr>
          <a:xfrm flipV="1">
            <a:off x="17853660" y="10997184"/>
            <a:ext cx="205740" cy="24765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4" name="Connector 2683"/>
          <p:cNvCxnSpPr/>
          <p:nvPr/>
        </p:nvCxnSpPr>
        <p:spPr>
          <a:xfrm flipV="1">
            <a:off x="18059400" y="10982324"/>
            <a:ext cx="205739" cy="1486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5" name="Connector 2684"/>
          <p:cNvCxnSpPr/>
          <p:nvPr/>
        </p:nvCxnSpPr>
        <p:spPr>
          <a:xfrm flipV="1">
            <a:off x="18265139" y="10977372"/>
            <a:ext cx="205741" cy="4952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6" name="Connector 2685"/>
          <p:cNvCxnSpPr/>
          <p:nvPr/>
        </p:nvCxnSpPr>
        <p:spPr>
          <a:xfrm>
            <a:off x="18470880" y="10977372"/>
            <a:ext cx="205740" cy="4953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7" name="Connector 2686"/>
          <p:cNvCxnSpPr/>
          <p:nvPr/>
        </p:nvCxnSpPr>
        <p:spPr>
          <a:xfrm>
            <a:off x="18676620" y="10982325"/>
            <a:ext cx="205740" cy="14858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8" name="Connector 2687"/>
          <p:cNvCxnSpPr/>
          <p:nvPr/>
        </p:nvCxnSpPr>
        <p:spPr>
          <a:xfrm>
            <a:off x="18882360" y="10997183"/>
            <a:ext cx="205740" cy="24766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9" name="Connector 2688"/>
          <p:cNvCxnSpPr/>
          <p:nvPr/>
        </p:nvCxnSpPr>
        <p:spPr>
          <a:xfrm>
            <a:off x="19088100" y="11021949"/>
            <a:ext cx="205740" cy="34670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0" name="Connector 2689"/>
          <p:cNvCxnSpPr/>
          <p:nvPr/>
        </p:nvCxnSpPr>
        <p:spPr>
          <a:xfrm>
            <a:off x="19293840" y="11056619"/>
            <a:ext cx="205740" cy="44577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1" name="Connector 2690"/>
          <p:cNvCxnSpPr/>
          <p:nvPr/>
        </p:nvCxnSpPr>
        <p:spPr>
          <a:xfrm>
            <a:off x="19499580" y="11101196"/>
            <a:ext cx="205740" cy="54484"/>
          </a:xfrm>
          <a:prstGeom prst="line">
            <a:avLst/>
          </a:prstGeom>
          <a:ln w="9144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2" name="Connector 2691"/>
          <p:cNvCxnSpPr/>
          <p:nvPr/>
        </p:nvCxnSpPr>
        <p:spPr>
          <a:xfrm>
            <a:off x="2423160" y="25146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3" name="Connector 2692"/>
          <p:cNvCxnSpPr/>
          <p:nvPr/>
        </p:nvCxnSpPr>
        <p:spPr>
          <a:xfrm>
            <a:off x="2474849" y="26174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4" name="Connector 2693"/>
          <p:cNvCxnSpPr/>
          <p:nvPr/>
        </p:nvCxnSpPr>
        <p:spPr>
          <a:xfrm>
            <a:off x="251714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5" name="Connector 2694"/>
          <p:cNvCxnSpPr/>
          <p:nvPr/>
        </p:nvCxnSpPr>
        <p:spPr>
          <a:xfrm>
            <a:off x="255003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6" name="Connector 2695"/>
          <p:cNvCxnSpPr/>
          <p:nvPr/>
        </p:nvCxnSpPr>
        <p:spPr>
          <a:xfrm>
            <a:off x="2573528" y="292608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7" name="Connector 2696"/>
          <p:cNvCxnSpPr/>
          <p:nvPr/>
        </p:nvCxnSpPr>
        <p:spPr>
          <a:xfrm>
            <a:off x="2587624" y="302895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8" name="Connector 2697"/>
          <p:cNvCxnSpPr/>
          <p:nvPr/>
        </p:nvCxnSpPr>
        <p:spPr>
          <a:xfrm flipH="1">
            <a:off x="2587624" y="313182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9" name="Connector 2698"/>
          <p:cNvCxnSpPr/>
          <p:nvPr/>
        </p:nvCxnSpPr>
        <p:spPr>
          <a:xfrm flipH="1">
            <a:off x="2573528" y="323469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0" name="Connector 2699"/>
          <p:cNvCxnSpPr/>
          <p:nvPr/>
        </p:nvCxnSpPr>
        <p:spPr>
          <a:xfrm flipH="1">
            <a:off x="255003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1" name="Connector 2700"/>
          <p:cNvCxnSpPr/>
          <p:nvPr/>
        </p:nvCxnSpPr>
        <p:spPr>
          <a:xfrm flipH="1">
            <a:off x="251714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2" name="Connector 2701"/>
          <p:cNvCxnSpPr/>
          <p:nvPr/>
        </p:nvCxnSpPr>
        <p:spPr>
          <a:xfrm flipH="1">
            <a:off x="2474849" y="35433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3" name="Connector 2702"/>
          <p:cNvCxnSpPr/>
          <p:nvPr/>
        </p:nvCxnSpPr>
        <p:spPr>
          <a:xfrm flipH="1">
            <a:off x="2423160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4" name="Connector 2703"/>
          <p:cNvCxnSpPr/>
          <p:nvPr/>
        </p:nvCxnSpPr>
        <p:spPr>
          <a:xfrm>
            <a:off x="2423160" y="251460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5" name="Connector 2704"/>
          <p:cNvCxnSpPr/>
          <p:nvPr/>
        </p:nvCxnSpPr>
        <p:spPr>
          <a:xfrm>
            <a:off x="2491612" y="272033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6" name="Connector 2705"/>
          <p:cNvCxnSpPr/>
          <p:nvPr/>
        </p:nvCxnSpPr>
        <p:spPr>
          <a:xfrm>
            <a:off x="2547620" y="29260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7" name="Connector 2706"/>
          <p:cNvCxnSpPr/>
          <p:nvPr/>
        </p:nvCxnSpPr>
        <p:spPr>
          <a:xfrm>
            <a:off x="259118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8" name="Connector 2707"/>
          <p:cNvCxnSpPr/>
          <p:nvPr/>
        </p:nvCxnSpPr>
        <p:spPr>
          <a:xfrm>
            <a:off x="2622296" y="33375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9" name="Connector 2708"/>
          <p:cNvCxnSpPr/>
          <p:nvPr/>
        </p:nvCxnSpPr>
        <p:spPr>
          <a:xfrm>
            <a:off x="2640964" y="3543300"/>
            <a:ext cx="622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0" name="Connector 2709"/>
          <p:cNvCxnSpPr/>
          <p:nvPr/>
        </p:nvCxnSpPr>
        <p:spPr>
          <a:xfrm flipH="1">
            <a:off x="2640965" y="374903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1" name="Connector 2710"/>
          <p:cNvCxnSpPr/>
          <p:nvPr/>
        </p:nvCxnSpPr>
        <p:spPr>
          <a:xfrm flipH="1">
            <a:off x="2622296" y="39547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2" name="Connector 2711"/>
          <p:cNvCxnSpPr/>
          <p:nvPr/>
        </p:nvCxnSpPr>
        <p:spPr>
          <a:xfrm flipH="1">
            <a:off x="259118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3" name="Connector 2712"/>
          <p:cNvCxnSpPr/>
          <p:nvPr/>
        </p:nvCxnSpPr>
        <p:spPr>
          <a:xfrm flipH="1">
            <a:off x="2547620" y="43662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4" name="Connector 2713"/>
          <p:cNvCxnSpPr/>
          <p:nvPr/>
        </p:nvCxnSpPr>
        <p:spPr>
          <a:xfrm flipH="1">
            <a:off x="2491612" y="457200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5" name="Connector 2714"/>
          <p:cNvCxnSpPr/>
          <p:nvPr/>
        </p:nvCxnSpPr>
        <p:spPr>
          <a:xfrm flipH="1">
            <a:off x="2423160" y="477774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6" name="Connector 2715"/>
          <p:cNvCxnSpPr/>
          <p:nvPr/>
        </p:nvCxnSpPr>
        <p:spPr>
          <a:xfrm>
            <a:off x="2423160" y="251460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7" name="Connector 2716"/>
          <p:cNvCxnSpPr/>
          <p:nvPr/>
        </p:nvCxnSpPr>
        <p:spPr>
          <a:xfrm>
            <a:off x="2508376" y="282320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8" name="Connector 2717"/>
          <p:cNvCxnSpPr/>
          <p:nvPr/>
        </p:nvCxnSpPr>
        <p:spPr>
          <a:xfrm>
            <a:off x="257810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9" name="Connector 2718"/>
          <p:cNvCxnSpPr/>
          <p:nvPr/>
        </p:nvCxnSpPr>
        <p:spPr>
          <a:xfrm>
            <a:off x="263232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0" name="Connector 2719"/>
          <p:cNvCxnSpPr/>
          <p:nvPr/>
        </p:nvCxnSpPr>
        <p:spPr>
          <a:xfrm>
            <a:off x="2671064" y="3749039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1" name="Connector 2720"/>
          <p:cNvCxnSpPr/>
          <p:nvPr/>
        </p:nvCxnSpPr>
        <p:spPr>
          <a:xfrm>
            <a:off x="2694304" y="405764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2" name="Connector 2721"/>
          <p:cNvCxnSpPr/>
          <p:nvPr/>
        </p:nvCxnSpPr>
        <p:spPr>
          <a:xfrm flipH="1">
            <a:off x="269430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3" name="Connector 2722"/>
          <p:cNvCxnSpPr/>
          <p:nvPr/>
        </p:nvCxnSpPr>
        <p:spPr>
          <a:xfrm flipH="1">
            <a:off x="2671063" y="467487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4" name="Connector 2723"/>
          <p:cNvCxnSpPr/>
          <p:nvPr/>
        </p:nvCxnSpPr>
        <p:spPr>
          <a:xfrm flipH="1">
            <a:off x="2632329" y="498348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5" name="Connector 2724"/>
          <p:cNvCxnSpPr/>
          <p:nvPr/>
        </p:nvCxnSpPr>
        <p:spPr>
          <a:xfrm flipH="1">
            <a:off x="2578100" y="529209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6" name="Connector 2725"/>
          <p:cNvCxnSpPr/>
          <p:nvPr/>
        </p:nvCxnSpPr>
        <p:spPr>
          <a:xfrm flipH="1">
            <a:off x="2508377" y="560070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7" name="Connector 2726"/>
          <p:cNvCxnSpPr/>
          <p:nvPr/>
        </p:nvCxnSpPr>
        <p:spPr>
          <a:xfrm flipH="1">
            <a:off x="2423160" y="590931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8" name="Connector 2727"/>
          <p:cNvCxnSpPr/>
          <p:nvPr/>
        </p:nvCxnSpPr>
        <p:spPr>
          <a:xfrm>
            <a:off x="2423160" y="251460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9" name="Connector 2728"/>
          <p:cNvCxnSpPr/>
          <p:nvPr/>
        </p:nvCxnSpPr>
        <p:spPr>
          <a:xfrm>
            <a:off x="2525141" y="292607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0" name="Connector 2729"/>
          <p:cNvCxnSpPr/>
          <p:nvPr/>
        </p:nvCxnSpPr>
        <p:spPr>
          <a:xfrm>
            <a:off x="260858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1" name="Connector 2730"/>
          <p:cNvCxnSpPr/>
          <p:nvPr/>
        </p:nvCxnSpPr>
        <p:spPr>
          <a:xfrm>
            <a:off x="267347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2" name="Connector 2731"/>
          <p:cNvCxnSpPr/>
          <p:nvPr/>
        </p:nvCxnSpPr>
        <p:spPr>
          <a:xfrm>
            <a:off x="2719832" y="416052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3" name="Connector 2732"/>
          <p:cNvCxnSpPr/>
          <p:nvPr/>
        </p:nvCxnSpPr>
        <p:spPr>
          <a:xfrm>
            <a:off x="2747645" y="45720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4" name="Connector 2733"/>
          <p:cNvCxnSpPr/>
          <p:nvPr/>
        </p:nvCxnSpPr>
        <p:spPr>
          <a:xfrm flipH="1">
            <a:off x="274764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5" name="Connector 2734"/>
          <p:cNvCxnSpPr/>
          <p:nvPr/>
        </p:nvCxnSpPr>
        <p:spPr>
          <a:xfrm flipH="1">
            <a:off x="2719832" y="539496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6" name="Connector 2735"/>
          <p:cNvCxnSpPr/>
          <p:nvPr/>
        </p:nvCxnSpPr>
        <p:spPr>
          <a:xfrm flipH="1">
            <a:off x="2673477" y="580644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7" name="Connector 2736"/>
          <p:cNvCxnSpPr/>
          <p:nvPr/>
        </p:nvCxnSpPr>
        <p:spPr>
          <a:xfrm flipH="1">
            <a:off x="260858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8" name="Connector 2737"/>
          <p:cNvCxnSpPr/>
          <p:nvPr/>
        </p:nvCxnSpPr>
        <p:spPr>
          <a:xfrm flipH="1">
            <a:off x="2525141" y="662940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9" name="Connector 2738"/>
          <p:cNvCxnSpPr/>
          <p:nvPr/>
        </p:nvCxnSpPr>
        <p:spPr>
          <a:xfrm flipH="1">
            <a:off x="2423160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0" name="Connector 2739"/>
          <p:cNvCxnSpPr/>
          <p:nvPr/>
        </p:nvCxnSpPr>
        <p:spPr>
          <a:xfrm>
            <a:off x="2423160" y="251460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1" name="Connector 2740"/>
          <p:cNvCxnSpPr/>
          <p:nvPr/>
        </p:nvCxnSpPr>
        <p:spPr>
          <a:xfrm>
            <a:off x="2541905" y="302894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2" name="Connector 2741"/>
          <p:cNvCxnSpPr/>
          <p:nvPr/>
        </p:nvCxnSpPr>
        <p:spPr>
          <a:xfrm>
            <a:off x="263906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3" name="Connector 2742"/>
          <p:cNvCxnSpPr/>
          <p:nvPr/>
        </p:nvCxnSpPr>
        <p:spPr>
          <a:xfrm>
            <a:off x="271462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4" name="Connector 2743"/>
          <p:cNvCxnSpPr/>
          <p:nvPr/>
        </p:nvCxnSpPr>
        <p:spPr>
          <a:xfrm>
            <a:off x="2768600" y="457200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5" name="Connector 2744"/>
          <p:cNvCxnSpPr/>
          <p:nvPr/>
        </p:nvCxnSpPr>
        <p:spPr>
          <a:xfrm>
            <a:off x="2800984" y="508635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6" name="Connector 2745"/>
          <p:cNvCxnSpPr/>
          <p:nvPr/>
        </p:nvCxnSpPr>
        <p:spPr>
          <a:xfrm flipH="1">
            <a:off x="2800985" y="560070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7" name="Connector 2746"/>
          <p:cNvCxnSpPr/>
          <p:nvPr/>
        </p:nvCxnSpPr>
        <p:spPr>
          <a:xfrm flipH="1">
            <a:off x="2768600" y="611505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8" name="Connector 2747"/>
          <p:cNvCxnSpPr/>
          <p:nvPr/>
        </p:nvCxnSpPr>
        <p:spPr>
          <a:xfrm flipH="1">
            <a:off x="271462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9" name="Connector 2748"/>
          <p:cNvCxnSpPr/>
          <p:nvPr/>
        </p:nvCxnSpPr>
        <p:spPr>
          <a:xfrm flipH="1">
            <a:off x="263906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0" name="Connector 2749"/>
          <p:cNvCxnSpPr/>
          <p:nvPr/>
        </p:nvCxnSpPr>
        <p:spPr>
          <a:xfrm flipH="1">
            <a:off x="2541905" y="765810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1" name="Connector 2750"/>
          <p:cNvCxnSpPr/>
          <p:nvPr/>
        </p:nvCxnSpPr>
        <p:spPr>
          <a:xfrm flipH="1">
            <a:off x="2423160" y="817245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2" name="Connector 2751"/>
          <p:cNvCxnSpPr/>
          <p:nvPr/>
        </p:nvCxnSpPr>
        <p:spPr>
          <a:xfrm>
            <a:off x="2423160" y="2514600"/>
            <a:ext cx="135508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3" name="Connector 2752"/>
          <p:cNvCxnSpPr/>
          <p:nvPr/>
        </p:nvCxnSpPr>
        <p:spPr>
          <a:xfrm>
            <a:off x="2558668" y="3131819"/>
            <a:ext cx="110872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4" name="Connector 2753"/>
          <p:cNvCxnSpPr/>
          <p:nvPr/>
        </p:nvCxnSpPr>
        <p:spPr>
          <a:xfrm>
            <a:off x="266954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5" name="Connector 2754"/>
          <p:cNvCxnSpPr/>
          <p:nvPr/>
        </p:nvCxnSpPr>
        <p:spPr>
          <a:xfrm>
            <a:off x="275577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6" name="Connector 2755"/>
          <p:cNvCxnSpPr/>
          <p:nvPr/>
        </p:nvCxnSpPr>
        <p:spPr>
          <a:xfrm>
            <a:off x="281736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7" name="Connector 2756"/>
          <p:cNvCxnSpPr/>
          <p:nvPr/>
        </p:nvCxnSpPr>
        <p:spPr>
          <a:xfrm>
            <a:off x="285432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8" name="Connector 2757"/>
          <p:cNvCxnSpPr/>
          <p:nvPr/>
        </p:nvCxnSpPr>
        <p:spPr>
          <a:xfrm flipH="1">
            <a:off x="285432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9" name="Connector 2758"/>
          <p:cNvCxnSpPr/>
          <p:nvPr/>
        </p:nvCxnSpPr>
        <p:spPr>
          <a:xfrm flipH="1">
            <a:off x="281736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0" name="Connector 2759"/>
          <p:cNvCxnSpPr/>
          <p:nvPr/>
        </p:nvCxnSpPr>
        <p:spPr>
          <a:xfrm flipH="1">
            <a:off x="275577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1" name="Connector 2760"/>
          <p:cNvCxnSpPr/>
          <p:nvPr/>
        </p:nvCxnSpPr>
        <p:spPr>
          <a:xfrm flipH="1">
            <a:off x="266954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2" name="Connector 2761"/>
          <p:cNvCxnSpPr/>
          <p:nvPr/>
        </p:nvCxnSpPr>
        <p:spPr>
          <a:xfrm flipH="1">
            <a:off x="255866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3" name="Connector 2762"/>
          <p:cNvCxnSpPr/>
          <p:nvPr/>
        </p:nvCxnSpPr>
        <p:spPr>
          <a:xfrm flipH="1">
            <a:off x="242316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4" name="Connector 2763"/>
          <p:cNvCxnSpPr/>
          <p:nvPr/>
        </p:nvCxnSpPr>
        <p:spPr>
          <a:xfrm>
            <a:off x="2423160" y="2514600"/>
            <a:ext cx="152272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5" name="Connector 2764"/>
          <p:cNvCxnSpPr/>
          <p:nvPr/>
        </p:nvCxnSpPr>
        <p:spPr>
          <a:xfrm>
            <a:off x="2575432" y="3234689"/>
            <a:ext cx="124587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6" name="Connector 2765"/>
          <p:cNvCxnSpPr/>
          <p:nvPr/>
        </p:nvCxnSpPr>
        <p:spPr>
          <a:xfrm>
            <a:off x="2700019" y="3954780"/>
            <a:ext cx="96902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7" name="Connector 2766"/>
          <p:cNvCxnSpPr/>
          <p:nvPr/>
        </p:nvCxnSpPr>
        <p:spPr>
          <a:xfrm>
            <a:off x="279692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8" name="Connector 2767"/>
          <p:cNvCxnSpPr/>
          <p:nvPr/>
        </p:nvCxnSpPr>
        <p:spPr>
          <a:xfrm>
            <a:off x="286613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9" name="Connector 2768"/>
          <p:cNvCxnSpPr/>
          <p:nvPr/>
        </p:nvCxnSpPr>
        <p:spPr>
          <a:xfrm>
            <a:off x="290766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0" name="Connector 2769"/>
          <p:cNvCxnSpPr/>
          <p:nvPr/>
        </p:nvCxnSpPr>
        <p:spPr>
          <a:xfrm flipH="1">
            <a:off x="2907664" y="6835140"/>
            <a:ext cx="13844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1" name="Connector 2770"/>
          <p:cNvCxnSpPr/>
          <p:nvPr/>
        </p:nvCxnSpPr>
        <p:spPr>
          <a:xfrm flipH="1">
            <a:off x="2866136" y="7555229"/>
            <a:ext cx="41528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2" name="Connector 2771"/>
          <p:cNvCxnSpPr/>
          <p:nvPr/>
        </p:nvCxnSpPr>
        <p:spPr>
          <a:xfrm flipH="1">
            <a:off x="279692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3" name="Connector 2772"/>
          <p:cNvCxnSpPr/>
          <p:nvPr/>
        </p:nvCxnSpPr>
        <p:spPr>
          <a:xfrm flipH="1">
            <a:off x="2700019" y="8995410"/>
            <a:ext cx="96902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4" name="Connector 2773"/>
          <p:cNvCxnSpPr/>
          <p:nvPr/>
        </p:nvCxnSpPr>
        <p:spPr>
          <a:xfrm flipH="1">
            <a:off x="2575432" y="9715500"/>
            <a:ext cx="124587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5" name="Connector 2774"/>
          <p:cNvCxnSpPr/>
          <p:nvPr/>
        </p:nvCxnSpPr>
        <p:spPr>
          <a:xfrm flipH="1">
            <a:off x="2423160" y="10435589"/>
            <a:ext cx="152272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6" name="Connector 2775"/>
          <p:cNvCxnSpPr/>
          <p:nvPr/>
        </p:nvCxnSpPr>
        <p:spPr>
          <a:xfrm>
            <a:off x="2423160" y="3749039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7" name="Connector 2776"/>
          <p:cNvCxnSpPr/>
          <p:nvPr/>
        </p:nvCxnSpPr>
        <p:spPr>
          <a:xfrm>
            <a:off x="2474849" y="38519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8" name="Connector 2777"/>
          <p:cNvCxnSpPr/>
          <p:nvPr/>
        </p:nvCxnSpPr>
        <p:spPr>
          <a:xfrm>
            <a:off x="251714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9" name="Connector 2778"/>
          <p:cNvCxnSpPr/>
          <p:nvPr/>
        </p:nvCxnSpPr>
        <p:spPr>
          <a:xfrm>
            <a:off x="255003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0" name="Connector 2779"/>
          <p:cNvCxnSpPr/>
          <p:nvPr/>
        </p:nvCxnSpPr>
        <p:spPr>
          <a:xfrm>
            <a:off x="2573528" y="41605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1" name="Connector 2780"/>
          <p:cNvCxnSpPr/>
          <p:nvPr/>
        </p:nvCxnSpPr>
        <p:spPr>
          <a:xfrm>
            <a:off x="2587624" y="426338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2" name="Connector 2781"/>
          <p:cNvCxnSpPr/>
          <p:nvPr/>
        </p:nvCxnSpPr>
        <p:spPr>
          <a:xfrm flipH="1">
            <a:off x="2587624" y="436626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3" name="Connector 2782"/>
          <p:cNvCxnSpPr/>
          <p:nvPr/>
        </p:nvCxnSpPr>
        <p:spPr>
          <a:xfrm flipH="1">
            <a:off x="2573528" y="446913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4" name="Connector 2783"/>
          <p:cNvCxnSpPr/>
          <p:nvPr/>
        </p:nvCxnSpPr>
        <p:spPr>
          <a:xfrm flipH="1">
            <a:off x="255003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5" name="Connector 2784"/>
          <p:cNvCxnSpPr/>
          <p:nvPr/>
        </p:nvCxnSpPr>
        <p:spPr>
          <a:xfrm flipH="1">
            <a:off x="251714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6" name="Connector 2785"/>
          <p:cNvCxnSpPr/>
          <p:nvPr/>
        </p:nvCxnSpPr>
        <p:spPr>
          <a:xfrm flipH="1">
            <a:off x="2474849" y="47777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7" name="Connector 2786"/>
          <p:cNvCxnSpPr/>
          <p:nvPr/>
        </p:nvCxnSpPr>
        <p:spPr>
          <a:xfrm flipH="1">
            <a:off x="2423160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8" name="Connector 2787"/>
          <p:cNvCxnSpPr/>
          <p:nvPr/>
        </p:nvCxnSpPr>
        <p:spPr>
          <a:xfrm>
            <a:off x="2423160" y="3749039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9" name="Connector 2788"/>
          <p:cNvCxnSpPr/>
          <p:nvPr/>
        </p:nvCxnSpPr>
        <p:spPr>
          <a:xfrm>
            <a:off x="2491612" y="395477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0" name="Connector 2789"/>
          <p:cNvCxnSpPr/>
          <p:nvPr/>
        </p:nvCxnSpPr>
        <p:spPr>
          <a:xfrm>
            <a:off x="2547620" y="41605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1" name="Connector 2790"/>
          <p:cNvCxnSpPr/>
          <p:nvPr/>
        </p:nvCxnSpPr>
        <p:spPr>
          <a:xfrm>
            <a:off x="259118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2" name="Connector 2791"/>
          <p:cNvCxnSpPr/>
          <p:nvPr/>
        </p:nvCxnSpPr>
        <p:spPr>
          <a:xfrm>
            <a:off x="2622296" y="45720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3" name="Connector 2792"/>
          <p:cNvCxnSpPr/>
          <p:nvPr/>
        </p:nvCxnSpPr>
        <p:spPr>
          <a:xfrm>
            <a:off x="2640964" y="47777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4" name="Connector 2793"/>
          <p:cNvCxnSpPr/>
          <p:nvPr/>
        </p:nvCxnSpPr>
        <p:spPr>
          <a:xfrm flipH="1">
            <a:off x="2640965" y="498348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5" name="Connector 2794"/>
          <p:cNvCxnSpPr/>
          <p:nvPr/>
        </p:nvCxnSpPr>
        <p:spPr>
          <a:xfrm flipH="1">
            <a:off x="2622296" y="518922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6" name="Connector 2795"/>
          <p:cNvCxnSpPr/>
          <p:nvPr/>
        </p:nvCxnSpPr>
        <p:spPr>
          <a:xfrm flipH="1">
            <a:off x="259118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7" name="Connector 2796"/>
          <p:cNvCxnSpPr/>
          <p:nvPr/>
        </p:nvCxnSpPr>
        <p:spPr>
          <a:xfrm flipH="1">
            <a:off x="2547620" y="56007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8" name="Connector 2797"/>
          <p:cNvCxnSpPr/>
          <p:nvPr/>
        </p:nvCxnSpPr>
        <p:spPr>
          <a:xfrm flipH="1">
            <a:off x="2491612" y="580644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9" name="Connector 2798"/>
          <p:cNvCxnSpPr/>
          <p:nvPr/>
        </p:nvCxnSpPr>
        <p:spPr>
          <a:xfrm flipH="1">
            <a:off x="2423160" y="601218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0" name="Connector 2799"/>
          <p:cNvCxnSpPr/>
          <p:nvPr/>
        </p:nvCxnSpPr>
        <p:spPr>
          <a:xfrm>
            <a:off x="2423160" y="3749039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1" name="Connector 2800"/>
          <p:cNvCxnSpPr/>
          <p:nvPr/>
        </p:nvCxnSpPr>
        <p:spPr>
          <a:xfrm>
            <a:off x="2508376" y="405764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2" name="Connector 2801"/>
          <p:cNvCxnSpPr/>
          <p:nvPr/>
        </p:nvCxnSpPr>
        <p:spPr>
          <a:xfrm>
            <a:off x="257810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3" name="Connector 2802"/>
          <p:cNvCxnSpPr/>
          <p:nvPr/>
        </p:nvCxnSpPr>
        <p:spPr>
          <a:xfrm>
            <a:off x="263232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4" name="Connector 2803"/>
          <p:cNvCxnSpPr/>
          <p:nvPr/>
        </p:nvCxnSpPr>
        <p:spPr>
          <a:xfrm>
            <a:off x="2671064" y="4983480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5" name="Connector 2804"/>
          <p:cNvCxnSpPr/>
          <p:nvPr/>
        </p:nvCxnSpPr>
        <p:spPr>
          <a:xfrm>
            <a:off x="2694304" y="5292090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6" name="Connector 2805"/>
          <p:cNvCxnSpPr/>
          <p:nvPr/>
        </p:nvCxnSpPr>
        <p:spPr>
          <a:xfrm flipH="1">
            <a:off x="269430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7" name="Connector 2806"/>
          <p:cNvCxnSpPr/>
          <p:nvPr/>
        </p:nvCxnSpPr>
        <p:spPr>
          <a:xfrm flipH="1">
            <a:off x="2671063" y="590931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8" name="Connector 2807"/>
          <p:cNvCxnSpPr/>
          <p:nvPr/>
        </p:nvCxnSpPr>
        <p:spPr>
          <a:xfrm flipH="1">
            <a:off x="2632329" y="621792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9" name="Connector 2808"/>
          <p:cNvCxnSpPr/>
          <p:nvPr/>
        </p:nvCxnSpPr>
        <p:spPr>
          <a:xfrm flipH="1">
            <a:off x="2578100" y="652653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0" name="Connector 2809"/>
          <p:cNvCxnSpPr/>
          <p:nvPr/>
        </p:nvCxnSpPr>
        <p:spPr>
          <a:xfrm flipH="1">
            <a:off x="2508377" y="683514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1" name="Connector 2810"/>
          <p:cNvCxnSpPr/>
          <p:nvPr/>
        </p:nvCxnSpPr>
        <p:spPr>
          <a:xfrm flipH="1">
            <a:off x="2423160" y="714375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2" name="Connector 2811"/>
          <p:cNvCxnSpPr/>
          <p:nvPr/>
        </p:nvCxnSpPr>
        <p:spPr>
          <a:xfrm>
            <a:off x="2423160" y="374903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3" name="Connector 2812"/>
          <p:cNvCxnSpPr/>
          <p:nvPr/>
        </p:nvCxnSpPr>
        <p:spPr>
          <a:xfrm>
            <a:off x="2525141" y="416052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4" name="Connector 2813"/>
          <p:cNvCxnSpPr/>
          <p:nvPr/>
        </p:nvCxnSpPr>
        <p:spPr>
          <a:xfrm>
            <a:off x="260858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5" name="Connector 2814"/>
          <p:cNvCxnSpPr/>
          <p:nvPr/>
        </p:nvCxnSpPr>
        <p:spPr>
          <a:xfrm>
            <a:off x="267347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6" name="Connector 2815"/>
          <p:cNvCxnSpPr/>
          <p:nvPr/>
        </p:nvCxnSpPr>
        <p:spPr>
          <a:xfrm>
            <a:off x="2719832" y="539496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7" name="Connector 2816"/>
          <p:cNvCxnSpPr/>
          <p:nvPr/>
        </p:nvCxnSpPr>
        <p:spPr>
          <a:xfrm>
            <a:off x="2747645" y="580643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8" name="Connector 2817"/>
          <p:cNvCxnSpPr/>
          <p:nvPr/>
        </p:nvCxnSpPr>
        <p:spPr>
          <a:xfrm flipH="1">
            <a:off x="274764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9" name="Connector 2818"/>
          <p:cNvCxnSpPr/>
          <p:nvPr/>
        </p:nvCxnSpPr>
        <p:spPr>
          <a:xfrm flipH="1">
            <a:off x="2719832" y="662940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0" name="Connector 2819"/>
          <p:cNvCxnSpPr/>
          <p:nvPr/>
        </p:nvCxnSpPr>
        <p:spPr>
          <a:xfrm flipH="1">
            <a:off x="2673477" y="70408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1" name="Connector 2820"/>
          <p:cNvCxnSpPr/>
          <p:nvPr/>
        </p:nvCxnSpPr>
        <p:spPr>
          <a:xfrm flipH="1">
            <a:off x="260858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2" name="Connector 2821"/>
          <p:cNvCxnSpPr/>
          <p:nvPr/>
        </p:nvCxnSpPr>
        <p:spPr>
          <a:xfrm flipH="1">
            <a:off x="2525141" y="786384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3" name="Connector 2822"/>
          <p:cNvCxnSpPr/>
          <p:nvPr/>
        </p:nvCxnSpPr>
        <p:spPr>
          <a:xfrm flipH="1">
            <a:off x="2423160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4" name="Connector 2823"/>
          <p:cNvCxnSpPr/>
          <p:nvPr/>
        </p:nvCxnSpPr>
        <p:spPr>
          <a:xfrm>
            <a:off x="2423160" y="374903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5" name="Connector 2824"/>
          <p:cNvCxnSpPr/>
          <p:nvPr/>
        </p:nvCxnSpPr>
        <p:spPr>
          <a:xfrm>
            <a:off x="2541905" y="426339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6" name="Connector 2825"/>
          <p:cNvCxnSpPr/>
          <p:nvPr/>
        </p:nvCxnSpPr>
        <p:spPr>
          <a:xfrm>
            <a:off x="263906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7" name="Connector 2826"/>
          <p:cNvCxnSpPr/>
          <p:nvPr/>
        </p:nvCxnSpPr>
        <p:spPr>
          <a:xfrm>
            <a:off x="271462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8" name="Connector 2827"/>
          <p:cNvCxnSpPr/>
          <p:nvPr/>
        </p:nvCxnSpPr>
        <p:spPr>
          <a:xfrm>
            <a:off x="2768600" y="580644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9" name="Connector 2828"/>
          <p:cNvCxnSpPr/>
          <p:nvPr/>
        </p:nvCxnSpPr>
        <p:spPr>
          <a:xfrm>
            <a:off x="2800984" y="632078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0" name="Connector 2829"/>
          <p:cNvCxnSpPr/>
          <p:nvPr/>
        </p:nvCxnSpPr>
        <p:spPr>
          <a:xfrm flipH="1">
            <a:off x="2800985" y="683514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1" name="Connector 2830"/>
          <p:cNvCxnSpPr/>
          <p:nvPr/>
        </p:nvCxnSpPr>
        <p:spPr>
          <a:xfrm flipH="1">
            <a:off x="2768600" y="734949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2" name="Connector 2831"/>
          <p:cNvCxnSpPr/>
          <p:nvPr/>
        </p:nvCxnSpPr>
        <p:spPr>
          <a:xfrm flipH="1">
            <a:off x="271462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3" name="Connector 2832"/>
          <p:cNvCxnSpPr/>
          <p:nvPr/>
        </p:nvCxnSpPr>
        <p:spPr>
          <a:xfrm flipH="1">
            <a:off x="263906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4" name="Connector 2833"/>
          <p:cNvCxnSpPr/>
          <p:nvPr/>
        </p:nvCxnSpPr>
        <p:spPr>
          <a:xfrm flipH="1">
            <a:off x="2541905" y="889254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5" name="Connector 2834"/>
          <p:cNvCxnSpPr/>
          <p:nvPr/>
        </p:nvCxnSpPr>
        <p:spPr>
          <a:xfrm flipH="1">
            <a:off x="2423160" y="940689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6" name="Connector 2835"/>
          <p:cNvCxnSpPr/>
          <p:nvPr/>
        </p:nvCxnSpPr>
        <p:spPr>
          <a:xfrm>
            <a:off x="2423160" y="3749039"/>
            <a:ext cx="135508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7" name="Connector 2836"/>
          <p:cNvCxnSpPr/>
          <p:nvPr/>
        </p:nvCxnSpPr>
        <p:spPr>
          <a:xfrm>
            <a:off x="2558668" y="4366259"/>
            <a:ext cx="110872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8" name="Connector 2837"/>
          <p:cNvCxnSpPr/>
          <p:nvPr/>
        </p:nvCxnSpPr>
        <p:spPr>
          <a:xfrm>
            <a:off x="266954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9" name="Connector 2838"/>
          <p:cNvCxnSpPr/>
          <p:nvPr/>
        </p:nvCxnSpPr>
        <p:spPr>
          <a:xfrm>
            <a:off x="275577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0" name="Connector 2839"/>
          <p:cNvCxnSpPr/>
          <p:nvPr/>
        </p:nvCxnSpPr>
        <p:spPr>
          <a:xfrm>
            <a:off x="281736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1" name="Connector 2840"/>
          <p:cNvCxnSpPr/>
          <p:nvPr/>
        </p:nvCxnSpPr>
        <p:spPr>
          <a:xfrm>
            <a:off x="285432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2" name="Connector 2841"/>
          <p:cNvCxnSpPr/>
          <p:nvPr/>
        </p:nvCxnSpPr>
        <p:spPr>
          <a:xfrm flipH="1">
            <a:off x="285432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3" name="Connector 2842"/>
          <p:cNvCxnSpPr/>
          <p:nvPr/>
        </p:nvCxnSpPr>
        <p:spPr>
          <a:xfrm flipH="1">
            <a:off x="281736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4" name="Connector 2843"/>
          <p:cNvCxnSpPr/>
          <p:nvPr/>
        </p:nvCxnSpPr>
        <p:spPr>
          <a:xfrm flipH="1">
            <a:off x="275577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5" name="Connector 2844"/>
          <p:cNvCxnSpPr/>
          <p:nvPr/>
        </p:nvCxnSpPr>
        <p:spPr>
          <a:xfrm flipH="1">
            <a:off x="266954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6" name="Connector 2845"/>
          <p:cNvCxnSpPr/>
          <p:nvPr/>
        </p:nvCxnSpPr>
        <p:spPr>
          <a:xfrm flipH="1">
            <a:off x="255866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7" name="Connector 2846"/>
          <p:cNvCxnSpPr/>
          <p:nvPr/>
        </p:nvCxnSpPr>
        <p:spPr>
          <a:xfrm flipH="1">
            <a:off x="242316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8" name="Connector 2847"/>
          <p:cNvCxnSpPr/>
          <p:nvPr/>
        </p:nvCxnSpPr>
        <p:spPr>
          <a:xfrm>
            <a:off x="2423160" y="498348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9" name="Connector 2848"/>
          <p:cNvCxnSpPr/>
          <p:nvPr/>
        </p:nvCxnSpPr>
        <p:spPr>
          <a:xfrm>
            <a:off x="2474849" y="508634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0" name="Connector 2849"/>
          <p:cNvCxnSpPr/>
          <p:nvPr/>
        </p:nvCxnSpPr>
        <p:spPr>
          <a:xfrm>
            <a:off x="251714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1" name="Connector 2850"/>
          <p:cNvCxnSpPr/>
          <p:nvPr/>
        </p:nvCxnSpPr>
        <p:spPr>
          <a:xfrm>
            <a:off x="255003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2" name="Connector 2851"/>
          <p:cNvCxnSpPr/>
          <p:nvPr/>
        </p:nvCxnSpPr>
        <p:spPr>
          <a:xfrm>
            <a:off x="2573528" y="539496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3" name="Connector 2852"/>
          <p:cNvCxnSpPr/>
          <p:nvPr/>
        </p:nvCxnSpPr>
        <p:spPr>
          <a:xfrm>
            <a:off x="2587624" y="549782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4" name="Connector 2853"/>
          <p:cNvCxnSpPr/>
          <p:nvPr/>
        </p:nvCxnSpPr>
        <p:spPr>
          <a:xfrm flipH="1">
            <a:off x="2587624" y="560070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5" name="Connector 2854"/>
          <p:cNvCxnSpPr/>
          <p:nvPr/>
        </p:nvCxnSpPr>
        <p:spPr>
          <a:xfrm flipH="1">
            <a:off x="2573528" y="570357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6" name="Connector 2855"/>
          <p:cNvCxnSpPr/>
          <p:nvPr/>
        </p:nvCxnSpPr>
        <p:spPr>
          <a:xfrm flipH="1">
            <a:off x="255003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7" name="Connector 2856"/>
          <p:cNvCxnSpPr/>
          <p:nvPr/>
        </p:nvCxnSpPr>
        <p:spPr>
          <a:xfrm flipH="1">
            <a:off x="251714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8" name="Connector 2857"/>
          <p:cNvCxnSpPr/>
          <p:nvPr/>
        </p:nvCxnSpPr>
        <p:spPr>
          <a:xfrm flipH="1">
            <a:off x="2474849" y="601218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9" name="Connector 2858"/>
          <p:cNvCxnSpPr/>
          <p:nvPr/>
        </p:nvCxnSpPr>
        <p:spPr>
          <a:xfrm flipH="1">
            <a:off x="2423160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0" name="Connector 2859"/>
          <p:cNvCxnSpPr/>
          <p:nvPr/>
        </p:nvCxnSpPr>
        <p:spPr>
          <a:xfrm>
            <a:off x="2423160" y="498348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1" name="Connector 2860"/>
          <p:cNvCxnSpPr/>
          <p:nvPr/>
        </p:nvCxnSpPr>
        <p:spPr>
          <a:xfrm>
            <a:off x="2491612" y="518921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2" name="Connector 2861"/>
          <p:cNvCxnSpPr/>
          <p:nvPr/>
        </p:nvCxnSpPr>
        <p:spPr>
          <a:xfrm>
            <a:off x="2547620" y="53949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3" name="Connector 2862"/>
          <p:cNvCxnSpPr/>
          <p:nvPr/>
        </p:nvCxnSpPr>
        <p:spPr>
          <a:xfrm>
            <a:off x="259118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4" name="Connector 2863"/>
          <p:cNvCxnSpPr/>
          <p:nvPr/>
        </p:nvCxnSpPr>
        <p:spPr>
          <a:xfrm>
            <a:off x="2622296" y="580644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5" name="Connector 2864"/>
          <p:cNvCxnSpPr/>
          <p:nvPr/>
        </p:nvCxnSpPr>
        <p:spPr>
          <a:xfrm>
            <a:off x="2640964" y="601217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6" name="Connector 2865"/>
          <p:cNvCxnSpPr/>
          <p:nvPr/>
        </p:nvCxnSpPr>
        <p:spPr>
          <a:xfrm flipH="1">
            <a:off x="2640965" y="621792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7" name="Connector 2866"/>
          <p:cNvCxnSpPr/>
          <p:nvPr/>
        </p:nvCxnSpPr>
        <p:spPr>
          <a:xfrm flipH="1">
            <a:off x="2622296" y="64236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8" name="Connector 2867"/>
          <p:cNvCxnSpPr/>
          <p:nvPr/>
        </p:nvCxnSpPr>
        <p:spPr>
          <a:xfrm flipH="1">
            <a:off x="259118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9" name="Connector 2868"/>
          <p:cNvCxnSpPr/>
          <p:nvPr/>
        </p:nvCxnSpPr>
        <p:spPr>
          <a:xfrm flipH="1">
            <a:off x="2547620" y="683514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0" name="Connector 2869"/>
          <p:cNvCxnSpPr/>
          <p:nvPr/>
        </p:nvCxnSpPr>
        <p:spPr>
          <a:xfrm flipH="1">
            <a:off x="2491612" y="704088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1" name="Connector 2870"/>
          <p:cNvCxnSpPr/>
          <p:nvPr/>
        </p:nvCxnSpPr>
        <p:spPr>
          <a:xfrm flipH="1">
            <a:off x="2423160" y="724662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2" name="Connector 2871"/>
          <p:cNvCxnSpPr/>
          <p:nvPr/>
        </p:nvCxnSpPr>
        <p:spPr>
          <a:xfrm>
            <a:off x="2423160" y="498348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3" name="Connector 2872"/>
          <p:cNvCxnSpPr/>
          <p:nvPr/>
        </p:nvCxnSpPr>
        <p:spPr>
          <a:xfrm>
            <a:off x="2508376" y="529208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4" name="Connector 2873"/>
          <p:cNvCxnSpPr/>
          <p:nvPr/>
        </p:nvCxnSpPr>
        <p:spPr>
          <a:xfrm>
            <a:off x="257810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5" name="Connector 2874"/>
          <p:cNvCxnSpPr/>
          <p:nvPr/>
        </p:nvCxnSpPr>
        <p:spPr>
          <a:xfrm>
            <a:off x="263232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6" name="Connector 2875"/>
          <p:cNvCxnSpPr/>
          <p:nvPr/>
        </p:nvCxnSpPr>
        <p:spPr>
          <a:xfrm>
            <a:off x="2671064" y="621792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7" name="Connector 2876"/>
          <p:cNvCxnSpPr/>
          <p:nvPr/>
        </p:nvCxnSpPr>
        <p:spPr>
          <a:xfrm>
            <a:off x="2694304" y="652652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8" name="Connector 2877"/>
          <p:cNvCxnSpPr/>
          <p:nvPr/>
        </p:nvCxnSpPr>
        <p:spPr>
          <a:xfrm flipH="1">
            <a:off x="269430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9" name="Connector 2878"/>
          <p:cNvCxnSpPr/>
          <p:nvPr/>
        </p:nvCxnSpPr>
        <p:spPr>
          <a:xfrm flipH="1">
            <a:off x="2671063" y="714375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0" name="Connector 2879"/>
          <p:cNvCxnSpPr/>
          <p:nvPr/>
        </p:nvCxnSpPr>
        <p:spPr>
          <a:xfrm flipH="1">
            <a:off x="2632329" y="745236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1" name="Connector 2880"/>
          <p:cNvCxnSpPr/>
          <p:nvPr/>
        </p:nvCxnSpPr>
        <p:spPr>
          <a:xfrm flipH="1">
            <a:off x="2578100" y="7760970"/>
            <a:ext cx="54229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2" name="Connector 2881"/>
          <p:cNvCxnSpPr/>
          <p:nvPr/>
        </p:nvCxnSpPr>
        <p:spPr>
          <a:xfrm flipH="1">
            <a:off x="2508377" y="806957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3" name="Connector 2882"/>
          <p:cNvCxnSpPr/>
          <p:nvPr/>
        </p:nvCxnSpPr>
        <p:spPr>
          <a:xfrm flipH="1">
            <a:off x="2423160" y="837819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4" name="Connector 2883"/>
          <p:cNvCxnSpPr/>
          <p:nvPr/>
        </p:nvCxnSpPr>
        <p:spPr>
          <a:xfrm>
            <a:off x="2423160" y="498348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5" name="Connector 2884"/>
          <p:cNvCxnSpPr/>
          <p:nvPr/>
        </p:nvCxnSpPr>
        <p:spPr>
          <a:xfrm>
            <a:off x="2525141" y="539495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6" name="Connector 2885"/>
          <p:cNvCxnSpPr/>
          <p:nvPr/>
        </p:nvCxnSpPr>
        <p:spPr>
          <a:xfrm>
            <a:off x="260858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7" name="Connector 2886"/>
          <p:cNvCxnSpPr/>
          <p:nvPr/>
        </p:nvCxnSpPr>
        <p:spPr>
          <a:xfrm>
            <a:off x="267347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8" name="Connector 2887"/>
          <p:cNvCxnSpPr/>
          <p:nvPr/>
        </p:nvCxnSpPr>
        <p:spPr>
          <a:xfrm>
            <a:off x="2719832" y="662940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9" name="Connector 2888"/>
          <p:cNvCxnSpPr/>
          <p:nvPr/>
        </p:nvCxnSpPr>
        <p:spPr>
          <a:xfrm>
            <a:off x="2747645" y="704087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0" name="Connector 2889"/>
          <p:cNvCxnSpPr/>
          <p:nvPr/>
        </p:nvCxnSpPr>
        <p:spPr>
          <a:xfrm flipH="1">
            <a:off x="274764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1" name="Connector 2890"/>
          <p:cNvCxnSpPr/>
          <p:nvPr/>
        </p:nvCxnSpPr>
        <p:spPr>
          <a:xfrm flipH="1">
            <a:off x="2719832" y="786384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2" name="Connector 2891"/>
          <p:cNvCxnSpPr/>
          <p:nvPr/>
        </p:nvCxnSpPr>
        <p:spPr>
          <a:xfrm flipH="1">
            <a:off x="2673477" y="82753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3" name="Connector 2892"/>
          <p:cNvCxnSpPr/>
          <p:nvPr/>
        </p:nvCxnSpPr>
        <p:spPr>
          <a:xfrm flipH="1">
            <a:off x="260858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4" name="Connector 2893"/>
          <p:cNvCxnSpPr/>
          <p:nvPr/>
        </p:nvCxnSpPr>
        <p:spPr>
          <a:xfrm flipH="1">
            <a:off x="2525141" y="909828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5" name="Connector 2894"/>
          <p:cNvCxnSpPr/>
          <p:nvPr/>
        </p:nvCxnSpPr>
        <p:spPr>
          <a:xfrm flipH="1">
            <a:off x="2423160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6" name="Connector 2895"/>
          <p:cNvCxnSpPr/>
          <p:nvPr/>
        </p:nvCxnSpPr>
        <p:spPr>
          <a:xfrm>
            <a:off x="2423160" y="498348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7" name="Connector 2896"/>
          <p:cNvCxnSpPr/>
          <p:nvPr/>
        </p:nvCxnSpPr>
        <p:spPr>
          <a:xfrm>
            <a:off x="2541905" y="549782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8" name="Connector 2897"/>
          <p:cNvCxnSpPr/>
          <p:nvPr/>
        </p:nvCxnSpPr>
        <p:spPr>
          <a:xfrm>
            <a:off x="263906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9" name="Connector 2898"/>
          <p:cNvCxnSpPr/>
          <p:nvPr/>
        </p:nvCxnSpPr>
        <p:spPr>
          <a:xfrm>
            <a:off x="271462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0" name="Connector 2899"/>
          <p:cNvCxnSpPr/>
          <p:nvPr/>
        </p:nvCxnSpPr>
        <p:spPr>
          <a:xfrm>
            <a:off x="2768600" y="704088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1" name="Connector 2900"/>
          <p:cNvCxnSpPr/>
          <p:nvPr/>
        </p:nvCxnSpPr>
        <p:spPr>
          <a:xfrm>
            <a:off x="2800984" y="7555229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2" name="Connector 2901"/>
          <p:cNvCxnSpPr/>
          <p:nvPr/>
        </p:nvCxnSpPr>
        <p:spPr>
          <a:xfrm flipH="1">
            <a:off x="2800985" y="806957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3" name="Connector 2902"/>
          <p:cNvCxnSpPr/>
          <p:nvPr/>
        </p:nvCxnSpPr>
        <p:spPr>
          <a:xfrm flipH="1">
            <a:off x="2768600" y="858393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4" name="Connector 2903"/>
          <p:cNvCxnSpPr/>
          <p:nvPr/>
        </p:nvCxnSpPr>
        <p:spPr>
          <a:xfrm flipH="1">
            <a:off x="271462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5" name="Connector 2904"/>
          <p:cNvCxnSpPr/>
          <p:nvPr/>
        </p:nvCxnSpPr>
        <p:spPr>
          <a:xfrm flipH="1">
            <a:off x="263906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6" name="Connector 2905"/>
          <p:cNvCxnSpPr/>
          <p:nvPr/>
        </p:nvCxnSpPr>
        <p:spPr>
          <a:xfrm flipH="1">
            <a:off x="2541905" y="10126980"/>
            <a:ext cx="9715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7" name="Connector 2906"/>
          <p:cNvCxnSpPr/>
          <p:nvPr/>
        </p:nvCxnSpPr>
        <p:spPr>
          <a:xfrm flipH="1">
            <a:off x="2423160" y="1064132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8" name="Connector 2907"/>
          <p:cNvCxnSpPr/>
          <p:nvPr/>
        </p:nvCxnSpPr>
        <p:spPr>
          <a:xfrm>
            <a:off x="2423160" y="621792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9" name="Connector 2908"/>
          <p:cNvCxnSpPr/>
          <p:nvPr/>
        </p:nvCxnSpPr>
        <p:spPr>
          <a:xfrm>
            <a:off x="2474849" y="632078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0" name="Connector 2909"/>
          <p:cNvCxnSpPr/>
          <p:nvPr/>
        </p:nvCxnSpPr>
        <p:spPr>
          <a:xfrm>
            <a:off x="251714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1" name="Connector 2910"/>
          <p:cNvCxnSpPr/>
          <p:nvPr/>
        </p:nvCxnSpPr>
        <p:spPr>
          <a:xfrm>
            <a:off x="255003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2" name="Connector 2911"/>
          <p:cNvCxnSpPr/>
          <p:nvPr/>
        </p:nvCxnSpPr>
        <p:spPr>
          <a:xfrm>
            <a:off x="2573528" y="662940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3" name="Connector 2912"/>
          <p:cNvCxnSpPr/>
          <p:nvPr/>
        </p:nvCxnSpPr>
        <p:spPr>
          <a:xfrm>
            <a:off x="2587624" y="673226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4" name="Connector 2913"/>
          <p:cNvCxnSpPr/>
          <p:nvPr/>
        </p:nvCxnSpPr>
        <p:spPr>
          <a:xfrm flipH="1">
            <a:off x="2587624" y="683514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5" name="Connector 2914"/>
          <p:cNvCxnSpPr/>
          <p:nvPr/>
        </p:nvCxnSpPr>
        <p:spPr>
          <a:xfrm flipH="1">
            <a:off x="2573528" y="693801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6" name="Connector 2915"/>
          <p:cNvCxnSpPr/>
          <p:nvPr/>
        </p:nvCxnSpPr>
        <p:spPr>
          <a:xfrm flipH="1">
            <a:off x="255003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7" name="Connector 2916"/>
          <p:cNvCxnSpPr/>
          <p:nvPr/>
        </p:nvCxnSpPr>
        <p:spPr>
          <a:xfrm flipH="1">
            <a:off x="251714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8" name="Connector 2917"/>
          <p:cNvCxnSpPr/>
          <p:nvPr/>
        </p:nvCxnSpPr>
        <p:spPr>
          <a:xfrm flipH="1">
            <a:off x="2474849" y="724662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9" name="Connector 2918"/>
          <p:cNvCxnSpPr/>
          <p:nvPr/>
        </p:nvCxnSpPr>
        <p:spPr>
          <a:xfrm flipH="1">
            <a:off x="2423160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0" name="Connector 2919"/>
          <p:cNvCxnSpPr/>
          <p:nvPr/>
        </p:nvCxnSpPr>
        <p:spPr>
          <a:xfrm>
            <a:off x="2423160" y="621792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1" name="Connector 2920"/>
          <p:cNvCxnSpPr/>
          <p:nvPr/>
        </p:nvCxnSpPr>
        <p:spPr>
          <a:xfrm>
            <a:off x="2491612" y="642365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2" name="Connector 2921"/>
          <p:cNvCxnSpPr/>
          <p:nvPr/>
        </p:nvCxnSpPr>
        <p:spPr>
          <a:xfrm>
            <a:off x="2547620" y="66294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3" name="Connector 2922"/>
          <p:cNvCxnSpPr/>
          <p:nvPr/>
        </p:nvCxnSpPr>
        <p:spPr>
          <a:xfrm>
            <a:off x="259118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4" name="Connector 2923"/>
          <p:cNvCxnSpPr/>
          <p:nvPr/>
        </p:nvCxnSpPr>
        <p:spPr>
          <a:xfrm>
            <a:off x="2622296" y="704088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5" name="Connector 2924"/>
          <p:cNvCxnSpPr/>
          <p:nvPr/>
        </p:nvCxnSpPr>
        <p:spPr>
          <a:xfrm>
            <a:off x="2640964" y="724661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6" name="Connector 2925"/>
          <p:cNvCxnSpPr/>
          <p:nvPr/>
        </p:nvCxnSpPr>
        <p:spPr>
          <a:xfrm flipH="1">
            <a:off x="2640965" y="745236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7" name="Connector 2926"/>
          <p:cNvCxnSpPr/>
          <p:nvPr/>
        </p:nvCxnSpPr>
        <p:spPr>
          <a:xfrm flipH="1">
            <a:off x="2622296" y="76581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8" name="Connector 2927"/>
          <p:cNvCxnSpPr/>
          <p:nvPr/>
        </p:nvCxnSpPr>
        <p:spPr>
          <a:xfrm flipH="1">
            <a:off x="259118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9" name="Connector 2928"/>
          <p:cNvCxnSpPr/>
          <p:nvPr/>
        </p:nvCxnSpPr>
        <p:spPr>
          <a:xfrm flipH="1">
            <a:off x="2547620" y="8069579"/>
            <a:ext cx="43561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0" name="Connector 2929"/>
          <p:cNvCxnSpPr/>
          <p:nvPr/>
        </p:nvCxnSpPr>
        <p:spPr>
          <a:xfrm flipH="1">
            <a:off x="2491612" y="827532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1" name="Connector 2930"/>
          <p:cNvCxnSpPr/>
          <p:nvPr/>
        </p:nvCxnSpPr>
        <p:spPr>
          <a:xfrm flipH="1">
            <a:off x="2423160" y="848106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2" name="Connector 2931"/>
          <p:cNvCxnSpPr/>
          <p:nvPr/>
        </p:nvCxnSpPr>
        <p:spPr>
          <a:xfrm>
            <a:off x="2423160" y="621792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3" name="Connector 2932"/>
          <p:cNvCxnSpPr/>
          <p:nvPr/>
        </p:nvCxnSpPr>
        <p:spPr>
          <a:xfrm>
            <a:off x="2508376" y="652652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4" name="Connector 2933"/>
          <p:cNvCxnSpPr/>
          <p:nvPr/>
        </p:nvCxnSpPr>
        <p:spPr>
          <a:xfrm>
            <a:off x="257810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5" name="Connector 2934"/>
          <p:cNvCxnSpPr/>
          <p:nvPr/>
        </p:nvCxnSpPr>
        <p:spPr>
          <a:xfrm>
            <a:off x="263232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6" name="Connector 2935"/>
          <p:cNvCxnSpPr/>
          <p:nvPr/>
        </p:nvCxnSpPr>
        <p:spPr>
          <a:xfrm>
            <a:off x="2671064" y="745236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7" name="Connector 2936"/>
          <p:cNvCxnSpPr/>
          <p:nvPr/>
        </p:nvCxnSpPr>
        <p:spPr>
          <a:xfrm>
            <a:off x="2694304" y="7760969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8" name="Connector 2937"/>
          <p:cNvCxnSpPr/>
          <p:nvPr/>
        </p:nvCxnSpPr>
        <p:spPr>
          <a:xfrm flipH="1">
            <a:off x="269430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9" name="Connector 2938"/>
          <p:cNvCxnSpPr/>
          <p:nvPr/>
        </p:nvCxnSpPr>
        <p:spPr>
          <a:xfrm flipH="1">
            <a:off x="2671063" y="837819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0" name="Connector 2939"/>
          <p:cNvCxnSpPr/>
          <p:nvPr/>
        </p:nvCxnSpPr>
        <p:spPr>
          <a:xfrm flipH="1">
            <a:off x="2632329" y="868680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1" name="Connector 2940"/>
          <p:cNvCxnSpPr/>
          <p:nvPr/>
        </p:nvCxnSpPr>
        <p:spPr>
          <a:xfrm flipH="1">
            <a:off x="2578100" y="899541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2" name="Connector 2941"/>
          <p:cNvCxnSpPr/>
          <p:nvPr/>
        </p:nvCxnSpPr>
        <p:spPr>
          <a:xfrm flipH="1">
            <a:off x="2508377" y="930402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3" name="Connector 2942"/>
          <p:cNvCxnSpPr/>
          <p:nvPr/>
        </p:nvCxnSpPr>
        <p:spPr>
          <a:xfrm flipH="1">
            <a:off x="2423160" y="961263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4" name="Connector 2943"/>
          <p:cNvCxnSpPr/>
          <p:nvPr/>
        </p:nvCxnSpPr>
        <p:spPr>
          <a:xfrm>
            <a:off x="2423160" y="621792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5" name="Connector 2944"/>
          <p:cNvCxnSpPr/>
          <p:nvPr/>
        </p:nvCxnSpPr>
        <p:spPr>
          <a:xfrm>
            <a:off x="2525141" y="662939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6" name="Connector 2945"/>
          <p:cNvCxnSpPr/>
          <p:nvPr/>
        </p:nvCxnSpPr>
        <p:spPr>
          <a:xfrm>
            <a:off x="260858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7" name="Connector 2946"/>
          <p:cNvCxnSpPr/>
          <p:nvPr/>
        </p:nvCxnSpPr>
        <p:spPr>
          <a:xfrm>
            <a:off x="267347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8" name="Connector 2947"/>
          <p:cNvCxnSpPr/>
          <p:nvPr/>
        </p:nvCxnSpPr>
        <p:spPr>
          <a:xfrm>
            <a:off x="2719832" y="786384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9" name="Connector 2948"/>
          <p:cNvCxnSpPr/>
          <p:nvPr/>
        </p:nvCxnSpPr>
        <p:spPr>
          <a:xfrm>
            <a:off x="2747645" y="827531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0" name="Connector 2949"/>
          <p:cNvCxnSpPr/>
          <p:nvPr/>
        </p:nvCxnSpPr>
        <p:spPr>
          <a:xfrm flipH="1">
            <a:off x="274764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1" name="Connector 2950"/>
          <p:cNvCxnSpPr/>
          <p:nvPr/>
        </p:nvCxnSpPr>
        <p:spPr>
          <a:xfrm flipH="1">
            <a:off x="2719832" y="909828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2" name="Connector 2951"/>
          <p:cNvCxnSpPr/>
          <p:nvPr/>
        </p:nvCxnSpPr>
        <p:spPr>
          <a:xfrm flipH="1">
            <a:off x="2673477" y="95097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3" name="Connector 2952"/>
          <p:cNvCxnSpPr/>
          <p:nvPr/>
        </p:nvCxnSpPr>
        <p:spPr>
          <a:xfrm flipH="1">
            <a:off x="260858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4" name="Connector 2953"/>
          <p:cNvCxnSpPr/>
          <p:nvPr/>
        </p:nvCxnSpPr>
        <p:spPr>
          <a:xfrm flipH="1">
            <a:off x="2525141" y="10332720"/>
            <a:ext cx="83439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5" name="Connector 2954"/>
          <p:cNvCxnSpPr/>
          <p:nvPr/>
        </p:nvCxnSpPr>
        <p:spPr>
          <a:xfrm flipH="1">
            <a:off x="2423160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6" name="Connector 2955"/>
          <p:cNvCxnSpPr/>
          <p:nvPr/>
        </p:nvCxnSpPr>
        <p:spPr>
          <a:xfrm>
            <a:off x="2423160" y="745236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7" name="Connector 2956"/>
          <p:cNvCxnSpPr/>
          <p:nvPr/>
        </p:nvCxnSpPr>
        <p:spPr>
          <a:xfrm>
            <a:off x="2474849" y="755522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8" name="Connector 2957"/>
          <p:cNvCxnSpPr/>
          <p:nvPr/>
        </p:nvCxnSpPr>
        <p:spPr>
          <a:xfrm>
            <a:off x="251714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9" name="Connector 2958"/>
          <p:cNvCxnSpPr/>
          <p:nvPr/>
        </p:nvCxnSpPr>
        <p:spPr>
          <a:xfrm>
            <a:off x="255003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0" name="Connector 2959"/>
          <p:cNvCxnSpPr/>
          <p:nvPr/>
        </p:nvCxnSpPr>
        <p:spPr>
          <a:xfrm>
            <a:off x="2573528" y="786384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1" name="Connector 2960"/>
          <p:cNvCxnSpPr/>
          <p:nvPr/>
        </p:nvCxnSpPr>
        <p:spPr>
          <a:xfrm>
            <a:off x="2587624" y="7966709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2" name="Connector 2961"/>
          <p:cNvCxnSpPr/>
          <p:nvPr/>
        </p:nvCxnSpPr>
        <p:spPr>
          <a:xfrm flipH="1">
            <a:off x="2587624" y="806957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3" name="Connector 2962"/>
          <p:cNvCxnSpPr/>
          <p:nvPr/>
        </p:nvCxnSpPr>
        <p:spPr>
          <a:xfrm flipH="1">
            <a:off x="2573528" y="817245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4" name="Connector 2963"/>
          <p:cNvCxnSpPr/>
          <p:nvPr/>
        </p:nvCxnSpPr>
        <p:spPr>
          <a:xfrm flipH="1">
            <a:off x="255003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5" name="Connector 2964"/>
          <p:cNvCxnSpPr/>
          <p:nvPr/>
        </p:nvCxnSpPr>
        <p:spPr>
          <a:xfrm flipH="1">
            <a:off x="251714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6" name="Connector 2965"/>
          <p:cNvCxnSpPr/>
          <p:nvPr/>
        </p:nvCxnSpPr>
        <p:spPr>
          <a:xfrm flipH="1">
            <a:off x="2474849" y="848106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7" name="Connector 2966"/>
          <p:cNvCxnSpPr/>
          <p:nvPr/>
        </p:nvCxnSpPr>
        <p:spPr>
          <a:xfrm flipH="1">
            <a:off x="2423160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8" name="Connector 2967"/>
          <p:cNvCxnSpPr/>
          <p:nvPr/>
        </p:nvCxnSpPr>
        <p:spPr>
          <a:xfrm>
            <a:off x="2423160" y="745236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9" name="Connector 2968"/>
          <p:cNvCxnSpPr/>
          <p:nvPr/>
        </p:nvCxnSpPr>
        <p:spPr>
          <a:xfrm>
            <a:off x="2491612" y="765809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0" name="Connector 2969"/>
          <p:cNvCxnSpPr/>
          <p:nvPr/>
        </p:nvCxnSpPr>
        <p:spPr>
          <a:xfrm>
            <a:off x="2547620" y="7863840"/>
            <a:ext cx="43561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1" name="Connector 2970"/>
          <p:cNvCxnSpPr/>
          <p:nvPr/>
        </p:nvCxnSpPr>
        <p:spPr>
          <a:xfrm>
            <a:off x="259118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2" name="Connector 2971"/>
          <p:cNvCxnSpPr/>
          <p:nvPr/>
        </p:nvCxnSpPr>
        <p:spPr>
          <a:xfrm>
            <a:off x="2622296" y="827532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3" name="Connector 2972"/>
          <p:cNvCxnSpPr/>
          <p:nvPr/>
        </p:nvCxnSpPr>
        <p:spPr>
          <a:xfrm>
            <a:off x="2640964" y="848105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4" name="Connector 2973"/>
          <p:cNvCxnSpPr/>
          <p:nvPr/>
        </p:nvCxnSpPr>
        <p:spPr>
          <a:xfrm flipH="1">
            <a:off x="2640965" y="86868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5" name="Connector 2974"/>
          <p:cNvCxnSpPr/>
          <p:nvPr/>
        </p:nvCxnSpPr>
        <p:spPr>
          <a:xfrm flipH="1">
            <a:off x="2622296" y="889254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6" name="Connector 2975"/>
          <p:cNvCxnSpPr/>
          <p:nvPr/>
        </p:nvCxnSpPr>
        <p:spPr>
          <a:xfrm flipH="1">
            <a:off x="259118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7" name="Connector 2976"/>
          <p:cNvCxnSpPr/>
          <p:nvPr/>
        </p:nvCxnSpPr>
        <p:spPr>
          <a:xfrm flipH="1">
            <a:off x="2547620" y="93040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8" name="Connector 2977"/>
          <p:cNvCxnSpPr/>
          <p:nvPr/>
        </p:nvCxnSpPr>
        <p:spPr>
          <a:xfrm flipH="1">
            <a:off x="2491612" y="950976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9" name="Connector 2978"/>
          <p:cNvCxnSpPr/>
          <p:nvPr/>
        </p:nvCxnSpPr>
        <p:spPr>
          <a:xfrm flipH="1">
            <a:off x="2423160" y="971550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0" name="Connector 2979"/>
          <p:cNvCxnSpPr/>
          <p:nvPr/>
        </p:nvCxnSpPr>
        <p:spPr>
          <a:xfrm>
            <a:off x="2423160" y="745236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1" name="Connector 2980"/>
          <p:cNvCxnSpPr/>
          <p:nvPr/>
        </p:nvCxnSpPr>
        <p:spPr>
          <a:xfrm>
            <a:off x="2508376" y="776096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2" name="Connector 2981"/>
          <p:cNvCxnSpPr/>
          <p:nvPr/>
        </p:nvCxnSpPr>
        <p:spPr>
          <a:xfrm>
            <a:off x="257810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3" name="Connector 2982"/>
          <p:cNvCxnSpPr/>
          <p:nvPr/>
        </p:nvCxnSpPr>
        <p:spPr>
          <a:xfrm>
            <a:off x="263232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4" name="Connector 2983"/>
          <p:cNvCxnSpPr/>
          <p:nvPr/>
        </p:nvCxnSpPr>
        <p:spPr>
          <a:xfrm>
            <a:off x="2671064" y="868680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5" name="Connector 2984"/>
          <p:cNvCxnSpPr/>
          <p:nvPr/>
        </p:nvCxnSpPr>
        <p:spPr>
          <a:xfrm>
            <a:off x="2694304" y="899540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6" name="Connector 2985"/>
          <p:cNvCxnSpPr/>
          <p:nvPr/>
        </p:nvCxnSpPr>
        <p:spPr>
          <a:xfrm flipH="1">
            <a:off x="269430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7" name="Connector 2986"/>
          <p:cNvCxnSpPr/>
          <p:nvPr/>
        </p:nvCxnSpPr>
        <p:spPr>
          <a:xfrm flipH="1">
            <a:off x="2671063" y="961263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8" name="Connector 2987"/>
          <p:cNvCxnSpPr/>
          <p:nvPr/>
        </p:nvCxnSpPr>
        <p:spPr>
          <a:xfrm flipH="1">
            <a:off x="2632329" y="992124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9" name="Connector 2988"/>
          <p:cNvCxnSpPr/>
          <p:nvPr/>
        </p:nvCxnSpPr>
        <p:spPr>
          <a:xfrm flipH="1">
            <a:off x="2578100" y="1022985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0" name="Connector 2989"/>
          <p:cNvCxnSpPr/>
          <p:nvPr/>
        </p:nvCxnSpPr>
        <p:spPr>
          <a:xfrm flipH="1">
            <a:off x="2508377" y="1053846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1" name="Connector 2990"/>
          <p:cNvCxnSpPr/>
          <p:nvPr/>
        </p:nvCxnSpPr>
        <p:spPr>
          <a:xfrm flipH="1">
            <a:off x="2423160" y="1084707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2" name="Connector 2991"/>
          <p:cNvCxnSpPr/>
          <p:nvPr/>
        </p:nvCxnSpPr>
        <p:spPr>
          <a:xfrm>
            <a:off x="2423160" y="86868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3" name="Connector 2992"/>
          <p:cNvCxnSpPr/>
          <p:nvPr/>
        </p:nvCxnSpPr>
        <p:spPr>
          <a:xfrm>
            <a:off x="2474849" y="87896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4" name="Connector 2993"/>
          <p:cNvCxnSpPr/>
          <p:nvPr/>
        </p:nvCxnSpPr>
        <p:spPr>
          <a:xfrm>
            <a:off x="251714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5" name="Connector 2994"/>
          <p:cNvCxnSpPr/>
          <p:nvPr/>
        </p:nvCxnSpPr>
        <p:spPr>
          <a:xfrm>
            <a:off x="255003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6" name="Connector 2995"/>
          <p:cNvCxnSpPr/>
          <p:nvPr/>
        </p:nvCxnSpPr>
        <p:spPr>
          <a:xfrm>
            <a:off x="2573528" y="909828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7" name="Connector 2996"/>
          <p:cNvCxnSpPr/>
          <p:nvPr/>
        </p:nvCxnSpPr>
        <p:spPr>
          <a:xfrm>
            <a:off x="2587624" y="920114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8" name="Connector 2997"/>
          <p:cNvCxnSpPr/>
          <p:nvPr/>
        </p:nvCxnSpPr>
        <p:spPr>
          <a:xfrm flipH="1">
            <a:off x="2587624" y="930402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9" name="Connector 2998"/>
          <p:cNvCxnSpPr/>
          <p:nvPr/>
        </p:nvCxnSpPr>
        <p:spPr>
          <a:xfrm flipH="1">
            <a:off x="2573528" y="940689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" name="Connector 2999"/>
          <p:cNvCxnSpPr/>
          <p:nvPr/>
        </p:nvCxnSpPr>
        <p:spPr>
          <a:xfrm flipH="1">
            <a:off x="255003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" name="Connector 3000"/>
          <p:cNvCxnSpPr/>
          <p:nvPr/>
        </p:nvCxnSpPr>
        <p:spPr>
          <a:xfrm flipH="1">
            <a:off x="251714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" name="Connector 3001"/>
          <p:cNvCxnSpPr/>
          <p:nvPr/>
        </p:nvCxnSpPr>
        <p:spPr>
          <a:xfrm flipH="1">
            <a:off x="2474849" y="97155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3" name="Connector 3002"/>
          <p:cNvCxnSpPr/>
          <p:nvPr/>
        </p:nvCxnSpPr>
        <p:spPr>
          <a:xfrm flipH="1">
            <a:off x="2423160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4" name="Connector 3003"/>
          <p:cNvCxnSpPr/>
          <p:nvPr/>
        </p:nvCxnSpPr>
        <p:spPr>
          <a:xfrm>
            <a:off x="2423160" y="868680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5" name="Connector 3004"/>
          <p:cNvCxnSpPr/>
          <p:nvPr/>
        </p:nvCxnSpPr>
        <p:spPr>
          <a:xfrm>
            <a:off x="2491612" y="889254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6" name="Connector 3005"/>
          <p:cNvCxnSpPr/>
          <p:nvPr/>
        </p:nvCxnSpPr>
        <p:spPr>
          <a:xfrm>
            <a:off x="2547620" y="90982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7" name="Connector 3006"/>
          <p:cNvCxnSpPr/>
          <p:nvPr/>
        </p:nvCxnSpPr>
        <p:spPr>
          <a:xfrm>
            <a:off x="259118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8" name="Connector 3007"/>
          <p:cNvCxnSpPr/>
          <p:nvPr/>
        </p:nvCxnSpPr>
        <p:spPr>
          <a:xfrm>
            <a:off x="2622296" y="95097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9" name="Connector 3008"/>
          <p:cNvCxnSpPr/>
          <p:nvPr/>
        </p:nvCxnSpPr>
        <p:spPr>
          <a:xfrm>
            <a:off x="2640964" y="97155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0" name="Connector 3009"/>
          <p:cNvCxnSpPr/>
          <p:nvPr/>
        </p:nvCxnSpPr>
        <p:spPr>
          <a:xfrm flipH="1">
            <a:off x="2640965" y="99212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1" name="Connector 3010"/>
          <p:cNvCxnSpPr/>
          <p:nvPr/>
        </p:nvCxnSpPr>
        <p:spPr>
          <a:xfrm flipH="1">
            <a:off x="2622296" y="101269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2" name="Connector 3011"/>
          <p:cNvCxnSpPr/>
          <p:nvPr/>
        </p:nvCxnSpPr>
        <p:spPr>
          <a:xfrm flipH="1">
            <a:off x="259118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3" name="Connector 3012"/>
          <p:cNvCxnSpPr/>
          <p:nvPr/>
        </p:nvCxnSpPr>
        <p:spPr>
          <a:xfrm flipH="1">
            <a:off x="2547620" y="105384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4" name="Connector 3013"/>
          <p:cNvCxnSpPr/>
          <p:nvPr/>
        </p:nvCxnSpPr>
        <p:spPr>
          <a:xfrm flipH="1">
            <a:off x="2491612" y="1074420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5" name="Connector 3014"/>
          <p:cNvCxnSpPr/>
          <p:nvPr/>
        </p:nvCxnSpPr>
        <p:spPr>
          <a:xfrm flipH="1">
            <a:off x="2423160" y="1094994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6" name="Connector 3015"/>
          <p:cNvCxnSpPr/>
          <p:nvPr/>
        </p:nvCxnSpPr>
        <p:spPr>
          <a:xfrm>
            <a:off x="2423160" y="992124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7" name="Connector 3016"/>
          <p:cNvCxnSpPr/>
          <p:nvPr/>
        </p:nvCxnSpPr>
        <p:spPr>
          <a:xfrm>
            <a:off x="2474849" y="100241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8" name="Connector 3017"/>
          <p:cNvCxnSpPr/>
          <p:nvPr/>
        </p:nvCxnSpPr>
        <p:spPr>
          <a:xfrm>
            <a:off x="251714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9" name="Connector 3018"/>
          <p:cNvCxnSpPr/>
          <p:nvPr/>
        </p:nvCxnSpPr>
        <p:spPr>
          <a:xfrm>
            <a:off x="255003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0" name="Connector 3019"/>
          <p:cNvCxnSpPr/>
          <p:nvPr/>
        </p:nvCxnSpPr>
        <p:spPr>
          <a:xfrm>
            <a:off x="2573528" y="103327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1" name="Connector 3020"/>
          <p:cNvCxnSpPr/>
          <p:nvPr/>
        </p:nvCxnSpPr>
        <p:spPr>
          <a:xfrm>
            <a:off x="2587624" y="1043558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2" name="Connector 3021"/>
          <p:cNvCxnSpPr/>
          <p:nvPr/>
        </p:nvCxnSpPr>
        <p:spPr>
          <a:xfrm flipH="1">
            <a:off x="2587624" y="1053846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3" name="Connector 3022"/>
          <p:cNvCxnSpPr/>
          <p:nvPr/>
        </p:nvCxnSpPr>
        <p:spPr>
          <a:xfrm flipH="1">
            <a:off x="2573528" y="1064133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4" name="Connector 3023"/>
          <p:cNvCxnSpPr/>
          <p:nvPr/>
        </p:nvCxnSpPr>
        <p:spPr>
          <a:xfrm flipH="1">
            <a:off x="255003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5" name="Connector 3024"/>
          <p:cNvCxnSpPr/>
          <p:nvPr/>
        </p:nvCxnSpPr>
        <p:spPr>
          <a:xfrm flipH="1">
            <a:off x="251714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6" name="Connector 3025"/>
          <p:cNvCxnSpPr/>
          <p:nvPr/>
        </p:nvCxnSpPr>
        <p:spPr>
          <a:xfrm flipH="1">
            <a:off x="2474849" y="109499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7" name="Connector 3026"/>
          <p:cNvCxnSpPr/>
          <p:nvPr/>
        </p:nvCxnSpPr>
        <p:spPr>
          <a:xfrm flipH="1">
            <a:off x="2423160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8" name="Connector 3027"/>
          <p:cNvCxnSpPr/>
          <p:nvPr/>
        </p:nvCxnSpPr>
        <p:spPr>
          <a:xfrm>
            <a:off x="4892040" y="25146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9" name="Connector 3028"/>
          <p:cNvCxnSpPr/>
          <p:nvPr/>
        </p:nvCxnSpPr>
        <p:spPr>
          <a:xfrm>
            <a:off x="4943729" y="26174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0" name="Connector 3029"/>
          <p:cNvCxnSpPr/>
          <p:nvPr/>
        </p:nvCxnSpPr>
        <p:spPr>
          <a:xfrm>
            <a:off x="498602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1" name="Connector 3030"/>
          <p:cNvCxnSpPr/>
          <p:nvPr/>
        </p:nvCxnSpPr>
        <p:spPr>
          <a:xfrm>
            <a:off x="501891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2" name="Connector 3031"/>
          <p:cNvCxnSpPr/>
          <p:nvPr/>
        </p:nvCxnSpPr>
        <p:spPr>
          <a:xfrm>
            <a:off x="5042408" y="292608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3" name="Connector 3032"/>
          <p:cNvCxnSpPr/>
          <p:nvPr/>
        </p:nvCxnSpPr>
        <p:spPr>
          <a:xfrm>
            <a:off x="5056505" y="302895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4" name="Connector 3033"/>
          <p:cNvCxnSpPr/>
          <p:nvPr/>
        </p:nvCxnSpPr>
        <p:spPr>
          <a:xfrm flipH="1">
            <a:off x="5056505" y="31318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5" name="Connector 3034"/>
          <p:cNvCxnSpPr/>
          <p:nvPr/>
        </p:nvCxnSpPr>
        <p:spPr>
          <a:xfrm flipH="1">
            <a:off x="5042408" y="32346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6" name="Connector 3035"/>
          <p:cNvCxnSpPr/>
          <p:nvPr/>
        </p:nvCxnSpPr>
        <p:spPr>
          <a:xfrm flipH="1">
            <a:off x="501891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7" name="Connector 3036"/>
          <p:cNvCxnSpPr/>
          <p:nvPr/>
        </p:nvCxnSpPr>
        <p:spPr>
          <a:xfrm flipH="1">
            <a:off x="498602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8" name="Connector 3037"/>
          <p:cNvCxnSpPr/>
          <p:nvPr/>
        </p:nvCxnSpPr>
        <p:spPr>
          <a:xfrm flipH="1">
            <a:off x="4943729" y="35433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9" name="Connector 3038"/>
          <p:cNvCxnSpPr/>
          <p:nvPr/>
        </p:nvCxnSpPr>
        <p:spPr>
          <a:xfrm flipH="1">
            <a:off x="4892040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0" name="Connector 3039"/>
          <p:cNvCxnSpPr/>
          <p:nvPr/>
        </p:nvCxnSpPr>
        <p:spPr>
          <a:xfrm>
            <a:off x="4892040" y="251460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1" name="Connector 3040"/>
          <p:cNvCxnSpPr/>
          <p:nvPr/>
        </p:nvCxnSpPr>
        <p:spPr>
          <a:xfrm>
            <a:off x="4960492" y="272033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2" name="Connector 3041"/>
          <p:cNvCxnSpPr/>
          <p:nvPr/>
        </p:nvCxnSpPr>
        <p:spPr>
          <a:xfrm>
            <a:off x="5016500" y="29260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3" name="Connector 3042"/>
          <p:cNvCxnSpPr/>
          <p:nvPr/>
        </p:nvCxnSpPr>
        <p:spPr>
          <a:xfrm>
            <a:off x="506006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4" name="Connector 3043"/>
          <p:cNvCxnSpPr/>
          <p:nvPr/>
        </p:nvCxnSpPr>
        <p:spPr>
          <a:xfrm>
            <a:off x="5091176" y="33375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5" name="Connector 3044"/>
          <p:cNvCxnSpPr/>
          <p:nvPr/>
        </p:nvCxnSpPr>
        <p:spPr>
          <a:xfrm>
            <a:off x="5109844" y="3543300"/>
            <a:ext cx="622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6" name="Connector 3045"/>
          <p:cNvCxnSpPr/>
          <p:nvPr/>
        </p:nvCxnSpPr>
        <p:spPr>
          <a:xfrm flipH="1">
            <a:off x="5109844" y="374903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7" name="Connector 3046"/>
          <p:cNvCxnSpPr/>
          <p:nvPr/>
        </p:nvCxnSpPr>
        <p:spPr>
          <a:xfrm flipH="1">
            <a:off x="5091176" y="395478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8" name="Connector 3047"/>
          <p:cNvCxnSpPr/>
          <p:nvPr/>
        </p:nvCxnSpPr>
        <p:spPr>
          <a:xfrm flipH="1">
            <a:off x="506006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9" name="Connector 3048"/>
          <p:cNvCxnSpPr/>
          <p:nvPr/>
        </p:nvCxnSpPr>
        <p:spPr>
          <a:xfrm flipH="1">
            <a:off x="5016500" y="43662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0" name="Connector 3049"/>
          <p:cNvCxnSpPr/>
          <p:nvPr/>
        </p:nvCxnSpPr>
        <p:spPr>
          <a:xfrm flipH="1">
            <a:off x="4960492" y="457200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1" name="Connector 3050"/>
          <p:cNvCxnSpPr/>
          <p:nvPr/>
        </p:nvCxnSpPr>
        <p:spPr>
          <a:xfrm flipH="1">
            <a:off x="4892040" y="477774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2" name="Connector 3051"/>
          <p:cNvCxnSpPr/>
          <p:nvPr/>
        </p:nvCxnSpPr>
        <p:spPr>
          <a:xfrm>
            <a:off x="4892040" y="251460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3" name="Connector 3052"/>
          <p:cNvCxnSpPr/>
          <p:nvPr/>
        </p:nvCxnSpPr>
        <p:spPr>
          <a:xfrm>
            <a:off x="4977257" y="282320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4" name="Connector 3053"/>
          <p:cNvCxnSpPr/>
          <p:nvPr/>
        </p:nvCxnSpPr>
        <p:spPr>
          <a:xfrm>
            <a:off x="504698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5" name="Connector 3054"/>
          <p:cNvCxnSpPr/>
          <p:nvPr/>
        </p:nvCxnSpPr>
        <p:spPr>
          <a:xfrm>
            <a:off x="510120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6" name="Connector 3055"/>
          <p:cNvCxnSpPr/>
          <p:nvPr/>
        </p:nvCxnSpPr>
        <p:spPr>
          <a:xfrm>
            <a:off x="5139944" y="3749039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7" name="Connector 3056"/>
          <p:cNvCxnSpPr/>
          <p:nvPr/>
        </p:nvCxnSpPr>
        <p:spPr>
          <a:xfrm>
            <a:off x="5163184" y="405764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8" name="Connector 3057"/>
          <p:cNvCxnSpPr/>
          <p:nvPr/>
        </p:nvCxnSpPr>
        <p:spPr>
          <a:xfrm flipH="1">
            <a:off x="516318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9" name="Connector 3058"/>
          <p:cNvCxnSpPr/>
          <p:nvPr/>
        </p:nvCxnSpPr>
        <p:spPr>
          <a:xfrm flipH="1">
            <a:off x="5139943" y="467487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0" name="Connector 3059"/>
          <p:cNvCxnSpPr/>
          <p:nvPr/>
        </p:nvCxnSpPr>
        <p:spPr>
          <a:xfrm flipH="1">
            <a:off x="5101209" y="498348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1" name="Connector 3060"/>
          <p:cNvCxnSpPr/>
          <p:nvPr/>
        </p:nvCxnSpPr>
        <p:spPr>
          <a:xfrm flipH="1">
            <a:off x="5046980" y="529209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2" name="Connector 3061"/>
          <p:cNvCxnSpPr/>
          <p:nvPr/>
        </p:nvCxnSpPr>
        <p:spPr>
          <a:xfrm flipH="1">
            <a:off x="4977257" y="560070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3" name="Connector 3062"/>
          <p:cNvCxnSpPr/>
          <p:nvPr/>
        </p:nvCxnSpPr>
        <p:spPr>
          <a:xfrm flipH="1">
            <a:off x="4892040" y="590931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4" name="Connector 3063"/>
          <p:cNvCxnSpPr/>
          <p:nvPr/>
        </p:nvCxnSpPr>
        <p:spPr>
          <a:xfrm>
            <a:off x="4892040" y="251460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5" name="Connector 3064"/>
          <p:cNvCxnSpPr/>
          <p:nvPr/>
        </p:nvCxnSpPr>
        <p:spPr>
          <a:xfrm>
            <a:off x="4994021" y="292607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6" name="Connector 3065"/>
          <p:cNvCxnSpPr/>
          <p:nvPr/>
        </p:nvCxnSpPr>
        <p:spPr>
          <a:xfrm>
            <a:off x="507746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7" name="Connector 3066"/>
          <p:cNvCxnSpPr/>
          <p:nvPr/>
        </p:nvCxnSpPr>
        <p:spPr>
          <a:xfrm>
            <a:off x="514235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8" name="Connector 3067"/>
          <p:cNvCxnSpPr/>
          <p:nvPr/>
        </p:nvCxnSpPr>
        <p:spPr>
          <a:xfrm>
            <a:off x="5188712" y="416052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9" name="Connector 3068"/>
          <p:cNvCxnSpPr/>
          <p:nvPr/>
        </p:nvCxnSpPr>
        <p:spPr>
          <a:xfrm>
            <a:off x="5216525" y="45720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0" name="Connector 3069"/>
          <p:cNvCxnSpPr/>
          <p:nvPr/>
        </p:nvCxnSpPr>
        <p:spPr>
          <a:xfrm flipH="1">
            <a:off x="521652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1" name="Connector 3070"/>
          <p:cNvCxnSpPr/>
          <p:nvPr/>
        </p:nvCxnSpPr>
        <p:spPr>
          <a:xfrm flipH="1">
            <a:off x="5188712" y="539496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2" name="Connector 3071"/>
          <p:cNvCxnSpPr/>
          <p:nvPr/>
        </p:nvCxnSpPr>
        <p:spPr>
          <a:xfrm flipH="1">
            <a:off x="5142357" y="580644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3" name="Connector 3072"/>
          <p:cNvCxnSpPr/>
          <p:nvPr/>
        </p:nvCxnSpPr>
        <p:spPr>
          <a:xfrm flipH="1">
            <a:off x="507746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4" name="Connector 3073"/>
          <p:cNvCxnSpPr/>
          <p:nvPr/>
        </p:nvCxnSpPr>
        <p:spPr>
          <a:xfrm flipH="1">
            <a:off x="4994021" y="662940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5" name="Connector 3074"/>
          <p:cNvCxnSpPr/>
          <p:nvPr/>
        </p:nvCxnSpPr>
        <p:spPr>
          <a:xfrm flipH="1">
            <a:off x="4892040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6" name="Connector 3075"/>
          <p:cNvCxnSpPr/>
          <p:nvPr/>
        </p:nvCxnSpPr>
        <p:spPr>
          <a:xfrm>
            <a:off x="4892040" y="251460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7" name="Connector 3076"/>
          <p:cNvCxnSpPr/>
          <p:nvPr/>
        </p:nvCxnSpPr>
        <p:spPr>
          <a:xfrm>
            <a:off x="5010785" y="302894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8" name="Connector 3077"/>
          <p:cNvCxnSpPr/>
          <p:nvPr/>
        </p:nvCxnSpPr>
        <p:spPr>
          <a:xfrm>
            <a:off x="510794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9" name="Connector 3078"/>
          <p:cNvCxnSpPr/>
          <p:nvPr/>
        </p:nvCxnSpPr>
        <p:spPr>
          <a:xfrm>
            <a:off x="518350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0" name="Connector 3079"/>
          <p:cNvCxnSpPr/>
          <p:nvPr/>
        </p:nvCxnSpPr>
        <p:spPr>
          <a:xfrm>
            <a:off x="5237480" y="457200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1" name="Connector 3080"/>
          <p:cNvCxnSpPr/>
          <p:nvPr/>
        </p:nvCxnSpPr>
        <p:spPr>
          <a:xfrm>
            <a:off x="5269864" y="508635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2" name="Connector 3081"/>
          <p:cNvCxnSpPr/>
          <p:nvPr/>
        </p:nvCxnSpPr>
        <p:spPr>
          <a:xfrm flipH="1">
            <a:off x="5269864" y="560070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3" name="Connector 3082"/>
          <p:cNvCxnSpPr/>
          <p:nvPr/>
        </p:nvCxnSpPr>
        <p:spPr>
          <a:xfrm flipH="1">
            <a:off x="5237480" y="611505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4" name="Connector 3083"/>
          <p:cNvCxnSpPr/>
          <p:nvPr/>
        </p:nvCxnSpPr>
        <p:spPr>
          <a:xfrm flipH="1">
            <a:off x="518350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5" name="Connector 3084"/>
          <p:cNvCxnSpPr/>
          <p:nvPr/>
        </p:nvCxnSpPr>
        <p:spPr>
          <a:xfrm flipH="1">
            <a:off x="510794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6" name="Connector 3085"/>
          <p:cNvCxnSpPr/>
          <p:nvPr/>
        </p:nvCxnSpPr>
        <p:spPr>
          <a:xfrm flipH="1">
            <a:off x="5010785" y="765810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7" name="Connector 3086"/>
          <p:cNvCxnSpPr/>
          <p:nvPr/>
        </p:nvCxnSpPr>
        <p:spPr>
          <a:xfrm flipH="1">
            <a:off x="4892040" y="817245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8" name="Connector 3087"/>
          <p:cNvCxnSpPr/>
          <p:nvPr/>
        </p:nvCxnSpPr>
        <p:spPr>
          <a:xfrm>
            <a:off x="4892040" y="2514600"/>
            <a:ext cx="13550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9" name="Connector 3088"/>
          <p:cNvCxnSpPr/>
          <p:nvPr/>
        </p:nvCxnSpPr>
        <p:spPr>
          <a:xfrm>
            <a:off x="5027549" y="3131819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0" name="Connector 3089"/>
          <p:cNvCxnSpPr/>
          <p:nvPr/>
        </p:nvCxnSpPr>
        <p:spPr>
          <a:xfrm>
            <a:off x="513842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1" name="Connector 3090"/>
          <p:cNvCxnSpPr/>
          <p:nvPr/>
        </p:nvCxnSpPr>
        <p:spPr>
          <a:xfrm>
            <a:off x="522465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2" name="Connector 3091"/>
          <p:cNvCxnSpPr/>
          <p:nvPr/>
        </p:nvCxnSpPr>
        <p:spPr>
          <a:xfrm>
            <a:off x="528624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3" name="Connector 3092"/>
          <p:cNvCxnSpPr/>
          <p:nvPr/>
        </p:nvCxnSpPr>
        <p:spPr>
          <a:xfrm>
            <a:off x="532320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4" name="Connector 3093"/>
          <p:cNvCxnSpPr/>
          <p:nvPr/>
        </p:nvCxnSpPr>
        <p:spPr>
          <a:xfrm flipH="1">
            <a:off x="532320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5" name="Connector 3094"/>
          <p:cNvCxnSpPr/>
          <p:nvPr/>
        </p:nvCxnSpPr>
        <p:spPr>
          <a:xfrm flipH="1">
            <a:off x="528624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6" name="Connector 3095"/>
          <p:cNvCxnSpPr/>
          <p:nvPr/>
        </p:nvCxnSpPr>
        <p:spPr>
          <a:xfrm flipH="1">
            <a:off x="522465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7" name="Connector 3096"/>
          <p:cNvCxnSpPr/>
          <p:nvPr/>
        </p:nvCxnSpPr>
        <p:spPr>
          <a:xfrm flipH="1">
            <a:off x="513842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8" name="Connector 3097"/>
          <p:cNvCxnSpPr/>
          <p:nvPr/>
        </p:nvCxnSpPr>
        <p:spPr>
          <a:xfrm flipH="1">
            <a:off x="502754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9" name="Connector 3098"/>
          <p:cNvCxnSpPr/>
          <p:nvPr/>
        </p:nvCxnSpPr>
        <p:spPr>
          <a:xfrm flipH="1">
            <a:off x="489204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0" name="Connector 3099"/>
          <p:cNvCxnSpPr/>
          <p:nvPr/>
        </p:nvCxnSpPr>
        <p:spPr>
          <a:xfrm>
            <a:off x="4892040" y="2514600"/>
            <a:ext cx="15227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1" name="Connector 3100"/>
          <p:cNvCxnSpPr/>
          <p:nvPr/>
        </p:nvCxnSpPr>
        <p:spPr>
          <a:xfrm>
            <a:off x="5044313" y="3234689"/>
            <a:ext cx="124587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2" name="Connector 3101"/>
          <p:cNvCxnSpPr/>
          <p:nvPr/>
        </p:nvCxnSpPr>
        <p:spPr>
          <a:xfrm>
            <a:off x="516890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3" name="Connector 3102"/>
          <p:cNvCxnSpPr/>
          <p:nvPr/>
        </p:nvCxnSpPr>
        <p:spPr>
          <a:xfrm>
            <a:off x="526580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4" name="Connector 3103"/>
          <p:cNvCxnSpPr/>
          <p:nvPr/>
        </p:nvCxnSpPr>
        <p:spPr>
          <a:xfrm>
            <a:off x="533501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5" name="Connector 3104"/>
          <p:cNvCxnSpPr/>
          <p:nvPr/>
        </p:nvCxnSpPr>
        <p:spPr>
          <a:xfrm>
            <a:off x="537654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6" name="Connector 3105"/>
          <p:cNvCxnSpPr/>
          <p:nvPr/>
        </p:nvCxnSpPr>
        <p:spPr>
          <a:xfrm flipH="1">
            <a:off x="5376544" y="6835140"/>
            <a:ext cx="13844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7" name="Connector 3106"/>
          <p:cNvCxnSpPr/>
          <p:nvPr/>
        </p:nvCxnSpPr>
        <p:spPr>
          <a:xfrm flipH="1">
            <a:off x="5335016" y="7555229"/>
            <a:ext cx="41528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8" name="Connector 3107"/>
          <p:cNvCxnSpPr/>
          <p:nvPr/>
        </p:nvCxnSpPr>
        <p:spPr>
          <a:xfrm flipH="1">
            <a:off x="526580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9" name="Connector 3108"/>
          <p:cNvCxnSpPr/>
          <p:nvPr/>
        </p:nvCxnSpPr>
        <p:spPr>
          <a:xfrm flipH="1">
            <a:off x="516890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0" name="Connector 3109"/>
          <p:cNvCxnSpPr/>
          <p:nvPr/>
        </p:nvCxnSpPr>
        <p:spPr>
          <a:xfrm flipH="1">
            <a:off x="5044313" y="9715500"/>
            <a:ext cx="124587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1" name="Connector 3110"/>
          <p:cNvCxnSpPr/>
          <p:nvPr/>
        </p:nvCxnSpPr>
        <p:spPr>
          <a:xfrm flipH="1">
            <a:off x="4892040" y="10435589"/>
            <a:ext cx="15227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2" name="Connector 3111"/>
          <p:cNvCxnSpPr/>
          <p:nvPr/>
        </p:nvCxnSpPr>
        <p:spPr>
          <a:xfrm>
            <a:off x="4892040" y="3749039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3" name="Connector 3112"/>
          <p:cNvCxnSpPr/>
          <p:nvPr/>
        </p:nvCxnSpPr>
        <p:spPr>
          <a:xfrm>
            <a:off x="4943729" y="38519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4" name="Connector 3113"/>
          <p:cNvCxnSpPr/>
          <p:nvPr/>
        </p:nvCxnSpPr>
        <p:spPr>
          <a:xfrm>
            <a:off x="498602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5" name="Connector 3114"/>
          <p:cNvCxnSpPr/>
          <p:nvPr/>
        </p:nvCxnSpPr>
        <p:spPr>
          <a:xfrm>
            <a:off x="501891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6" name="Connector 3115"/>
          <p:cNvCxnSpPr/>
          <p:nvPr/>
        </p:nvCxnSpPr>
        <p:spPr>
          <a:xfrm>
            <a:off x="5042408" y="41605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7" name="Connector 3116"/>
          <p:cNvCxnSpPr/>
          <p:nvPr/>
        </p:nvCxnSpPr>
        <p:spPr>
          <a:xfrm>
            <a:off x="5056505" y="42633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8" name="Connector 3117"/>
          <p:cNvCxnSpPr/>
          <p:nvPr/>
        </p:nvCxnSpPr>
        <p:spPr>
          <a:xfrm flipH="1">
            <a:off x="5056505" y="43662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9" name="Connector 3118"/>
          <p:cNvCxnSpPr/>
          <p:nvPr/>
        </p:nvCxnSpPr>
        <p:spPr>
          <a:xfrm flipH="1">
            <a:off x="5042408" y="44691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0" name="Connector 3119"/>
          <p:cNvCxnSpPr/>
          <p:nvPr/>
        </p:nvCxnSpPr>
        <p:spPr>
          <a:xfrm flipH="1">
            <a:off x="501891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1" name="Connector 3120"/>
          <p:cNvCxnSpPr/>
          <p:nvPr/>
        </p:nvCxnSpPr>
        <p:spPr>
          <a:xfrm flipH="1">
            <a:off x="498602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2" name="Connector 3121"/>
          <p:cNvCxnSpPr/>
          <p:nvPr/>
        </p:nvCxnSpPr>
        <p:spPr>
          <a:xfrm flipH="1">
            <a:off x="4943729" y="47777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3" name="Connector 3122"/>
          <p:cNvCxnSpPr/>
          <p:nvPr/>
        </p:nvCxnSpPr>
        <p:spPr>
          <a:xfrm flipH="1">
            <a:off x="4892040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4" name="Connector 3123"/>
          <p:cNvCxnSpPr/>
          <p:nvPr/>
        </p:nvCxnSpPr>
        <p:spPr>
          <a:xfrm>
            <a:off x="4892040" y="3749039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5" name="Connector 3124"/>
          <p:cNvCxnSpPr/>
          <p:nvPr/>
        </p:nvCxnSpPr>
        <p:spPr>
          <a:xfrm>
            <a:off x="4960492" y="395477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6" name="Connector 3125"/>
          <p:cNvCxnSpPr/>
          <p:nvPr/>
        </p:nvCxnSpPr>
        <p:spPr>
          <a:xfrm>
            <a:off x="5016500" y="41605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7" name="Connector 3126"/>
          <p:cNvCxnSpPr/>
          <p:nvPr/>
        </p:nvCxnSpPr>
        <p:spPr>
          <a:xfrm>
            <a:off x="506006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8" name="Connector 3127"/>
          <p:cNvCxnSpPr/>
          <p:nvPr/>
        </p:nvCxnSpPr>
        <p:spPr>
          <a:xfrm>
            <a:off x="5091176" y="45720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9" name="Connector 3128"/>
          <p:cNvCxnSpPr/>
          <p:nvPr/>
        </p:nvCxnSpPr>
        <p:spPr>
          <a:xfrm>
            <a:off x="5109844" y="47777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0" name="Connector 3129"/>
          <p:cNvCxnSpPr/>
          <p:nvPr/>
        </p:nvCxnSpPr>
        <p:spPr>
          <a:xfrm flipH="1">
            <a:off x="5109844" y="498348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1" name="Connector 3130"/>
          <p:cNvCxnSpPr/>
          <p:nvPr/>
        </p:nvCxnSpPr>
        <p:spPr>
          <a:xfrm flipH="1">
            <a:off x="5091176" y="518922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2" name="Connector 3131"/>
          <p:cNvCxnSpPr/>
          <p:nvPr/>
        </p:nvCxnSpPr>
        <p:spPr>
          <a:xfrm flipH="1">
            <a:off x="506006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3" name="Connector 3132"/>
          <p:cNvCxnSpPr/>
          <p:nvPr/>
        </p:nvCxnSpPr>
        <p:spPr>
          <a:xfrm flipH="1">
            <a:off x="5016500" y="56007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4" name="Connector 3133"/>
          <p:cNvCxnSpPr/>
          <p:nvPr/>
        </p:nvCxnSpPr>
        <p:spPr>
          <a:xfrm flipH="1">
            <a:off x="4960492" y="580644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5" name="Connector 3134"/>
          <p:cNvCxnSpPr/>
          <p:nvPr/>
        </p:nvCxnSpPr>
        <p:spPr>
          <a:xfrm flipH="1">
            <a:off x="4892040" y="601218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6" name="Connector 3135"/>
          <p:cNvCxnSpPr/>
          <p:nvPr/>
        </p:nvCxnSpPr>
        <p:spPr>
          <a:xfrm>
            <a:off x="4892040" y="3749039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7" name="Connector 3136"/>
          <p:cNvCxnSpPr/>
          <p:nvPr/>
        </p:nvCxnSpPr>
        <p:spPr>
          <a:xfrm>
            <a:off x="4977257" y="405764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8" name="Connector 3137"/>
          <p:cNvCxnSpPr/>
          <p:nvPr/>
        </p:nvCxnSpPr>
        <p:spPr>
          <a:xfrm>
            <a:off x="504698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9" name="Connector 3138"/>
          <p:cNvCxnSpPr/>
          <p:nvPr/>
        </p:nvCxnSpPr>
        <p:spPr>
          <a:xfrm>
            <a:off x="510120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0" name="Connector 3139"/>
          <p:cNvCxnSpPr/>
          <p:nvPr/>
        </p:nvCxnSpPr>
        <p:spPr>
          <a:xfrm>
            <a:off x="5139944" y="4983480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1" name="Connector 3140"/>
          <p:cNvCxnSpPr/>
          <p:nvPr/>
        </p:nvCxnSpPr>
        <p:spPr>
          <a:xfrm>
            <a:off x="5163184" y="5292090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2" name="Connector 3141"/>
          <p:cNvCxnSpPr/>
          <p:nvPr/>
        </p:nvCxnSpPr>
        <p:spPr>
          <a:xfrm flipH="1">
            <a:off x="516318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3" name="Connector 3142"/>
          <p:cNvCxnSpPr/>
          <p:nvPr/>
        </p:nvCxnSpPr>
        <p:spPr>
          <a:xfrm flipH="1">
            <a:off x="5139943" y="590931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4" name="Connector 3143"/>
          <p:cNvCxnSpPr/>
          <p:nvPr/>
        </p:nvCxnSpPr>
        <p:spPr>
          <a:xfrm flipH="1">
            <a:off x="5101209" y="621792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" name="Connector 3144"/>
          <p:cNvCxnSpPr/>
          <p:nvPr/>
        </p:nvCxnSpPr>
        <p:spPr>
          <a:xfrm flipH="1">
            <a:off x="5046980" y="652653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6" name="Connector 3145"/>
          <p:cNvCxnSpPr/>
          <p:nvPr/>
        </p:nvCxnSpPr>
        <p:spPr>
          <a:xfrm flipH="1">
            <a:off x="4977257" y="683514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7" name="Connector 3146"/>
          <p:cNvCxnSpPr/>
          <p:nvPr/>
        </p:nvCxnSpPr>
        <p:spPr>
          <a:xfrm flipH="1">
            <a:off x="4892040" y="714375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8" name="Connector 3147"/>
          <p:cNvCxnSpPr/>
          <p:nvPr/>
        </p:nvCxnSpPr>
        <p:spPr>
          <a:xfrm>
            <a:off x="4892040" y="374903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9" name="Connector 3148"/>
          <p:cNvCxnSpPr/>
          <p:nvPr/>
        </p:nvCxnSpPr>
        <p:spPr>
          <a:xfrm>
            <a:off x="4994021" y="416052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0" name="Connector 3149"/>
          <p:cNvCxnSpPr/>
          <p:nvPr/>
        </p:nvCxnSpPr>
        <p:spPr>
          <a:xfrm>
            <a:off x="507746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1" name="Connector 3150"/>
          <p:cNvCxnSpPr/>
          <p:nvPr/>
        </p:nvCxnSpPr>
        <p:spPr>
          <a:xfrm>
            <a:off x="514235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2" name="Connector 3151"/>
          <p:cNvCxnSpPr/>
          <p:nvPr/>
        </p:nvCxnSpPr>
        <p:spPr>
          <a:xfrm>
            <a:off x="5188712" y="539496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3" name="Connector 3152"/>
          <p:cNvCxnSpPr/>
          <p:nvPr/>
        </p:nvCxnSpPr>
        <p:spPr>
          <a:xfrm>
            <a:off x="5216525" y="580643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4" name="Connector 3153"/>
          <p:cNvCxnSpPr/>
          <p:nvPr/>
        </p:nvCxnSpPr>
        <p:spPr>
          <a:xfrm flipH="1">
            <a:off x="521652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5" name="Connector 3154"/>
          <p:cNvCxnSpPr/>
          <p:nvPr/>
        </p:nvCxnSpPr>
        <p:spPr>
          <a:xfrm flipH="1">
            <a:off x="5188712" y="662940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6" name="Connector 3155"/>
          <p:cNvCxnSpPr/>
          <p:nvPr/>
        </p:nvCxnSpPr>
        <p:spPr>
          <a:xfrm flipH="1">
            <a:off x="5142357" y="70408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7" name="Connector 3156"/>
          <p:cNvCxnSpPr/>
          <p:nvPr/>
        </p:nvCxnSpPr>
        <p:spPr>
          <a:xfrm flipH="1">
            <a:off x="507746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8" name="Connector 3157"/>
          <p:cNvCxnSpPr/>
          <p:nvPr/>
        </p:nvCxnSpPr>
        <p:spPr>
          <a:xfrm flipH="1">
            <a:off x="4994021" y="786384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9" name="Connector 3158"/>
          <p:cNvCxnSpPr/>
          <p:nvPr/>
        </p:nvCxnSpPr>
        <p:spPr>
          <a:xfrm flipH="1">
            <a:off x="4892040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0" name="Connector 3159"/>
          <p:cNvCxnSpPr/>
          <p:nvPr/>
        </p:nvCxnSpPr>
        <p:spPr>
          <a:xfrm>
            <a:off x="4892040" y="374903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1" name="Connector 3160"/>
          <p:cNvCxnSpPr/>
          <p:nvPr/>
        </p:nvCxnSpPr>
        <p:spPr>
          <a:xfrm>
            <a:off x="5010785" y="426339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2" name="Connector 3161"/>
          <p:cNvCxnSpPr/>
          <p:nvPr/>
        </p:nvCxnSpPr>
        <p:spPr>
          <a:xfrm>
            <a:off x="510794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3" name="Connector 3162"/>
          <p:cNvCxnSpPr/>
          <p:nvPr/>
        </p:nvCxnSpPr>
        <p:spPr>
          <a:xfrm>
            <a:off x="518350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4" name="Connector 3163"/>
          <p:cNvCxnSpPr/>
          <p:nvPr/>
        </p:nvCxnSpPr>
        <p:spPr>
          <a:xfrm>
            <a:off x="5237480" y="580644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5" name="Connector 3164"/>
          <p:cNvCxnSpPr/>
          <p:nvPr/>
        </p:nvCxnSpPr>
        <p:spPr>
          <a:xfrm>
            <a:off x="5269864" y="632078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6" name="Connector 3165"/>
          <p:cNvCxnSpPr/>
          <p:nvPr/>
        </p:nvCxnSpPr>
        <p:spPr>
          <a:xfrm flipH="1">
            <a:off x="5269864" y="683514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7" name="Connector 3166"/>
          <p:cNvCxnSpPr/>
          <p:nvPr/>
        </p:nvCxnSpPr>
        <p:spPr>
          <a:xfrm flipH="1">
            <a:off x="5237480" y="734949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8" name="Connector 3167"/>
          <p:cNvCxnSpPr/>
          <p:nvPr/>
        </p:nvCxnSpPr>
        <p:spPr>
          <a:xfrm flipH="1">
            <a:off x="518350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9" name="Connector 3168"/>
          <p:cNvCxnSpPr/>
          <p:nvPr/>
        </p:nvCxnSpPr>
        <p:spPr>
          <a:xfrm flipH="1">
            <a:off x="510794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0" name="Connector 3169"/>
          <p:cNvCxnSpPr/>
          <p:nvPr/>
        </p:nvCxnSpPr>
        <p:spPr>
          <a:xfrm flipH="1">
            <a:off x="5010785" y="889254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1" name="Connector 3170"/>
          <p:cNvCxnSpPr/>
          <p:nvPr/>
        </p:nvCxnSpPr>
        <p:spPr>
          <a:xfrm flipH="1">
            <a:off x="4892040" y="940689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2" name="Connector 3171"/>
          <p:cNvCxnSpPr/>
          <p:nvPr/>
        </p:nvCxnSpPr>
        <p:spPr>
          <a:xfrm>
            <a:off x="4892040" y="3749039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3" name="Connector 3172"/>
          <p:cNvCxnSpPr/>
          <p:nvPr/>
        </p:nvCxnSpPr>
        <p:spPr>
          <a:xfrm>
            <a:off x="5027549" y="4366259"/>
            <a:ext cx="110871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4" name="Connector 3173"/>
          <p:cNvCxnSpPr/>
          <p:nvPr/>
        </p:nvCxnSpPr>
        <p:spPr>
          <a:xfrm>
            <a:off x="513842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5" name="Connector 3174"/>
          <p:cNvCxnSpPr/>
          <p:nvPr/>
        </p:nvCxnSpPr>
        <p:spPr>
          <a:xfrm>
            <a:off x="522465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6" name="Connector 3175"/>
          <p:cNvCxnSpPr/>
          <p:nvPr/>
        </p:nvCxnSpPr>
        <p:spPr>
          <a:xfrm>
            <a:off x="528624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7" name="Connector 3176"/>
          <p:cNvCxnSpPr/>
          <p:nvPr/>
        </p:nvCxnSpPr>
        <p:spPr>
          <a:xfrm>
            <a:off x="532320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8" name="Connector 3177"/>
          <p:cNvCxnSpPr/>
          <p:nvPr/>
        </p:nvCxnSpPr>
        <p:spPr>
          <a:xfrm flipH="1">
            <a:off x="532320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9" name="Connector 3178"/>
          <p:cNvCxnSpPr/>
          <p:nvPr/>
        </p:nvCxnSpPr>
        <p:spPr>
          <a:xfrm flipH="1">
            <a:off x="528624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0" name="Connector 3179"/>
          <p:cNvCxnSpPr/>
          <p:nvPr/>
        </p:nvCxnSpPr>
        <p:spPr>
          <a:xfrm flipH="1">
            <a:off x="522465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1" name="Connector 3180"/>
          <p:cNvCxnSpPr/>
          <p:nvPr/>
        </p:nvCxnSpPr>
        <p:spPr>
          <a:xfrm flipH="1">
            <a:off x="513842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2" name="Connector 3181"/>
          <p:cNvCxnSpPr/>
          <p:nvPr/>
        </p:nvCxnSpPr>
        <p:spPr>
          <a:xfrm flipH="1">
            <a:off x="502754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3" name="Connector 3182"/>
          <p:cNvCxnSpPr/>
          <p:nvPr/>
        </p:nvCxnSpPr>
        <p:spPr>
          <a:xfrm flipH="1">
            <a:off x="489204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4" name="Connector 3183"/>
          <p:cNvCxnSpPr/>
          <p:nvPr/>
        </p:nvCxnSpPr>
        <p:spPr>
          <a:xfrm>
            <a:off x="4892040" y="498348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5" name="Connector 3184"/>
          <p:cNvCxnSpPr/>
          <p:nvPr/>
        </p:nvCxnSpPr>
        <p:spPr>
          <a:xfrm>
            <a:off x="4943729" y="508634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6" name="Connector 3185"/>
          <p:cNvCxnSpPr/>
          <p:nvPr/>
        </p:nvCxnSpPr>
        <p:spPr>
          <a:xfrm>
            <a:off x="498602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7" name="Connector 3186"/>
          <p:cNvCxnSpPr/>
          <p:nvPr/>
        </p:nvCxnSpPr>
        <p:spPr>
          <a:xfrm>
            <a:off x="501891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8" name="Connector 3187"/>
          <p:cNvCxnSpPr/>
          <p:nvPr/>
        </p:nvCxnSpPr>
        <p:spPr>
          <a:xfrm>
            <a:off x="5042408" y="539496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9" name="Connector 3188"/>
          <p:cNvCxnSpPr/>
          <p:nvPr/>
        </p:nvCxnSpPr>
        <p:spPr>
          <a:xfrm>
            <a:off x="5056505" y="549782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0" name="Connector 3189"/>
          <p:cNvCxnSpPr/>
          <p:nvPr/>
        </p:nvCxnSpPr>
        <p:spPr>
          <a:xfrm flipH="1">
            <a:off x="5056505" y="560070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1" name="Connector 3190"/>
          <p:cNvCxnSpPr/>
          <p:nvPr/>
        </p:nvCxnSpPr>
        <p:spPr>
          <a:xfrm flipH="1">
            <a:off x="5042408" y="570357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2" name="Connector 3191"/>
          <p:cNvCxnSpPr/>
          <p:nvPr/>
        </p:nvCxnSpPr>
        <p:spPr>
          <a:xfrm flipH="1">
            <a:off x="501891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3" name="Connector 3192"/>
          <p:cNvCxnSpPr/>
          <p:nvPr/>
        </p:nvCxnSpPr>
        <p:spPr>
          <a:xfrm flipH="1">
            <a:off x="498602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4" name="Connector 3193"/>
          <p:cNvCxnSpPr/>
          <p:nvPr/>
        </p:nvCxnSpPr>
        <p:spPr>
          <a:xfrm flipH="1">
            <a:off x="4943729" y="601218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5" name="Connector 3194"/>
          <p:cNvCxnSpPr/>
          <p:nvPr/>
        </p:nvCxnSpPr>
        <p:spPr>
          <a:xfrm flipH="1">
            <a:off x="4892040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6" name="Connector 3195"/>
          <p:cNvCxnSpPr/>
          <p:nvPr/>
        </p:nvCxnSpPr>
        <p:spPr>
          <a:xfrm>
            <a:off x="4892040" y="498348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7" name="Connector 3196"/>
          <p:cNvCxnSpPr/>
          <p:nvPr/>
        </p:nvCxnSpPr>
        <p:spPr>
          <a:xfrm>
            <a:off x="4960492" y="518921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8" name="Connector 3197"/>
          <p:cNvCxnSpPr/>
          <p:nvPr/>
        </p:nvCxnSpPr>
        <p:spPr>
          <a:xfrm>
            <a:off x="5016500" y="53949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9" name="Connector 3198"/>
          <p:cNvCxnSpPr/>
          <p:nvPr/>
        </p:nvCxnSpPr>
        <p:spPr>
          <a:xfrm>
            <a:off x="506006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0" name="Connector 3199"/>
          <p:cNvCxnSpPr/>
          <p:nvPr/>
        </p:nvCxnSpPr>
        <p:spPr>
          <a:xfrm>
            <a:off x="5091176" y="580644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1" name="Connector 3200"/>
          <p:cNvCxnSpPr/>
          <p:nvPr/>
        </p:nvCxnSpPr>
        <p:spPr>
          <a:xfrm>
            <a:off x="5109844" y="601217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2" name="Connector 3201"/>
          <p:cNvCxnSpPr/>
          <p:nvPr/>
        </p:nvCxnSpPr>
        <p:spPr>
          <a:xfrm flipH="1">
            <a:off x="5109844" y="621792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3" name="Connector 3202"/>
          <p:cNvCxnSpPr/>
          <p:nvPr/>
        </p:nvCxnSpPr>
        <p:spPr>
          <a:xfrm flipH="1">
            <a:off x="5091176" y="64236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4" name="Connector 3203"/>
          <p:cNvCxnSpPr/>
          <p:nvPr/>
        </p:nvCxnSpPr>
        <p:spPr>
          <a:xfrm flipH="1">
            <a:off x="506006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5" name="Connector 3204"/>
          <p:cNvCxnSpPr/>
          <p:nvPr/>
        </p:nvCxnSpPr>
        <p:spPr>
          <a:xfrm flipH="1">
            <a:off x="5016500" y="683514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6" name="Connector 3205"/>
          <p:cNvCxnSpPr/>
          <p:nvPr/>
        </p:nvCxnSpPr>
        <p:spPr>
          <a:xfrm flipH="1">
            <a:off x="4960492" y="704088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7" name="Connector 3206"/>
          <p:cNvCxnSpPr/>
          <p:nvPr/>
        </p:nvCxnSpPr>
        <p:spPr>
          <a:xfrm flipH="1">
            <a:off x="4892040" y="724662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8" name="Connector 3207"/>
          <p:cNvCxnSpPr/>
          <p:nvPr/>
        </p:nvCxnSpPr>
        <p:spPr>
          <a:xfrm>
            <a:off x="4892040" y="498348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9" name="Connector 3208"/>
          <p:cNvCxnSpPr/>
          <p:nvPr/>
        </p:nvCxnSpPr>
        <p:spPr>
          <a:xfrm>
            <a:off x="4977257" y="529208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0" name="Connector 3209"/>
          <p:cNvCxnSpPr/>
          <p:nvPr/>
        </p:nvCxnSpPr>
        <p:spPr>
          <a:xfrm>
            <a:off x="504698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1" name="Connector 3210"/>
          <p:cNvCxnSpPr/>
          <p:nvPr/>
        </p:nvCxnSpPr>
        <p:spPr>
          <a:xfrm>
            <a:off x="510120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2" name="Connector 3211"/>
          <p:cNvCxnSpPr/>
          <p:nvPr/>
        </p:nvCxnSpPr>
        <p:spPr>
          <a:xfrm>
            <a:off x="5139944" y="621792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3" name="Connector 3212"/>
          <p:cNvCxnSpPr/>
          <p:nvPr/>
        </p:nvCxnSpPr>
        <p:spPr>
          <a:xfrm>
            <a:off x="5163184" y="652652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4" name="Connector 3213"/>
          <p:cNvCxnSpPr/>
          <p:nvPr/>
        </p:nvCxnSpPr>
        <p:spPr>
          <a:xfrm flipH="1">
            <a:off x="516318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5" name="Connector 3214"/>
          <p:cNvCxnSpPr/>
          <p:nvPr/>
        </p:nvCxnSpPr>
        <p:spPr>
          <a:xfrm flipH="1">
            <a:off x="5139943" y="714375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6" name="Connector 3215"/>
          <p:cNvCxnSpPr/>
          <p:nvPr/>
        </p:nvCxnSpPr>
        <p:spPr>
          <a:xfrm flipH="1">
            <a:off x="5101209" y="745236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7" name="Connector 3216"/>
          <p:cNvCxnSpPr/>
          <p:nvPr/>
        </p:nvCxnSpPr>
        <p:spPr>
          <a:xfrm flipH="1">
            <a:off x="5046980" y="7760970"/>
            <a:ext cx="54229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8" name="Connector 3217"/>
          <p:cNvCxnSpPr/>
          <p:nvPr/>
        </p:nvCxnSpPr>
        <p:spPr>
          <a:xfrm flipH="1">
            <a:off x="4977257" y="806957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9" name="Connector 3218"/>
          <p:cNvCxnSpPr/>
          <p:nvPr/>
        </p:nvCxnSpPr>
        <p:spPr>
          <a:xfrm flipH="1">
            <a:off x="4892040" y="837819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0" name="Connector 3219"/>
          <p:cNvCxnSpPr/>
          <p:nvPr/>
        </p:nvCxnSpPr>
        <p:spPr>
          <a:xfrm>
            <a:off x="4892040" y="498348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1" name="Connector 3220"/>
          <p:cNvCxnSpPr/>
          <p:nvPr/>
        </p:nvCxnSpPr>
        <p:spPr>
          <a:xfrm>
            <a:off x="4994021" y="539495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2" name="Connector 3221"/>
          <p:cNvCxnSpPr/>
          <p:nvPr/>
        </p:nvCxnSpPr>
        <p:spPr>
          <a:xfrm>
            <a:off x="507746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3" name="Connector 3222"/>
          <p:cNvCxnSpPr/>
          <p:nvPr/>
        </p:nvCxnSpPr>
        <p:spPr>
          <a:xfrm>
            <a:off x="514235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4" name="Connector 3223"/>
          <p:cNvCxnSpPr/>
          <p:nvPr/>
        </p:nvCxnSpPr>
        <p:spPr>
          <a:xfrm>
            <a:off x="5188712" y="662940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5" name="Connector 3224"/>
          <p:cNvCxnSpPr/>
          <p:nvPr/>
        </p:nvCxnSpPr>
        <p:spPr>
          <a:xfrm>
            <a:off x="5216525" y="704087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6" name="Connector 3225"/>
          <p:cNvCxnSpPr/>
          <p:nvPr/>
        </p:nvCxnSpPr>
        <p:spPr>
          <a:xfrm flipH="1">
            <a:off x="521652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7" name="Connector 3226"/>
          <p:cNvCxnSpPr/>
          <p:nvPr/>
        </p:nvCxnSpPr>
        <p:spPr>
          <a:xfrm flipH="1">
            <a:off x="5188712" y="786384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8" name="Connector 3227"/>
          <p:cNvCxnSpPr/>
          <p:nvPr/>
        </p:nvCxnSpPr>
        <p:spPr>
          <a:xfrm flipH="1">
            <a:off x="5142357" y="82753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9" name="Connector 3228"/>
          <p:cNvCxnSpPr/>
          <p:nvPr/>
        </p:nvCxnSpPr>
        <p:spPr>
          <a:xfrm flipH="1">
            <a:off x="507746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0" name="Connector 3229"/>
          <p:cNvCxnSpPr/>
          <p:nvPr/>
        </p:nvCxnSpPr>
        <p:spPr>
          <a:xfrm flipH="1">
            <a:off x="4994021" y="909828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1" name="Connector 3230"/>
          <p:cNvCxnSpPr/>
          <p:nvPr/>
        </p:nvCxnSpPr>
        <p:spPr>
          <a:xfrm flipH="1">
            <a:off x="4892040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2" name="Connector 3231"/>
          <p:cNvCxnSpPr/>
          <p:nvPr/>
        </p:nvCxnSpPr>
        <p:spPr>
          <a:xfrm>
            <a:off x="4892040" y="498348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3" name="Connector 3232"/>
          <p:cNvCxnSpPr/>
          <p:nvPr/>
        </p:nvCxnSpPr>
        <p:spPr>
          <a:xfrm>
            <a:off x="5010785" y="549782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4" name="Connector 3233"/>
          <p:cNvCxnSpPr/>
          <p:nvPr/>
        </p:nvCxnSpPr>
        <p:spPr>
          <a:xfrm>
            <a:off x="510794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5" name="Connector 3234"/>
          <p:cNvCxnSpPr/>
          <p:nvPr/>
        </p:nvCxnSpPr>
        <p:spPr>
          <a:xfrm>
            <a:off x="518350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6" name="Connector 3235"/>
          <p:cNvCxnSpPr/>
          <p:nvPr/>
        </p:nvCxnSpPr>
        <p:spPr>
          <a:xfrm>
            <a:off x="5237480" y="704088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7" name="Connector 3236"/>
          <p:cNvCxnSpPr/>
          <p:nvPr/>
        </p:nvCxnSpPr>
        <p:spPr>
          <a:xfrm>
            <a:off x="5269864" y="7555229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8" name="Connector 3237"/>
          <p:cNvCxnSpPr/>
          <p:nvPr/>
        </p:nvCxnSpPr>
        <p:spPr>
          <a:xfrm flipH="1">
            <a:off x="5269864" y="806957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9" name="Connector 3238"/>
          <p:cNvCxnSpPr/>
          <p:nvPr/>
        </p:nvCxnSpPr>
        <p:spPr>
          <a:xfrm flipH="1">
            <a:off x="5237480" y="858393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0" name="Connector 3239"/>
          <p:cNvCxnSpPr/>
          <p:nvPr/>
        </p:nvCxnSpPr>
        <p:spPr>
          <a:xfrm flipH="1">
            <a:off x="518350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1" name="Connector 3240"/>
          <p:cNvCxnSpPr/>
          <p:nvPr/>
        </p:nvCxnSpPr>
        <p:spPr>
          <a:xfrm flipH="1">
            <a:off x="510794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2" name="Connector 3241"/>
          <p:cNvCxnSpPr/>
          <p:nvPr/>
        </p:nvCxnSpPr>
        <p:spPr>
          <a:xfrm flipH="1">
            <a:off x="5010785" y="10126980"/>
            <a:ext cx="9715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3" name="Connector 3242"/>
          <p:cNvCxnSpPr/>
          <p:nvPr/>
        </p:nvCxnSpPr>
        <p:spPr>
          <a:xfrm flipH="1">
            <a:off x="4892040" y="1064132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4" name="Connector 3243"/>
          <p:cNvCxnSpPr/>
          <p:nvPr/>
        </p:nvCxnSpPr>
        <p:spPr>
          <a:xfrm>
            <a:off x="4892040" y="621792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5" name="Connector 3244"/>
          <p:cNvCxnSpPr/>
          <p:nvPr/>
        </p:nvCxnSpPr>
        <p:spPr>
          <a:xfrm>
            <a:off x="4943729" y="632078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6" name="Connector 3245"/>
          <p:cNvCxnSpPr/>
          <p:nvPr/>
        </p:nvCxnSpPr>
        <p:spPr>
          <a:xfrm>
            <a:off x="498602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7" name="Connector 3246"/>
          <p:cNvCxnSpPr/>
          <p:nvPr/>
        </p:nvCxnSpPr>
        <p:spPr>
          <a:xfrm>
            <a:off x="501891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8" name="Connector 3247"/>
          <p:cNvCxnSpPr/>
          <p:nvPr/>
        </p:nvCxnSpPr>
        <p:spPr>
          <a:xfrm>
            <a:off x="5042408" y="662940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9" name="Connector 3248"/>
          <p:cNvCxnSpPr/>
          <p:nvPr/>
        </p:nvCxnSpPr>
        <p:spPr>
          <a:xfrm>
            <a:off x="5056505" y="673226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0" name="Connector 3249"/>
          <p:cNvCxnSpPr/>
          <p:nvPr/>
        </p:nvCxnSpPr>
        <p:spPr>
          <a:xfrm flipH="1">
            <a:off x="5056505" y="683514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1" name="Connector 3250"/>
          <p:cNvCxnSpPr/>
          <p:nvPr/>
        </p:nvCxnSpPr>
        <p:spPr>
          <a:xfrm flipH="1">
            <a:off x="5042408" y="693801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2" name="Connector 3251"/>
          <p:cNvCxnSpPr/>
          <p:nvPr/>
        </p:nvCxnSpPr>
        <p:spPr>
          <a:xfrm flipH="1">
            <a:off x="501891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3" name="Connector 3252"/>
          <p:cNvCxnSpPr/>
          <p:nvPr/>
        </p:nvCxnSpPr>
        <p:spPr>
          <a:xfrm flipH="1">
            <a:off x="498602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4" name="Connector 3253"/>
          <p:cNvCxnSpPr/>
          <p:nvPr/>
        </p:nvCxnSpPr>
        <p:spPr>
          <a:xfrm flipH="1">
            <a:off x="4943729" y="724662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5" name="Connector 3254"/>
          <p:cNvCxnSpPr/>
          <p:nvPr/>
        </p:nvCxnSpPr>
        <p:spPr>
          <a:xfrm flipH="1">
            <a:off x="4892040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6" name="Connector 3255"/>
          <p:cNvCxnSpPr/>
          <p:nvPr/>
        </p:nvCxnSpPr>
        <p:spPr>
          <a:xfrm>
            <a:off x="4892040" y="621792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7" name="Connector 3256"/>
          <p:cNvCxnSpPr/>
          <p:nvPr/>
        </p:nvCxnSpPr>
        <p:spPr>
          <a:xfrm>
            <a:off x="4960492" y="642365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8" name="Connector 3257"/>
          <p:cNvCxnSpPr/>
          <p:nvPr/>
        </p:nvCxnSpPr>
        <p:spPr>
          <a:xfrm>
            <a:off x="5016500" y="66294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9" name="Connector 3258"/>
          <p:cNvCxnSpPr/>
          <p:nvPr/>
        </p:nvCxnSpPr>
        <p:spPr>
          <a:xfrm>
            <a:off x="506006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0" name="Connector 3259"/>
          <p:cNvCxnSpPr/>
          <p:nvPr/>
        </p:nvCxnSpPr>
        <p:spPr>
          <a:xfrm>
            <a:off x="5091176" y="704088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1" name="Connector 3260"/>
          <p:cNvCxnSpPr/>
          <p:nvPr/>
        </p:nvCxnSpPr>
        <p:spPr>
          <a:xfrm>
            <a:off x="5109844" y="724661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2" name="Connector 3261"/>
          <p:cNvCxnSpPr/>
          <p:nvPr/>
        </p:nvCxnSpPr>
        <p:spPr>
          <a:xfrm flipH="1">
            <a:off x="5109844" y="745236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3" name="Connector 3262"/>
          <p:cNvCxnSpPr/>
          <p:nvPr/>
        </p:nvCxnSpPr>
        <p:spPr>
          <a:xfrm flipH="1">
            <a:off x="5091176" y="76581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4" name="Connector 3263"/>
          <p:cNvCxnSpPr/>
          <p:nvPr/>
        </p:nvCxnSpPr>
        <p:spPr>
          <a:xfrm flipH="1">
            <a:off x="506006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5" name="Connector 3264"/>
          <p:cNvCxnSpPr/>
          <p:nvPr/>
        </p:nvCxnSpPr>
        <p:spPr>
          <a:xfrm flipH="1">
            <a:off x="5016500" y="8069579"/>
            <a:ext cx="43561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6" name="Connector 3265"/>
          <p:cNvCxnSpPr/>
          <p:nvPr/>
        </p:nvCxnSpPr>
        <p:spPr>
          <a:xfrm flipH="1">
            <a:off x="4960492" y="827532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7" name="Connector 3266"/>
          <p:cNvCxnSpPr/>
          <p:nvPr/>
        </p:nvCxnSpPr>
        <p:spPr>
          <a:xfrm flipH="1">
            <a:off x="4892040" y="848106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8" name="Connector 3267"/>
          <p:cNvCxnSpPr/>
          <p:nvPr/>
        </p:nvCxnSpPr>
        <p:spPr>
          <a:xfrm>
            <a:off x="4892040" y="621792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9" name="Connector 3268"/>
          <p:cNvCxnSpPr/>
          <p:nvPr/>
        </p:nvCxnSpPr>
        <p:spPr>
          <a:xfrm>
            <a:off x="4977257" y="652652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0" name="Connector 3269"/>
          <p:cNvCxnSpPr/>
          <p:nvPr/>
        </p:nvCxnSpPr>
        <p:spPr>
          <a:xfrm>
            <a:off x="504698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1" name="Connector 3270"/>
          <p:cNvCxnSpPr/>
          <p:nvPr/>
        </p:nvCxnSpPr>
        <p:spPr>
          <a:xfrm>
            <a:off x="510120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2" name="Connector 3271"/>
          <p:cNvCxnSpPr/>
          <p:nvPr/>
        </p:nvCxnSpPr>
        <p:spPr>
          <a:xfrm>
            <a:off x="5139944" y="745236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3" name="Connector 3272"/>
          <p:cNvCxnSpPr/>
          <p:nvPr/>
        </p:nvCxnSpPr>
        <p:spPr>
          <a:xfrm>
            <a:off x="5163184" y="7760969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4" name="Connector 3273"/>
          <p:cNvCxnSpPr/>
          <p:nvPr/>
        </p:nvCxnSpPr>
        <p:spPr>
          <a:xfrm flipH="1">
            <a:off x="516318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5" name="Connector 3274"/>
          <p:cNvCxnSpPr/>
          <p:nvPr/>
        </p:nvCxnSpPr>
        <p:spPr>
          <a:xfrm flipH="1">
            <a:off x="5139943" y="837819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6" name="Connector 3275"/>
          <p:cNvCxnSpPr/>
          <p:nvPr/>
        </p:nvCxnSpPr>
        <p:spPr>
          <a:xfrm flipH="1">
            <a:off x="5101209" y="868680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7" name="Connector 3276"/>
          <p:cNvCxnSpPr/>
          <p:nvPr/>
        </p:nvCxnSpPr>
        <p:spPr>
          <a:xfrm flipH="1">
            <a:off x="5046980" y="899541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8" name="Connector 3277"/>
          <p:cNvCxnSpPr/>
          <p:nvPr/>
        </p:nvCxnSpPr>
        <p:spPr>
          <a:xfrm flipH="1">
            <a:off x="4977257" y="930402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9" name="Connector 3278"/>
          <p:cNvCxnSpPr/>
          <p:nvPr/>
        </p:nvCxnSpPr>
        <p:spPr>
          <a:xfrm flipH="1">
            <a:off x="4892040" y="961263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0" name="Connector 3279"/>
          <p:cNvCxnSpPr/>
          <p:nvPr/>
        </p:nvCxnSpPr>
        <p:spPr>
          <a:xfrm>
            <a:off x="4892040" y="621792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1" name="Connector 3280"/>
          <p:cNvCxnSpPr/>
          <p:nvPr/>
        </p:nvCxnSpPr>
        <p:spPr>
          <a:xfrm>
            <a:off x="4994021" y="662939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2" name="Connector 3281"/>
          <p:cNvCxnSpPr/>
          <p:nvPr/>
        </p:nvCxnSpPr>
        <p:spPr>
          <a:xfrm>
            <a:off x="507746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3" name="Connector 3282"/>
          <p:cNvCxnSpPr/>
          <p:nvPr/>
        </p:nvCxnSpPr>
        <p:spPr>
          <a:xfrm>
            <a:off x="514235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4" name="Connector 3283"/>
          <p:cNvCxnSpPr/>
          <p:nvPr/>
        </p:nvCxnSpPr>
        <p:spPr>
          <a:xfrm>
            <a:off x="5188712" y="786384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5" name="Connector 3284"/>
          <p:cNvCxnSpPr/>
          <p:nvPr/>
        </p:nvCxnSpPr>
        <p:spPr>
          <a:xfrm>
            <a:off x="5216525" y="827531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6" name="Connector 3285"/>
          <p:cNvCxnSpPr/>
          <p:nvPr/>
        </p:nvCxnSpPr>
        <p:spPr>
          <a:xfrm flipH="1">
            <a:off x="521652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7" name="Connector 3286"/>
          <p:cNvCxnSpPr/>
          <p:nvPr/>
        </p:nvCxnSpPr>
        <p:spPr>
          <a:xfrm flipH="1">
            <a:off x="5188712" y="909828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8" name="Connector 3287"/>
          <p:cNvCxnSpPr/>
          <p:nvPr/>
        </p:nvCxnSpPr>
        <p:spPr>
          <a:xfrm flipH="1">
            <a:off x="5142357" y="95097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9" name="Connector 3288"/>
          <p:cNvCxnSpPr/>
          <p:nvPr/>
        </p:nvCxnSpPr>
        <p:spPr>
          <a:xfrm flipH="1">
            <a:off x="507746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0" name="Connector 3289"/>
          <p:cNvCxnSpPr/>
          <p:nvPr/>
        </p:nvCxnSpPr>
        <p:spPr>
          <a:xfrm flipH="1">
            <a:off x="4994021" y="10332720"/>
            <a:ext cx="83439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1" name="Connector 3290"/>
          <p:cNvCxnSpPr/>
          <p:nvPr/>
        </p:nvCxnSpPr>
        <p:spPr>
          <a:xfrm flipH="1">
            <a:off x="4892040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2" name="Connector 3291"/>
          <p:cNvCxnSpPr/>
          <p:nvPr/>
        </p:nvCxnSpPr>
        <p:spPr>
          <a:xfrm>
            <a:off x="4892040" y="745236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3" name="Connector 3292"/>
          <p:cNvCxnSpPr/>
          <p:nvPr/>
        </p:nvCxnSpPr>
        <p:spPr>
          <a:xfrm>
            <a:off x="4943729" y="755522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4" name="Connector 3293"/>
          <p:cNvCxnSpPr/>
          <p:nvPr/>
        </p:nvCxnSpPr>
        <p:spPr>
          <a:xfrm>
            <a:off x="498602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5" name="Connector 3294"/>
          <p:cNvCxnSpPr/>
          <p:nvPr/>
        </p:nvCxnSpPr>
        <p:spPr>
          <a:xfrm>
            <a:off x="501891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6" name="Connector 3295"/>
          <p:cNvCxnSpPr/>
          <p:nvPr/>
        </p:nvCxnSpPr>
        <p:spPr>
          <a:xfrm>
            <a:off x="5042408" y="786384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7" name="Connector 3296"/>
          <p:cNvCxnSpPr/>
          <p:nvPr/>
        </p:nvCxnSpPr>
        <p:spPr>
          <a:xfrm>
            <a:off x="5056505" y="7966709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8" name="Connector 3297"/>
          <p:cNvCxnSpPr/>
          <p:nvPr/>
        </p:nvCxnSpPr>
        <p:spPr>
          <a:xfrm flipH="1">
            <a:off x="5056505" y="806957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9" name="Connector 3298"/>
          <p:cNvCxnSpPr/>
          <p:nvPr/>
        </p:nvCxnSpPr>
        <p:spPr>
          <a:xfrm flipH="1">
            <a:off x="5042408" y="817245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0" name="Connector 3299"/>
          <p:cNvCxnSpPr/>
          <p:nvPr/>
        </p:nvCxnSpPr>
        <p:spPr>
          <a:xfrm flipH="1">
            <a:off x="501891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1" name="Connector 3300"/>
          <p:cNvCxnSpPr/>
          <p:nvPr/>
        </p:nvCxnSpPr>
        <p:spPr>
          <a:xfrm flipH="1">
            <a:off x="498602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2" name="Connector 3301"/>
          <p:cNvCxnSpPr/>
          <p:nvPr/>
        </p:nvCxnSpPr>
        <p:spPr>
          <a:xfrm flipH="1">
            <a:off x="4943729" y="848106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3" name="Connector 3302"/>
          <p:cNvCxnSpPr/>
          <p:nvPr/>
        </p:nvCxnSpPr>
        <p:spPr>
          <a:xfrm flipH="1">
            <a:off x="4892040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4" name="Connector 3303"/>
          <p:cNvCxnSpPr/>
          <p:nvPr/>
        </p:nvCxnSpPr>
        <p:spPr>
          <a:xfrm>
            <a:off x="4892040" y="745236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5" name="Connector 3304"/>
          <p:cNvCxnSpPr/>
          <p:nvPr/>
        </p:nvCxnSpPr>
        <p:spPr>
          <a:xfrm>
            <a:off x="4960492" y="765809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6" name="Connector 3305"/>
          <p:cNvCxnSpPr/>
          <p:nvPr/>
        </p:nvCxnSpPr>
        <p:spPr>
          <a:xfrm>
            <a:off x="5016500" y="7863840"/>
            <a:ext cx="43561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7" name="Connector 3306"/>
          <p:cNvCxnSpPr/>
          <p:nvPr/>
        </p:nvCxnSpPr>
        <p:spPr>
          <a:xfrm>
            <a:off x="506006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8" name="Connector 3307"/>
          <p:cNvCxnSpPr/>
          <p:nvPr/>
        </p:nvCxnSpPr>
        <p:spPr>
          <a:xfrm>
            <a:off x="5091176" y="827532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9" name="Connector 3308"/>
          <p:cNvCxnSpPr/>
          <p:nvPr/>
        </p:nvCxnSpPr>
        <p:spPr>
          <a:xfrm>
            <a:off x="5109844" y="848105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0" name="Connector 3309"/>
          <p:cNvCxnSpPr/>
          <p:nvPr/>
        </p:nvCxnSpPr>
        <p:spPr>
          <a:xfrm flipH="1">
            <a:off x="5109844" y="86868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1" name="Connector 3310"/>
          <p:cNvCxnSpPr/>
          <p:nvPr/>
        </p:nvCxnSpPr>
        <p:spPr>
          <a:xfrm flipH="1">
            <a:off x="5091176" y="889254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2" name="Connector 3311"/>
          <p:cNvCxnSpPr/>
          <p:nvPr/>
        </p:nvCxnSpPr>
        <p:spPr>
          <a:xfrm flipH="1">
            <a:off x="506006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3" name="Connector 3312"/>
          <p:cNvCxnSpPr/>
          <p:nvPr/>
        </p:nvCxnSpPr>
        <p:spPr>
          <a:xfrm flipH="1">
            <a:off x="5016500" y="93040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4" name="Connector 3313"/>
          <p:cNvCxnSpPr/>
          <p:nvPr/>
        </p:nvCxnSpPr>
        <p:spPr>
          <a:xfrm flipH="1">
            <a:off x="4960492" y="950976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5" name="Connector 3314"/>
          <p:cNvCxnSpPr/>
          <p:nvPr/>
        </p:nvCxnSpPr>
        <p:spPr>
          <a:xfrm flipH="1">
            <a:off x="4892040" y="971550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6" name="Connector 3315"/>
          <p:cNvCxnSpPr/>
          <p:nvPr/>
        </p:nvCxnSpPr>
        <p:spPr>
          <a:xfrm>
            <a:off x="4892040" y="745236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7" name="Connector 3316"/>
          <p:cNvCxnSpPr/>
          <p:nvPr/>
        </p:nvCxnSpPr>
        <p:spPr>
          <a:xfrm>
            <a:off x="4977257" y="776096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8" name="Connector 3317"/>
          <p:cNvCxnSpPr/>
          <p:nvPr/>
        </p:nvCxnSpPr>
        <p:spPr>
          <a:xfrm>
            <a:off x="504698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9" name="Connector 3318"/>
          <p:cNvCxnSpPr/>
          <p:nvPr/>
        </p:nvCxnSpPr>
        <p:spPr>
          <a:xfrm>
            <a:off x="510120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0" name="Connector 3319"/>
          <p:cNvCxnSpPr/>
          <p:nvPr/>
        </p:nvCxnSpPr>
        <p:spPr>
          <a:xfrm>
            <a:off x="5139944" y="868680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1" name="Connector 3320"/>
          <p:cNvCxnSpPr/>
          <p:nvPr/>
        </p:nvCxnSpPr>
        <p:spPr>
          <a:xfrm>
            <a:off x="5163184" y="899540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2" name="Connector 3321"/>
          <p:cNvCxnSpPr/>
          <p:nvPr/>
        </p:nvCxnSpPr>
        <p:spPr>
          <a:xfrm flipH="1">
            <a:off x="516318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3" name="Connector 3322"/>
          <p:cNvCxnSpPr/>
          <p:nvPr/>
        </p:nvCxnSpPr>
        <p:spPr>
          <a:xfrm flipH="1">
            <a:off x="5139943" y="961263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4" name="Connector 3323"/>
          <p:cNvCxnSpPr/>
          <p:nvPr/>
        </p:nvCxnSpPr>
        <p:spPr>
          <a:xfrm flipH="1">
            <a:off x="5101209" y="992124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5" name="Connector 3324"/>
          <p:cNvCxnSpPr/>
          <p:nvPr/>
        </p:nvCxnSpPr>
        <p:spPr>
          <a:xfrm flipH="1">
            <a:off x="5046980" y="1022985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6" name="Connector 3325"/>
          <p:cNvCxnSpPr/>
          <p:nvPr/>
        </p:nvCxnSpPr>
        <p:spPr>
          <a:xfrm flipH="1">
            <a:off x="4977257" y="1053846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7" name="Connector 3326"/>
          <p:cNvCxnSpPr/>
          <p:nvPr/>
        </p:nvCxnSpPr>
        <p:spPr>
          <a:xfrm flipH="1">
            <a:off x="4892040" y="1084707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8" name="Connector 3327"/>
          <p:cNvCxnSpPr/>
          <p:nvPr/>
        </p:nvCxnSpPr>
        <p:spPr>
          <a:xfrm>
            <a:off x="4892040" y="86868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9" name="Connector 3328"/>
          <p:cNvCxnSpPr/>
          <p:nvPr/>
        </p:nvCxnSpPr>
        <p:spPr>
          <a:xfrm>
            <a:off x="4943729" y="87896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0" name="Connector 3329"/>
          <p:cNvCxnSpPr/>
          <p:nvPr/>
        </p:nvCxnSpPr>
        <p:spPr>
          <a:xfrm>
            <a:off x="498602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1" name="Connector 3330"/>
          <p:cNvCxnSpPr/>
          <p:nvPr/>
        </p:nvCxnSpPr>
        <p:spPr>
          <a:xfrm>
            <a:off x="501891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2" name="Connector 3331"/>
          <p:cNvCxnSpPr/>
          <p:nvPr/>
        </p:nvCxnSpPr>
        <p:spPr>
          <a:xfrm>
            <a:off x="5042408" y="909828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3" name="Connector 3332"/>
          <p:cNvCxnSpPr/>
          <p:nvPr/>
        </p:nvCxnSpPr>
        <p:spPr>
          <a:xfrm>
            <a:off x="5056505" y="920114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4" name="Connector 3333"/>
          <p:cNvCxnSpPr/>
          <p:nvPr/>
        </p:nvCxnSpPr>
        <p:spPr>
          <a:xfrm flipH="1">
            <a:off x="5056505" y="93040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5" name="Connector 3334"/>
          <p:cNvCxnSpPr/>
          <p:nvPr/>
        </p:nvCxnSpPr>
        <p:spPr>
          <a:xfrm flipH="1">
            <a:off x="5042408" y="94068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6" name="Connector 3335"/>
          <p:cNvCxnSpPr/>
          <p:nvPr/>
        </p:nvCxnSpPr>
        <p:spPr>
          <a:xfrm flipH="1">
            <a:off x="501891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7" name="Connector 3336"/>
          <p:cNvCxnSpPr/>
          <p:nvPr/>
        </p:nvCxnSpPr>
        <p:spPr>
          <a:xfrm flipH="1">
            <a:off x="498602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8" name="Connector 3337"/>
          <p:cNvCxnSpPr/>
          <p:nvPr/>
        </p:nvCxnSpPr>
        <p:spPr>
          <a:xfrm flipH="1">
            <a:off x="4943729" y="97155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9" name="Connector 3338"/>
          <p:cNvCxnSpPr/>
          <p:nvPr/>
        </p:nvCxnSpPr>
        <p:spPr>
          <a:xfrm flipH="1">
            <a:off x="4892040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0" name="Connector 3339"/>
          <p:cNvCxnSpPr/>
          <p:nvPr/>
        </p:nvCxnSpPr>
        <p:spPr>
          <a:xfrm>
            <a:off x="4892040" y="868680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1" name="Connector 3340"/>
          <p:cNvCxnSpPr/>
          <p:nvPr/>
        </p:nvCxnSpPr>
        <p:spPr>
          <a:xfrm>
            <a:off x="4960492" y="889254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2" name="Connector 3341"/>
          <p:cNvCxnSpPr/>
          <p:nvPr/>
        </p:nvCxnSpPr>
        <p:spPr>
          <a:xfrm>
            <a:off x="5016500" y="90982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3" name="Connector 3342"/>
          <p:cNvCxnSpPr/>
          <p:nvPr/>
        </p:nvCxnSpPr>
        <p:spPr>
          <a:xfrm>
            <a:off x="506006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4" name="Connector 3343"/>
          <p:cNvCxnSpPr/>
          <p:nvPr/>
        </p:nvCxnSpPr>
        <p:spPr>
          <a:xfrm>
            <a:off x="5091176" y="95097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5" name="Connector 3344"/>
          <p:cNvCxnSpPr/>
          <p:nvPr/>
        </p:nvCxnSpPr>
        <p:spPr>
          <a:xfrm>
            <a:off x="5109844" y="97155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6" name="Connector 3345"/>
          <p:cNvCxnSpPr/>
          <p:nvPr/>
        </p:nvCxnSpPr>
        <p:spPr>
          <a:xfrm flipH="1">
            <a:off x="5109844" y="99212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7" name="Connector 3346"/>
          <p:cNvCxnSpPr/>
          <p:nvPr/>
        </p:nvCxnSpPr>
        <p:spPr>
          <a:xfrm flipH="1">
            <a:off x="5091176" y="1012698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8" name="Connector 3347"/>
          <p:cNvCxnSpPr/>
          <p:nvPr/>
        </p:nvCxnSpPr>
        <p:spPr>
          <a:xfrm flipH="1">
            <a:off x="506006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9" name="Connector 3348"/>
          <p:cNvCxnSpPr/>
          <p:nvPr/>
        </p:nvCxnSpPr>
        <p:spPr>
          <a:xfrm flipH="1">
            <a:off x="5016500" y="105384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0" name="Connector 3349"/>
          <p:cNvCxnSpPr/>
          <p:nvPr/>
        </p:nvCxnSpPr>
        <p:spPr>
          <a:xfrm flipH="1">
            <a:off x="4960492" y="1074420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1" name="Connector 3350"/>
          <p:cNvCxnSpPr/>
          <p:nvPr/>
        </p:nvCxnSpPr>
        <p:spPr>
          <a:xfrm flipH="1">
            <a:off x="4892040" y="1094994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2" name="Connector 3351"/>
          <p:cNvCxnSpPr/>
          <p:nvPr/>
        </p:nvCxnSpPr>
        <p:spPr>
          <a:xfrm>
            <a:off x="4892040" y="992124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3" name="Connector 3352"/>
          <p:cNvCxnSpPr/>
          <p:nvPr/>
        </p:nvCxnSpPr>
        <p:spPr>
          <a:xfrm>
            <a:off x="4943729" y="100241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4" name="Connector 3353"/>
          <p:cNvCxnSpPr/>
          <p:nvPr/>
        </p:nvCxnSpPr>
        <p:spPr>
          <a:xfrm>
            <a:off x="498602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5" name="Connector 3354"/>
          <p:cNvCxnSpPr/>
          <p:nvPr/>
        </p:nvCxnSpPr>
        <p:spPr>
          <a:xfrm>
            <a:off x="501891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6" name="Connector 3355"/>
          <p:cNvCxnSpPr/>
          <p:nvPr/>
        </p:nvCxnSpPr>
        <p:spPr>
          <a:xfrm>
            <a:off x="5042408" y="103327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7" name="Connector 3356"/>
          <p:cNvCxnSpPr/>
          <p:nvPr/>
        </p:nvCxnSpPr>
        <p:spPr>
          <a:xfrm>
            <a:off x="5056505" y="104355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8" name="Connector 3357"/>
          <p:cNvCxnSpPr/>
          <p:nvPr/>
        </p:nvCxnSpPr>
        <p:spPr>
          <a:xfrm flipH="1">
            <a:off x="5056505" y="105384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9" name="Connector 3358"/>
          <p:cNvCxnSpPr/>
          <p:nvPr/>
        </p:nvCxnSpPr>
        <p:spPr>
          <a:xfrm flipH="1">
            <a:off x="5042408" y="106413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0" name="Connector 3359"/>
          <p:cNvCxnSpPr/>
          <p:nvPr/>
        </p:nvCxnSpPr>
        <p:spPr>
          <a:xfrm flipH="1">
            <a:off x="501891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1" name="Connector 3360"/>
          <p:cNvCxnSpPr/>
          <p:nvPr/>
        </p:nvCxnSpPr>
        <p:spPr>
          <a:xfrm flipH="1">
            <a:off x="498602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2" name="Connector 3361"/>
          <p:cNvCxnSpPr/>
          <p:nvPr/>
        </p:nvCxnSpPr>
        <p:spPr>
          <a:xfrm flipH="1">
            <a:off x="4943729" y="109499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3" name="Connector 3362"/>
          <p:cNvCxnSpPr/>
          <p:nvPr/>
        </p:nvCxnSpPr>
        <p:spPr>
          <a:xfrm flipH="1">
            <a:off x="4892040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4" name="Connector 3363"/>
          <p:cNvCxnSpPr/>
          <p:nvPr/>
        </p:nvCxnSpPr>
        <p:spPr>
          <a:xfrm>
            <a:off x="7360920" y="25146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5" name="Connector 3364"/>
          <p:cNvCxnSpPr/>
          <p:nvPr/>
        </p:nvCxnSpPr>
        <p:spPr>
          <a:xfrm>
            <a:off x="7412609" y="26174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6" name="Connector 3365"/>
          <p:cNvCxnSpPr/>
          <p:nvPr/>
        </p:nvCxnSpPr>
        <p:spPr>
          <a:xfrm>
            <a:off x="745490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7" name="Connector 3366"/>
          <p:cNvCxnSpPr/>
          <p:nvPr/>
        </p:nvCxnSpPr>
        <p:spPr>
          <a:xfrm>
            <a:off x="748779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8" name="Connector 3367"/>
          <p:cNvCxnSpPr/>
          <p:nvPr/>
        </p:nvCxnSpPr>
        <p:spPr>
          <a:xfrm>
            <a:off x="7511288" y="292608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9" name="Connector 3368"/>
          <p:cNvCxnSpPr/>
          <p:nvPr/>
        </p:nvCxnSpPr>
        <p:spPr>
          <a:xfrm>
            <a:off x="7525384" y="302895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0" name="Connector 3369"/>
          <p:cNvCxnSpPr/>
          <p:nvPr/>
        </p:nvCxnSpPr>
        <p:spPr>
          <a:xfrm flipH="1">
            <a:off x="7525385" y="3131820"/>
            <a:ext cx="46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1" name="Connector 3370"/>
          <p:cNvCxnSpPr/>
          <p:nvPr/>
        </p:nvCxnSpPr>
        <p:spPr>
          <a:xfrm flipH="1">
            <a:off x="7511288" y="32346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2" name="Connector 3371"/>
          <p:cNvCxnSpPr/>
          <p:nvPr/>
        </p:nvCxnSpPr>
        <p:spPr>
          <a:xfrm flipH="1">
            <a:off x="748779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3" name="Connector 3372"/>
          <p:cNvCxnSpPr/>
          <p:nvPr/>
        </p:nvCxnSpPr>
        <p:spPr>
          <a:xfrm flipH="1">
            <a:off x="745490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4" name="Connector 3373"/>
          <p:cNvCxnSpPr/>
          <p:nvPr/>
        </p:nvCxnSpPr>
        <p:spPr>
          <a:xfrm flipH="1">
            <a:off x="7412609" y="35433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5" name="Connector 3374"/>
          <p:cNvCxnSpPr/>
          <p:nvPr/>
        </p:nvCxnSpPr>
        <p:spPr>
          <a:xfrm flipH="1">
            <a:off x="7360920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6" name="Connector 3375"/>
          <p:cNvCxnSpPr/>
          <p:nvPr/>
        </p:nvCxnSpPr>
        <p:spPr>
          <a:xfrm>
            <a:off x="7360920" y="251460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7" name="Connector 3376"/>
          <p:cNvCxnSpPr/>
          <p:nvPr/>
        </p:nvCxnSpPr>
        <p:spPr>
          <a:xfrm>
            <a:off x="7429373" y="2720339"/>
            <a:ext cx="56006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8" name="Connector 3377"/>
          <p:cNvCxnSpPr/>
          <p:nvPr/>
        </p:nvCxnSpPr>
        <p:spPr>
          <a:xfrm>
            <a:off x="7485379" y="292608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9" name="Connector 3378"/>
          <p:cNvCxnSpPr/>
          <p:nvPr/>
        </p:nvCxnSpPr>
        <p:spPr>
          <a:xfrm>
            <a:off x="752894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0" name="Connector 3379"/>
          <p:cNvCxnSpPr/>
          <p:nvPr/>
        </p:nvCxnSpPr>
        <p:spPr>
          <a:xfrm>
            <a:off x="7560056" y="33375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1" name="Connector 3380"/>
          <p:cNvCxnSpPr/>
          <p:nvPr/>
        </p:nvCxnSpPr>
        <p:spPr>
          <a:xfrm>
            <a:off x="7578724" y="3543300"/>
            <a:ext cx="622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2" name="Connector 3381"/>
          <p:cNvCxnSpPr/>
          <p:nvPr/>
        </p:nvCxnSpPr>
        <p:spPr>
          <a:xfrm flipH="1">
            <a:off x="7578724" y="374903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3" name="Connector 3382"/>
          <p:cNvCxnSpPr/>
          <p:nvPr/>
        </p:nvCxnSpPr>
        <p:spPr>
          <a:xfrm flipH="1">
            <a:off x="7560056" y="395478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4" name="Connector 3383"/>
          <p:cNvCxnSpPr/>
          <p:nvPr/>
        </p:nvCxnSpPr>
        <p:spPr>
          <a:xfrm flipH="1">
            <a:off x="752894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5" name="Connector 3384"/>
          <p:cNvCxnSpPr/>
          <p:nvPr/>
        </p:nvCxnSpPr>
        <p:spPr>
          <a:xfrm flipH="1">
            <a:off x="7485379" y="436626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6" name="Connector 3385"/>
          <p:cNvCxnSpPr/>
          <p:nvPr/>
        </p:nvCxnSpPr>
        <p:spPr>
          <a:xfrm flipH="1">
            <a:off x="7429373" y="457200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7" name="Connector 3386"/>
          <p:cNvCxnSpPr/>
          <p:nvPr/>
        </p:nvCxnSpPr>
        <p:spPr>
          <a:xfrm flipH="1">
            <a:off x="7360920" y="47777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8" name="Connector 3387"/>
          <p:cNvCxnSpPr/>
          <p:nvPr/>
        </p:nvCxnSpPr>
        <p:spPr>
          <a:xfrm>
            <a:off x="7360920" y="251460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9" name="Connector 3388"/>
          <p:cNvCxnSpPr/>
          <p:nvPr/>
        </p:nvCxnSpPr>
        <p:spPr>
          <a:xfrm>
            <a:off x="7446137" y="282320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0" name="Connector 3389"/>
          <p:cNvCxnSpPr/>
          <p:nvPr/>
        </p:nvCxnSpPr>
        <p:spPr>
          <a:xfrm>
            <a:off x="751586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1" name="Connector 3390"/>
          <p:cNvCxnSpPr/>
          <p:nvPr/>
        </p:nvCxnSpPr>
        <p:spPr>
          <a:xfrm>
            <a:off x="757008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2" name="Connector 3391"/>
          <p:cNvCxnSpPr/>
          <p:nvPr/>
        </p:nvCxnSpPr>
        <p:spPr>
          <a:xfrm>
            <a:off x="7608824" y="3749039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3" name="Connector 3392"/>
          <p:cNvCxnSpPr/>
          <p:nvPr/>
        </p:nvCxnSpPr>
        <p:spPr>
          <a:xfrm>
            <a:off x="7632064" y="405764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4" name="Connector 3393"/>
          <p:cNvCxnSpPr/>
          <p:nvPr/>
        </p:nvCxnSpPr>
        <p:spPr>
          <a:xfrm flipH="1">
            <a:off x="763206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5" name="Connector 3394"/>
          <p:cNvCxnSpPr/>
          <p:nvPr/>
        </p:nvCxnSpPr>
        <p:spPr>
          <a:xfrm flipH="1">
            <a:off x="7608824" y="467487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6" name="Connector 3395"/>
          <p:cNvCxnSpPr/>
          <p:nvPr/>
        </p:nvCxnSpPr>
        <p:spPr>
          <a:xfrm flipH="1">
            <a:off x="7570089" y="498348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7" name="Connector 3396"/>
          <p:cNvCxnSpPr/>
          <p:nvPr/>
        </p:nvCxnSpPr>
        <p:spPr>
          <a:xfrm flipH="1">
            <a:off x="7515860" y="529209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8" name="Connector 3397"/>
          <p:cNvCxnSpPr/>
          <p:nvPr/>
        </p:nvCxnSpPr>
        <p:spPr>
          <a:xfrm flipH="1">
            <a:off x="7446137" y="560070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9" name="Connector 3398"/>
          <p:cNvCxnSpPr/>
          <p:nvPr/>
        </p:nvCxnSpPr>
        <p:spPr>
          <a:xfrm flipH="1">
            <a:off x="7360920" y="590931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0" name="Connector 3399"/>
          <p:cNvCxnSpPr/>
          <p:nvPr/>
        </p:nvCxnSpPr>
        <p:spPr>
          <a:xfrm>
            <a:off x="7360920" y="251460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1" name="Connector 3400"/>
          <p:cNvCxnSpPr/>
          <p:nvPr/>
        </p:nvCxnSpPr>
        <p:spPr>
          <a:xfrm>
            <a:off x="7462901" y="292607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2" name="Connector 3401"/>
          <p:cNvCxnSpPr/>
          <p:nvPr/>
        </p:nvCxnSpPr>
        <p:spPr>
          <a:xfrm>
            <a:off x="754634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3" name="Connector 3402"/>
          <p:cNvCxnSpPr/>
          <p:nvPr/>
        </p:nvCxnSpPr>
        <p:spPr>
          <a:xfrm>
            <a:off x="761123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4" name="Connector 3403"/>
          <p:cNvCxnSpPr/>
          <p:nvPr/>
        </p:nvCxnSpPr>
        <p:spPr>
          <a:xfrm>
            <a:off x="7657592" y="416052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5" name="Connector 3404"/>
          <p:cNvCxnSpPr/>
          <p:nvPr/>
        </p:nvCxnSpPr>
        <p:spPr>
          <a:xfrm>
            <a:off x="7685404" y="45720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6" name="Connector 3405"/>
          <p:cNvCxnSpPr/>
          <p:nvPr/>
        </p:nvCxnSpPr>
        <p:spPr>
          <a:xfrm flipH="1">
            <a:off x="7685404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7" name="Connector 3406"/>
          <p:cNvCxnSpPr/>
          <p:nvPr/>
        </p:nvCxnSpPr>
        <p:spPr>
          <a:xfrm flipH="1">
            <a:off x="7657592" y="539496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8" name="Connector 3407"/>
          <p:cNvCxnSpPr/>
          <p:nvPr/>
        </p:nvCxnSpPr>
        <p:spPr>
          <a:xfrm flipH="1">
            <a:off x="7611237" y="580644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9" name="Connector 3408"/>
          <p:cNvCxnSpPr/>
          <p:nvPr/>
        </p:nvCxnSpPr>
        <p:spPr>
          <a:xfrm flipH="1">
            <a:off x="754634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0" name="Connector 3409"/>
          <p:cNvCxnSpPr/>
          <p:nvPr/>
        </p:nvCxnSpPr>
        <p:spPr>
          <a:xfrm flipH="1">
            <a:off x="7462901" y="662940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1" name="Connector 3410"/>
          <p:cNvCxnSpPr/>
          <p:nvPr/>
        </p:nvCxnSpPr>
        <p:spPr>
          <a:xfrm flipH="1">
            <a:off x="7360920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2" name="Connector 3411"/>
          <p:cNvCxnSpPr/>
          <p:nvPr/>
        </p:nvCxnSpPr>
        <p:spPr>
          <a:xfrm>
            <a:off x="7360920" y="2514600"/>
            <a:ext cx="11874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3" name="Connector 3412"/>
          <p:cNvCxnSpPr/>
          <p:nvPr/>
        </p:nvCxnSpPr>
        <p:spPr>
          <a:xfrm>
            <a:off x="7479664" y="3028949"/>
            <a:ext cx="9715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4" name="Connector 3413"/>
          <p:cNvCxnSpPr/>
          <p:nvPr/>
        </p:nvCxnSpPr>
        <p:spPr>
          <a:xfrm>
            <a:off x="757682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5" name="Connector 3414"/>
          <p:cNvCxnSpPr/>
          <p:nvPr/>
        </p:nvCxnSpPr>
        <p:spPr>
          <a:xfrm>
            <a:off x="765238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6" name="Connector 3415"/>
          <p:cNvCxnSpPr/>
          <p:nvPr/>
        </p:nvCxnSpPr>
        <p:spPr>
          <a:xfrm>
            <a:off x="7706360" y="457200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7" name="Connector 3416"/>
          <p:cNvCxnSpPr/>
          <p:nvPr/>
        </p:nvCxnSpPr>
        <p:spPr>
          <a:xfrm>
            <a:off x="7738744" y="508635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8" name="Connector 3417"/>
          <p:cNvCxnSpPr/>
          <p:nvPr/>
        </p:nvCxnSpPr>
        <p:spPr>
          <a:xfrm flipH="1">
            <a:off x="7738744" y="560070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9" name="Connector 3418"/>
          <p:cNvCxnSpPr/>
          <p:nvPr/>
        </p:nvCxnSpPr>
        <p:spPr>
          <a:xfrm flipH="1">
            <a:off x="7706360" y="611505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0" name="Connector 3419"/>
          <p:cNvCxnSpPr/>
          <p:nvPr/>
        </p:nvCxnSpPr>
        <p:spPr>
          <a:xfrm flipH="1">
            <a:off x="765238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1" name="Connector 3420"/>
          <p:cNvCxnSpPr/>
          <p:nvPr/>
        </p:nvCxnSpPr>
        <p:spPr>
          <a:xfrm flipH="1">
            <a:off x="757682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2" name="Connector 3421"/>
          <p:cNvCxnSpPr/>
          <p:nvPr/>
        </p:nvCxnSpPr>
        <p:spPr>
          <a:xfrm flipH="1">
            <a:off x="7479664" y="7658100"/>
            <a:ext cx="9715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3" name="Connector 3422"/>
          <p:cNvCxnSpPr/>
          <p:nvPr/>
        </p:nvCxnSpPr>
        <p:spPr>
          <a:xfrm flipH="1">
            <a:off x="7360920" y="8172450"/>
            <a:ext cx="11874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4" name="Connector 3423"/>
          <p:cNvCxnSpPr/>
          <p:nvPr/>
        </p:nvCxnSpPr>
        <p:spPr>
          <a:xfrm>
            <a:off x="7360920" y="2514600"/>
            <a:ext cx="13550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5" name="Connector 3424"/>
          <p:cNvCxnSpPr/>
          <p:nvPr/>
        </p:nvCxnSpPr>
        <p:spPr>
          <a:xfrm>
            <a:off x="7496429" y="3131819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6" name="Connector 3425"/>
          <p:cNvCxnSpPr/>
          <p:nvPr/>
        </p:nvCxnSpPr>
        <p:spPr>
          <a:xfrm>
            <a:off x="760730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7" name="Connector 3426"/>
          <p:cNvCxnSpPr/>
          <p:nvPr/>
        </p:nvCxnSpPr>
        <p:spPr>
          <a:xfrm>
            <a:off x="769353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8" name="Connector 3427"/>
          <p:cNvCxnSpPr/>
          <p:nvPr/>
        </p:nvCxnSpPr>
        <p:spPr>
          <a:xfrm>
            <a:off x="775512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9" name="Connector 3428"/>
          <p:cNvCxnSpPr/>
          <p:nvPr/>
        </p:nvCxnSpPr>
        <p:spPr>
          <a:xfrm>
            <a:off x="779208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0" name="Connector 3429"/>
          <p:cNvCxnSpPr/>
          <p:nvPr/>
        </p:nvCxnSpPr>
        <p:spPr>
          <a:xfrm flipH="1">
            <a:off x="779208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1" name="Connector 3430"/>
          <p:cNvCxnSpPr/>
          <p:nvPr/>
        </p:nvCxnSpPr>
        <p:spPr>
          <a:xfrm flipH="1">
            <a:off x="775512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2" name="Connector 3431"/>
          <p:cNvCxnSpPr/>
          <p:nvPr/>
        </p:nvCxnSpPr>
        <p:spPr>
          <a:xfrm flipH="1">
            <a:off x="769353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3" name="Connector 3432"/>
          <p:cNvCxnSpPr/>
          <p:nvPr/>
        </p:nvCxnSpPr>
        <p:spPr>
          <a:xfrm flipH="1">
            <a:off x="760730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4" name="Connector 3433"/>
          <p:cNvCxnSpPr/>
          <p:nvPr/>
        </p:nvCxnSpPr>
        <p:spPr>
          <a:xfrm flipH="1">
            <a:off x="749642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5" name="Connector 3434"/>
          <p:cNvCxnSpPr/>
          <p:nvPr/>
        </p:nvCxnSpPr>
        <p:spPr>
          <a:xfrm flipH="1">
            <a:off x="736092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6" name="Connector 3435"/>
          <p:cNvCxnSpPr/>
          <p:nvPr/>
        </p:nvCxnSpPr>
        <p:spPr>
          <a:xfrm>
            <a:off x="7360920" y="2514600"/>
            <a:ext cx="15227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7" name="Connector 3436"/>
          <p:cNvCxnSpPr/>
          <p:nvPr/>
        </p:nvCxnSpPr>
        <p:spPr>
          <a:xfrm>
            <a:off x="7513193" y="3234689"/>
            <a:ext cx="124587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8" name="Connector 3437"/>
          <p:cNvCxnSpPr/>
          <p:nvPr/>
        </p:nvCxnSpPr>
        <p:spPr>
          <a:xfrm>
            <a:off x="763778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9" name="Connector 3438"/>
          <p:cNvCxnSpPr/>
          <p:nvPr/>
        </p:nvCxnSpPr>
        <p:spPr>
          <a:xfrm>
            <a:off x="773468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0" name="Connector 3439"/>
          <p:cNvCxnSpPr/>
          <p:nvPr/>
        </p:nvCxnSpPr>
        <p:spPr>
          <a:xfrm>
            <a:off x="780389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1" name="Connector 3440"/>
          <p:cNvCxnSpPr/>
          <p:nvPr/>
        </p:nvCxnSpPr>
        <p:spPr>
          <a:xfrm>
            <a:off x="784542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2" name="Connector 3441"/>
          <p:cNvCxnSpPr/>
          <p:nvPr/>
        </p:nvCxnSpPr>
        <p:spPr>
          <a:xfrm flipH="1">
            <a:off x="7845425" y="6835140"/>
            <a:ext cx="1384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3" name="Connector 3442"/>
          <p:cNvCxnSpPr/>
          <p:nvPr/>
        </p:nvCxnSpPr>
        <p:spPr>
          <a:xfrm flipH="1">
            <a:off x="7803896" y="7555229"/>
            <a:ext cx="41529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4" name="Connector 3443"/>
          <p:cNvCxnSpPr/>
          <p:nvPr/>
        </p:nvCxnSpPr>
        <p:spPr>
          <a:xfrm flipH="1">
            <a:off x="773468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5" name="Connector 3444"/>
          <p:cNvCxnSpPr/>
          <p:nvPr/>
        </p:nvCxnSpPr>
        <p:spPr>
          <a:xfrm flipH="1">
            <a:off x="763778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6" name="Connector 3445"/>
          <p:cNvCxnSpPr/>
          <p:nvPr/>
        </p:nvCxnSpPr>
        <p:spPr>
          <a:xfrm flipH="1">
            <a:off x="7513193" y="9715500"/>
            <a:ext cx="124587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7" name="Connector 3446"/>
          <p:cNvCxnSpPr/>
          <p:nvPr/>
        </p:nvCxnSpPr>
        <p:spPr>
          <a:xfrm flipH="1">
            <a:off x="7360920" y="10435589"/>
            <a:ext cx="15227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8" name="Connector 3447"/>
          <p:cNvCxnSpPr/>
          <p:nvPr/>
        </p:nvCxnSpPr>
        <p:spPr>
          <a:xfrm>
            <a:off x="7360920" y="3749039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9" name="Connector 3448"/>
          <p:cNvCxnSpPr/>
          <p:nvPr/>
        </p:nvCxnSpPr>
        <p:spPr>
          <a:xfrm>
            <a:off x="7412609" y="38519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0" name="Connector 3449"/>
          <p:cNvCxnSpPr/>
          <p:nvPr/>
        </p:nvCxnSpPr>
        <p:spPr>
          <a:xfrm>
            <a:off x="745490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1" name="Connector 3450"/>
          <p:cNvCxnSpPr/>
          <p:nvPr/>
        </p:nvCxnSpPr>
        <p:spPr>
          <a:xfrm>
            <a:off x="748779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2" name="Connector 3451"/>
          <p:cNvCxnSpPr/>
          <p:nvPr/>
        </p:nvCxnSpPr>
        <p:spPr>
          <a:xfrm>
            <a:off x="7511288" y="41605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3" name="Connector 3452"/>
          <p:cNvCxnSpPr/>
          <p:nvPr/>
        </p:nvCxnSpPr>
        <p:spPr>
          <a:xfrm>
            <a:off x="7525384" y="42633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4" name="Connector 3453"/>
          <p:cNvCxnSpPr/>
          <p:nvPr/>
        </p:nvCxnSpPr>
        <p:spPr>
          <a:xfrm flipH="1">
            <a:off x="7525385" y="4366260"/>
            <a:ext cx="46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5" name="Connector 3454"/>
          <p:cNvCxnSpPr/>
          <p:nvPr/>
        </p:nvCxnSpPr>
        <p:spPr>
          <a:xfrm flipH="1">
            <a:off x="7511288" y="44691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6" name="Connector 3455"/>
          <p:cNvCxnSpPr/>
          <p:nvPr/>
        </p:nvCxnSpPr>
        <p:spPr>
          <a:xfrm flipH="1">
            <a:off x="748779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7" name="Connector 3456"/>
          <p:cNvCxnSpPr/>
          <p:nvPr/>
        </p:nvCxnSpPr>
        <p:spPr>
          <a:xfrm flipH="1">
            <a:off x="745490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8" name="Connector 3457"/>
          <p:cNvCxnSpPr/>
          <p:nvPr/>
        </p:nvCxnSpPr>
        <p:spPr>
          <a:xfrm flipH="1">
            <a:off x="7412609" y="47777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9" name="Connector 3458"/>
          <p:cNvCxnSpPr/>
          <p:nvPr/>
        </p:nvCxnSpPr>
        <p:spPr>
          <a:xfrm flipH="1">
            <a:off x="7360920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0" name="Connector 3459"/>
          <p:cNvCxnSpPr/>
          <p:nvPr/>
        </p:nvCxnSpPr>
        <p:spPr>
          <a:xfrm>
            <a:off x="7360920" y="3749039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1" name="Connector 3460"/>
          <p:cNvCxnSpPr/>
          <p:nvPr/>
        </p:nvCxnSpPr>
        <p:spPr>
          <a:xfrm>
            <a:off x="7429373" y="3954779"/>
            <a:ext cx="56006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2" name="Connector 3461"/>
          <p:cNvCxnSpPr/>
          <p:nvPr/>
        </p:nvCxnSpPr>
        <p:spPr>
          <a:xfrm>
            <a:off x="7485379" y="416052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3" name="Connector 3462"/>
          <p:cNvCxnSpPr/>
          <p:nvPr/>
        </p:nvCxnSpPr>
        <p:spPr>
          <a:xfrm>
            <a:off x="752894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4" name="Connector 3463"/>
          <p:cNvCxnSpPr/>
          <p:nvPr/>
        </p:nvCxnSpPr>
        <p:spPr>
          <a:xfrm>
            <a:off x="7560056" y="45720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5" name="Connector 3464"/>
          <p:cNvCxnSpPr/>
          <p:nvPr/>
        </p:nvCxnSpPr>
        <p:spPr>
          <a:xfrm>
            <a:off x="7578724" y="47777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6" name="Connector 3465"/>
          <p:cNvCxnSpPr/>
          <p:nvPr/>
        </p:nvCxnSpPr>
        <p:spPr>
          <a:xfrm flipH="1">
            <a:off x="7578724" y="498348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7" name="Connector 3466"/>
          <p:cNvCxnSpPr/>
          <p:nvPr/>
        </p:nvCxnSpPr>
        <p:spPr>
          <a:xfrm flipH="1">
            <a:off x="7560056" y="518922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8" name="Connector 3467"/>
          <p:cNvCxnSpPr/>
          <p:nvPr/>
        </p:nvCxnSpPr>
        <p:spPr>
          <a:xfrm flipH="1">
            <a:off x="752894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9" name="Connector 3468"/>
          <p:cNvCxnSpPr/>
          <p:nvPr/>
        </p:nvCxnSpPr>
        <p:spPr>
          <a:xfrm flipH="1">
            <a:off x="7485379" y="560070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0" name="Connector 3469"/>
          <p:cNvCxnSpPr/>
          <p:nvPr/>
        </p:nvCxnSpPr>
        <p:spPr>
          <a:xfrm flipH="1">
            <a:off x="7429373" y="580644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1" name="Connector 3470"/>
          <p:cNvCxnSpPr/>
          <p:nvPr/>
        </p:nvCxnSpPr>
        <p:spPr>
          <a:xfrm flipH="1">
            <a:off x="7360920" y="601218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2" name="Connector 3471"/>
          <p:cNvCxnSpPr/>
          <p:nvPr/>
        </p:nvCxnSpPr>
        <p:spPr>
          <a:xfrm>
            <a:off x="7360920" y="3749039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3" name="Connector 3472"/>
          <p:cNvCxnSpPr/>
          <p:nvPr/>
        </p:nvCxnSpPr>
        <p:spPr>
          <a:xfrm>
            <a:off x="7446137" y="405764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4" name="Connector 3473"/>
          <p:cNvCxnSpPr/>
          <p:nvPr/>
        </p:nvCxnSpPr>
        <p:spPr>
          <a:xfrm>
            <a:off x="751586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5" name="Connector 3474"/>
          <p:cNvCxnSpPr/>
          <p:nvPr/>
        </p:nvCxnSpPr>
        <p:spPr>
          <a:xfrm>
            <a:off x="757008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6" name="Connector 3475"/>
          <p:cNvCxnSpPr/>
          <p:nvPr/>
        </p:nvCxnSpPr>
        <p:spPr>
          <a:xfrm>
            <a:off x="7608824" y="4983480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7" name="Connector 3476"/>
          <p:cNvCxnSpPr/>
          <p:nvPr/>
        </p:nvCxnSpPr>
        <p:spPr>
          <a:xfrm>
            <a:off x="7632064" y="5292090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8" name="Connector 3477"/>
          <p:cNvCxnSpPr/>
          <p:nvPr/>
        </p:nvCxnSpPr>
        <p:spPr>
          <a:xfrm flipH="1">
            <a:off x="763206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9" name="Connector 3478"/>
          <p:cNvCxnSpPr/>
          <p:nvPr/>
        </p:nvCxnSpPr>
        <p:spPr>
          <a:xfrm flipH="1">
            <a:off x="7608824" y="590931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0" name="Connector 3479"/>
          <p:cNvCxnSpPr/>
          <p:nvPr/>
        </p:nvCxnSpPr>
        <p:spPr>
          <a:xfrm flipH="1">
            <a:off x="7570089" y="621792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1" name="Connector 3480"/>
          <p:cNvCxnSpPr/>
          <p:nvPr/>
        </p:nvCxnSpPr>
        <p:spPr>
          <a:xfrm flipH="1">
            <a:off x="7515860" y="652653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2" name="Connector 3481"/>
          <p:cNvCxnSpPr/>
          <p:nvPr/>
        </p:nvCxnSpPr>
        <p:spPr>
          <a:xfrm flipH="1">
            <a:off x="7446137" y="683514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3" name="Connector 3482"/>
          <p:cNvCxnSpPr/>
          <p:nvPr/>
        </p:nvCxnSpPr>
        <p:spPr>
          <a:xfrm flipH="1">
            <a:off x="7360920" y="714375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4" name="Connector 3483"/>
          <p:cNvCxnSpPr/>
          <p:nvPr/>
        </p:nvCxnSpPr>
        <p:spPr>
          <a:xfrm>
            <a:off x="7360920" y="374903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5" name="Connector 3484"/>
          <p:cNvCxnSpPr/>
          <p:nvPr/>
        </p:nvCxnSpPr>
        <p:spPr>
          <a:xfrm>
            <a:off x="7462901" y="416052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6" name="Connector 3485"/>
          <p:cNvCxnSpPr/>
          <p:nvPr/>
        </p:nvCxnSpPr>
        <p:spPr>
          <a:xfrm>
            <a:off x="754634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7" name="Connector 3486"/>
          <p:cNvCxnSpPr/>
          <p:nvPr/>
        </p:nvCxnSpPr>
        <p:spPr>
          <a:xfrm>
            <a:off x="761123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8" name="Connector 3487"/>
          <p:cNvCxnSpPr/>
          <p:nvPr/>
        </p:nvCxnSpPr>
        <p:spPr>
          <a:xfrm>
            <a:off x="7657592" y="539496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9" name="Connector 3488"/>
          <p:cNvCxnSpPr/>
          <p:nvPr/>
        </p:nvCxnSpPr>
        <p:spPr>
          <a:xfrm>
            <a:off x="7685404" y="580643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0" name="Connector 3489"/>
          <p:cNvCxnSpPr/>
          <p:nvPr/>
        </p:nvCxnSpPr>
        <p:spPr>
          <a:xfrm flipH="1">
            <a:off x="7685404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1" name="Connector 3490"/>
          <p:cNvCxnSpPr/>
          <p:nvPr/>
        </p:nvCxnSpPr>
        <p:spPr>
          <a:xfrm flipH="1">
            <a:off x="7657592" y="662940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2" name="Connector 3491"/>
          <p:cNvCxnSpPr/>
          <p:nvPr/>
        </p:nvCxnSpPr>
        <p:spPr>
          <a:xfrm flipH="1">
            <a:off x="7611237" y="70408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3" name="Connector 3492"/>
          <p:cNvCxnSpPr/>
          <p:nvPr/>
        </p:nvCxnSpPr>
        <p:spPr>
          <a:xfrm flipH="1">
            <a:off x="754634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4" name="Connector 3493"/>
          <p:cNvCxnSpPr/>
          <p:nvPr/>
        </p:nvCxnSpPr>
        <p:spPr>
          <a:xfrm flipH="1">
            <a:off x="7462901" y="786384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5" name="Connector 3494"/>
          <p:cNvCxnSpPr/>
          <p:nvPr/>
        </p:nvCxnSpPr>
        <p:spPr>
          <a:xfrm flipH="1">
            <a:off x="7360920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6" name="Connector 3495"/>
          <p:cNvCxnSpPr/>
          <p:nvPr/>
        </p:nvCxnSpPr>
        <p:spPr>
          <a:xfrm>
            <a:off x="7360920" y="3749039"/>
            <a:ext cx="118744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7" name="Connector 3496"/>
          <p:cNvCxnSpPr/>
          <p:nvPr/>
        </p:nvCxnSpPr>
        <p:spPr>
          <a:xfrm>
            <a:off x="7479664" y="4263390"/>
            <a:ext cx="9715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8" name="Connector 3497"/>
          <p:cNvCxnSpPr/>
          <p:nvPr/>
        </p:nvCxnSpPr>
        <p:spPr>
          <a:xfrm>
            <a:off x="757682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9" name="Connector 3498"/>
          <p:cNvCxnSpPr/>
          <p:nvPr/>
        </p:nvCxnSpPr>
        <p:spPr>
          <a:xfrm>
            <a:off x="765238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0" name="Connector 3499"/>
          <p:cNvCxnSpPr/>
          <p:nvPr/>
        </p:nvCxnSpPr>
        <p:spPr>
          <a:xfrm>
            <a:off x="7706360" y="580644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1" name="Connector 3500"/>
          <p:cNvCxnSpPr/>
          <p:nvPr/>
        </p:nvCxnSpPr>
        <p:spPr>
          <a:xfrm>
            <a:off x="7738744" y="632078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2" name="Connector 3501"/>
          <p:cNvCxnSpPr/>
          <p:nvPr/>
        </p:nvCxnSpPr>
        <p:spPr>
          <a:xfrm flipH="1">
            <a:off x="7738744" y="683514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3" name="Connector 3502"/>
          <p:cNvCxnSpPr/>
          <p:nvPr/>
        </p:nvCxnSpPr>
        <p:spPr>
          <a:xfrm flipH="1">
            <a:off x="7706360" y="734949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4" name="Connector 3503"/>
          <p:cNvCxnSpPr/>
          <p:nvPr/>
        </p:nvCxnSpPr>
        <p:spPr>
          <a:xfrm flipH="1">
            <a:off x="765238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5" name="Connector 3504"/>
          <p:cNvCxnSpPr/>
          <p:nvPr/>
        </p:nvCxnSpPr>
        <p:spPr>
          <a:xfrm flipH="1">
            <a:off x="757682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6" name="Connector 3505"/>
          <p:cNvCxnSpPr/>
          <p:nvPr/>
        </p:nvCxnSpPr>
        <p:spPr>
          <a:xfrm flipH="1">
            <a:off x="7479664" y="8892540"/>
            <a:ext cx="9715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7" name="Connector 3506"/>
          <p:cNvCxnSpPr/>
          <p:nvPr/>
        </p:nvCxnSpPr>
        <p:spPr>
          <a:xfrm flipH="1">
            <a:off x="7360920" y="9406890"/>
            <a:ext cx="11874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8" name="Connector 3507"/>
          <p:cNvCxnSpPr/>
          <p:nvPr/>
        </p:nvCxnSpPr>
        <p:spPr>
          <a:xfrm>
            <a:off x="7360920" y="3749039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9" name="Connector 3508"/>
          <p:cNvCxnSpPr/>
          <p:nvPr/>
        </p:nvCxnSpPr>
        <p:spPr>
          <a:xfrm>
            <a:off x="7496429" y="4366259"/>
            <a:ext cx="110871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0" name="Connector 3509"/>
          <p:cNvCxnSpPr/>
          <p:nvPr/>
        </p:nvCxnSpPr>
        <p:spPr>
          <a:xfrm>
            <a:off x="760730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1" name="Connector 3510"/>
          <p:cNvCxnSpPr/>
          <p:nvPr/>
        </p:nvCxnSpPr>
        <p:spPr>
          <a:xfrm>
            <a:off x="769353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2" name="Connector 3511"/>
          <p:cNvCxnSpPr/>
          <p:nvPr/>
        </p:nvCxnSpPr>
        <p:spPr>
          <a:xfrm>
            <a:off x="775512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3" name="Connector 3512"/>
          <p:cNvCxnSpPr/>
          <p:nvPr/>
        </p:nvCxnSpPr>
        <p:spPr>
          <a:xfrm>
            <a:off x="779208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4" name="Connector 3513"/>
          <p:cNvCxnSpPr/>
          <p:nvPr/>
        </p:nvCxnSpPr>
        <p:spPr>
          <a:xfrm flipH="1">
            <a:off x="779208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5" name="Connector 3514"/>
          <p:cNvCxnSpPr/>
          <p:nvPr/>
        </p:nvCxnSpPr>
        <p:spPr>
          <a:xfrm flipH="1">
            <a:off x="775512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6" name="Connector 3515"/>
          <p:cNvCxnSpPr/>
          <p:nvPr/>
        </p:nvCxnSpPr>
        <p:spPr>
          <a:xfrm flipH="1">
            <a:off x="769353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7" name="Connector 3516"/>
          <p:cNvCxnSpPr/>
          <p:nvPr/>
        </p:nvCxnSpPr>
        <p:spPr>
          <a:xfrm flipH="1">
            <a:off x="760730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8" name="Connector 3517"/>
          <p:cNvCxnSpPr/>
          <p:nvPr/>
        </p:nvCxnSpPr>
        <p:spPr>
          <a:xfrm flipH="1">
            <a:off x="749642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9" name="Connector 3518"/>
          <p:cNvCxnSpPr/>
          <p:nvPr/>
        </p:nvCxnSpPr>
        <p:spPr>
          <a:xfrm flipH="1">
            <a:off x="736092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0" name="Connector 3519"/>
          <p:cNvCxnSpPr/>
          <p:nvPr/>
        </p:nvCxnSpPr>
        <p:spPr>
          <a:xfrm>
            <a:off x="7360920" y="498348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1" name="Connector 3520"/>
          <p:cNvCxnSpPr/>
          <p:nvPr/>
        </p:nvCxnSpPr>
        <p:spPr>
          <a:xfrm>
            <a:off x="7412609" y="508634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2" name="Connector 3521"/>
          <p:cNvCxnSpPr/>
          <p:nvPr/>
        </p:nvCxnSpPr>
        <p:spPr>
          <a:xfrm>
            <a:off x="745490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3" name="Connector 3522"/>
          <p:cNvCxnSpPr/>
          <p:nvPr/>
        </p:nvCxnSpPr>
        <p:spPr>
          <a:xfrm>
            <a:off x="748779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4" name="Connector 3523"/>
          <p:cNvCxnSpPr/>
          <p:nvPr/>
        </p:nvCxnSpPr>
        <p:spPr>
          <a:xfrm>
            <a:off x="7511288" y="539496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5" name="Connector 3524"/>
          <p:cNvCxnSpPr/>
          <p:nvPr/>
        </p:nvCxnSpPr>
        <p:spPr>
          <a:xfrm>
            <a:off x="7525384" y="549782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6" name="Connector 3525"/>
          <p:cNvCxnSpPr/>
          <p:nvPr/>
        </p:nvCxnSpPr>
        <p:spPr>
          <a:xfrm flipH="1">
            <a:off x="7525385" y="5600700"/>
            <a:ext cx="46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7" name="Connector 3526"/>
          <p:cNvCxnSpPr/>
          <p:nvPr/>
        </p:nvCxnSpPr>
        <p:spPr>
          <a:xfrm flipH="1">
            <a:off x="7511288" y="570357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8" name="Connector 3527"/>
          <p:cNvCxnSpPr/>
          <p:nvPr/>
        </p:nvCxnSpPr>
        <p:spPr>
          <a:xfrm flipH="1">
            <a:off x="748779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9" name="Connector 3528"/>
          <p:cNvCxnSpPr/>
          <p:nvPr/>
        </p:nvCxnSpPr>
        <p:spPr>
          <a:xfrm flipH="1">
            <a:off x="745490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0" name="Connector 3529"/>
          <p:cNvCxnSpPr/>
          <p:nvPr/>
        </p:nvCxnSpPr>
        <p:spPr>
          <a:xfrm flipH="1">
            <a:off x="7412609" y="601218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1" name="Connector 3530"/>
          <p:cNvCxnSpPr/>
          <p:nvPr/>
        </p:nvCxnSpPr>
        <p:spPr>
          <a:xfrm flipH="1">
            <a:off x="7360920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2" name="Connector 3531"/>
          <p:cNvCxnSpPr/>
          <p:nvPr/>
        </p:nvCxnSpPr>
        <p:spPr>
          <a:xfrm>
            <a:off x="7360920" y="498348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3" name="Connector 3532"/>
          <p:cNvCxnSpPr/>
          <p:nvPr/>
        </p:nvCxnSpPr>
        <p:spPr>
          <a:xfrm>
            <a:off x="7429373" y="5189219"/>
            <a:ext cx="56006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4" name="Connector 3533"/>
          <p:cNvCxnSpPr/>
          <p:nvPr/>
        </p:nvCxnSpPr>
        <p:spPr>
          <a:xfrm>
            <a:off x="7485379" y="539496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5" name="Connector 3534"/>
          <p:cNvCxnSpPr/>
          <p:nvPr/>
        </p:nvCxnSpPr>
        <p:spPr>
          <a:xfrm>
            <a:off x="752894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6" name="Connector 3535"/>
          <p:cNvCxnSpPr/>
          <p:nvPr/>
        </p:nvCxnSpPr>
        <p:spPr>
          <a:xfrm>
            <a:off x="7560056" y="580644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7" name="Connector 3536"/>
          <p:cNvCxnSpPr/>
          <p:nvPr/>
        </p:nvCxnSpPr>
        <p:spPr>
          <a:xfrm>
            <a:off x="7578724" y="601217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8" name="Connector 3537"/>
          <p:cNvCxnSpPr/>
          <p:nvPr/>
        </p:nvCxnSpPr>
        <p:spPr>
          <a:xfrm flipH="1">
            <a:off x="7578724" y="621792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9" name="Connector 3538"/>
          <p:cNvCxnSpPr/>
          <p:nvPr/>
        </p:nvCxnSpPr>
        <p:spPr>
          <a:xfrm flipH="1">
            <a:off x="7560056" y="64236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0" name="Connector 3539"/>
          <p:cNvCxnSpPr/>
          <p:nvPr/>
        </p:nvCxnSpPr>
        <p:spPr>
          <a:xfrm flipH="1">
            <a:off x="752894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1" name="Connector 3540"/>
          <p:cNvCxnSpPr/>
          <p:nvPr/>
        </p:nvCxnSpPr>
        <p:spPr>
          <a:xfrm flipH="1">
            <a:off x="7485379" y="683514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2" name="Connector 3541"/>
          <p:cNvCxnSpPr/>
          <p:nvPr/>
        </p:nvCxnSpPr>
        <p:spPr>
          <a:xfrm flipH="1">
            <a:off x="7429373" y="704088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3" name="Connector 3542"/>
          <p:cNvCxnSpPr/>
          <p:nvPr/>
        </p:nvCxnSpPr>
        <p:spPr>
          <a:xfrm flipH="1">
            <a:off x="7360920" y="724662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4" name="Connector 3543"/>
          <p:cNvCxnSpPr/>
          <p:nvPr/>
        </p:nvCxnSpPr>
        <p:spPr>
          <a:xfrm>
            <a:off x="7360920" y="498348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5" name="Connector 3544"/>
          <p:cNvCxnSpPr/>
          <p:nvPr/>
        </p:nvCxnSpPr>
        <p:spPr>
          <a:xfrm>
            <a:off x="7446137" y="529208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6" name="Connector 3545"/>
          <p:cNvCxnSpPr/>
          <p:nvPr/>
        </p:nvCxnSpPr>
        <p:spPr>
          <a:xfrm>
            <a:off x="751586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7" name="Connector 3546"/>
          <p:cNvCxnSpPr/>
          <p:nvPr/>
        </p:nvCxnSpPr>
        <p:spPr>
          <a:xfrm>
            <a:off x="757008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8" name="Connector 3547"/>
          <p:cNvCxnSpPr/>
          <p:nvPr/>
        </p:nvCxnSpPr>
        <p:spPr>
          <a:xfrm>
            <a:off x="7608824" y="621792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9" name="Connector 3548"/>
          <p:cNvCxnSpPr/>
          <p:nvPr/>
        </p:nvCxnSpPr>
        <p:spPr>
          <a:xfrm>
            <a:off x="7632064" y="652652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0" name="Connector 3549"/>
          <p:cNvCxnSpPr/>
          <p:nvPr/>
        </p:nvCxnSpPr>
        <p:spPr>
          <a:xfrm flipH="1">
            <a:off x="763206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1" name="Connector 3550"/>
          <p:cNvCxnSpPr/>
          <p:nvPr/>
        </p:nvCxnSpPr>
        <p:spPr>
          <a:xfrm flipH="1">
            <a:off x="7608824" y="714375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2" name="Connector 3551"/>
          <p:cNvCxnSpPr/>
          <p:nvPr/>
        </p:nvCxnSpPr>
        <p:spPr>
          <a:xfrm flipH="1">
            <a:off x="7570089" y="745236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3" name="Connector 3552"/>
          <p:cNvCxnSpPr/>
          <p:nvPr/>
        </p:nvCxnSpPr>
        <p:spPr>
          <a:xfrm flipH="1">
            <a:off x="7515860" y="7760970"/>
            <a:ext cx="54229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4" name="Connector 3553"/>
          <p:cNvCxnSpPr/>
          <p:nvPr/>
        </p:nvCxnSpPr>
        <p:spPr>
          <a:xfrm flipH="1">
            <a:off x="7446137" y="806957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5" name="Connector 3554"/>
          <p:cNvCxnSpPr/>
          <p:nvPr/>
        </p:nvCxnSpPr>
        <p:spPr>
          <a:xfrm flipH="1">
            <a:off x="7360920" y="837819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6" name="Connector 3555"/>
          <p:cNvCxnSpPr/>
          <p:nvPr/>
        </p:nvCxnSpPr>
        <p:spPr>
          <a:xfrm>
            <a:off x="7360920" y="498348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7" name="Connector 3556"/>
          <p:cNvCxnSpPr/>
          <p:nvPr/>
        </p:nvCxnSpPr>
        <p:spPr>
          <a:xfrm>
            <a:off x="7462901" y="539495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8" name="Connector 3557"/>
          <p:cNvCxnSpPr/>
          <p:nvPr/>
        </p:nvCxnSpPr>
        <p:spPr>
          <a:xfrm>
            <a:off x="754634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9" name="Connector 3558"/>
          <p:cNvCxnSpPr/>
          <p:nvPr/>
        </p:nvCxnSpPr>
        <p:spPr>
          <a:xfrm>
            <a:off x="761123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0" name="Connector 3559"/>
          <p:cNvCxnSpPr/>
          <p:nvPr/>
        </p:nvCxnSpPr>
        <p:spPr>
          <a:xfrm>
            <a:off x="7657592" y="662940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1" name="Connector 3560"/>
          <p:cNvCxnSpPr/>
          <p:nvPr/>
        </p:nvCxnSpPr>
        <p:spPr>
          <a:xfrm>
            <a:off x="7685404" y="704087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2" name="Connector 3561"/>
          <p:cNvCxnSpPr/>
          <p:nvPr/>
        </p:nvCxnSpPr>
        <p:spPr>
          <a:xfrm flipH="1">
            <a:off x="7685404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3" name="Connector 3562"/>
          <p:cNvCxnSpPr/>
          <p:nvPr/>
        </p:nvCxnSpPr>
        <p:spPr>
          <a:xfrm flipH="1">
            <a:off x="7657592" y="786384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4" name="Connector 3563"/>
          <p:cNvCxnSpPr/>
          <p:nvPr/>
        </p:nvCxnSpPr>
        <p:spPr>
          <a:xfrm flipH="1">
            <a:off x="7611237" y="82753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5" name="Connector 3564"/>
          <p:cNvCxnSpPr/>
          <p:nvPr/>
        </p:nvCxnSpPr>
        <p:spPr>
          <a:xfrm flipH="1">
            <a:off x="754634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6" name="Connector 3565"/>
          <p:cNvCxnSpPr/>
          <p:nvPr/>
        </p:nvCxnSpPr>
        <p:spPr>
          <a:xfrm flipH="1">
            <a:off x="7462901" y="909828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7" name="Connector 3566"/>
          <p:cNvCxnSpPr/>
          <p:nvPr/>
        </p:nvCxnSpPr>
        <p:spPr>
          <a:xfrm flipH="1">
            <a:off x="7360920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8" name="Connector 3567"/>
          <p:cNvCxnSpPr/>
          <p:nvPr/>
        </p:nvCxnSpPr>
        <p:spPr>
          <a:xfrm>
            <a:off x="7360920" y="4983480"/>
            <a:ext cx="11874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9" name="Connector 3568"/>
          <p:cNvCxnSpPr/>
          <p:nvPr/>
        </p:nvCxnSpPr>
        <p:spPr>
          <a:xfrm>
            <a:off x="7479664" y="5497829"/>
            <a:ext cx="9715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0" name="Connector 3569"/>
          <p:cNvCxnSpPr/>
          <p:nvPr/>
        </p:nvCxnSpPr>
        <p:spPr>
          <a:xfrm>
            <a:off x="757682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1" name="Connector 3570"/>
          <p:cNvCxnSpPr/>
          <p:nvPr/>
        </p:nvCxnSpPr>
        <p:spPr>
          <a:xfrm>
            <a:off x="765238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2" name="Connector 3571"/>
          <p:cNvCxnSpPr/>
          <p:nvPr/>
        </p:nvCxnSpPr>
        <p:spPr>
          <a:xfrm>
            <a:off x="7706360" y="704088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3" name="Connector 3572"/>
          <p:cNvCxnSpPr/>
          <p:nvPr/>
        </p:nvCxnSpPr>
        <p:spPr>
          <a:xfrm>
            <a:off x="7738744" y="7555229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4" name="Connector 3573"/>
          <p:cNvCxnSpPr/>
          <p:nvPr/>
        </p:nvCxnSpPr>
        <p:spPr>
          <a:xfrm flipH="1">
            <a:off x="7738744" y="806957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5" name="Connector 3574"/>
          <p:cNvCxnSpPr/>
          <p:nvPr/>
        </p:nvCxnSpPr>
        <p:spPr>
          <a:xfrm flipH="1">
            <a:off x="7706360" y="858393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6" name="Connector 3575"/>
          <p:cNvCxnSpPr/>
          <p:nvPr/>
        </p:nvCxnSpPr>
        <p:spPr>
          <a:xfrm flipH="1">
            <a:off x="765238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7" name="Connector 3576"/>
          <p:cNvCxnSpPr/>
          <p:nvPr/>
        </p:nvCxnSpPr>
        <p:spPr>
          <a:xfrm flipH="1">
            <a:off x="757682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8" name="Connector 3577"/>
          <p:cNvCxnSpPr/>
          <p:nvPr/>
        </p:nvCxnSpPr>
        <p:spPr>
          <a:xfrm flipH="1">
            <a:off x="7479664" y="10126980"/>
            <a:ext cx="97156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9" name="Connector 3578"/>
          <p:cNvCxnSpPr/>
          <p:nvPr/>
        </p:nvCxnSpPr>
        <p:spPr>
          <a:xfrm flipH="1">
            <a:off x="7360920" y="10641329"/>
            <a:ext cx="118744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0" name="Connector 3579"/>
          <p:cNvCxnSpPr/>
          <p:nvPr/>
        </p:nvCxnSpPr>
        <p:spPr>
          <a:xfrm>
            <a:off x="7360920" y="621792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1" name="Connector 3580"/>
          <p:cNvCxnSpPr/>
          <p:nvPr/>
        </p:nvCxnSpPr>
        <p:spPr>
          <a:xfrm>
            <a:off x="7412609" y="632078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2" name="Connector 3581"/>
          <p:cNvCxnSpPr/>
          <p:nvPr/>
        </p:nvCxnSpPr>
        <p:spPr>
          <a:xfrm>
            <a:off x="745490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3" name="Connector 3582"/>
          <p:cNvCxnSpPr/>
          <p:nvPr/>
        </p:nvCxnSpPr>
        <p:spPr>
          <a:xfrm>
            <a:off x="748779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4" name="Connector 3583"/>
          <p:cNvCxnSpPr/>
          <p:nvPr/>
        </p:nvCxnSpPr>
        <p:spPr>
          <a:xfrm>
            <a:off x="7511288" y="662940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5" name="Connector 3584"/>
          <p:cNvCxnSpPr/>
          <p:nvPr/>
        </p:nvCxnSpPr>
        <p:spPr>
          <a:xfrm>
            <a:off x="7525384" y="673226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6" name="Connector 3585"/>
          <p:cNvCxnSpPr/>
          <p:nvPr/>
        </p:nvCxnSpPr>
        <p:spPr>
          <a:xfrm flipH="1">
            <a:off x="7525385" y="6835140"/>
            <a:ext cx="46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7" name="Connector 3586"/>
          <p:cNvCxnSpPr/>
          <p:nvPr/>
        </p:nvCxnSpPr>
        <p:spPr>
          <a:xfrm flipH="1">
            <a:off x="7511288" y="693801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8" name="Connector 3587"/>
          <p:cNvCxnSpPr/>
          <p:nvPr/>
        </p:nvCxnSpPr>
        <p:spPr>
          <a:xfrm flipH="1">
            <a:off x="748779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9" name="Connector 3588"/>
          <p:cNvCxnSpPr/>
          <p:nvPr/>
        </p:nvCxnSpPr>
        <p:spPr>
          <a:xfrm flipH="1">
            <a:off x="745490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0" name="Connector 3589"/>
          <p:cNvCxnSpPr/>
          <p:nvPr/>
        </p:nvCxnSpPr>
        <p:spPr>
          <a:xfrm flipH="1">
            <a:off x="7412609" y="724662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1" name="Connector 3590"/>
          <p:cNvCxnSpPr/>
          <p:nvPr/>
        </p:nvCxnSpPr>
        <p:spPr>
          <a:xfrm flipH="1">
            <a:off x="7360920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2" name="Connector 3591"/>
          <p:cNvCxnSpPr/>
          <p:nvPr/>
        </p:nvCxnSpPr>
        <p:spPr>
          <a:xfrm>
            <a:off x="7360920" y="621792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3" name="Connector 3592"/>
          <p:cNvCxnSpPr/>
          <p:nvPr/>
        </p:nvCxnSpPr>
        <p:spPr>
          <a:xfrm>
            <a:off x="7429373" y="6423659"/>
            <a:ext cx="56006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4" name="Connector 3593"/>
          <p:cNvCxnSpPr/>
          <p:nvPr/>
        </p:nvCxnSpPr>
        <p:spPr>
          <a:xfrm>
            <a:off x="7485379" y="662940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5" name="Connector 3594"/>
          <p:cNvCxnSpPr/>
          <p:nvPr/>
        </p:nvCxnSpPr>
        <p:spPr>
          <a:xfrm>
            <a:off x="752894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6" name="Connector 3595"/>
          <p:cNvCxnSpPr/>
          <p:nvPr/>
        </p:nvCxnSpPr>
        <p:spPr>
          <a:xfrm>
            <a:off x="7560056" y="704088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7" name="Connector 3596"/>
          <p:cNvCxnSpPr/>
          <p:nvPr/>
        </p:nvCxnSpPr>
        <p:spPr>
          <a:xfrm>
            <a:off x="7578724" y="724661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8" name="Connector 3597"/>
          <p:cNvCxnSpPr/>
          <p:nvPr/>
        </p:nvCxnSpPr>
        <p:spPr>
          <a:xfrm flipH="1">
            <a:off x="7578724" y="745236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9" name="Connector 3598"/>
          <p:cNvCxnSpPr/>
          <p:nvPr/>
        </p:nvCxnSpPr>
        <p:spPr>
          <a:xfrm flipH="1">
            <a:off x="7560056" y="76581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0" name="Connector 3599"/>
          <p:cNvCxnSpPr/>
          <p:nvPr/>
        </p:nvCxnSpPr>
        <p:spPr>
          <a:xfrm flipH="1">
            <a:off x="752894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1" name="Connector 3600"/>
          <p:cNvCxnSpPr/>
          <p:nvPr/>
        </p:nvCxnSpPr>
        <p:spPr>
          <a:xfrm flipH="1">
            <a:off x="7485379" y="8069579"/>
            <a:ext cx="43562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2" name="Connector 3601"/>
          <p:cNvCxnSpPr/>
          <p:nvPr/>
        </p:nvCxnSpPr>
        <p:spPr>
          <a:xfrm flipH="1">
            <a:off x="7429373" y="827532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3" name="Connector 3602"/>
          <p:cNvCxnSpPr/>
          <p:nvPr/>
        </p:nvCxnSpPr>
        <p:spPr>
          <a:xfrm flipH="1">
            <a:off x="7360920" y="848106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4" name="Connector 3603"/>
          <p:cNvCxnSpPr/>
          <p:nvPr/>
        </p:nvCxnSpPr>
        <p:spPr>
          <a:xfrm>
            <a:off x="7360920" y="621792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5" name="Connector 3604"/>
          <p:cNvCxnSpPr/>
          <p:nvPr/>
        </p:nvCxnSpPr>
        <p:spPr>
          <a:xfrm>
            <a:off x="7446137" y="652652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6" name="Connector 3605"/>
          <p:cNvCxnSpPr/>
          <p:nvPr/>
        </p:nvCxnSpPr>
        <p:spPr>
          <a:xfrm>
            <a:off x="751586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7" name="Connector 3606"/>
          <p:cNvCxnSpPr/>
          <p:nvPr/>
        </p:nvCxnSpPr>
        <p:spPr>
          <a:xfrm>
            <a:off x="757008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8" name="Connector 3607"/>
          <p:cNvCxnSpPr/>
          <p:nvPr/>
        </p:nvCxnSpPr>
        <p:spPr>
          <a:xfrm>
            <a:off x="7608824" y="745236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9" name="Connector 3608"/>
          <p:cNvCxnSpPr/>
          <p:nvPr/>
        </p:nvCxnSpPr>
        <p:spPr>
          <a:xfrm>
            <a:off x="7632064" y="7760969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0" name="Connector 3609"/>
          <p:cNvCxnSpPr/>
          <p:nvPr/>
        </p:nvCxnSpPr>
        <p:spPr>
          <a:xfrm flipH="1">
            <a:off x="763206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1" name="Connector 3610"/>
          <p:cNvCxnSpPr/>
          <p:nvPr/>
        </p:nvCxnSpPr>
        <p:spPr>
          <a:xfrm flipH="1">
            <a:off x="7608824" y="837819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2" name="Connector 3611"/>
          <p:cNvCxnSpPr/>
          <p:nvPr/>
        </p:nvCxnSpPr>
        <p:spPr>
          <a:xfrm flipH="1">
            <a:off x="7570089" y="868680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3" name="Connector 3612"/>
          <p:cNvCxnSpPr/>
          <p:nvPr/>
        </p:nvCxnSpPr>
        <p:spPr>
          <a:xfrm flipH="1">
            <a:off x="7515860" y="899541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4" name="Connector 3613"/>
          <p:cNvCxnSpPr/>
          <p:nvPr/>
        </p:nvCxnSpPr>
        <p:spPr>
          <a:xfrm flipH="1">
            <a:off x="7446137" y="930402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5" name="Connector 3614"/>
          <p:cNvCxnSpPr/>
          <p:nvPr/>
        </p:nvCxnSpPr>
        <p:spPr>
          <a:xfrm flipH="1">
            <a:off x="7360920" y="961263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6" name="Connector 3615"/>
          <p:cNvCxnSpPr/>
          <p:nvPr/>
        </p:nvCxnSpPr>
        <p:spPr>
          <a:xfrm>
            <a:off x="7360920" y="621792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7" name="Connector 3616"/>
          <p:cNvCxnSpPr/>
          <p:nvPr/>
        </p:nvCxnSpPr>
        <p:spPr>
          <a:xfrm>
            <a:off x="7462901" y="662939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8" name="Connector 3617"/>
          <p:cNvCxnSpPr/>
          <p:nvPr/>
        </p:nvCxnSpPr>
        <p:spPr>
          <a:xfrm>
            <a:off x="754634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9" name="Connector 3618"/>
          <p:cNvCxnSpPr/>
          <p:nvPr/>
        </p:nvCxnSpPr>
        <p:spPr>
          <a:xfrm>
            <a:off x="761123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0" name="Connector 3619"/>
          <p:cNvCxnSpPr/>
          <p:nvPr/>
        </p:nvCxnSpPr>
        <p:spPr>
          <a:xfrm>
            <a:off x="7657592" y="786384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1" name="Connector 3620"/>
          <p:cNvCxnSpPr/>
          <p:nvPr/>
        </p:nvCxnSpPr>
        <p:spPr>
          <a:xfrm>
            <a:off x="7685404" y="827531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2" name="Connector 3621"/>
          <p:cNvCxnSpPr/>
          <p:nvPr/>
        </p:nvCxnSpPr>
        <p:spPr>
          <a:xfrm flipH="1">
            <a:off x="7685404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3" name="Connector 3622"/>
          <p:cNvCxnSpPr/>
          <p:nvPr/>
        </p:nvCxnSpPr>
        <p:spPr>
          <a:xfrm flipH="1">
            <a:off x="7657592" y="909828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4" name="Connector 3623"/>
          <p:cNvCxnSpPr/>
          <p:nvPr/>
        </p:nvCxnSpPr>
        <p:spPr>
          <a:xfrm flipH="1">
            <a:off x="7611237" y="95097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5" name="Connector 3624"/>
          <p:cNvCxnSpPr/>
          <p:nvPr/>
        </p:nvCxnSpPr>
        <p:spPr>
          <a:xfrm flipH="1">
            <a:off x="754634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6" name="Connector 3625"/>
          <p:cNvCxnSpPr/>
          <p:nvPr/>
        </p:nvCxnSpPr>
        <p:spPr>
          <a:xfrm flipH="1">
            <a:off x="7462901" y="10332720"/>
            <a:ext cx="83439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7" name="Connector 3626"/>
          <p:cNvCxnSpPr/>
          <p:nvPr/>
        </p:nvCxnSpPr>
        <p:spPr>
          <a:xfrm flipH="1">
            <a:off x="7360920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8" name="Connector 3627"/>
          <p:cNvCxnSpPr/>
          <p:nvPr/>
        </p:nvCxnSpPr>
        <p:spPr>
          <a:xfrm>
            <a:off x="7360920" y="745236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9" name="Connector 3628"/>
          <p:cNvCxnSpPr/>
          <p:nvPr/>
        </p:nvCxnSpPr>
        <p:spPr>
          <a:xfrm>
            <a:off x="7412609" y="755522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0" name="Connector 3629"/>
          <p:cNvCxnSpPr/>
          <p:nvPr/>
        </p:nvCxnSpPr>
        <p:spPr>
          <a:xfrm>
            <a:off x="745490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1" name="Connector 3630"/>
          <p:cNvCxnSpPr/>
          <p:nvPr/>
        </p:nvCxnSpPr>
        <p:spPr>
          <a:xfrm>
            <a:off x="748779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2" name="Connector 3631"/>
          <p:cNvCxnSpPr/>
          <p:nvPr/>
        </p:nvCxnSpPr>
        <p:spPr>
          <a:xfrm>
            <a:off x="7511288" y="786384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3" name="Connector 3632"/>
          <p:cNvCxnSpPr/>
          <p:nvPr/>
        </p:nvCxnSpPr>
        <p:spPr>
          <a:xfrm>
            <a:off x="7525384" y="7966709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4" name="Connector 3633"/>
          <p:cNvCxnSpPr/>
          <p:nvPr/>
        </p:nvCxnSpPr>
        <p:spPr>
          <a:xfrm flipH="1">
            <a:off x="7525385" y="8069579"/>
            <a:ext cx="4698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5" name="Connector 3634"/>
          <p:cNvCxnSpPr/>
          <p:nvPr/>
        </p:nvCxnSpPr>
        <p:spPr>
          <a:xfrm flipH="1">
            <a:off x="7511288" y="817245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6" name="Connector 3635"/>
          <p:cNvCxnSpPr/>
          <p:nvPr/>
        </p:nvCxnSpPr>
        <p:spPr>
          <a:xfrm flipH="1">
            <a:off x="748779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7" name="Connector 3636"/>
          <p:cNvCxnSpPr/>
          <p:nvPr/>
        </p:nvCxnSpPr>
        <p:spPr>
          <a:xfrm flipH="1">
            <a:off x="745490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8" name="Connector 3637"/>
          <p:cNvCxnSpPr/>
          <p:nvPr/>
        </p:nvCxnSpPr>
        <p:spPr>
          <a:xfrm flipH="1">
            <a:off x="7412609" y="848106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9" name="Connector 3638"/>
          <p:cNvCxnSpPr/>
          <p:nvPr/>
        </p:nvCxnSpPr>
        <p:spPr>
          <a:xfrm flipH="1">
            <a:off x="7360920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0" name="Connector 3639"/>
          <p:cNvCxnSpPr/>
          <p:nvPr/>
        </p:nvCxnSpPr>
        <p:spPr>
          <a:xfrm>
            <a:off x="7360920" y="745236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1" name="Connector 3640"/>
          <p:cNvCxnSpPr/>
          <p:nvPr/>
        </p:nvCxnSpPr>
        <p:spPr>
          <a:xfrm>
            <a:off x="7429373" y="7658099"/>
            <a:ext cx="56006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2" name="Connector 3641"/>
          <p:cNvCxnSpPr/>
          <p:nvPr/>
        </p:nvCxnSpPr>
        <p:spPr>
          <a:xfrm>
            <a:off x="7485379" y="7863840"/>
            <a:ext cx="4356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3" name="Connector 3642"/>
          <p:cNvCxnSpPr/>
          <p:nvPr/>
        </p:nvCxnSpPr>
        <p:spPr>
          <a:xfrm>
            <a:off x="752894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4" name="Connector 3643"/>
          <p:cNvCxnSpPr/>
          <p:nvPr/>
        </p:nvCxnSpPr>
        <p:spPr>
          <a:xfrm>
            <a:off x="7560056" y="827532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5" name="Connector 3644"/>
          <p:cNvCxnSpPr/>
          <p:nvPr/>
        </p:nvCxnSpPr>
        <p:spPr>
          <a:xfrm>
            <a:off x="7578724" y="848105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6" name="Connector 3645"/>
          <p:cNvCxnSpPr/>
          <p:nvPr/>
        </p:nvCxnSpPr>
        <p:spPr>
          <a:xfrm flipH="1">
            <a:off x="7578724" y="86868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7" name="Connector 3646"/>
          <p:cNvCxnSpPr/>
          <p:nvPr/>
        </p:nvCxnSpPr>
        <p:spPr>
          <a:xfrm flipH="1">
            <a:off x="7560056" y="889254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8" name="Connector 3647"/>
          <p:cNvCxnSpPr/>
          <p:nvPr/>
        </p:nvCxnSpPr>
        <p:spPr>
          <a:xfrm flipH="1">
            <a:off x="752894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9" name="Connector 3648"/>
          <p:cNvCxnSpPr/>
          <p:nvPr/>
        </p:nvCxnSpPr>
        <p:spPr>
          <a:xfrm flipH="1">
            <a:off x="7485379" y="930402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0" name="Connector 3649"/>
          <p:cNvCxnSpPr/>
          <p:nvPr/>
        </p:nvCxnSpPr>
        <p:spPr>
          <a:xfrm flipH="1">
            <a:off x="7429373" y="950976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1" name="Connector 3650"/>
          <p:cNvCxnSpPr/>
          <p:nvPr/>
        </p:nvCxnSpPr>
        <p:spPr>
          <a:xfrm flipH="1">
            <a:off x="7360920" y="97155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2" name="Connector 3651"/>
          <p:cNvCxnSpPr/>
          <p:nvPr/>
        </p:nvCxnSpPr>
        <p:spPr>
          <a:xfrm>
            <a:off x="7360920" y="745236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3" name="Connector 3652"/>
          <p:cNvCxnSpPr/>
          <p:nvPr/>
        </p:nvCxnSpPr>
        <p:spPr>
          <a:xfrm>
            <a:off x="7446137" y="776096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4" name="Connector 3653"/>
          <p:cNvCxnSpPr/>
          <p:nvPr/>
        </p:nvCxnSpPr>
        <p:spPr>
          <a:xfrm>
            <a:off x="751586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5" name="Connector 3654"/>
          <p:cNvCxnSpPr/>
          <p:nvPr/>
        </p:nvCxnSpPr>
        <p:spPr>
          <a:xfrm>
            <a:off x="757008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6" name="Connector 3655"/>
          <p:cNvCxnSpPr/>
          <p:nvPr/>
        </p:nvCxnSpPr>
        <p:spPr>
          <a:xfrm>
            <a:off x="7608824" y="868680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7" name="Connector 3656"/>
          <p:cNvCxnSpPr/>
          <p:nvPr/>
        </p:nvCxnSpPr>
        <p:spPr>
          <a:xfrm>
            <a:off x="7632064" y="899540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8" name="Connector 3657"/>
          <p:cNvCxnSpPr/>
          <p:nvPr/>
        </p:nvCxnSpPr>
        <p:spPr>
          <a:xfrm flipH="1">
            <a:off x="763206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9" name="Connector 3658"/>
          <p:cNvCxnSpPr/>
          <p:nvPr/>
        </p:nvCxnSpPr>
        <p:spPr>
          <a:xfrm flipH="1">
            <a:off x="7608824" y="961263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0" name="Connector 3659"/>
          <p:cNvCxnSpPr/>
          <p:nvPr/>
        </p:nvCxnSpPr>
        <p:spPr>
          <a:xfrm flipH="1">
            <a:off x="7570089" y="992124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1" name="Connector 3660"/>
          <p:cNvCxnSpPr/>
          <p:nvPr/>
        </p:nvCxnSpPr>
        <p:spPr>
          <a:xfrm flipH="1">
            <a:off x="7515860" y="1022985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2" name="Connector 3661"/>
          <p:cNvCxnSpPr/>
          <p:nvPr/>
        </p:nvCxnSpPr>
        <p:spPr>
          <a:xfrm flipH="1">
            <a:off x="7446137" y="1053846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3" name="Connector 3662"/>
          <p:cNvCxnSpPr/>
          <p:nvPr/>
        </p:nvCxnSpPr>
        <p:spPr>
          <a:xfrm flipH="1">
            <a:off x="7360920" y="1084707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4" name="Connector 3663"/>
          <p:cNvCxnSpPr/>
          <p:nvPr/>
        </p:nvCxnSpPr>
        <p:spPr>
          <a:xfrm>
            <a:off x="7360920" y="86868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5" name="Connector 3664"/>
          <p:cNvCxnSpPr/>
          <p:nvPr/>
        </p:nvCxnSpPr>
        <p:spPr>
          <a:xfrm>
            <a:off x="7412609" y="87896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6" name="Connector 3665"/>
          <p:cNvCxnSpPr/>
          <p:nvPr/>
        </p:nvCxnSpPr>
        <p:spPr>
          <a:xfrm>
            <a:off x="745490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7" name="Connector 3666"/>
          <p:cNvCxnSpPr/>
          <p:nvPr/>
        </p:nvCxnSpPr>
        <p:spPr>
          <a:xfrm>
            <a:off x="748779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8" name="Connector 3667"/>
          <p:cNvCxnSpPr/>
          <p:nvPr/>
        </p:nvCxnSpPr>
        <p:spPr>
          <a:xfrm>
            <a:off x="7511288" y="909828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9" name="Connector 3668"/>
          <p:cNvCxnSpPr/>
          <p:nvPr/>
        </p:nvCxnSpPr>
        <p:spPr>
          <a:xfrm>
            <a:off x="7525384" y="920114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0" name="Connector 3669"/>
          <p:cNvCxnSpPr/>
          <p:nvPr/>
        </p:nvCxnSpPr>
        <p:spPr>
          <a:xfrm flipH="1">
            <a:off x="7525385" y="9304020"/>
            <a:ext cx="46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1" name="Connector 3670"/>
          <p:cNvCxnSpPr/>
          <p:nvPr/>
        </p:nvCxnSpPr>
        <p:spPr>
          <a:xfrm flipH="1">
            <a:off x="7511288" y="94068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2" name="Connector 3671"/>
          <p:cNvCxnSpPr/>
          <p:nvPr/>
        </p:nvCxnSpPr>
        <p:spPr>
          <a:xfrm flipH="1">
            <a:off x="748779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3" name="Connector 3672"/>
          <p:cNvCxnSpPr/>
          <p:nvPr/>
        </p:nvCxnSpPr>
        <p:spPr>
          <a:xfrm flipH="1">
            <a:off x="745490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4" name="Connector 3673"/>
          <p:cNvCxnSpPr/>
          <p:nvPr/>
        </p:nvCxnSpPr>
        <p:spPr>
          <a:xfrm flipH="1">
            <a:off x="7412609" y="97155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5" name="Connector 3674"/>
          <p:cNvCxnSpPr/>
          <p:nvPr/>
        </p:nvCxnSpPr>
        <p:spPr>
          <a:xfrm flipH="1">
            <a:off x="7360920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6" name="Connector 3675"/>
          <p:cNvCxnSpPr/>
          <p:nvPr/>
        </p:nvCxnSpPr>
        <p:spPr>
          <a:xfrm>
            <a:off x="7360920" y="86868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7" name="Connector 3676"/>
          <p:cNvCxnSpPr/>
          <p:nvPr/>
        </p:nvCxnSpPr>
        <p:spPr>
          <a:xfrm>
            <a:off x="7429373" y="889254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8" name="Connector 3677"/>
          <p:cNvCxnSpPr/>
          <p:nvPr/>
        </p:nvCxnSpPr>
        <p:spPr>
          <a:xfrm>
            <a:off x="7485379" y="909828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9" name="Connector 3678"/>
          <p:cNvCxnSpPr/>
          <p:nvPr/>
        </p:nvCxnSpPr>
        <p:spPr>
          <a:xfrm>
            <a:off x="752894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0" name="Connector 3679"/>
          <p:cNvCxnSpPr/>
          <p:nvPr/>
        </p:nvCxnSpPr>
        <p:spPr>
          <a:xfrm>
            <a:off x="7560056" y="95097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1" name="Connector 3680"/>
          <p:cNvCxnSpPr/>
          <p:nvPr/>
        </p:nvCxnSpPr>
        <p:spPr>
          <a:xfrm>
            <a:off x="7578724" y="97155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2" name="Connector 3681"/>
          <p:cNvCxnSpPr/>
          <p:nvPr/>
        </p:nvCxnSpPr>
        <p:spPr>
          <a:xfrm flipH="1">
            <a:off x="7578724" y="99212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3" name="Connector 3682"/>
          <p:cNvCxnSpPr/>
          <p:nvPr/>
        </p:nvCxnSpPr>
        <p:spPr>
          <a:xfrm flipH="1">
            <a:off x="7560056" y="1012698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4" name="Connector 3683"/>
          <p:cNvCxnSpPr/>
          <p:nvPr/>
        </p:nvCxnSpPr>
        <p:spPr>
          <a:xfrm flipH="1">
            <a:off x="752894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5" name="Connector 3684"/>
          <p:cNvCxnSpPr/>
          <p:nvPr/>
        </p:nvCxnSpPr>
        <p:spPr>
          <a:xfrm flipH="1">
            <a:off x="7485379" y="10538460"/>
            <a:ext cx="4356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6" name="Connector 3685"/>
          <p:cNvCxnSpPr/>
          <p:nvPr/>
        </p:nvCxnSpPr>
        <p:spPr>
          <a:xfrm flipH="1">
            <a:off x="7429373" y="10744200"/>
            <a:ext cx="5600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7" name="Connector 3686"/>
          <p:cNvCxnSpPr/>
          <p:nvPr/>
        </p:nvCxnSpPr>
        <p:spPr>
          <a:xfrm flipH="1">
            <a:off x="7360920" y="109499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8" name="Connector 3687"/>
          <p:cNvCxnSpPr/>
          <p:nvPr/>
        </p:nvCxnSpPr>
        <p:spPr>
          <a:xfrm>
            <a:off x="7360920" y="992124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9" name="Connector 3688"/>
          <p:cNvCxnSpPr/>
          <p:nvPr/>
        </p:nvCxnSpPr>
        <p:spPr>
          <a:xfrm>
            <a:off x="7412609" y="100241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0" name="Connector 3689"/>
          <p:cNvCxnSpPr/>
          <p:nvPr/>
        </p:nvCxnSpPr>
        <p:spPr>
          <a:xfrm>
            <a:off x="745490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1" name="Connector 3690"/>
          <p:cNvCxnSpPr/>
          <p:nvPr/>
        </p:nvCxnSpPr>
        <p:spPr>
          <a:xfrm>
            <a:off x="748779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2" name="Connector 3691"/>
          <p:cNvCxnSpPr/>
          <p:nvPr/>
        </p:nvCxnSpPr>
        <p:spPr>
          <a:xfrm>
            <a:off x="7511288" y="103327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3" name="Connector 3692"/>
          <p:cNvCxnSpPr/>
          <p:nvPr/>
        </p:nvCxnSpPr>
        <p:spPr>
          <a:xfrm>
            <a:off x="7525384" y="104355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4" name="Connector 3693"/>
          <p:cNvCxnSpPr/>
          <p:nvPr/>
        </p:nvCxnSpPr>
        <p:spPr>
          <a:xfrm flipH="1">
            <a:off x="7525385" y="10538460"/>
            <a:ext cx="46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5" name="Connector 3694"/>
          <p:cNvCxnSpPr/>
          <p:nvPr/>
        </p:nvCxnSpPr>
        <p:spPr>
          <a:xfrm flipH="1">
            <a:off x="7511288" y="106413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6" name="Connector 3695"/>
          <p:cNvCxnSpPr/>
          <p:nvPr/>
        </p:nvCxnSpPr>
        <p:spPr>
          <a:xfrm flipH="1">
            <a:off x="748779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7" name="Connector 3696"/>
          <p:cNvCxnSpPr/>
          <p:nvPr/>
        </p:nvCxnSpPr>
        <p:spPr>
          <a:xfrm flipH="1">
            <a:off x="745490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8" name="Connector 3697"/>
          <p:cNvCxnSpPr/>
          <p:nvPr/>
        </p:nvCxnSpPr>
        <p:spPr>
          <a:xfrm flipH="1">
            <a:off x="7412609" y="109499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9" name="Connector 3698"/>
          <p:cNvCxnSpPr/>
          <p:nvPr/>
        </p:nvCxnSpPr>
        <p:spPr>
          <a:xfrm flipH="1">
            <a:off x="7360920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0" name="Connector 3699"/>
          <p:cNvCxnSpPr/>
          <p:nvPr/>
        </p:nvCxnSpPr>
        <p:spPr>
          <a:xfrm>
            <a:off x="9829800" y="251460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1" name="Connector 3700"/>
          <p:cNvCxnSpPr/>
          <p:nvPr/>
        </p:nvCxnSpPr>
        <p:spPr>
          <a:xfrm>
            <a:off x="9881488" y="26174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2" name="Connector 3701"/>
          <p:cNvCxnSpPr/>
          <p:nvPr/>
        </p:nvCxnSpPr>
        <p:spPr>
          <a:xfrm>
            <a:off x="992378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3" name="Connector 3702"/>
          <p:cNvCxnSpPr/>
          <p:nvPr/>
        </p:nvCxnSpPr>
        <p:spPr>
          <a:xfrm>
            <a:off x="995667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4" name="Connector 3703"/>
          <p:cNvCxnSpPr/>
          <p:nvPr/>
        </p:nvCxnSpPr>
        <p:spPr>
          <a:xfrm>
            <a:off x="9980168" y="292608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5" name="Connector 3704"/>
          <p:cNvCxnSpPr/>
          <p:nvPr/>
        </p:nvCxnSpPr>
        <p:spPr>
          <a:xfrm>
            <a:off x="9994264" y="302895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6" name="Connector 3705"/>
          <p:cNvCxnSpPr/>
          <p:nvPr/>
        </p:nvCxnSpPr>
        <p:spPr>
          <a:xfrm flipH="1">
            <a:off x="9994265" y="31318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7" name="Connector 3706"/>
          <p:cNvCxnSpPr/>
          <p:nvPr/>
        </p:nvCxnSpPr>
        <p:spPr>
          <a:xfrm flipH="1">
            <a:off x="9980168" y="32346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8" name="Connector 3707"/>
          <p:cNvCxnSpPr/>
          <p:nvPr/>
        </p:nvCxnSpPr>
        <p:spPr>
          <a:xfrm flipH="1">
            <a:off x="995667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9" name="Connector 3708"/>
          <p:cNvCxnSpPr/>
          <p:nvPr/>
        </p:nvCxnSpPr>
        <p:spPr>
          <a:xfrm flipH="1">
            <a:off x="992378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0" name="Connector 3709"/>
          <p:cNvCxnSpPr/>
          <p:nvPr/>
        </p:nvCxnSpPr>
        <p:spPr>
          <a:xfrm flipH="1">
            <a:off x="9881489" y="35433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1" name="Connector 3710"/>
          <p:cNvCxnSpPr/>
          <p:nvPr/>
        </p:nvCxnSpPr>
        <p:spPr>
          <a:xfrm flipH="1">
            <a:off x="9829800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2" name="Connector 3711"/>
          <p:cNvCxnSpPr/>
          <p:nvPr/>
        </p:nvCxnSpPr>
        <p:spPr>
          <a:xfrm>
            <a:off x="9829800" y="251460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3" name="Connector 3712"/>
          <p:cNvCxnSpPr/>
          <p:nvPr/>
        </p:nvCxnSpPr>
        <p:spPr>
          <a:xfrm>
            <a:off x="9898253" y="272033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4" name="Connector 3713"/>
          <p:cNvCxnSpPr/>
          <p:nvPr/>
        </p:nvCxnSpPr>
        <p:spPr>
          <a:xfrm>
            <a:off x="9954260" y="29260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5" name="Connector 3714"/>
          <p:cNvCxnSpPr/>
          <p:nvPr/>
        </p:nvCxnSpPr>
        <p:spPr>
          <a:xfrm>
            <a:off x="999782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6" name="Connector 3715"/>
          <p:cNvCxnSpPr/>
          <p:nvPr/>
        </p:nvCxnSpPr>
        <p:spPr>
          <a:xfrm>
            <a:off x="10028936" y="33375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7" name="Connector 3716"/>
          <p:cNvCxnSpPr/>
          <p:nvPr/>
        </p:nvCxnSpPr>
        <p:spPr>
          <a:xfrm>
            <a:off x="10047605" y="3543300"/>
            <a:ext cx="622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8" name="Connector 3717"/>
          <p:cNvCxnSpPr/>
          <p:nvPr/>
        </p:nvCxnSpPr>
        <p:spPr>
          <a:xfrm flipH="1">
            <a:off x="10047605" y="374903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9" name="Connector 3718"/>
          <p:cNvCxnSpPr/>
          <p:nvPr/>
        </p:nvCxnSpPr>
        <p:spPr>
          <a:xfrm flipH="1">
            <a:off x="10028936" y="39547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0" name="Connector 3719"/>
          <p:cNvCxnSpPr/>
          <p:nvPr/>
        </p:nvCxnSpPr>
        <p:spPr>
          <a:xfrm flipH="1">
            <a:off x="999782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1" name="Connector 3720"/>
          <p:cNvCxnSpPr/>
          <p:nvPr/>
        </p:nvCxnSpPr>
        <p:spPr>
          <a:xfrm flipH="1">
            <a:off x="9954260" y="43662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2" name="Connector 3721"/>
          <p:cNvCxnSpPr/>
          <p:nvPr/>
        </p:nvCxnSpPr>
        <p:spPr>
          <a:xfrm flipH="1">
            <a:off x="9898253" y="45720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3" name="Connector 3722"/>
          <p:cNvCxnSpPr/>
          <p:nvPr/>
        </p:nvCxnSpPr>
        <p:spPr>
          <a:xfrm flipH="1">
            <a:off x="9829800" y="47777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4" name="Connector 3723"/>
          <p:cNvCxnSpPr/>
          <p:nvPr/>
        </p:nvCxnSpPr>
        <p:spPr>
          <a:xfrm>
            <a:off x="9829800" y="251460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5" name="Connector 3724"/>
          <p:cNvCxnSpPr/>
          <p:nvPr/>
        </p:nvCxnSpPr>
        <p:spPr>
          <a:xfrm>
            <a:off x="9915016" y="282320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6" name="Connector 3725"/>
          <p:cNvCxnSpPr/>
          <p:nvPr/>
        </p:nvCxnSpPr>
        <p:spPr>
          <a:xfrm>
            <a:off x="998474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7" name="Connector 3726"/>
          <p:cNvCxnSpPr/>
          <p:nvPr/>
        </p:nvCxnSpPr>
        <p:spPr>
          <a:xfrm>
            <a:off x="1003896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8" name="Connector 3727"/>
          <p:cNvCxnSpPr/>
          <p:nvPr/>
        </p:nvCxnSpPr>
        <p:spPr>
          <a:xfrm>
            <a:off x="10077704" y="3749039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9" name="Connector 3728"/>
          <p:cNvCxnSpPr/>
          <p:nvPr/>
        </p:nvCxnSpPr>
        <p:spPr>
          <a:xfrm>
            <a:off x="10100945" y="405764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0" name="Connector 3729"/>
          <p:cNvCxnSpPr/>
          <p:nvPr/>
        </p:nvCxnSpPr>
        <p:spPr>
          <a:xfrm flipH="1">
            <a:off x="1010094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1" name="Connector 3730"/>
          <p:cNvCxnSpPr/>
          <p:nvPr/>
        </p:nvCxnSpPr>
        <p:spPr>
          <a:xfrm flipH="1">
            <a:off x="10077704" y="467487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2" name="Connector 3731"/>
          <p:cNvCxnSpPr/>
          <p:nvPr/>
        </p:nvCxnSpPr>
        <p:spPr>
          <a:xfrm flipH="1">
            <a:off x="10038969" y="498348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3" name="Connector 3732"/>
          <p:cNvCxnSpPr/>
          <p:nvPr/>
        </p:nvCxnSpPr>
        <p:spPr>
          <a:xfrm flipH="1">
            <a:off x="9984740" y="529209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4" name="Connector 3733"/>
          <p:cNvCxnSpPr/>
          <p:nvPr/>
        </p:nvCxnSpPr>
        <p:spPr>
          <a:xfrm flipH="1">
            <a:off x="9915016" y="5600700"/>
            <a:ext cx="6972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5" name="Connector 3734"/>
          <p:cNvCxnSpPr/>
          <p:nvPr/>
        </p:nvCxnSpPr>
        <p:spPr>
          <a:xfrm flipH="1">
            <a:off x="9829800" y="5909310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6" name="Connector 3735"/>
          <p:cNvCxnSpPr/>
          <p:nvPr/>
        </p:nvCxnSpPr>
        <p:spPr>
          <a:xfrm>
            <a:off x="9829800" y="251460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7" name="Connector 3736"/>
          <p:cNvCxnSpPr/>
          <p:nvPr/>
        </p:nvCxnSpPr>
        <p:spPr>
          <a:xfrm>
            <a:off x="9931780" y="292607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8" name="Connector 3737"/>
          <p:cNvCxnSpPr/>
          <p:nvPr/>
        </p:nvCxnSpPr>
        <p:spPr>
          <a:xfrm>
            <a:off x="1001522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9" name="Connector 3738"/>
          <p:cNvCxnSpPr/>
          <p:nvPr/>
        </p:nvCxnSpPr>
        <p:spPr>
          <a:xfrm>
            <a:off x="1008011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0" name="Connector 3739"/>
          <p:cNvCxnSpPr/>
          <p:nvPr/>
        </p:nvCxnSpPr>
        <p:spPr>
          <a:xfrm>
            <a:off x="10126472" y="416052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1" name="Connector 3740"/>
          <p:cNvCxnSpPr/>
          <p:nvPr/>
        </p:nvCxnSpPr>
        <p:spPr>
          <a:xfrm>
            <a:off x="10154284" y="4572000"/>
            <a:ext cx="927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2" name="Connector 3741"/>
          <p:cNvCxnSpPr/>
          <p:nvPr/>
        </p:nvCxnSpPr>
        <p:spPr>
          <a:xfrm flipH="1">
            <a:off x="1015428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3" name="Connector 3742"/>
          <p:cNvCxnSpPr/>
          <p:nvPr/>
        </p:nvCxnSpPr>
        <p:spPr>
          <a:xfrm flipH="1">
            <a:off x="10126472" y="539496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4" name="Connector 3743"/>
          <p:cNvCxnSpPr/>
          <p:nvPr/>
        </p:nvCxnSpPr>
        <p:spPr>
          <a:xfrm flipH="1">
            <a:off x="10080117" y="580644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5" name="Connector 3744"/>
          <p:cNvCxnSpPr/>
          <p:nvPr/>
        </p:nvCxnSpPr>
        <p:spPr>
          <a:xfrm flipH="1">
            <a:off x="1001522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6" name="Connector 3745"/>
          <p:cNvCxnSpPr/>
          <p:nvPr/>
        </p:nvCxnSpPr>
        <p:spPr>
          <a:xfrm flipH="1">
            <a:off x="9931781" y="662940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7" name="Connector 3746"/>
          <p:cNvCxnSpPr/>
          <p:nvPr/>
        </p:nvCxnSpPr>
        <p:spPr>
          <a:xfrm flipH="1">
            <a:off x="9829800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8" name="Connector 3747"/>
          <p:cNvCxnSpPr/>
          <p:nvPr/>
        </p:nvCxnSpPr>
        <p:spPr>
          <a:xfrm>
            <a:off x="9829800" y="251460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9" name="Connector 3748"/>
          <p:cNvCxnSpPr/>
          <p:nvPr/>
        </p:nvCxnSpPr>
        <p:spPr>
          <a:xfrm>
            <a:off x="9948545" y="302894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0" name="Connector 3749"/>
          <p:cNvCxnSpPr/>
          <p:nvPr/>
        </p:nvCxnSpPr>
        <p:spPr>
          <a:xfrm>
            <a:off x="1004570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1" name="Connector 3750"/>
          <p:cNvCxnSpPr/>
          <p:nvPr/>
        </p:nvCxnSpPr>
        <p:spPr>
          <a:xfrm>
            <a:off x="1012126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2" name="Connector 3751"/>
          <p:cNvCxnSpPr/>
          <p:nvPr/>
        </p:nvCxnSpPr>
        <p:spPr>
          <a:xfrm>
            <a:off x="10175240" y="457200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3" name="Connector 3752"/>
          <p:cNvCxnSpPr/>
          <p:nvPr/>
        </p:nvCxnSpPr>
        <p:spPr>
          <a:xfrm>
            <a:off x="10207624" y="508635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4" name="Connector 3753"/>
          <p:cNvCxnSpPr/>
          <p:nvPr/>
        </p:nvCxnSpPr>
        <p:spPr>
          <a:xfrm flipH="1">
            <a:off x="10207624" y="560070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5" name="Connector 3754"/>
          <p:cNvCxnSpPr/>
          <p:nvPr/>
        </p:nvCxnSpPr>
        <p:spPr>
          <a:xfrm flipH="1">
            <a:off x="10175240" y="611505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6" name="Connector 3755"/>
          <p:cNvCxnSpPr/>
          <p:nvPr/>
        </p:nvCxnSpPr>
        <p:spPr>
          <a:xfrm flipH="1">
            <a:off x="1012126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7" name="Connector 3756"/>
          <p:cNvCxnSpPr/>
          <p:nvPr/>
        </p:nvCxnSpPr>
        <p:spPr>
          <a:xfrm flipH="1">
            <a:off x="1004570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8" name="Connector 3757"/>
          <p:cNvCxnSpPr/>
          <p:nvPr/>
        </p:nvCxnSpPr>
        <p:spPr>
          <a:xfrm flipH="1">
            <a:off x="9948545" y="765810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9" name="Connector 3758"/>
          <p:cNvCxnSpPr/>
          <p:nvPr/>
        </p:nvCxnSpPr>
        <p:spPr>
          <a:xfrm flipH="1">
            <a:off x="9829800" y="817245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0" name="Connector 3759"/>
          <p:cNvCxnSpPr/>
          <p:nvPr/>
        </p:nvCxnSpPr>
        <p:spPr>
          <a:xfrm>
            <a:off x="9829800" y="2514600"/>
            <a:ext cx="13550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1" name="Connector 3760"/>
          <p:cNvCxnSpPr/>
          <p:nvPr/>
        </p:nvCxnSpPr>
        <p:spPr>
          <a:xfrm>
            <a:off x="9965309" y="3131819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2" name="Connector 3761"/>
          <p:cNvCxnSpPr/>
          <p:nvPr/>
        </p:nvCxnSpPr>
        <p:spPr>
          <a:xfrm>
            <a:off x="1007618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3" name="Connector 3762"/>
          <p:cNvCxnSpPr/>
          <p:nvPr/>
        </p:nvCxnSpPr>
        <p:spPr>
          <a:xfrm>
            <a:off x="1016241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4" name="Connector 3763"/>
          <p:cNvCxnSpPr/>
          <p:nvPr/>
        </p:nvCxnSpPr>
        <p:spPr>
          <a:xfrm>
            <a:off x="10224008" y="4983480"/>
            <a:ext cx="36957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5" name="Connector 3764"/>
          <p:cNvCxnSpPr/>
          <p:nvPr/>
        </p:nvCxnSpPr>
        <p:spPr>
          <a:xfrm>
            <a:off x="10260965" y="5600699"/>
            <a:ext cx="1231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6" name="Connector 3765"/>
          <p:cNvCxnSpPr/>
          <p:nvPr/>
        </p:nvCxnSpPr>
        <p:spPr>
          <a:xfrm flipH="1">
            <a:off x="1026096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7" name="Connector 3766"/>
          <p:cNvCxnSpPr/>
          <p:nvPr/>
        </p:nvCxnSpPr>
        <p:spPr>
          <a:xfrm flipH="1">
            <a:off x="1022400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8" name="Connector 3767"/>
          <p:cNvCxnSpPr/>
          <p:nvPr/>
        </p:nvCxnSpPr>
        <p:spPr>
          <a:xfrm flipH="1">
            <a:off x="1016241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9" name="Connector 3768"/>
          <p:cNvCxnSpPr/>
          <p:nvPr/>
        </p:nvCxnSpPr>
        <p:spPr>
          <a:xfrm flipH="1">
            <a:off x="1007618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0" name="Connector 3769"/>
          <p:cNvCxnSpPr/>
          <p:nvPr/>
        </p:nvCxnSpPr>
        <p:spPr>
          <a:xfrm flipH="1">
            <a:off x="996530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1" name="Connector 3770"/>
          <p:cNvCxnSpPr/>
          <p:nvPr/>
        </p:nvCxnSpPr>
        <p:spPr>
          <a:xfrm flipH="1">
            <a:off x="982980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2" name="Connector 3771"/>
          <p:cNvCxnSpPr/>
          <p:nvPr/>
        </p:nvCxnSpPr>
        <p:spPr>
          <a:xfrm>
            <a:off x="9829800" y="2514600"/>
            <a:ext cx="152272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3" name="Connector 3772"/>
          <p:cNvCxnSpPr/>
          <p:nvPr/>
        </p:nvCxnSpPr>
        <p:spPr>
          <a:xfrm>
            <a:off x="9982072" y="3234689"/>
            <a:ext cx="124588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4" name="Connector 3773"/>
          <p:cNvCxnSpPr/>
          <p:nvPr/>
        </p:nvCxnSpPr>
        <p:spPr>
          <a:xfrm>
            <a:off x="1010666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5" name="Connector 3774"/>
          <p:cNvCxnSpPr/>
          <p:nvPr/>
        </p:nvCxnSpPr>
        <p:spPr>
          <a:xfrm>
            <a:off x="1020356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6" name="Connector 3775"/>
          <p:cNvCxnSpPr/>
          <p:nvPr/>
        </p:nvCxnSpPr>
        <p:spPr>
          <a:xfrm>
            <a:off x="1027277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7" name="Connector 3776"/>
          <p:cNvCxnSpPr/>
          <p:nvPr/>
        </p:nvCxnSpPr>
        <p:spPr>
          <a:xfrm>
            <a:off x="1031430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8" name="Connector 3777"/>
          <p:cNvCxnSpPr/>
          <p:nvPr/>
        </p:nvCxnSpPr>
        <p:spPr>
          <a:xfrm flipH="1">
            <a:off x="10314305" y="6835140"/>
            <a:ext cx="1384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9" name="Connector 3778"/>
          <p:cNvCxnSpPr/>
          <p:nvPr/>
        </p:nvCxnSpPr>
        <p:spPr>
          <a:xfrm flipH="1">
            <a:off x="10272776" y="7555229"/>
            <a:ext cx="41529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0" name="Connector 3779"/>
          <p:cNvCxnSpPr/>
          <p:nvPr/>
        </p:nvCxnSpPr>
        <p:spPr>
          <a:xfrm flipH="1">
            <a:off x="1020356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1" name="Connector 3780"/>
          <p:cNvCxnSpPr/>
          <p:nvPr/>
        </p:nvCxnSpPr>
        <p:spPr>
          <a:xfrm flipH="1">
            <a:off x="1010666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2" name="Connector 3781"/>
          <p:cNvCxnSpPr/>
          <p:nvPr/>
        </p:nvCxnSpPr>
        <p:spPr>
          <a:xfrm flipH="1">
            <a:off x="9982073" y="9715500"/>
            <a:ext cx="124587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3" name="Connector 3782"/>
          <p:cNvCxnSpPr/>
          <p:nvPr/>
        </p:nvCxnSpPr>
        <p:spPr>
          <a:xfrm flipH="1">
            <a:off x="9829800" y="10435589"/>
            <a:ext cx="15227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4" name="Connector 3783"/>
          <p:cNvCxnSpPr/>
          <p:nvPr/>
        </p:nvCxnSpPr>
        <p:spPr>
          <a:xfrm>
            <a:off x="9829800" y="3749039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5" name="Connector 3784"/>
          <p:cNvCxnSpPr/>
          <p:nvPr/>
        </p:nvCxnSpPr>
        <p:spPr>
          <a:xfrm>
            <a:off x="9881488" y="38519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6" name="Connector 3785"/>
          <p:cNvCxnSpPr/>
          <p:nvPr/>
        </p:nvCxnSpPr>
        <p:spPr>
          <a:xfrm>
            <a:off x="992378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7" name="Connector 3786"/>
          <p:cNvCxnSpPr/>
          <p:nvPr/>
        </p:nvCxnSpPr>
        <p:spPr>
          <a:xfrm>
            <a:off x="995667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8" name="Connector 3787"/>
          <p:cNvCxnSpPr/>
          <p:nvPr/>
        </p:nvCxnSpPr>
        <p:spPr>
          <a:xfrm>
            <a:off x="9980168" y="41605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9" name="Connector 3788"/>
          <p:cNvCxnSpPr/>
          <p:nvPr/>
        </p:nvCxnSpPr>
        <p:spPr>
          <a:xfrm>
            <a:off x="9994264" y="426338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0" name="Connector 3789"/>
          <p:cNvCxnSpPr/>
          <p:nvPr/>
        </p:nvCxnSpPr>
        <p:spPr>
          <a:xfrm flipH="1">
            <a:off x="9994265" y="43662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1" name="Connector 3790"/>
          <p:cNvCxnSpPr/>
          <p:nvPr/>
        </p:nvCxnSpPr>
        <p:spPr>
          <a:xfrm flipH="1">
            <a:off x="9980168" y="44691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2" name="Connector 3791"/>
          <p:cNvCxnSpPr/>
          <p:nvPr/>
        </p:nvCxnSpPr>
        <p:spPr>
          <a:xfrm flipH="1">
            <a:off x="995667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3" name="Connector 3792"/>
          <p:cNvCxnSpPr/>
          <p:nvPr/>
        </p:nvCxnSpPr>
        <p:spPr>
          <a:xfrm flipH="1">
            <a:off x="992378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4" name="Connector 3793"/>
          <p:cNvCxnSpPr/>
          <p:nvPr/>
        </p:nvCxnSpPr>
        <p:spPr>
          <a:xfrm flipH="1">
            <a:off x="9881489" y="47777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5" name="Connector 3794"/>
          <p:cNvCxnSpPr/>
          <p:nvPr/>
        </p:nvCxnSpPr>
        <p:spPr>
          <a:xfrm flipH="1">
            <a:off x="9829800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6" name="Connector 3795"/>
          <p:cNvCxnSpPr/>
          <p:nvPr/>
        </p:nvCxnSpPr>
        <p:spPr>
          <a:xfrm>
            <a:off x="9829800" y="3749039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7" name="Connector 3796"/>
          <p:cNvCxnSpPr/>
          <p:nvPr/>
        </p:nvCxnSpPr>
        <p:spPr>
          <a:xfrm>
            <a:off x="9898253" y="395477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8" name="Connector 3797"/>
          <p:cNvCxnSpPr/>
          <p:nvPr/>
        </p:nvCxnSpPr>
        <p:spPr>
          <a:xfrm>
            <a:off x="9954260" y="41605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9" name="Connector 3798"/>
          <p:cNvCxnSpPr/>
          <p:nvPr/>
        </p:nvCxnSpPr>
        <p:spPr>
          <a:xfrm>
            <a:off x="999782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0" name="Connector 3799"/>
          <p:cNvCxnSpPr/>
          <p:nvPr/>
        </p:nvCxnSpPr>
        <p:spPr>
          <a:xfrm>
            <a:off x="10028936" y="45720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1" name="Connector 3800"/>
          <p:cNvCxnSpPr/>
          <p:nvPr/>
        </p:nvCxnSpPr>
        <p:spPr>
          <a:xfrm>
            <a:off x="10047605" y="47777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2" name="Connector 3801"/>
          <p:cNvCxnSpPr/>
          <p:nvPr/>
        </p:nvCxnSpPr>
        <p:spPr>
          <a:xfrm flipH="1">
            <a:off x="10047605" y="498348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3" name="Connector 3802"/>
          <p:cNvCxnSpPr/>
          <p:nvPr/>
        </p:nvCxnSpPr>
        <p:spPr>
          <a:xfrm flipH="1">
            <a:off x="10028936" y="518922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4" name="Connector 3803"/>
          <p:cNvCxnSpPr/>
          <p:nvPr/>
        </p:nvCxnSpPr>
        <p:spPr>
          <a:xfrm flipH="1">
            <a:off x="999782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5" name="Connector 3804"/>
          <p:cNvCxnSpPr/>
          <p:nvPr/>
        </p:nvCxnSpPr>
        <p:spPr>
          <a:xfrm flipH="1">
            <a:off x="9954260" y="56007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6" name="Connector 3805"/>
          <p:cNvCxnSpPr/>
          <p:nvPr/>
        </p:nvCxnSpPr>
        <p:spPr>
          <a:xfrm flipH="1">
            <a:off x="9898253" y="58064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7" name="Connector 3806"/>
          <p:cNvCxnSpPr/>
          <p:nvPr/>
        </p:nvCxnSpPr>
        <p:spPr>
          <a:xfrm flipH="1">
            <a:off x="9829800" y="601218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8" name="Connector 3807"/>
          <p:cNvCxnSpPr/>
          <p:nvPr/>
        </p:nvCxnSpPr>
        <p:spPr>
          <a:xfrm>
            <a:off x="9829800" y="3749039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9" name="Connector 3808"/>
          <p:cNvCxnSpPr/>
          <p:nvPr/>
        </p:nvCxnSpPr>
        <p:spPr>
          <a:xfrm>
            <a:off x="9915016" y="405764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0" name="Connector 3809"/>
          <p:cNvCxnSpPr/>
          <p:nvPr/>
        </p:nvCxnSpPr>
        <p:spPr>
          <a:xfrm>
            <a:off x="998474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1" name="Connector 3810"/>
          <p:cNvCxnSpPr/>
          <p:nvPr/>
        </p:nvCxnSpPr>
        <p:spPr>
          <a:xfrm>
            <a:off x="1003896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2" name="Connector 3811"/>
          <p:cNvCxnSpPr/>
          <p:nvPr/>
        </p:nvCxnSpPr>
        <p:spPr>
          <a:xfrm>
            <a:off x="10077704" y="498348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3" name="Connector 3812"/>
          <p:cNvCxnSpPr/>
          <p:nvPr/>
        </p:nvCxnSpPr>
        <p:spPr>
          <a:xfrm>
            <a:off x="10100945" y="529209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4" name="Connector 3813"/>
          <p:cNvCxnSpPr/>
          <p:nvPr/>
        </p:nvCxnSpPr>
        <p:spPr>
          <a:xfrm flipH="1">
            <a:off x="1010094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5" name="Connector 3814"/>
          <p:cNvCxnSpPr/>
          <p:nvPr/>
        </p:nvCxnSpPr>
        <p:spPr>
          <a:xfrm flipH="1">
            <a:off x="10077704" y="590931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6" name="Connector 3815"/>
          <p:cNvCxnSpPr/>
          <p:nvPr/>
        </p:nvCxnSpPr>
        <p:spPr>
          <a:xfrm flipH="1">
            <a:off x="10038969" y="621792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7" name="Connector 3816"/>
          <p:cNvCxnSpPr/>
          <p:nvPr/>
        </p:nvCxnSpPr>
        <p:spPr>
          <a:xfrm flipH="1">
            <a:off x="9984740" y="652653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8" name="Connector 3817"/>
          <p:cNvCxnSpPr/>
          <p:nvPr/>
        </p:nvCxnSpPr>
        <p:spPr>
          <a:xfrm flipH="1">
            <a:off x="9915016" y="6835140"/>
            <a:ext cx="6972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9" name="Connector 3818"/>
          <p:cNvCxnSpPr/>
          <p:nvPr/>
        </p:nvCxnSpPr>
        <p:spPr>
          <a:xfrm flipH="1">
            <a:off x="9829800" y="7143750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0" name="Connector 3819"/>
          <p:cNvCxnSpPr/>
          <p:nvPr/>
        </p:nvCxnSpPr>
        <p:spPr>
          <a:xfrm>
            <a:off x="9829800" y="3749039"/>
            <a:ext cx="10198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1" name="Connector 3820"/>
          <p:cNvCxnSpPr/>
          <p:nvPr/>
        </p:nvCxnSpPr>
        <p:spPr>
          <a:xfrm>
            <a:off x="9931780" y="416052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2" name="Connector 3821"/>
          <p:cNvCxnSpPr/>
          <p:nvPr/>
        </p:nvCxnSpPr>
        <p:spPr>
          <a:xfrm>
            <a:off x="1001522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3" name="Connector 3822"/>
          <p:cNvCxnSpPr/>
          <p:nvPr/>
        </p:nvCxnSpPr>
        <p:spPr>
          <a:xfrm>
            <a:off x="1008011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4" name="Connector 3823"/>
          <p:cNvCxnSpPr/>
          <p:nvPr/>
        </p:nvCxnSpPr>
        <p:spPr>
          <a:xfrm>
            <a:off x="10126472" y="539496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5" name="Connector 3824"/>
          <p:cNvCxnSpPr/>
          <p:nvPr/>
        </p:nvCxnSpPr>
        <p:spPr>
          <a:xfrm>
            <a:off x="10154284" y="580643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6" name="Connector 3825"/>
          <p:cNvCxnSpPr/>
          <p:nvPr/>
        </p:nvCxnSpPr>
        <p:spPr>
          <a:xfrm flipH="1">
            <a:off x="1015428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7" name="Connector 3826"/>
          <p:cNvCxnSpPr/>
          <p:nvPr/>
        </p:nvCxnSpPr>
        <p:spPr>
          <a:xfrm flipH="1">
            <a:off x="10126472" y="662940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8" name="Connector 3827"/>
          <p:cNvCxnSpPr/>
          <p:nvPr/>
        </p:nvCxnSpPr>
        <p:spPr>
          <a:xfrm flipH="1">
            <a:off x="10080117" y="70408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9" name="Connector 3828"/>
          <p:cNvCxnSpPr/>
          <p:nvPr/>
        </p:nvCxnSpPr>
        <p:spPr>
          <a:xfrm flipH="1">
            <a:off x="1001522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0" name="Connector 3829"/>
          <p:cNvCxnSpPr/>
          <p:nvPr/>
        </p:nvCxnSpPr>
        <p:spPr>
          <a:xfrm flipH="1">
            <a:off x="9931781" y="786384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1" name="Connector 3830"/>
          <p:cNvCxnSpPr/>
          <p:nvPr/>
        </p:nvCxnSpPr>
        <p:spPr>
          <a:xfrm flipH="1">
            <a:off x="9829800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2" name="Connector 3831"/>
          <p:cNvCxnSpPr/>
          <p:nvPr/>
        </p:nvCxnSpPr>
        <p:spPr>
          <a:xfrm>
            <a:off x="9829800" y="374903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3" name="Connector 3832"/>
          <p:cNvCxnSpPr/>
          <p:nvPr/>
        </p:nvCxnSpPr>
        <p:spPr>
          <a:xfrm>
            <a:off x="9948545" y="426339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4" name="Connector 3833"/>
          <p:cNvCxnSpPr/>
          <p:nvPr/>
        </p:nvCxnSpPr>
        <p:spPr>
          <a:xfrm>
            <a:off x="1004570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5" name="Connector 3834"/>
          <p:cNvCxnSpPr/>
          <p:nvPr/>
        </p:nvCxnSpPr>
        <p:spPr>
          <a:xfrm>
            <a:off x="1012126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6" name="Connector 3835"/>
          <p:cNvCxnSpPr/>
          <p:nvPr/>
        </p:nvCxnSpPr>
        <p:spPr>
          <a:xfrm>
            <a:off x="10175240" y="580644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7" name="Connector 3836"/>
          <p:cNvCxnSpPr/>
          <p:nvPr/>
        </p:nvCxnSpPr>
        <p:spPr>
          <a:xfrm>
            <a:off x="10207624" y="632078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8" name="Connector 3837"/>
          <p:cNvCxnSpPr/>
          <p:nvPr/>
        </p:nvCxnSpPr>
        <p:spPr>
          <a:xfrm flipH="1">
            <a:off x="10207624" y="683514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9" name="Connector 3838"/>
          <p:cNvCxnSpPr/>
          <p:nvPr/>
        </p:nvCxnSpPr>
        <p:spPr>
          <a:xfrm flipH="1">
            <a:off x="10175240" y="734949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0" name="Connector 3839"/>
          <p:cNvCxnSpPr/>
          <p:nvPr/>
        </p:nvCxnSpPr>
        <p:spPr>
          <a:xfrm flipH="1">
            <a:off x="1012126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1" name="Connector 3840"/>
          <p:cNvCxnSpPr/>
          <p:nvPr/>
        </p:nvCxnSpPr>
        <p:spPr>
          <a:xfrm flipH="1">
            <a:off x="1004570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2" name="Connector 3841"/>
          <p:cNvCxnSpPr/>
          <p:nvPr/>
        </p:nvCxnSpPr>
        <p:spPr>
          <a:xfrm flipH="1">
            <a:off x="9948545" y="889254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3" name="Connector 3842"/>
          <p:cNvCxnSpPr/>
          <p:nvPr/>
        </p:nvCxnSpPr>
        <p:spPr>
          <a:xfrm flipH="1">
            <a:off x="9829800" y="940689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4" name="Connector 3843"/>
          <p:cNvCxnSpPr/>
          <p:nvPr/>
        </p:nvCxnSpPr>
        <p:spPr>
          <a:xfrm>
            <a:off x="9829800" y="3749039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5" name="Connector 3844"/>
          <p:cNvCxnSpPr/>
          <p:nvPr/>
        </p:nvCxnSpPr>
        <p:spPr>
          <a:xfrm>
            <a:off x="9965309" y="4366259"/>
            <a:ext cx="110871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6" name="Connector 3845"/>
          <p:cNvCxnSpPr/>
          <p:nvPr/>
        </p:nvCxnSpPr>
        <p:spPr>
          <a:xfrm>
            <a:off x="1007618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7" name="Connector 3846"/>
          <p:cNvCxnSpPr/>
          <p:nvPr/>
        </p:nvCxnSpPr>
        <p:spPr>
          <a:xfrm>
            <a:off x="1016241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8" name="Connector 3847"/>
          <p:cNvCxnSpPr/>
          <p:nvPr/>
        </p:nvCxnSpPr>
        <p:spPr>
          <a:xfrm>
            <a:off x="10224008" y="6217920"/>
            <a:ext cx="36957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9" name="Connector 3848"/>
          <p:cNvCxnSpPr/>
          <p:nvPr/>
        </p:nvCxnSpPr>
        <p:spPr>
          <a:xfrm>
            <a:off x="10260965" y="6835139"/>
            <a:ext cx="1231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0" name="Connector 3849"/>
          <p:cNvCxnSpPr/>
          <p:nvPr/>
        </p:nvCxnSpPr>
        <p:spPr>
          <a:xfrm flipH="1">
            <a:off x="1026096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1" name="Connector 3850"/>
          <p:cNvCxnSpPr/>
          <p:nvPr/>
        </p:nvCxnSpPr>
        <p:spPr>
          <a:xfrm flipH="1">
            <a:off x="1022400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2" name="Connector 3851"/>
          <p:cNvCxnSpPr/>
          <p:nvPr/>
        </p:nvCxnSpPr>
        <p:spPr>
          <a:xfrm flipH="1">
            <a:off x="1016241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3" name="Connector 3852"/>
          <p:cNvCxnSpPr/>
          <p:nvPr/>
        </p:nvCxnSpPr>
        <p:spPr>
          <a:xfrm flipH="1">
            <a:off x="1007618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4" name="Connector 3853"/>
          <p:cNvCxnSpPr/>
          <p:nvPr/>
        </p:nvCxnSpPr>
        <p:spPr>
          <a:xfrm flipH="1">
            <a:off x="996530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5" name="Connector 3854"/>
          <p:cNvCxnSpPr/>
          <p:nvPr/>
        </p:nvCxnSpPr>
        <p:spPr>
          <a:xfrm flipH="1">
            <a:off x="982980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6" name="Connector 3855"/>
          <p:cNvCxnSpPr/>
          <p:nvPr/>
        </p:nvCxnSpPr>
        <p:spPr>
          <a:xfrm>
            <a:off x="9829800" y="498348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7" name="Connector 3856"/>
          <p:cNvCxnSpPr/>
          <p:nvPr/>
        </p:nvCxnSpPr>
        <p:spPr>
          <a:xfrm>
            <a:off x="9881488" y="508634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8" name="Connector 3857"/>
          <p:cNvCxnSpPr/>
          <p:nvPr/>
        </p:nvCxnSpPr>
        <p:spPr>
          <a:xfrm>
            <a:off x="992378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9" name="Connector 3858"/>
          <p:cNvCxnSpPr/>
          <p:nvPr/>
        </p:nvCxnSpPr>
        <p:spPr>
          <a:xfrm>
            <a:off x="995667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0" name="Connector 3859"/>
          <p:cNvCxnSpPr/>
          <p:nvPr/>
        </p:nvCxnSpPr>
        <p:spPr>
          <a:xfrm>
            <a:off x="9980168" y="539496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1" name="Connector 3860"/>
          <p:cNvCxnSpPr/>
          <p:nvPr/>
        </p:nvCxnSpPr>
        <p:spPr>
          <a:xfrm>
            <a:off x="9994264" y="549782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2" name="Connector 3861"/>
          <p:cNvCxnSpPr/>
          <p:nvPr/>
        </p:nvCxnSpPr>
        <p:spPr>
          <a:xfrm flipH="1">
            <a:off x="9994265" y="560070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3" name="Connector 3862"/>
          <p:cNvCxnSpPr/>
          <p:nvPr/>
        </p:nvCxnSpPr>
        <p:spPr>
          <a:xfrm flipH="1">
            <a:off x="9980168" y="570357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4" name="Connector 3863"/>
          <p:cNvCxnSpPr/>
          <p:nvPr/>
        </p:nvCxnSpPr>
        <p:spPr>
          <a:xfrm flipH="1">
            <a:off x="995667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5" name="Connector 3864"/>
          <p:cNvCxnSpPr/>
          <p:nvPr/>
        </p:nvCxnSpPr>
        <p:spPr>
          <a:xfrm flipH="1">
            <a:off x="992378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6" name="Connector 3865"/>
          <p:cNvCxnSpPr/>
          <p:nvPr/>
        </p:nvCxnSpPr>
        <p:spPr>
          <a:xfrm flipH="1">
            <a:off x="9881489" y="601218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7" name="Connector 3866"/>
          <p:cNvCxnSpPr/>
          <p:nvPr/>
        </p:nvCxnSpPr>
        <p:spPr>
          <a:xfrm flipH="1">
            <a:off x="9829800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8" name="Connector 3867"/>
          <p:cNvCxnSpPr/>
          <p:nvPr/>
        </p:nvCxnSpPr>
        <p:spPr>
          <a:xfrm>
            <a:off x="9829800" y="498348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9" name="Connector 3868"/>
          <p:cNvCxnSpPr/>
          <p:nvPr/>
        </p:nvCxnSpPr>
        <p:spPr>
          <a:xfrm>
            <a:off x="9898253" y="518921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0" name="Connector 3869"/>
          <p:cNvCxnSpPr/>
          <p:nvPr/>
        </p:nvCxnSpPr>
        <p:spPr>
          <a:xfrm>
            <a:off x="9954260" y="53949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1" name="Connector 3870"/>
          <p:cNvCxnSpPr/>
          <p:nvPr/>
        </p:nvCxnSpPr>
        <p:spPr>
          <a:xfrm>
            <a:off x="999782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2" name="Connector 3871"/>
          <p:cNvCxnSpPr/>
          <p:nvPr/>
        </p:nvCxnSpPr>
        <p:spPr>
          <a:xfrm>
            <a:off x="10028936" y="580644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3" name="Connector 3872"/>
          <p:cNvCxnSpPr/>
          <p:nvPr/>
        </p:nvCxnSpPr>
        <p:spPr>
          <a:xfrm>
            <a:off x="10047605" y="601217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4" name="Connector 3873"/>
          <p:cNvCxnSpPr/>
          <p:nvPr/>
        </p:nvCxnSpPr>
        <p:spPr>
          <a:xfrm flipH="1">
            <a:off x="10047605" y="621792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5" name="Connector 3874"/>
          <p:cNvCxnSpPr/>
          <p:nvPr/>
        </p:nvCxnSpPr>
        <p:spPr>
          <a:xfrm flipH="1">
            <a:off x="10028936" y="64236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6" name="Connector 3875"/>
          <p:cNvCxnSpPr/>
          <p:nvPr/>
        </p:nvCxnSpPr>
        <p:spPr>
          <a:xfrm flipH="1">
            <a:off x="999782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7" name="Connector 3876"/>
          <p:cNvCxnSpPr/>
          <p:nvPr/>
        </p:nvCxnSpPr>
        <p:spPr>
          <a:xfrm flipH="1">
            <a:off x="9954260" y="683514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8" name="Connector 3877"/>
          <p:cNvCxnSpPr/>
          <p:nvPr/>
        </p:nvCxnSpPr>
        <p:spPr>
          <a:xfrm flipH="1">
            <a:off x="9898253" y="704088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9" name="Connector 3878"/>
          <p:cNvCxnSpPr/>
          <p:nvPr/>
        </p:nvCxnSpPr>
        <p:spPr>
          <a:xfrm flipH="1">
            <a:off x="9829800" y="724662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0" name="Connector 3879"/>
          <p:cNvCxnSpPr/>
          <p:nvPr/>
        </p:nvCxnSpPr>
        <p:spPr>
          <a:xfrm>
            <a:off x="9829800" y="498348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1" name="Connector 3880"/>
          <p:cNvCxnSpPr/>
          <p:nvPr/>
        </p:nvCxnSpPr>
        <p:spPr>
          <a:xfrm>
            <a:off x="9915016" y="529208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2" name="Connector 3881"/>
          <p:cNvCxnSpPr/>
          <p:nvPr/>
        </p:nvCxnSpPr>
        <p:spPr>
          <a:xfrm>
            <a:off x="998474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3" name="Connector 3882"/>
          <p:cNvCxnSpPr/>
          <p:nvPr/>
        </p:nvCxnSpPr>
        <p:spPr>
          <a:xfrm>
            <a:off x="1003896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4" name="Connector 3883"/>
          <p:cNvCxnSpPr/>
          <p:nvPr/>
        </p:nvCxnSpPr>
        <p:spPr>
          <a:xfrm>
            <a:off x="10077704" y="6217920"/>
            <a:ext cx="23241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5" name="Connector 3884"/>
          <p:cNvCxnSpPr/>
          <p:nvPr/>
        </p:nvCxnSpPr>
        <p:spPr>
          <a:xfrm>
            <a:off x="10100945" y="652652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6" name="Connector 3885"/>
          <p:cNvCxnSpPr/>
          <p:nvPr/>
        </p:nvCxnSpPr>
        <p:spPr>
          <a:xfrm flipH="1">
            <a:off x="1010094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7" name="Connector 3886"/>
          <p:cNvCxnSpPr/>
          <p:nvPr/>
        </p:nvCxnSpPr>
        <p:spPr>
          <a:xfrm flipH="1">
            <a:off x="10077704" y="714375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8" name="Connector 3887"/>
          <p:cNvCxnSpPr/>
          <p:nvPr/>
        </p:nvCxnSpPr>
        <p:spPr>
          <a:xfrm flipH="1">
            <a:off x="10038969" y="745236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9" name="Connector 3888"/>
          <p:cNvCxnSpPr/>
          <p:nvPr/>
        </p:nvCxnSpPr>
        <p:spPr>
          <a:xfrm flipH="1">
            <a:off x="9984740" y="7760970"/>
            <a:ext cx="54229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0" name="Connector 3889"/>
          <p:cNvCxnSpPr/>
          <p:nvPr/>
        </p:nvCxnSpPr>
        <p:spPr>
          <a:xfrm flipH="1">
            <a:off x="9915016" y="806957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1" name="Connector 3890"/>
          <p:cNvCxnSpPr/>
          <p:nvPr/>
        </p:nvCxnSpPr>
        <p:spPr>
          <a:xfrm flipH="1">
            <a:off x="9829800" y="8378190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2" name="Connector 3891"/>
          <p:cNvCxnSpPr/>
          <p:nvPr/>
        </p:nvCxnSpPr>
        <p:spPr>
          <a:xfrm>
            <a:off x="9829800" y="498348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3" name="Connector 3892"/>
          <p:cNvCxnSpPr/>
          <p:nvPr/>
        </p:nvCxnSpPr>
        <p:spPr>
          <a:xfrm>
            <a:off x="9931780" y="539495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4" name="Connector 3893"/>
          <p:cNvCxnSpPr/>
          <p:nvPr/>
        </p:nvCxnSpPr>
        <p:spPr>
          <a:xfrm>
            <a:off x="1001522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5" name="Connector 3894"/>
          <p:cNvCxnSpPr/>
          <p:nvPr/>
        </p:nvCxnSpPr>
        <p:spPr>
          <a:xfrm>
            <a:off x="1008011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6" name="Connector 3895"/>
          <p:cNvCxnSpPr/>
          <p:nvPr/>
        </p:nvCxnSpPr>
        <p:spPr>
          <a:xfrm>
            <a:off x="10126472" y="662940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7" name="Connector 3896"/>
          <p:cNvCxnSpPr/>
          <p:nvPr/>
        </p:nvCxnSpPr>
        <p:spPr>
          <a:xfrm>
            <a:off x="10154284" y="704087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8" name="Connector 3897"/>
          <p:cNvCxnSpPr/>
          <p:nvPr/>
        </p:nvCxnSpPr>
        <p:spPr>
          <a:xfrm flipH="1">
            <a:off x="1015428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9" name="Connector 3898"/>
          <p:cNvCxnSpPr/>
          <p:nvPr/>
        </p:nvCxnSpPr>
        <p:spPr>
          <a:xfrm flipH="1">
            <a:off x="10126472" y="786384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0" name="Connector 3899"/>
          <p:cNvCxnSpPr/>
          <p:nvPr/>
        </p:nvCxnSpPr>
        <p:spPr>
          <a:xfrm flipH="1">
            <a:off x="10080117" y="82753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1" name="Connector 3900"/>
          <p:cNvCxnSpPr/>
          <p:nvPr/>
        </p:nvCxnSpPr>
        <p:spPr>
          <a:xfrm flipH="1">
            <a:off x="1001522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2" name="Connector 3901"/>
          <p:cNvCxnSpPr/>
          <p:nvPr/>
        </p:nvCxnSpPr>
        <p:spPr>
          <a:xfrm flipH="1">
            <a:off x="9931781" y="909828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3" name="Connector 3902"/>
          <p:cNvCxnSpPr/>
          <p:nvPr/>
        </p:nvCxnSpPr>
        <p:spPr>
          <a:xfrm flipH="1">
            <a:off x="9829800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4" name="Connector 3903"/>
          <p:cNvCxnSpPr/>
          <p:nvPr/>
        </p:nvCxnSpPr>
        <p:spPr>
          <a:xfrm>
            <a:off x="9829800" y="498348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5" name="Connector 3904"/>
          <p:cNvCxnSpPr/>
          <p:nvPr/>
        </p:nvCxnSpPr>
        <p:spPr>
          <a:xfrm>
            <a:off x="9948545" y="549782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6" name="Connector 3905"/>
          <p:cNvCxnSpPr/>
          <p:nvPr/>
        </p:nvCxnSpPr>
        <p:spPr>
          <a:xfrm>
            <a:off x="1004570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7" name="Connector 3906"/>
          <p:cNvCxnSpPr/>
          <p:nvPr/>
        </p:nvCxnSpPr>
        <p:spPr>
          <a:xfrm>
            <a:off x="1012126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8" name="Connector 3907"/>
          <p:cNvCxnSpPr/>
          <p:nvPr/>
        </p:nvCxnSpPr>
        <p:spPr>
          <a:xfrm>
            <a:off x="10175240" y="704088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9" name="Connector 3908"/>
          <p:cNvCxnSpPr/>
          <p:nvPr/>
        </p:nvCxnSpPr>
        <p:spPr>
          <a:xfrm>
            <a:off x="10207624" y="7555229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0" name="Connector 3909"/>
          <p:cNvCxnSpPr/>
          <p:nvPr/>
        </p:nvCxnSpPr>
        <p:spPr>
          <a:xfrm flipH="1">
            <a:off x="10207624" y="806957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1" name="Connector 3910"/>
          <p:cNvCxnSpPr/>
          <p:nvPr/>
        </p:nvCxnSpPr>
        <p:spPr>
          <a:xfrm flipH="1">
            <a:off x="10175240" y="858393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2" name="Connector 3911"/>
          <p:cNvCxnSpPr/>
          <p:nvPr/>
        </p:nvCxnSpPr>
        <p:spPr>
          <a:xfrm flipH="1">
            <a:off x="1012126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3" name="Connector 3912"/>
          <p:cNvCxnSpPr/>
          <p:nvPr/>
        </p:nvCxnSpPr>
        <p:spPr>
          <a:xfrm flipH="1">
            <a:off x="1004570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4" name="Connector 3913"/>
          <p:cNvCxnSpPr/>
          <p:nvPr/>
        </p:nvCxnSpPr>
        <p:spPr>
          <a:xfrm flipH="1">
            <a:off x="9948545" y="10126980"/>
            <a:ext cx="9715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5" name="Connector 3914"/>
          <p:cNvCxnSpPr/>
          <p:nvPr/>
        </p:nvCxnSpPr>
        <p:spPr>
          <a:xfrm flipH="1">
            <a:off x="9829800" y="1064132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6" name="Connector 3915"/>
          <p:cNvCxnSpPr/>
          <p:nvPr/>
        </p:nvCxnSpPr>
        <p:spPr>
          <a:xfrm>
            <a:off x="9829800" y="621792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7" name="Connector 3916"/>
          <p:cNvCxnSpPr/>
          <p:nvPr/>
        </p:nvCxnSpPr>
        <p:spPr>
          <a:xfrm>
            <a:off x="9881488" y="632078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8" name="Connector 3917"/>
          <p:cNvCxnSpPr/>
          <p:nvPr/>
        </p:nvCxnSpPr>
        <p:spPr>
          <a:xfrm>
            <a:off x="992378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9" name="Connector 3918"/>
          <p:cNvCxnSpPr/>
          <p:nvPr/>
        </p:nvCxnSpPr>
        <p:spPr>
          <a:xfrm>
            <a:off x="995667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0" name="Connector 3919"/>
          <p:cNvCxnSpPr/>
          <p:nvPr/>
        </p:nvCxnSpPr>
        <p:spPr>
          <a:xfrm>
            <a:off x="9980168" y="662940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1" name="Connector 3920"/>
          <p:cNvCxnSpPr/>
          <p:nvPr/>
        </p:nvCxnSpPr>
        <p:spPr>
          <a:xfrm>
            <a:off x="9994264" y="673226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2" name="Connector 3921"/>
          <p:cNvCxnSpPr/>
          <p:nvPr/>
        </p:nvCxnSpPr>
        <p:spPr>
          <a:xfrm flipH="1">
            <a:off x="9994265" y="683514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3" name="Connector 3922"/>
          <p:cNvCxnSpPr/>
          <p:nvPr/>
        </p:nvCxnSpPr>
        <p:spPr>
          <a:xfrm flipH="1">
            <a:off x="9980168" y="693801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4" name="Connector 3923"/>
          <p:cNvCxnSpPr/>
          <p:nvPr/>
        </p:nvCxnSpPr>
        <p:spPr>
          <a:xfrm flipH="1">
            <a:off x="995667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5" name="Connector 3924"/>
          <p:cNvCxnSpPr/>
          <p:nvPr/>
        </p:nvCxnSpPr>
        <p:spPr>
          <a:xfrm flipH="1">
            <a:off x="992378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6" name="Connector 3925"/>
          <p:cNvCxnSpPr/>
          <p:nvPr/>
        </p:nvCxnSpPr>
        <p:spPr>
          <a:xfrm flipH="1">
            <a:off x="9881489" y="724662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7" name="Connector 3926"/>
          <p:cNvCxnSpPr/>
          <p:nvPr/>
        </p:nvCxnSpPr>
        <p:spPr>
          <a:xfrm flipH="1">
            <a:off x="9829800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8" name="Connector 3927"/>
          <p:cNvCxnSpPr/>
          <p:nvPr/>
        </p:nvCxnSpPr>
        <p:spPr>
          <a:xfrm>
            <a:off x="9829800" y="621792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9" name="Connector 3928"/>
          <p:cNvCxnSpPr/>
          <p:nvPr/>
        </p:nvCxnSpPr>
        <p:spPr>
          <a:xfrm>
            <a:off x="9898253" y="642365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0" name="Connector 3929"/>
          <p:cNvCxnSpPr/>
          <p:nvPr/>
        </p:nvCxnSpPr>
        <p:spPr>
          <a:xfrm>
            <a:off x="9954260" y="66294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1" name="Connector 3930"/>
          <p:cNvCxnSpPr/>
          <p:nvPr/>
        </p:nvCxnSpPr>
        <p:spPr>
          <a:xfrm>
            <a:off x="999782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2" name="Connector 3931"/>
          <p:cNvCxnSpPr/>
          <p:nvPr/>
        </p:nvCxnSpPr>
        <p:spPr>
          <a:xfrm>
            <a:off x="10028936" y="704088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3" name="Connector 3932"/>
          <p:cNvCxnSpPr/>
          <p:nvPr/>
        </p:nvCxnSpPr>
        <p:spPr>
          <a:xfrm>
            <a:off x="10047605" y="724661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4" name="Connector 3933"/>
          <p:cNvCxnSpPr/>
          <p:nvPr/>
        </p:nvCxnSpPr>
        <p:spPr>
          <a:xfrm flipH="1">
            <a:off x="10047605" y="745236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5" name="Connector 3934"/>
          <p:cNvCxnSpPr/>
          <p:nvPr/>
        </p:nvCxnSpPr>
        <p:spPr>
          <a:xfrm flipH="1">
            <a:off x="10028936" y="76581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6" name="Connector 3935"/>
          <p:cNvCxnSpPr/>
          <p:nvPr/>
        </p:nvCxnSpPr>
        <p:spPr>
          <a:xfrm flipH="1">
            <a:off x="999782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7" name="Connector 3936"/>
          <p:cNvCxnSpPr/>
          <p:nvPr/>
        </p:nvCxnSpPr>
        <p:spPr>
          <a:xfrm flipH="1">
            <a:off x="9954260" y="8069579"/>
            <a:ext cx="43561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8" name="Connector 3937"/>
          <p:cNvCxnSpPr/>
          <p:nvPr/>
        </p:nvCxnSpPr>
        <p:spPr>
          <a:xfrm flipH="1">
            <a:off x="9898253" y="827532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9" name="Connector 3938"/>
          <p:cNvCxnSpPr/>
          <p:nvPr/>
        </p:nvCxnSpPr>
        <p:spPr>
          <a:xfrm flipH="1">
            <a:off x="9829800" y="848106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0" name="Connector 3939"/>
          <p:cNvCxnSpPr/>
          <p:nvPr/>
        </p:nvCxnSpPr>
        <p:spPr>
          <a:xfrm>
            <a:off x="9829800" y="621792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1" name="Connector 3940"/>
          <p:cNvCxnSpPr/>
          <p:nvPr/>
        </p:nvCxnSpPr>
        <p:spPr>
          <a:xfrm>
            <a:off x="9915016" y="652652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2" name="Connector 3941"/>
          <p:cNvCxnSpPr/>
          <p:nvPr/>
        </p:nvCxnSpPr>
        <p:spPr>
          <a:xfrm>
            <a:off x="998474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3" name="Connector 3942"/>
          <p:cNvCxnSpPr/>
          <p:nvPr/>
        </p:nvCxnSpPr>
        <p:spPr>
          <a:xfrm>
            <a:off x="1003896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4" name="Connector 3943"/>
          <p:cNvCxnSpPr/>
          <p:nvPr/>
        </p:nvCxnSpPr>
        <p:spPr>
          <a:xfrm>
            <a:off x="10077704" y="7452360"/>
            <a:ext cx="23241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5" name="Connector 3944"/>
          <p:cNvCxnSpPr/>
          <p:nvPr/>
        </p:nvCxnSpPr>
        <p:spPr>
          <a:xfrm>
            <a:off x="10100945" y="7760969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6" name="Connector 3945"/>
          <p:cNvCxnSpPr/>
          <p:nvPr/>
        </p:nvCxnSpPr>
        <p:spPr>
          <a:xfrm flipH="1">
            <a:off x="1010094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7" name="Connector 3946"/>
          <p:cNvCxnSpPr/>
          <p:nvPr/>
        </p:nvCxnSpPr>
        <p:spPr>
          <a:xfrm flipH="1">
            <a:off x="10077704" y="837819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8" name="Connector 3947"/>
          <p:cNvCxnSpPr/>
          <p:nvPr/>
        </p:nvCxnSpPr>
        <p:spPr>
          <a:xfrm flipH="1">
            <a:off x="10038969" y="868680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9" name="Connector 3948"/>
          <p:cNvCxnSpPr/>
          <p:nvPr/>
        </p:nvCxnSpPr>
        <p:spPr>
          <a:xfrm flipH="1">
            <a:off x="9984740" y="899541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0" name="Connector 3949"/>
          <p:cNvCxnSpPr/>
          <p:nvPr/>
        </p:nvCxnSpPr>
        <p:spPr>
          <a:xfrm flipH="1">
            <a:off x="9915016" y="9304020"/>
            <a:ext cx="6972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1" name="Connector 3950"/>
          <p:cNvCxnSpPr/>
          <p:nvPr/>
        </p:nvCxnSpPr>
        <p:spPr>
          <a:xfrm flipH="1">
            <a:off x="9829800" y="9612630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2" name="Connector 3951"/>
          <p:cNvCxnSpPr/>
          <p:nvPr/>
        </p:nvCxnSpPr>
        <p:spPr>
          <a:xfrm>
            <a:off x="9829800" y="621792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3" name="Connector 3952"/>
          <p:cNvCxnSpPr/>
          <p:nvPr/>
        </p:nvCxnSpPr>
        <p:spPr>
          <a:xfrm>
            <a:off x="9931780" y="662939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4" name="Connector 3953"/>
          <p:cNvCxnSpPr/>
          <p:nvPr/>
        </p:nvCxnSpPr>
        <p:spPr>
          <a:xfrm>
            <a:off x="1001522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5" name="Connector 3954"/>
          <p:cNvCxnSpPr/>
          <p:nvPr/>
        </p:nvCxnSpPr>
        <p:spPr>
          <a:xfrm>
            <a:off x="1008011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6" name="Connector 3955"/>
          <p:cNvCxnSpPr/>
          <p:nvPr/>
        </p:nvCxnSpPr>
        <p:spPr>
          <a:xfrm>
            <a:off x="10126472" y="786384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7" name="Connector 3956"/>
          <p:cNvCxnSpPr/>
          <p:nvPr/>
        </p:nvCxnSpPr>
        <p:spPr>
          <a:xfrm>
            <a:off x="10154284" y="827531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8" name="Connector 3957"/>
          <p:cNvCxnSpPr/>
          <p:nvPr/>
        </p:nvCxnSpPr>
        <p:spPr>
          <a:xfrm flipH="1">
            <a:off x="1015428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9" name="Connector 3958"/>
          <p:cNvCxnSpPr/>
          <p:nvPr/>
        </p:nvCxnSpPr>
        <p:spPr>
          <a:xfrm flipH="1">
            <a:off x="10126472" y="909828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0" name="Connector 3959"/>
          <p:cNvCxnSpPr/>
          <p:nvPr/>
        </p:nvCxnSpPr>
        <p:spPr>
          <a:xfrm flipH="1">
            <a:off x="10080117" y="95097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1" name="Connector 3960"/>
          <p:cNvCxnSpPr/>
          <p:nvPr/>
        </p:nvCxnSpPr>
        <p:spPr>
          <a:xfrm flipH="1">
            <a:off x="1001522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2" name="Connector 3961"/>
          <p:cNvCxnSpPr/>
          <p:nvPr/>
        </p:nvCxnSpPr>
        <p:spPr>
          <a:xfrm flipH="1">
            <a:off x="9931781" y="10332720"/>
            <a:ext cx="83439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3" name="Connector 3962"/>
          <p:cNvCxnSpPr/>
          <p:nvPr/>
        </p:nvCxnSpPr>
        <p:spPr>
          <a:xfrm flipH="1">
            <a:off x="9829800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4" name="Connector 3963"/>
          <p:cNvCxnSpPr/>
          <p:nvPr/>
        </p:nvCxnSpPr>
        <p:spPr>
          <a:xfrm>
            <a:off x="9829800" y="745236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5" name="Connector 3964"/>
          <p:cNvCxnSpPr/>
          <p:nvPr/>
        </p:nvCxnSpPr>
        <p:spPr>
          <a:xfrm>
            <a:off x="9881488" y="755522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6" name="Connector 3965"/>
          <p:cNvCxnSpPr/>
          <p:nvPr/>
        </p:nvCxnSpPr>
        <p:spPr>
          <a:xfrm>
            <a:off x="992378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7" name="Connector 3966"/>
          <p:cNvCxnSpPr/>
          <p:nvPr/>
        </p:nvCxnSpPr>
        <p:spPr>
          <a:xfrm>
            <a:off x="995667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8" name="Connector 3967"/>
          <p:cNvCxnSpPr/>
          <p:nvPr/>
        </p:nvCxnSpPr>
        <p:spPr>
          <a:xfrm>
            <a:off x="9980168" y="786384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9" name="Connector 3968"/>
          <p:cNvCxnSpPr/>
          <p:nvPr/>
        </p:nvCxnSpPr>
        <p:spPr>
          <a:xfrm>
            <a:off x="9994264" y="7966709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0" name="Connector 3969"/>
          <p:cNvCxnSpPr/>
          <p:nvPr/>
        </p:nvCxnSpPr>
        <p:spPr>
          <a:xfrm flipH="1">
            <a:off x="9994265" y="806957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1" name="Connector 3970"/>
          <p:cNvCxnSpPr/>
          <p:nvPr/>
        </p:nvCxnSpPr>
        <p:spPr>
          <a:xfrm flipH="1">
            <a:off x="9980168" y="817245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2" name="Connector 3971"/>
          <p:cNvCxnSpPr/>
          <p:nvPr/>
        </p:nvCxnSpPr>
        <p:spPr>
          <a:xfrm flipH="1">
            <a:off x="995667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3" name="Connector 3972"/>
          <p:cNvCxnSpPr/>
          <p:nvPr/>
        </p:nvCxnSpPr>
        <p:spPr>
          <a:xfrm flipH="1">
            <a:off x="992378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4" name="Connector 3973"/>
          <p:cNvCxnSpPr/>
          <p:nvPr/>
        </p:nvCxnSpPr>
        <p:spPr>
          <a:xfrm flipH="1">
            <a:off x="9881489" y="848106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5" name="Connector 3974"/>
          <p:cNvCxnSpPr/>
          <p:nvPr/>
        </p:nvCxnSpPr>
        <p:spPr>
          <a:xfrm flipH="1">
            <a:off x="9829800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6" name="Connector 3975"/>
          <p:cNvCxnSpPr/>
          <p:nvPr/>
        </p:nvCxnSpPr>
        <p:spPr>
          <a:xfrm>
            <a:off x="9829800" y="745236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7" name="Connector 3976"/>
          <p:cNvCxnSpPr/>
          <p:nvPr/>
        </p:nvCxnSpPr>
        <p:spPr>
          <a:xfrm>
            <a:off x="9898253" y="765809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8" name="Connector 3977"/>
          <p:cNvCxnSpPr/>
          <p:nvPr/>
        </p:nvCxnSpPr>
        <p:spPr>
          <a:xfrm>
            <a:off x="9954260" y="7863840"/>
            <a:ext cx="43561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9" name="Connector 3978"/>
          <p:cNvCxnSpPr/>
          <p:nvPr/>
        </p:nvCxnSpPr>
        <p:spPr>
          <a:xfrm>
            <a:off x="999782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0" name="Connector 3979"/>
          <p:cNvCxnSpPr/>
          <p:nvPr/>
        </p:nvCxnSpPr>
        <p:spPr>
          <a:xfrm>
            <a:off x="10028936" y="827532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1" name="Connector 3980"/>
          <p:cNvCxnSpPr/>
          <p:nvPr/>
        </p:nvCxnSpPr>
        <p:spPr>
          <a:xfrm>
            <a:off x="10047605" y="848105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2" name="Connector 3981"/>
          <p:cNvCxnSpPr/>
          <p:nvPr/>
        </p:nvCxnSpPr>
        <p:spPr>
          <a:xfrm flipH="1">
            <a:off x="10047605" y="86868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3" name="Connector 3982"/>
          <p:cNvCxnSpPr/>
          <p:nvPr/>
        </p:nvCxnSpPr>
        <p:spPr>
          <a:xfrm flipH="1">
            <a:off x="10028936" y="889254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4" name="Connector 3983"/>
          <p:cNvCxnSpPr/>
          <p:nvPr/>
        </p:nvCxnSpPr>
        <p:spPr>
          <a:xfrm flipH="1">
            <a:off x="999782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5" name="Connector 3984"/>
          <p:cNvCxnSpPr/>
          <p:nvPr/>
        </p:nvCxnSpPr>
        <p:spPr>
          <a:xfrm flipH="1">
            <a:off x="9954260" y="93040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6" name="Connector 3985"/>
          <p:cNvCxnSpPr/>
          <p:nvPr/>
        </p:nvCxnSpPr>
        <p:spPr>
          <a:xfrm flipH="1">
            <a:off x="9898253" y="950976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7" name="Connector 3986"/>
          <p:cNvCxnSpPr/>
          <p:nvPr/>
        </p:nvCxnSpPr>
        <p:spPr>
          <a:xfrm flipH="1">
            <a:off x="9829800" y="97155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8" name="Connector 3987"/>
          <p:cNvCxnSpPr/>
          <p:nvPr/>
        </p:nvCxnSpPr>
        <p:spPr>
          <a:xfrm>
            <a:off x="9829800" y="7452360"/>
            <a:ext cx="85216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9" name="Connector 3988"/>
          <p:cNvCxnSpPr/>
          <p:nvPr/>
        </p:nvCxnSpPr>
        <p:spPr>
          <a:xfrm>
            <a:off x="9915016" y="7760969"/>
            <a:ext cx="69724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0" name="Connector 3989"/>
          <p:cNvCxnSpPr/>
          <p:nvPr/>
        </p:nvCxnSpPr>
        <p:spPr>
          <a:xfrm>
            <a:off x="998474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1" name="Connector 3990"/>
          <p:cNvCxnSpPr/>
          <p:nvPr/>
        </p:nvCxnSpPr>
        <p:spPr>
          <a:xfrm>
            <a:off x="1003896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2" name="Connector 3991"/>
          <p:cNvCxnSpPr/>
          <p:nvPr/>
        </p:nvCxnSpPr>
        <p:spPr>
          <a:xfrm>
            <a:off x="10077704" y="8686800"/>
            <a:ext cx="23241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3" name="Connector 3992"/>
          <p:cNvCxnSpPr/>
          <p:nvPr/>
        </p:nvCxnSpPr>
        <p:spPr>
          <a:xfrm>
            <a:off x="10100945" y="899540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4" name="Connector 3993"/>
          <p:cNvCxnSpPr/>
          <p:nvPr/>
        </p:nvCxnSpPr>
        <p:spPr>
          <a:xfrm flipH="1">
            <a:off x="1010094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5" name="Connector 3994"/>
          <p:cNvCxnSpPr/>
          <p:nvPr/>
        </p:nvCxnSpPr>
        <p:spPr>
          <a:xfrm flipH="1">
            <a:off x="10077704" y="961263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6" name="Connector 3995"/>
          <p:cNvCxnSpPr/>
          <p:nvPr/>
        </p:nvCxnSpPr>
        <p:spPr>
          <a:xfrm flipH="1">
            <a:off x="10038969" y="992124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7" name="Connector 3996"/>
          <p:cNvCxnSpPr/>
          <p:nvPr/>
        </p:nvCxnSpPr>
        <p:spPr>
          <a:xfrm flipH="1">
            <a:off x="9984740" y="1022985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8" name="Connector 3997"/>
          <p:cNvCxnSpPr/>
          <p:nvPr/>
        </p:nvCxnSpPr>
        <p:spPr>
          <a:xfrm flipH="1">
            <a:off x="9915016" y="10538460"/>
            <a:ext cx="6972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9" name="Connector 3998"/>
          <p:cNvCxnSpPr/>
          <p:nvPr/>
        </p:nvCxnSpPr>
        <p:spPr>
          <a:xfrm flipH="1">
            <a:off x="9829800" y="10847070"/>
            <a:ext cx="8521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0" name="Connector 3999"/>
          <p:cNvCxnSpPr/>
          <p:nvPr/>
        </p:nvCxnSpPr>
        <p:spPr>
          <a:xfrm>
            <a:off x="9829800" y="868680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1" name="Connector 4000"/>
          <p:cNvCxnSpPr/>
          <p:nvPr/>
        </p:nvCxnSpPr>
        <p:spPr>
          <a:xfrm>
            <a:off x="9881488" y="87896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2" name="Connector 4001"/>
          <p:cNvCxnSpPr/>
          <p:nvPr/>
        </p:nvCxnSpPr>
        <p:spPr>
          <a:xfrm>
            <a:off x="992378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3" name="Connector 4002"/>
          <p:cNvCxnSpPr/>
          <p:nvPr/>
        </p:nvCxnSpPr>
        <p:spPr>
          <a:xfrm>
            <a:off x="995667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4" name="Connector 4003"/>
          <p:cNvCxnSpPr/>
          <p:nvPr/>
        </p:nvCxnSpPr>
        <p:spPr>
          <a:xfrm>
            <a:off x="9980168" y="909828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5" name="Connector 4004"/>
          <p:cNvCxnSpPr/>
          <p:nvPr/>
        </p:nvCxnSpPr>
        <p:spPr>
          <a:xfrm>
            <a:off x="9994264" y="920114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6" name="Connector 4005"/>
          <p:cNvCxnSpPr/>
          <p:nvPr/>
        </p:nvCxnSpPr>
        <p:spPr>
          <a:xfrm flipH="1">
            <a:off x="9994265" y="93040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7" name="Connector 4006"/>
          <p:cNvCxnSpPr/>
          <p:nvPr/>
        </p:nvCxnSpPr>
        <p:spPr>
          <a:xfrm flipH="1">
            <a:off x="9980168" y="94068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8" name="Connector 4007"/>
          <p:cNvCxnSpPr/>
          <p:nvPr/>
        </p:nvCxnSpPr>
        <p:spPr>
          <a:xfrm flipH="1">
            <a:off x="995667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9" name="Connector 4008"/>
          <p:cNvCxnSpPr/>
          <p:nvPr/>
        </p:nvCxnSpPr>
        <p:spPr>
          <a:xfrm flipH="1">
            <a:off x="992378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0" name="Connector 4009"/>
          <p:cNvCxnSpPr/>
          <p:nvPr/>
        </p:nvCxnSpPr>
        <p:spPr>
          <a:xfrm flipH="1">
            <a:off x="9881489" y="97155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1" name="Connector 4010"/>
          <p:cNvCxnSpPr/>
          <p:nvPr/>
        </p:nvCxnSpPr>
        <p:spPr>
          <a:xfrm flipH="1">
            <a:off x="9829800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2" name="Connector 4011"/>
          <p:cNvCxnSpPr/>
          <p:nvPr/>
        </p:nvCxnSpPr>
        <p:spPr>
          <a:xfrm>
            <a:off x="9829800" y="86868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3" name="Connector 4012"/>
          <p:cNvCxnSpPr/>
          <p:nvPr/>
        </p:nvCxnSpPr>
        <p:spPr>
          <a:xfrm>
            <a:off x="9898253" y="88925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4" name="Connector 4013"/>
          <p:cNvCxnSpPr/>
          <p:nvPr/>
        </p:nvCxnSpPr>
        <p:spPr>
          <a:xfrm>
            <a:off x="9954260" y="90982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5" name="Connector 4014"/>
          <p:cNvCxnSpPr/>
          <p:nvPr/>
        </p:nvCxnSpPr>
        <p:spPr>
          <a:xfrm>
            <a:off x="999782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6" name="Connector 4015"/>
          <p:cNvCxnSpPr/>
          <p:nvPr/>
        </p:nvCxnSpPr>
        <p:spPr>
          <a:xfrm>
            <a:off x="10028936" y="95097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7" name="Connector 4016"/>
          <p:cNvCxnSpPr/>
          <p:nvPr/>
        </p:nvCxnSpPr>
        <p:spPr>
          <a:xfrm>
            <a:off x="10047605" y="97155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8" name="Connector 4017"/>
          <p:cNvCxnSpPr/>
          <p:nvPr/>
        </p:nvCxnSpPr>
        <p:spPr>
          <a:xfrm flipH="1">
            <a:off x="10047605" y="99212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9" name="Connector 4018"/>
          <p:cNvCxnSpPr/>
          <p:nvPr/>
        </p:nvCxnSpPr>
        <p:spPr>
          <a:xfrm flipH="1">
            <a:off x="10028936" y="101269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0" name="Connector 4019"/>
          <p:cNvCxnSpPr/>
          <p:nvPr/>
        </p:nvCxnSpPr>
        <p:spPr>
          <a:xfrm flipH="1">
            <a:off x="999782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1" name="Connector 4020"/>
          <p:cNvCxnSpPr/>
          <p:nvPr/>
        </p:nvCxnSpPr>
        <p:spPr>
          <a:xfrm flipH="1">
            <a:off x="9954260" y="105384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2" name="Connector 4021"/>
          <p:cNvCxnSpPr/>
          <p:nvPr/>
        </p:nvCxnSpPr>
        <p:spPr>
          <a:xfrm flipH="1">
            <a:off x="9898253" y="107442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3" name="Connector 4022"/>
          <p:cNvCxnSpPr/>
          <p:nvPr/>
        </p:nvCxnSpPr>
        <p:spPr>
          <a:xfrm flipH="1">
            <a:off x="9829800" y="109499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4" name="Connector 4023"/>
          <p:cNvCxnSpPr/>
          <p:nvPr/>
        </p:nvCxnSpPr>
        <p:spPr>
          <a:xfrm>
            <a:off x="9829800" y="992124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5" name="Connector 4024"/>
          <p:cNvCxnSpPr/>
          <p:nvPr/>
        </p:nvCxnSpPr>
        <p:spPr>
          <a:xfrm>
            <a:off x="9881488" y="100241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6" name="Connector 4025"/>
          <p:cNvCxnSpPr/>
          <p:nvPr/>
        </p:nvCxnSpPr>
        <p:spPr>
          <a:xfrm>
            <a:off x="992378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7" name="Connector 4026"/>
          <p:cNvCxnSpPr/>
          <p:nvPr/>
        </p:nvCxnSpPr>
        <p:spPr>
          <a:xfrm>
            <a:off x="995667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8" name="Connector 4027"/>
          <p:cNvCxnSpPr/>
          <p:nvPr/>
        </p:nvCxnSpPr>
        <p:spPr>
          <a:xfrm>
            <a:off x="9980168" y="103327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9" name="Connector 4028"/>
          <p:cNvCxnSpPr/>
          <p:nvPr/>
        </p:nvCxnSpPr>
        <p:spPr>
          <a:xfrm>
            <a:off x="9994264" y="1043558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0" name="Connector 4029"/>
          <p:cNvCxnSpPr/>
          <p:nvPr/>
        </p:nvCxnSpPr>
        <p:spPr>
          <a:xfrm flipH="1">
            <a:off x="9994265" y="105384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1" name="Connector 4030"/>
          <p:cNvCxnSpPr/>
          <p:nvPr/>
        </p:nvCxnSpPr>
        <p:spPr>
          <a:xfrm flipH="1">
            <a:off x="9980168" y="106413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2" name="Connector 4031"/>
          <p:cNvCxnSpPr/>
          <p:nvPr/>
        </p:nvCxnSpPr>
        <p:spPr>
          <a:xfrm flipH="1">
            <a:off x="995667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3" name="Connector 4032"/>
          <p:cNvCxnSpPr/>
          <p:nvPr/>
        </p:nvCxnSpPr>
        <p:spPr>
          <a:xfrm flipH="1">
            <a:off x="992378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4" name="Connector 4033"/>
          <p:cNvCxnSpPr/>
          <p:nvPr/>
        </p:nvCxnSpPr>
        <p:spPr>
          <a:xfrm flipH="1">
            <a:off x="9881489" y="109499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5" name="Connector 4034"/>
          <p:cNvCxnSpPr/>
          <p:nvPr/>
        </p:nvCxnSpPr>
        <p:spPr>
          <a:xfrm flipH="1">
            <a:off x="9829800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6" name="Connector 4035"/>
          <p:cNvCxnSpPr/>
          <p:nvPr/>
        </p:nvCxnSpPr>
        <p:spPr>
          <a:xfrm>
            <a:off x="12298680" y="25146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7" name="Connector 4036"/>
          <p:cNvCxnSpPr/>
          <p:nvPr/>
        </p:nvCxnSpPr>
        <p:spPr>
          <a:xfrm>
            <a:off x="12350369" y="26174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8" name="Connector 4037"/>
          <p:cNvCxnSpPr/>
          <p:nvPr/>
        </p:nvCxnSpPr>
        <p:spPr>
          <a:xfrm>
            <a:off x="1239266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9" name="Connector 4038"/>
          <p:cNvCxnSpPr/>
          <p:nvPr/>
        </p:nvCxnSpPr>
        <p:spPr>
          <a:xfrm>
            <a:off x="1242555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0" name="Connector 4039"/>
          <p:cNvCxnSpPr/>
          <p:nvPr/>
        </p:nvCxnSpPr>
        <p:spPr>
          <a:xfrm>
            <a:off x="12449048" y="292608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1" name="Connector 4040"/>
          <p:cNvCxnSpPr/>
          <p:nvPr/>
        </p:nvCxnSpPr>
        <p:spPr>
          <a:xfrm>
            <a:off x="12463145" y="302895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2" name="Connector 4041"/>
          <p:cNvCxnSpPr/>
          <p:nvPr/>
        </p:nvCxnSpPr>
        <p:spPr>
          <a:xfrm flipH="1">
            <a:off x="12463145" y="31318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3" name="Connector 4042"/>
          <p:cNvCxnSpPr/>
          <p:nvPr/>
        </p:nvCxnSpPr>
        <p:spPr>
          <a:xfrm flipH="1">
            <a:off x="12449047" y="323469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4" name="Connector 4043"/>
          <p:cNvCxnSpPr/>
          <p:nvPr/>
        </p:nvCxnSpPr>
        <p:spPr>
          <a:xfrm flipH="1">
            <a:off x="12425553" y="333756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5" name="Connector 4044"/>
          <p:cNvCxnSpPr/>
          <p:nvPr/>
        </p:nvCxnSpPr>
        <p:spPr>
          <a:xfrm flipH="1">
            <a:off x="1239266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6" name="Connector 4045"/>
          <p:cNvCxnSpPr/>
          <p:nvPr/>
        </p:nvCxnSpPr>
        <p:spPr>
          <a:xfrm flipH="1">
            <a:off x="12350369" y="35433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7" name="Connector 4046"/>
          <p:cNvCxnSpPr/>
          <p:nvPr/>
        </p:nvCxnSpPr>
        <p:spPr>
          <a:xfrm flipH="1">
            <a:off x="12298680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8" name="Connector 4047"/>
          <p:cNvCxnSpPr/>
          <p:nvPr/>
        </p:nvCxnSpPr>
        <p:spPr>
          <a:xfrm>
            <a:off x="12298680" y="251460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9" name="Connector 4048"/>
          <p:cNvCxnSpPr/>
          <p:nvPr/>
        </p:nvCxnSpPr>
        <p:spPr>
          <a:xfrm>
            <a:off x="12367133" y="272033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0" name="Connector 4049"/>
          <p:cNvCxnSpPr/>
          <p:nvPr/>
        </p:nvCxnSpPr>
        <p:spPr>
          <a:xfrm>
            <a:off x="12423140" y="29260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1" name="Connector 4050"/>
          <p:cNvCxnSpPr/>
          <p:nvPr/>
        </p:nvCxnSpPr>
        <p:spPr>
          <a:xfrm>
            <a:off x="1246670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2" name="Connector 4051"/>
          <p:cNvCxnSpPr/>
          <p:nvPr/>
        </p:nvCxnSpPr>
        <p:spPr>
          <a:xfrm>
            <a:off x="12497816" y="33375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3" name="Connector 4052"/>
          <p:cNvCxnSpPr/>
          <p:nvPr/>
        </p:nvCxnSpPr>
        <p:spPr>
          <a:xfrm>
            <a:off x="12516484" y="3543300"/>
            <a:ext cx="622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4" name="Connector 4053"/>
          <p:cNvCxnSpPr/>
          <p:nvPr/>
        </p:nvCxnSpPr>
        <p:spPr>
          <a:xfrm flipH="1">
            <a:off x="12516484" y="374903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5" name="Connector 4054"/>
          <p:cNvCxnSpPr/>
          <p:nvPr/>
        </p:nvCxnSpPr>
        <p:spPr>
          <a:xfrm flipH="1">
            <a:off x="12497816" y="395478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6" name="Connector 4055"/>
          <p:cNvCxnSpPr/>
          <p:nvPr/>
        </p:nvCxnSpPr>
        <p:spPr>
          <a:xfrm flipH="1">
            <a:off x="1246670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7" name="Connector 4056"/>
          <p:cNvCxnSpPr/>
          <p:nvPr/>
        </p:nvCxnSpPr>
        <p:spPr>
          <a:xfrm flipH="1">
            <a:off x="12423140" y="43662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8" name="Connector 4057"/>
          <p:cNvCxnSpPr/>
          <p:nvPr/>
        </p:nvCxnSpPr>
        <p:spPr>
          <a:xfrm flipH="1">
            <a:off x="12367133" y="45720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9" name="Connector 4058"/>
          <p:cNvCxnSpPr/>
          <p:nvPr/>
        </p:nvCxnSpPr>
        <p:spPr>
          <a:xfrm flipH="1">
            <a:off x="12298680" y="47777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0" name="Connector 4059"/>
          <p:cNvCxnSpPr/>
          <p:nvPr/>
        </p:nvCxnSpPr>
        <p:spPr>
          <a:xfrm>
            <a:off x="12298680" y="251460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1" name="Connector 4060"/>
          <p:cNvCxnSpPr/>
          <p:nvPr/>
        </p:nvCxnSpPr>
        <p:spPr>
          <a:xfrm>
            <a:off x="12383897" y="282320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2" name="Connector 4061"/>
          <p:cNvCxnSpPr/>
          <p:nvPr/>
        </p:nvCxnSpPr>
        <p:spPr>
          <a:xfrm>
            <a:off x="1245362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3" name="Connector 4062"/>
          <p:cNvCxnSpPr/>
          <p:nvPr/>
        </p:nvCxnSpPr>
        <p:spPr>
          <a:xfrm>
            <a:off x="1250784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4" name="Connector 4063"/>
          <p:cNvCxnSpPr/>
          <p:nvPr/>
        </p:nvCxnSpPr>
        <p:spPr>
          <a:xfrm>
            <a:off x="12546584" y="3749039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5" name="Connector 4064"/>
          <p:cNvCxnSpPr/>
          <p:nvPr/>
        </p:nvCxnSpPr>
        <p:spPr>
          <a:xfrm>
            <a:off x="12569825" y="405764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6" name="Connector 4065"/>
          <p:cNvCxnSpPr/>
          <p:nvPr/>
        </p:nvCxnSpPr>
        <p:spPr>
          <a:xfrm flipH="1">
            <a:off x="1256982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7" name="Connector 4066"/>
          <p:cNvCxnSpPr/>
          <p:nvPr/>
        </p:nvCxnSpPr>
        <p:spPr>
          <a:xfrm flipH="1">
            <a:off x="12546584" y="467487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8" name="Connector 4067"/>
          <p:cNvCxnSpPr/>
          <p:nvPr/>
        </p:nvCxnSpPr>
        <p:spPr>
          <a:xfrm flipH="1">
            <a:off x="12507849" y="498348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9" name="Connector 4068"/>
          <p:cNvCxnSpPr/>
          <p:nvPr/>
        </p:nvCxnSpPr>
        <p:spPr>
          <a:xfrm flipH="1">
            <a:off x="12453620" y="529209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0" name="Connector 4069"/>
          <p:cNvCxnSpPr/>
          <p:nvPr/>
        </p:nvCxnSpPr>
        <p:spPr>
          <a:xfrm flipH="1">
            <a:off x="12383897" y="560070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1" name="Connector 4070"/>
          <p:cNvCxnSpPr/>
          <p:nvPr/>
        </p:nvCxnSpPr>
        <p:spPr>
          <a:xfrm flipH="1">
            <a:off x="12298680" y="590931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2" name="Connector 4071"/>
          <p:cNvCxnSpPr/>
          <p:nvPr/>
        </p:nvCxnSpPr>
        <p:spPr>
          <a:xfrm>
            <a:off x="12298680" y="251460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3" name="Connector 4072"/>
          <p:cNvCxnSpPr/>
          <p:nvPr/>
        </p:nvCxnSpPr>
        <p:spPr>
          <a:xfrm>
            <a:off x="12400661" y="292607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4" name="Connector 4073"/>
          <p:cNvCxnSpPr/>
          <p:nvPr/>
        </p:nvCxnSpPr>
        <p:spPr>
          <a:xfrm>
            <a:off x="1248410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5" name="Connector 4074"/>
          <p:cNvCxnSpPr/>
          <p:nvPr/>
        </p:nvCxnSpPr>
        <p:spPr>
          <a:xfrm>
            <a:off x="1254899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6" name="Connector 4075"/>
          <p:cNvCxnSpPr/>
          <p:nvPr/>
        </p:nvCxnSpPr>
        <p:spPr>
          <a:xfrm>
            <a:off x="12595352" y="416052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7" name="Connector 4076"/>
          <p:cNvCxnSpPr/>
          <p:nvPr/>
        </p:nvCxnSpPr>
        <p:spPr>
          <a:xfrm>
            <a:off x="12623165" y="45720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8" name="Connector 4077"/>
          <p:cNvCxnSpPr/>
          <p:nvPr/>
        </p:nvCxnSpPr>
        <p:spPr>
          <a:xfrm flipH="1">
            <a:off x="1262316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9" name="Connector 4078"/>
          <p:cNvCxnSpPr/>
          <p:nvPr/>
        </p:nvCxnSpPr>
        <p:spPr>
          <a:xfrm flipH="1">
            <a:off x="12595351" y="5394960"/>
            <a:ext cx="2781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0" name="Connector 4079"/>
          <p:cNvCxnSpPr/>
          <p:nvPr/>
        </p:nvCxnSpPr>
        <p:spPr>
          <a:xfrm flipH="1">
            <a:off x="12548997" y="5806440"/>
            <a:ext cx="4635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1" name="Connector 4080"/>
          <p:cNvCxnSpPr/>
          <p:nvPr/>
        </p:nvCxnSpPr>
        <p:spPr>
          <a:xfrm flipH="1">
            <a:off x="1248410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2" name="Connector 4081"/>
          <p:cNvCxnSpPr/>
          <p:nvPr/>
        </p:nvCxnSpPr>
        <p:spPr>
          <a:xfrm flipH="1">
            <a:off x="12400661" y="662940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3" name="Connector 4082"/>
          <p:cNvCxnSpPr/>
          <p:nvPr/>
        </p:nvCxnSpPr>
        <p:spPr>
          <a:xfrm flipH="1">
            <a:off x="12298680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4" name="Connector 4083"/>
          <p:cNvCxnSpPr/>
          <p:nvPr/>
        </p:nvCxnSpPr>
        <p:spPr>
          <a:xfrm>
            <a:off x="12298680" y="251460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5" name="Connector 4084"/>
          <p:cNvCxnSpPr/>
          <p:nvPr/>
        </p:nvCxnSpPr>
        <p:spPr>
          <a:xfrm>
            <a:off x="12417425" y="302894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6" name="Connector 4085"/>
          <p:cNvCxnSpPr/>
          <p:nvPr/>
        </p:nvCxnSpPr>
        <p:spPr>
          <a:xfrm>
            <a:off x="1251458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7" name="Connector 4086"/>
          <p:cNvCxnSpPr/>
          <p:nvPr/>
        </p:nvCxnSpPr>
        <p:spPr>
          <a:xfrm>
            <a:off x="1259014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8" name="Connector 4087"/>
          <p:cNvCxnSpPr/>
          <p:nvPr/>
        </p:nvCxnSpPr>
        <p:spPr>
          <a:xfrm>
            <a:off x="12644120" y="457200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9" name="Connector 4088"/>
          <p:cNvCxnSpPr/>
          <p:nvPr/>
        </p:nvCxnSpPr>
        <p:spPr>
          <a:xfrm>
            <a:off x="12676505" y="508635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0" name="Connector 4089"/>
          <p:cNvCxnSpPr/>
          <p:nvPr/>
        </p:nvCxnSpPr>
        <p:spPr>
          <a:xfrm flipH="1">
            <a:off x="12676505" y="560070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1" name="Connector 4090"/>
          <p:cNvCxnSpPr/>
          <p:nvPr/>
        </p:nvCxnSpPr>
        <p:spPr>
          <a:xfrm flipH="1">
            <a:off x="12644120" y="611505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2" name="Connector 4091"/>
          <p:cNvCxnSpPr/>
          <p:nvPr/>
        </p:nvCxnSpPr>
        <p:spPr>
          <a:xfrm flipH="1">
            <a:off x="1259014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3" name="Connector 4092"/>
          <p:cNvCxnSpPr/>
          <p:nvPr/>
        </p:nvCxnSpPr>
        <p:spPr>
          <a:xfrm flipH="1">
            <a:off x="1251458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4" name="Connector 4093"/>
          <p:cNvCxnSpPr/>
          <p:nvPr/>
        </p:nvCxnSpPr>
        <p:spPr>
          <a:xfrm flipH="1">
            <a:off x="12417425" y="765810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5" name="Connector 4094"/>
          <p:cNvCxnSpPr/>
          <p:nvPr/>
        </p:nvCxnSpPr>
        <p:spPr>
          <a:xfrm flipH="1">
            <a:off x="12298680" y="817245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6" name="Connector 4095"/>
          <p:cNvCxnSpPr/>
          <p:nvPr/>
        </p:nvCxnSpPr>
        <p:spPr>
          <a:xfrm>
            <a:off x="12298680" y="2514600"/>
            <a:ext cx="135508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7" name="Connector 4096"/>
          <p:cNvCxnSpPr/>
          <p:nvPr/>
        </p:nvCxnSpPr>
        <p:spPr>
          <a:xfrm>
            <a:off x="12434188" y="3131819"/>
            <a:ext cx="110872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8" name="Connector 4097"/>
          <p:cNvCxnSpPr/>
          <p:nvPr/>
        </p:nvCxnSpPr>
        <p:spPr>
          <a:xfrm>
            <a:off x="1254506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9" name="Connector 4098"/>
          <p:cNvCxnSpPr/>
          <p:nvPr/>
        </p:nvCxnSpPr>
        <p:spPr>
          <a:xfrm>
            <a:off x="1263129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0" name="Connector 4099"/>
          <p:cNvCxnSpPr/>
          <p:nvPr/>
        </p:nvCxnSpPr>
        <p:spPr>
          <a:xfrm>
            <a:off x="1269288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1" name="Connector 4100"/>
          <p:cNvCxnSpPr/>
          <p:nvPr/>
        </p:nvCxnSpPr>
        <p:spPr>
          <a:xfrm>
            <a:off x="1272984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2" name="Connector 4101"/>
          <p:cNvCxnSpPr/>
          <p:nvPr/>
        </p:nvCxnSpPr>
        <p:spPr>
          <a:xfrm flipH="1">
            <a:off x="1272984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3" name="Connector 4102"/>
          <p:cNvCxnSpPr/>
          <p:nvPr/>
        </p:nvCxnSpPr>
        <p:spPr>
          <a:xfrm flipH="1">
            <a:off x="1269288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4" name="Connector 4103"/>
          <p:cNvCxnSpPr/>
          <p:nvPr/>
        </p:nvCxnSpPr>
        <p:spPr>
          <a:xfrm flipH="1">
            <a:off x="1263129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5" name="Connector 4104"/>
          <p:cNvCxnSpPr/>
          <p:nvPr/>
        </p:nvCxnSpPr>
        <p:spPr>
          <a:xfrm flipH="1">
            <a:off x="1254506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6" name="Connector 4105"/>
          <p:cNvCxnSpPr/>
          <p:nvPr/>
        </p:nvCxnSpPr>
        <p:spPr>
          <a:xfrm flipH="1">
            <a:off x="1243418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7" name="Connector 4106"/>
          <p:cNvCxnSpPr/>
          <p:nvPr/>
        </p:nvCxnSpPr>
        <p:spPr>
          <a:xfrm flipH="1">
            <a:off x="1229868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8" name="Connector 4107"/>
          <p:cNvCxnSpPr/>
          <p:nvPr/>
        </p:nvCxnSpPr>
        <p:spPr>
          <a:xfrm>
            <a:off x="12298680" y="2514600"/>
            <a:ext cx="15227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9" name="Connector 4108"/>
          <p:cNvCxnSpPr/>
          <p:nvPr/>
        </p:nvCxnSpPr>
        <p:spPr>
          <a:xfrm>
            <a:off x="12450953" y="3234689"/>
            <a:ext cx="124587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0" name="Connector 4109"/>
          <p:cNvCxnSpPr/>
          <p:nvPr/>
        </p:nvCxnSpPr>
        <p:spPr>
          <a:xfrm>
            <a:off x="1257554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1" name="Connector 4110"/>
          <p:cNvCxnSpPr/>
          <p:nvPr/>
        </p:nvCxnSpPr>
        <p:spPr>
          <a:xfrm>
            <a:off x="1267244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2" name="Connector 4111"/>
          <p:cNvCxnSpPr/>
          <p:nvPr/>
        </p:nvCxnSpPr>
        <p:spPr>
          <a:xfrm>
            <a:off x="12741656" y="5394960"/>
            <a:ext cx="41529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3" name="Connector 4112"/>
          <p:cNvCxnSpPr/>
          <p:nvPr/>
        </p:nvCxnSpPr>
        <p:spPr>
          <a:xfrm>
            <a:off x="12783185" y="6115049"/>
            <a:ext cx="1384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4" name="Connector 4113"/>
          <p:cNvCxnSpPr/>
          <p:nvPr/>
        </p:nvCxnSpPr>
        <p:spPr>
          <a:xfrm flipH="1">
            <a:off x="12783185" y="6835140"/>
            <a:ext cx="1384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5" name="Connector 4114"/>
          <p:cNvCxnSpPr/>
          <p:nvPr/>
        </p:nvCxnSpPr>
        <p:spPr>
          <a:xfrm flipH="1">
            <a:off x="12741655" y="7555229"/>
            <a:ext cx="41530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6" name="Connector 4115"/>
          <p:cNvCxnSpPr/>
          <p:nvPr/>
        </p:nvCxnSpPr>
        <p:spPr>
          <a:xfrm flipH="1">
            <a:off x="12672441" y="8275320"/>
            <a:ext cx="69214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7" name="Connector 4116"/>
          <p:cNvCxnSpPr/>
          <p:nvPr/>
        </p:nvCxnSpPr>
        <p:spPr>
          <a:xfrm flipH="1">
            <a:off x="1257554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8" name="Connector 4117"/>
          <p:cNvCxnSpPr/>
          <p:nvPr/>
        </p:nvCxnSpPr>
        <p:spPr>
          <a:xfrm flipH="1">
            <a:off x="12450953" y="9715500"/>
            <a:ext cx="124587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9" name="Connector 4118"/>
          <p:cNvCxnSpPr/>
          <p:nvPr/>
        </p:nvCxnSpPr>
        <p:spPr>
          <a:xfrm flipH="1">
            <a:off x="12298680" y="10435589"/>
            <a:ext cx="15227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0" name="Connector 4119"/>
          <p:cNvCxnSpPr/>
          <p:nvPr/>
        </p:nvCxnSpPr>
        <p:spPr>
          <a:xfrm>
            <a:off x="12298680" y="3749039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1" name="Connector 4120"/>
          <p:cNvCxnSpPr/>
          <p:nvPr/>
        </p:nvCxnSpPr>
        <p:spPr>
          <a:xfrm>
            <a:off x="12350369" y="38519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2" name="Connector 4121"/>
          <p:cNvCxnSpPr/>
          <p:nvPr/>
        </p:nvCxnSpPr>
        <p:spPr>
          <a:xfrm>
            <a:off x="1239266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3" name="Connector 4122"/>
          <p:cNvCxnSpPr/>
          <p:nvPr/>
        </p:nvCxnSpPr>
        <p:spPr>
          <a:xfrm>
            <a:off x="1242555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4" name="Connector 4123"/>
          <p:cNvCxnSpPr/>
          <p:nvPr/>
        </p:nvCxnSpPr>
        <p:spPr>
          <a:xfrm>
            <a:off x="12449048" y="41605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5" name="Connector 4124"/>
          <p:cNvCxnSpPr/>
          <p:nvPr/>
        </p:nvCxnSpPr>
        <p:spPr>
          <a:xfrm>
            <a:off x="12463145" y="42633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6" name="Connector 4125"/>
          <p:cNvCxnSpPr/>
          <p:nvPr/>
        </p:nvCxnSpPr>
        <p:spPr>
          <a:xfrm flipH="1">
            <a:off x="12463145" y="43662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7" name="Connector 4126"/>
          <p:cNvCxnSpPr/>
          <p:nvPr/>
        </p:nvCxnSpPr>
        <p:spPr>
          <a:xfrm flipH="1">
            <a:off x="12449047" y="446913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8" name="Connector 4127"/>
          <p:cNvCxnSpPr/>
          <p:nvPr/>
        </p:nvCxnSpPr>
        <p:spPr>
          <a:xfrm flipH="1">
            <a:off x="12425553" y="457200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9" name="Connector 4128"/>
          <p:cNvCxnSpPr/>
          <p:nvPr/>
        </p:nvCxnSpPr>
        <p:spPr>
          <a:xfrm flipH="1">
            <a:off x="1239266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0" name="Connector 4129"/>
          <p:cNvCxnSpPr/>
          <p:nvPr/>
        </p:nvCxnSpPr>
        <p:spPr>
          <a:xfrm flipH="1">
            <a:off x="12350369" y="47777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1" name="Connector 4130"/>
          <p:cNvCxnSpPr/>
          <p:nvPr/>
        </p:nvCxnSpPr>
        <p:spPr>
          <a:xfrm flipH="1">
            <a:off x="12298680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2" name="Connector 4131"/>
          <p:cNvCxnSpPr/>
          <p:nvPr/>
        </p:nvCxnSpPr>
        <p:spPr>
          <a:xfrm>
            <a:off x="12298680" y="3749039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3" name="Connector 4132"/>
          <p:cNvCxnSpPr/>
          <p:nvPr/>
        </p:nvCxnSpPr>
        <p:spPr>
          <a:xfrm>
            <a:off x="12367133" y="395477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4" name="Connector 4133"/>
          <p:cNvCxnSpPr/>
          <p:nvPr/>
        </p:nvCxnSpPr>
        <p:spPr>
          <a:xfrm>
            <a:off x="12423140" y="41605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5" name="Connector 4134"/>
          <p:cNvCxnSpPr/>
          <p:nvPr/>
        </p:nvCxnSpPr>
        <p:spPr>
          <a:xfrm>
            <a:off x="1246670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6" name="Connector 4135"/>
          <p:cNvCxnSpPr/>
          <p:nvPr/>
        </p:nvCxnSpPr>
        <p:spPr>
          <a:xfrm>
            <a:off x="12497816" y="45720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7" name="Connector 4136"/>
          <p:cNvCxnSpPr/>
          <p:nvPr/>
        </p:nvCxnSpPr>
        <p:spPr>
          <a:xfrm>
            <a:off x="12516484" y="47777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8" name="Connector 4137"/>
          <p:cNvCxnSpPr/>
          <p:nvPr/>
        </p:nvCxnSpPr>
        <p:spPr>
          <a:xfrm flipH="1">
            <a:off x="12516484" y="498348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9" name="Connector 4138"/>
          <p:cNvCxnSpPr/>
          <p:nvPr/>
        </p:nvCxnSpPr>
        <p:spPr>
          <a:xfrm flipH="1">
            <a:off x="12497816" y="518922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0" name="Connector 4139"/>
          <p:cNvCxnSpPr/>
          <p:nvPr/>
        </p:nvCxnSpPr>
        <p:spPr>
          <a:xfrm flipH="1">
            <a:off x="1246670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1" name="Connector 4140"/>
          <p:cNvCxnSpPr/>
          <p:nvPr/>
        </p:nvCxnSpPr>
        <p:spPr>
          <a:xfrm flipH="1">
            <a:off x="12423140" y="56007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2" name="Connector 4141"/>
          <p:cNvCxnSpPr/>
          <p:nvPr/>
        </p:nvCxnSpPr>
        <p:spPr>
          <a:xfrm flipH="1">
            <a:off x="12367133" y="58064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3" name="Connector 4142"/>
          <p:cNvCxnSpPr/>
          <p:nvPr/>
        </p:nvCxnSpPr>
        <p:spPr>
          <a:xfrm flipH="1">
            <a:off x="12298680" y="601218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4" name="Connector 4143"/>
          <p:cNvCxnSpPr/>
          <p:nvPr/>
        </p:nvCxnSpPr>
        <p:spPr>
          <a:xfrm>
            <a:off x="12298680" y="3749039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5" name="Connector 4144"/>
          <p:cNvCxnSpPr/>
          <p:nvPr/>
        </p:nvCxnSpPr>
        <p:spPr>
          <a:xfrm>
            <a:off x="12383897" y="405764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6" name="Connector 4145"/>
          <p:cNvCxnSpPr/>
          <p:nvPr/>
        </p:nvCxnSpPr>
        <p:spPr>
          <a:xfrm>
            <a:off x="1245362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7" name="Connector 4146"/>
          <p:cNvCxnSpPr/>
          <p:nvPr/>
        </p:nvCxnSpPr>
        <p:spPr>
          <a:xfrm>
            <a:off x="1250784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8" name="Connector 4147"/>
          <p:cNvCxnSpPr/>
          <p:nvPr/>
        </p:nvCxnSpPr>
        <p:spPr>
          <a:xfrm>
            <a:off x="12546584" y="498348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9" name="Connector 4148"/>
          <p:cNvCxnSpPr/>
          <p:nvPr/>
        </p:nvCxnSpPr>
        <p:spPr>
          <a:xfrm>
            <a:off x="12569825" y="529209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0" name="Connector 4149"/>
          <p:cNvCxnSpPr/>
          <p:nvPr/>
        </p:nvCxnSpPr>
        <p:spPr>
          <a:xfrm flipH="1">
            <a:off x="1256982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1" name="Connector 4150"/>
          <p:cNvCxnSpPr/>
          <p:nvPr/>
        </p:nvCxnSpPr>
        <p:spPr>
          <a:xfrm flipH="1">
            <a:off x="12546584" y="590931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2" name="Connector 4151"/>
          <p:cNvCxnSpPr/>
          <p:nvPr/>
        </p:nvCxnSpPr>
        <p:spPr>
          <a:xfrm flipH="1">
            <a:off x="12507849" y="621792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3" name="Connector 4152"/>
          <p:cNvCxnSpPr/>
          <p:nvPr/>
        </p:nvCxnSpPr>
        <p:spPr>
          <a:xfrm flipH="1">
            <a:off x="12453620" y="652653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4" name="Connector 4153"/>
          <p:cNvCxnSpPr/>
          <p:nvPr/>
        </p:nvCxnSpPr>
        <p:spPr>
          <a:xfrm flipH="1">
            <a:off x="12383897" y="683514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5" name="Connector 4154"/>
          <p:cNvCxnSpPr/>
          <p:nvPr/>
        </p:nvCxnSpPr>
        <p:spPr>
          <a:xfrm flipH="1">
            <a:off x="12298680" y="714375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6" name="Connector 4155"/>
          <p:cNvCxnSpPr/>
          <p:nvPr/>
        </p:nvCxnSpPr>
        <p:spPr>
          <a:xfrm>
            <a:off x="12298680" y="374903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7" name="Connector 4156"/>
          <p:cNvCxnSpPr/>
          <p:nvPr/>
        </p:nvCxnSpPr>
        <p:spPr>
          <a:xfrm>
            <a:off x="12400661" y="416052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8" name="Connector 4157"/>
          <p:cNvCxnSpPr/>
          <p:nvPr/>
        </p:nvCxnSpPr>
        <p:spPr>
          <a:xfrm>
            <a:off x="1248410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9" name="Connector 4158"/>
          <p:cNvCxnSpPr/>
          <p:nvPr/>
        </p:nvCxnSpPr>
        <p:spPr>
          <a:xfrm>
            <a:off x="1254899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0" name="Connector 4159"/>
          <p:cNvCxnSpPr/>
          <p:nvPr/>
        </p:nvCxnSpPr>
        <p:spPr>
          <a:xfrm>
            <a:off x="12595352" y="539496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1" name="Connector 4160"/>
          <p:cNvCxnSpPr/>
          <p:nvPr/>
        </p:nvCxnSpPr>
        <p:spPr>
          <a:xfrm>
            <a:off x="12623165" y="580643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2" name="Connector 4161"/>
          <p:cNvCxnSpPr/>
          <p:nvPr/>
        </p:nvCxnSpPr>
        <p:spPr>
          <a:xfrm flipH="1">
            <a:off x="1262316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3" name="Connector 4162"/>
          <p:cNvCxnSpPr/>
          <p:nvPr/>
        </p:nvCxnSpPr>
        <p:spPr>
          <a:xfrm flipH="1">
            <a:off x="12595351" y="6629400"/>
            <a:ext cx="2781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4" name="Connector 4163"/>
          <p:cNvCxnSpPr/>
          <p:nvPr/>
        </p:nvCxnSpPr>
        <p:spPr>
          <a:xfrm flipH="1">
            <a:off x="12548997" y="7040880"/>
            <a:ext cx="4635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5" name="Connector 4164"/>
          <p:cNvCxnSpPr/>
          <p:nvPr/>
        </p:nvCxnSpPr>
        <p:spPr>
          <a:xfrm flipH="1">
            <a:off x="1248410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6" name="Connector 4165"/>
          <p:cNvCxnSpPr/>
          <p:nvPr/>
        </p:nvCxnSpPr>
        <p:spPr>
          <a:xfrm flipH="1">
            <a:off x="12400661" y="786384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7" name="Connector 4166"/>
          <p:cNvCxnSpPr/>
          <p:nvPr/>
        </p:nvCxnSpPr>
        <p:spPr>
          <a:xfrm flipH="1">
            <a:off x="12298680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8" name="Connector 4167"/>
          <p:cNvCxnSpPr/>
          <p:nvPr/>
        </p:nvCxnSpPr>
        <p:spPr>
          <a:xfrm>
            <a:off x="12298680" y="374903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9" name="Connector 4168"/>
          <p:cNvCxnSpPr/>
          <p:nvPr/>
        </p:nvCxnSpPr>
        <p:spPr>
          <a:xfrm>
            <a:off x="12417425" y="426339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0" name="Connector 4169"/>
          <p:cNvCxnSpPr/>
          <p:nvPr/>
        </p:nvCxnSpPr>
        <p:spPr>
          <a:xfrm>
            <a:off x="1251458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1" name="Connector 4170"/>
          <p:cNvCxnSpPr/>
          <p:nvPr/>
        </p:nvCxnSpPr>
        <p:spPr>
          <a:xfrm>
            <a:off x="1259014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2" name="Connector 4171"/>
          <p:cNvCxnSpPr/>
          <p:nvPr/>
        </p:nvCxnSpPr>
        <p:spPr>
          <a:xfrm>
            <a:off x="12644120" y="5806440"/>
            <a:ext cx="3238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3" name="Connector 4172"/>
          <p:cNvCxnSpPr/>
          <p:nvPr/>
        </p:nvCxnSpPr>
        <p:spPr>
          <a:xfrm>
            <a:off x="12676505" y="632078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4" name="Connector 4173"/>
          <p:cNvCxnSpPr/>
          <p:nvPr/>
        </p:nvCxnSpPr>
        <p:spPr>
          <a:xfrm flipH="1">
            <a:off x="12676505" y="683514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5" name="Connector 4174"/>
          <p:cNvCxnSpPr/>
          <p:nvPr/>
        </p:nvCxnSpPr>
        <p:spPr>
          <a:xfrm flipH="1">
            <a:off x="12644120" y="734949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6" name="Connector 4175"/>
          <p:cNvCxnSpPr/>
          <p:nvPr/>
        </p:nvCxnSpPr>
        <p:spPr>
          <a:xfrm flipH="1">
            <a:off x="1259014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7" name="Connector 4176"/>
          <p:cNvCxnSpPr/>
          <p:nvPr/>
        </p:nvCxnSpPr>
        <p:spPr>
          <a:xfrm flipH="1">
            <a:off x="1251458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8" name="Connector 4177"/>
          <p:cNvCxnSpPr/>
          <p:nvPr/>
        </p:nvCxnSpPr>
        <p:spPr>
          <a:xfrm flipH="1">
            <a:off x="12417425" y="889254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9" name="Connector 4178"/>
          <p:cNvCxnSpPr/>
          <p:nvPr/>
        </p:nvCxnSpPr>
        <p:spPr>
          <a:xfrm flipH="1">
            <a:off x="12298680" y="940689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0" name="Connector 4179"/>
          <p:cNvCxnSpPr/>
          <p:nvPr/>
        </p:nvCxnSpPr>
        <p:spPr>
          <a:xfrm>
            <a:off x="12298680" y="3749039"/>
            <a:ext cx="135508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1" name="Connector 4180"/>
          <p:cNvCxnSpPr/>
          <p:nvPr/>
        </p:nvCxnSpPr>
        <p:spPr>
          <a:xfrm>
            <a:off x="12434188" y="4366259"/>
            <a:ext cx="110872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2" name="Connector 4181"/>
          <p:cNvCxnSpPr/>
          <p:nvPr/>
        </p:nvCxnSpPr>
        <p:spPr>
          <a:xfrm>
            <a:off x="1254506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3" name="Connector 4182"/>
          <p:cNvCxnSpPr/>
          <p:nvPr/>
        </p:nvCxnSpPr>
        <p:spPr>
          <a:xfrm>
            <a:off x="1263129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4" name="Connector 4183"/>
          <p:cNvCxnSpPr/>
          <p:nvPr/>
        </p:nvCxnSpPr>
        <p:spPr>
          <a:xfrm>
            <a:off x="1269288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5" name="Connector 4184"/>
          <p:cNvCxnSpPr/>
          <p:nvPr/>
        </p:nvCxnSpPr>
        <p:spPr>
          <a:xfrm>
            <a:off x="1272984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6" name="Connector 4185"/>
          <p:cNvCxnSpPr/>
          <p:nvPr/>
        </p:nvCxnSpPr>
        <p:spPr>
          <a:xfrm flipH="1">
            <a:off x="1272984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7" name="Connector 4186"/>
          <p:cNvCxnSpPr/>
          <p:nvPr/>
        </p:nvCxnSpPr>
        <p:spPr>
          <a:xfrm flipH="1">
            <a:off x="1269288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8" name="Connector 4187"/>
          <p:cNvCxnSpPr/>
          <p:nvPr/>
        </p:nvCxnSpPr>
        <p:spPr>
          <a:xfrm flipH="1">
            <a:off x="1263129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9" name="Connector 4188"/>
          <p:cNvCxnSpPr/>
          <p:nvPr/>
        </p:nvCxnSpPr>
        <p:spPr>
          <a:xfrm flipH="1">
            <a:off x="1254506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0" name="Connector 4189"/>
          <p:cNvCxnSpPr/>
          <p:nvPr/>
        </p:nvCxnSpPr>
        <p:spPr>
          <a:xfrm flipH="1">
            <a:off x="1243418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1" name="Connector 4190"/>
          <p:cNvCxnSpPr/>
          <p:nvPr/>
        </p:nvCxnSpPr>
        <p:spPr>
          <a:xfrm flipH="1">
            <a:off x="1229868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2" name="Connector 4191"/>
          <p:cNvCxnSpPr/>
          <p:nvPr/>
        </p:nvCxnSpPr>
        <p:spPr>
          <a:xfrm>
            <a:off x="12298680" y="498348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3" name="Connector 4192"/>
          <p:cNvCxnSpPr/>
          <p:nvPr/>
        </p:nvCxnSpPr>
        <p:spPr>
          <a:xfrm>
            <a:off x="12350369" y="508634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4" name="Connector 4193"/>
          <p:cNvCxnSpPr/>
          <p:nvPr/>
        </p:nvCxnSpPr>
        <p:spPr>
          <a:xfrm>
            <a:off x="1239266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5" name="Connector 4194"/>
          <p:cNvCxnSpPr/>
          <p:nvPr/>
        </p:nvCxnSpPr>
        <p:spPr>
          <a:xfrm>
            <a:off x="1242555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6" name="Connector 4195"/>
          <p:cNvCxnSpPr/>
          <p:nvPr/>
        </p:nvCxnSpPr>
        <p:spPr>
          <a:xfrm>
            <a:off x="12449048" y="539496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7" name="Connector 4196"/>
          <p:cNvCxnSpPr/>
          <p:nvPr/>
        </p:nvCxnSpPr>
        <p:spPr>
          <a:xfrm>
            <a:off x="12463145" y="549782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8" name="Connector 4197"/>
          <p:cNvCxnSpPr/>
          <p:nvPr/>
        </p:nvCxnSpPr>
        <p:spPr>
          <a:xfrm flipH="1">
            <a:off x="12463145" y="560070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9" name="Connector 4198"/>
          <p:cNvCxnSpPr/>
          <p:nvPr/>
        </p:nvCxnSpPr>
        <p:spPr>
          <a:xfrm flipH="1">
            <a:off x="12449047" y="570357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0" name="Connector 4199"/>
          <p:cNvCxnSpPr/>
          <p:nvPr/>
        </p:nvCxnSpPr>
        <p:spPr>
          <a:xfrm flipH="1">
            <a:off x="12425553" y="580644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1" name="Connector 4200"/>
          <p:cNvCxnSpPr/>
          <p:nvPr/>
        </p:nvCxnSpPr>
        <p:spPr>
          <a:xfrm flipH="1">
            <a:off x="1239266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2" name="Connector 4201"/>
          <p:cNvCxnSpPr/>
          <p:nvPr/>
        </p:nvCxnSpPr>
        <p:spPr>
          <a:xfrm flipH="1">
            <a:off x="12350369" y="601218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3" name="Connector 4202"/>
          <p:cNvCxnSpPr/>
          <p:nvPr/>
        </p:nvCxnSpPr>
        <p:spPr>
          <a:xfrm flipH="1">
            <a:off x="12298680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4" name="Connector 4203"/>
          <p:cNvCxnSpPr/>
          <p:nvPr/>
        </p:nvCxnSpPr>
        <p:spPr>
          <a:xfrm>
            <a:off x="12298680" y="498348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5" name="Connector 4204"/>
          <p:cNvCxnSpPr/>
          <p:nvPr/>
        </p:nvCxnSpPr>
        <p:spPr>
          <a:xfrm>
            <a:off x="12367133" y="518921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6" name="Connector 4205"/>
          <p:cNvCxnSpPr/>
          <p:nvPr/>
        </p:nvCxnSpPr>
        <p:spPr>
          <a:xfrm>
            <a:off x="12423140" y="53949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7" name="Connector 4206"/>
          <p:cNvCxnSpPr/>
          <p:nvPr/>
        </p:nvCxnSpPr>
        <p:spPr>
          <a:xfrm>
            <a:off x="1246670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8" name="Connector 4207"/>
          <p:cNvCxnSpPr/>
          <p:nvPr/>
        </p:nvCxnSpPr>
        <p:spPr>
          <a:xfrm>
            <a:off x="12497816" y="580644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9" name="Connector 4208"/>
          <p:cNvCxnSpPr/>
          <p:nvPr/>
        </p:nvCxnSpPr>
        <p:spPr>
          <a:xfrm>
            <a:off x="12516484" y="601217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0" name="Connector 4209"/>
          <p:cNvCxnSpPr/>
          <p:nvPr/>
        </p:nvCxnSpPr>
        <p:spPr>
          <a:xfrm flipH="1">
            <a:off x="12516484" y="621792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1" name="Connector 4210"/>
          <p:cNvCxnSpPr/>
          <p:nvPr/>
        </p:nvCxnSpPr>
        <p:spPr>
          <a:xfrm flipH="1">
            <a:off x="12497816" y="64236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2" name="Connector 4211"/>
          <p:cNvCxnSpPr/>
          <p:nvPr/>
        </p:nvCxnSpPr>
        <p:spPr>
          <a:xfrm flipH="1">
            <a:off x="1246670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3" name="Connector 4212"/>
          <p:cNvCxnSpPr/>
          <p:nvPr/>
        </p:nvCxnSpPr>
        <p:spPr>
          <a:xfrm flipH="1">
            <a:off x="12423140" y="683514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4" name="Connector 4213"/>
          <p:cNvCxnSpPr/>
          <p:nvPr/>
        </p:nvCxnSpPr>
        <p:spPr>
          <a:xfrm flipH="1">
            <a:off x="12367133" y="704088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5" name="Connector 4214"/>
          <p:cNvCxnSpPr/>
          <p:nvPr/>
        </p:nvCxnSpPr>
        <p:spPr>
          <a:xfrm flipH="1">
            <a:off x="12298680" y="724662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6" name="Connector 4215"/>
          <p:cNvCxnSpPr/>
          <p:nvPr/>
        </p:nvCxnSpPr>
        <p:spPr>
          <a:xfrm>
            <a:off x="12298680" y="498348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7" name="Connector 4216"/>
          <p:cNvCxnSpPr/>
          <p:nvPr/>
        </p:nvCxnSpPr>
        <p:spPr>
          <a:xfrm>
            <a:off x="12383897" y="529208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8" name="Connector 4217"/>
          <p:cNvCxnSpPr/>
          <p:nvPr/>
        </p:nvCxnSpPr>
        <p:spPr>
          <a:xfrm>
            <a:off x="1245362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9" name="Connector 4218"/>
          <p:cNvCxnSpPr/>
          <p:nvPr/>
        </p:nvCxnSpPr>
        <p:spPr>
          <a:xfrm>
            <a:off x="1250784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0" name="Connector 4219"/>
          <p:cNvCxnSpPr/>
          <p:nvPr/>
        </p:nvCxnSpPr>
        <p:spPr>
          <a:xfrm>
            <a:off x="12546584" y="6217920"/>
            <a:ext cx="23241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1" name="Connector 4220"/>
          <p:cNvCxnSpPr/>
          <p:nvPr/>
        </p:nvCxnSpPr>
        <p:spPr>
          <a:xfrm>
            <a:off x="12569825" y="652652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2" name="Connector 4221"/>
          <p:cNvCxnSpPr/>
          <p:nvPr/>
        </p:nvCxnSpPr>
        <p:spPr>
          <a:xfrm flipH="1">
            <a:off x="1256982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3" name="Connector 4222"/>
          <p:cNvCxnSpPr/>
          <p:nvPr/>
        </p:nvCxnSpPr>
        <p:spPr>
          <a:xfrm flipH="1">
            <a:off x="12546584" y="714375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4" name="Connector 4223"/>
          <p:cNvCxnSpPr/>
          <p:nvPr/>
        </p:nvCxnSpPr>
        <p:spPr>
          <a:xfrm flipH="1">
            <a:off x="12507849" y="745236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5" name="Connector 4224"/>
          <p:cNvCxnSpPr/>
          <p:nvPr/>
        </p:nvCxnSpPr>
        <p:spPr>
          <a:xfrm flipH="1">
            <a:off x="12453620" y="7760970"/>
            <a:ext cx="54229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6" name="Connector 4225"/>
          <p:cNvCxnSpPr/>
          <p:nvPr/>
        </p:nvCxnSpPr>
        <p:spPr>
          <a:xfrm flipH="1">
            <a:off x="12383897" y="806957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7" name="Connector 4226"/>
          <p:cNvCxnSpPr/>
          <p:nvPr/>
        </p:nvCxnSpPr>
        <p:spPr>
          <a:xfrm flipH="1">
            <a:off x="12298680" y="837819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8" name="Connector 4227"/>
          <p:cNvCxnSpPr/>
          <p:nvPr/>
        </p:nvCxnSpPr>
        <p:spPr>
          <a:xfrm>
            <a:off x="12298680" y="498348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9" name="Connector 4228"/>
          <p:cNvCxnSpPr/>
          <p:nvPr/>
        </p:nvCxnSpPr>
        <p:spPr>
          <a:xfrm>
            <a:off x="12400661" y="539495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0" name="Connector 4229"/>
          <p:cNvCxnSpPr/>
          <p:nvPr/>
        </p:nvCxnSpPr>
        <p:spPr>
          <a:xfrm>
            <a:off x="1248410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1" name="Connector 4230"/>
          <p:cNvCxnSpPr/>
          <p:nvPr/>
        </p:nvCxnSpPr>
        <p:spPr>
          <a:xfrm>
            <a:off x="1254899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2" name="Connector 4231"/>
          <p:cNvCxnSpPr/>
          <p:nvPr/>
        </p:nvCxnSpPr>
        <p:spPr>
          <a:xfrm>
            <a:off x="12595352" y="662940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3" name="Connector 4232"/>
          <p:cNvCxnSpPr/>
          <p:nvPr/>
        </p:nvCxnSpPr>
        <p:spPr>
          <a:xfrm>
            <a:off x="12623165" y="704087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4" name="Connector 4233"/>
          <p:cNvCxnSpPr/>
          <p:nvPr/>
        </p:nvCxnSpPr>
        <p:spPr>
          <a:xfrm flipH="1">
            <a:off x="1262316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5" name="Connector 4234"/>
          <p:cNvCxnSpPr/>
          <p:nvPr/>
        </p:nvCxnSpPr>
        <p:spPr>
          <a:xfrm flipH="1">
            <a:off x="12595351" y="7863840"/>
            <a:ext cx="2781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6" name="Connector 4235"/>
          <p:cNvCxnSpPr/>
          <p:nvPr/>
        </p:nvCxnSpPr>
        <p:spPr>
          <a:xfrm flipH="1">
            <a:off x="12548997" y="8275320"/>
            <a:ext cx="4635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7" name="Connector 4236"/>
          <p:cNvCxnSpPr/>
          <p:nvPr/>
        </p:nvCxnSpPr>
        <p:spPr>
          <a:xfrm flipH="1">
            <a:off x="1248410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8" name="Connector 4237"/>
          <p:cNvCxnSpPr/>
          <p:nvPr/>
        </p:nvCxnSpPr>
        <p:spPr>
          <a:xfrm flipH="1">
            <a:off x="12400661" y="909828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9" name="Connector 4238"/>
          <p:cNvCxnSpPr/>
          <p:nvPr/>
        </p:nvCxnSpPr>
        <p:spPr>
          <a:xfrm flipH="1">
            <a:off x="12298680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0" name="Connector 4239"/>
          <p:cNvCxnSpPr/>
          <p:nvPr/>
        </p:nvCxnSpPr>
        <p:spPr>
          <a:xfrm>
            <a:off x="12298680" y="498348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1" name="Connector 4240"/>
          <p:cNvCxnSpPr/>
          <p:nvPr/>
        </p:nvCxnSpPr>
        <p:spPr>
          <a:xfrm>
            <a:off x="12417425" y="549782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2" name="Connector 4241"/>
          <p:cNvCxnSpPr/>
          <p:nvPr/>
        </p:nvCxnSpPr>
        <p:spPr>
          <a:xfrm>
            <a:off x="1251458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3" name="Connector 4242"/>
          <p:cNvCxnSpPr/>
          <p:nvPr/>
        </p:nvCxnSpPr>
        <p:spPr>
          <a:xfrm>
            <a:off x="1259014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4" name="Connector 4243"/>
          <p:cNvCxnSpPr/>
          <p:nvPr/>
        </p:nvCxnSpPr>
        <p:spPr>
          <a:xfrm>
            <a:off x="12644120" y="7040880"/>
            <a:ext cx="3238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5" name="Connector 4244"/>
          <p:cNvCxnSpPr/>
          <p:nvPr/>
        </p:nvCxnSpPr>
        <p:spPr>
          <a:xfrm>
            <a:off x="12676505" y="7555229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6" name="Connector 4245"/>
          <p:cNvCxnSpPr/>
          <p:nvPr/>
        </p:nvCxnSpPr>
        <p:spPr>
          <a:xfrm flipH="1">
            <a:off x="12676505" y="806957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7" name="Connector 4246"/>
          <p:cNvCxnSpPr/>
          <p:nvPr/>
        </p:nvCxnSpPr>
        <p:spPr>
          <a:xfrm flipH="1">
            <a:off x="12644120" y="858393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8" name="Connector 4247"/>
          <p:cNvCxnSpPr/>
          <p:nvPr/>
        </p:nvCxnSpPr>
        <p:spPr>
          <a:xfrm flipH="1">
            <a:off x="1259014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9" name="Connector 4248"/>
          <p:cNvCxnSpPr/>
          <p:nvPr/>
        </p:nvCxnSpPr>
        <p:spPr>
          <a:xfrm flipH="1">
            <a:off x="1251458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0" name="Connector 4249"/>
          <p:cNvCxnSpPr/>
          <p:nvPr/>
        </p:nvCxnSpPr>
        <p:spPr>
          <a:xfrm flipH="1">
            <a:off x="12417425" y="10126980"/>
            <a:ext cx="9715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1" name="Connector 4250"/>
          <p:cNvCxnSpPr/>
          <p:nvPr/>
        </p:nvCxnSpPr>
        <p:spPr>
          <a:xfrm flipH="1">
            <a:off x="12298680" y="1064132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2" name="Connector 4251"/>
          <p:cNvCxnSpPr/>
          <p:nvPr/>
        </p:nvCxnSpPr>
        <p:spPr>
          <a:xfrm>
            <a:off x="12298680" y="621792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3" name="Connector 4252"/>
          <p:cNvCxnSpPr/>
          <p:nvPr/>
        </p:nvCxnSpPr>
        <p:spPr>
          <a:xfrm>
            <a:off x="12350369" y="632078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4" name="Connector 4253"/>
          <p:cNvCxnSpPr/>
          <p:nvPr/>
        </p:nvCxnSpPr>
        <p:spPr>
          <a:xfrm>
            <a:off x="1239266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5" name="Connector 4254"/>
          <p:cNvCxnSpPr/>
          <p:nvPr/>
        </p:nvCxnSpPr>
        <p:spPr>
          <a:xfrm>
            <a:off x="1242555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6" name="Connector 4255"/>
          <p:cNvCxnSpPr/>
          <p:nvPr/>
        </p:nvCxnSpPr>
        <p:spPr>
          <a:xfrm>
            <a:off x="12449048" y="662940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7" name="Connector 4256"/>
          <p:cNvCxnSpPr/>
          <p:nvPr/>
        </p:nvCxnSpPr>
        <p:spPr>
          <a:xfrm>
            <a:off x="12463145" y="673226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8" name="Connector 4257"/>
          <p:cNvCxnSpPr/>
          <p:nvPr/>
        </p:nvCxnSpPr>
        <p:spPr>
          <a:xfrm flipH="1">
            <a:off x="12463145" y="683514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9" name="Connector 4258"/>
          <p:cNvCxnSpPr/>
          <p:nvPr/>
        </p:nvCxnSpPr>
        <p:spPr>
          <a:xfrm flipH="1">
            <a:off x="12449047" y="693801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0" name="Connector 4259"/>
          <p:cNvCxnSpPr/>
          <p:nvPr/>
        </p:nvCxnSpPr>
        <p:spPr>
          <a:xfrm flipH="1">
            <a:off x="12425553" y="704088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1" name="Connector 4260"/>
          <p:cNvCxnSpPr/>
          <p:nvPr/>
        </p:nvCxnSpPr>
        <p:spPr>
          <a:xfrm flipH="1">
            <a:off x="1239266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2" name="Connector 4261"/>
          <p:cNvCxnSpPr/>
          <p:nvPr/>
        </p:nvCxnSpPr>
        <p:spPr>
          <a:xfrm flipH="1">
            <a:off x="12350369" y="724662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3" name="Connector 4262"/>
          <p:cNvCxnSpPr/>
          <p:nvPr/>
        </p:nvCxnSpPr>
        <p:spPr>
          <a:xfrm flipH="1">
            <a:off x="12298680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4" name="Connector 4263"/>
          <p:cNvCxnSpPr/>
          <p:nvPr/>
        </p:nvCxnSpPr>
        <p:spPr>
          <a:xfrm>
            <a:off x="12298680" y="621792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5" name="Connector 4264"/>
          <p:cNvCxnSpPr/>
          <p:nvPr/>
        </p:nvCxnSpPr>
        <p:spPr>
          <a:xfrm>
            <a:off x="12367133" y="642365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6" name="Connector 4265"/>
          <p:cNvCxnSpPr/>
          <p:nvPr/>
        </p:nvCxnSpPr>
        <p:spPr>
          <a:xfrm>
            <a:off x="12423140" y="66294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7" name="Connector 4266"/>
          <p:cNvCxnSpPr/>
          <p:nvPr/>
        </p:nvCxnSpPr>
        <p:spPr>
          <a:xfrm>
            <a:off x="1246670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8" name="Connector 4267"/>
          <p:cNvCxnSpPr/>
          <p:nvPr/>
        </p:nvCxnSpPr>
        <p:spPr>
          <a:xfrm>
            <a:off x="12497816" y="704088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9" name="Connector 4268"/>
          <p:cNvCxnSpPr/>
          <p:nvPr/>
        </p:nvCxnSpPr>
        <p:spPr>
          <a:xfrm>
            <a:off x="12516484" y="724661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0" name="Connector 4269"/>
          <p:cNvCxnSpPr/>
          <p:nvPr/>
        </p:nvCxnSpPr>
        <p:spPr>
          <a:xfrm flipH="1">
            <a:off x="12516484" y="745236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1" name="Connector 4270"/>
          <p:cNvCxnSpPr/>
          <p:nvPr/>
        </p:nvCxnSpPr>
        <p:spPr>
          <a:xfrm flipH="1">
            <a:off x="12497816" y="76581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2" name="Connector 4271"/>
          <p:cNvCxnSpPr/>
          <p:nvPr/>
        </p:nvCxnSpPr>
        <p:spPr>
          <a:xfrm flipH="1">
            <a:off x="1246670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3" name="Connector 4272"/>
          <p:cNvCxnSpPr/>
          <p:nvPr/>
        </p:nvCxnSpPr>
        <p:spPr>
          <a:xfrm flipH="1">
            <a:off x="12423140" y="8069579"/>
            <a:ext cx="43561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4" name="Connector 4273"/>
          <p:cNvCxnSpPr/>
          <p:nvPr/>
        </p:nvCxnSpPr>
        <p:spPr>
          <a:xfrm flipH="1">
            <a:off x="12367133" y="827532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5" name="Connector 4274"/>
          <p:cNvCxnSpPr/>
          <p:nvPr/>
        </p:nvCxnSpPr>
        <p:spPr>
          <a:xfrm flipH="1">
            <a:off x="12298680" y="848106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6" name="Connector 4275"/>
          <p:cNvCxnSpPr/>
          <p:nvPr/>
        </p:nvCxnSpPr>
        <p:spPr>
          <a:xfrm>
            <a:off x="12298680" y="621792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7" name="Connector 4276"/>
          <p:cNvCxnSpPr/>
          <p:nvPr/>
        </p:nvCxnSpPr>
        <p:spPr>
          <a:xfrm>
            <a:off x="12383897" y="652652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8" name="Connector 4277"/>
          <p:cNvCxnSpPr/>
          <p:nvPr/>
        </p:nvCxnSpPr>
        <p:spPr>
          <a:xfrm>
            <a:off x="1245362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9" name="Connector 4278"/>
          <p:cNvCxnSpPr/>
          <p:nvPr/>
        </p:nvCxnSpPr>
        <p:spPr>
          <a:xfrm>
            <a:off x="1250784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0" name="Connector 4279"/>
          <p:cNvCxnSpPr/>
          <p:nvPr/>
        </p:nvCxnSpPr>
        <p:spPr>
          <a:xfrm>
            <a:off x="12546584" y="7452360"/>
            <a:ext cx="23241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1" name="Connector 4280"/>
          <p:cNvCxnSpPr/>
          <p:nvPr/>
        </p:nvCxnSpPr>
        <p:spPr>
          <a:xfrm>
            <a:off x="12569825" y="7760969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2" name="Connector 4281"/>
          <p:cNvCxnSpPr/>
          <p:nvPr/>
        </p:nvCxnSpPr>
        <p:spPr>
          <a:xfrm flipH="1">
            <a:off x="1256982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3" name="Connector 4282"/>
          <p:cNvCxnSpPr/>
          <p:nvPr/>
        </p:nvCxnSpPr>
        <p:spPr>
          <a:xfrm flipH="1">
            <a:off x="12546584" y="837819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4" name="Connector 4283"/>
          <p:cNvCxnSpPr/>
          <p:nvPr/>
        </p:nvCxnSpPr>
        <p:spPr>
          <a:xfrm flipH="1">
            <a:off x="12507849" y="868680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5" name="Connector 4284"/>
          <p:cNvCxnSpPr/>
          <p:nvPr/>
        </p:nvCxnSpPr>
        <p:spPr>
          <a:xfrm flipH="1">
            <a:off x="12453620" y="899541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6" name="Connector 4285"/>
          <p:cNvCxnSpPr/>
          <p:nvPr/>
        </p:nvCxnSpPr>
        <p:spPr>
          <a:xfrm flipH="1">
            <a:off x="12383897" y="930402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7" name="Connector 4286"/>
          <p:cNvCxnSpPr/>
          <p:nvPr/>
        </p:nvCxnSpPr>
        <p:spPr>
          <a:xfrm flipH="1">
            <a:off x="12298680" y="961263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8" name="Connector 4287"/>
          <p:cNvCxnSpPr/>
          <p:nvPr/>
        </p:nvCxnSpPr>
        <p:spPr>
          <a:xfrm>
            <a:off x="12298680" y="621792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9" name="Connector 4288"/>
          <p:cNvCxnSpPr/>
          <p:nvPr/>
        </p:nvCxnSpPr>
        <p:spPr>
          <a:xfrm>
            <a:off x="12400661" y="6629399"/>
            <a:ext cx="83439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0" name="Connector 4289"/>
          <p:cNvCxnSpPr/>
          <p:nvPr/>
        </p:nvCxnSpPr>
        <p:spPr>
          <a:xfrm>
            <a:off x="1248410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1" name="Connector 4290"/>
          <p:cNvCxnSpPr/>
          <p:nvPr/>
        </p:nvCxnSpPr>
        <p:spPr>
          <a:xfrm>
            <a:off x="1254899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2" name="Connector 4291"/>
          <p:cNvCxnSpPr/>
          <p:nvPr/>
        </p:nvCxnSpPr>
        <p:spPr>
          <a:xfrm>
            <a:off x="12595352" y="786384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3" name="Connector 4292"/>
          <p:cNvCxnSpPr/>
          <p:nvPr/>
        </p:nvCxnSpPr>
        <p:spPr>
          <a:xfrm>
            <a:off x="12623165" y="827531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4" name="Connector 4293"/>
          <p:cNvCxnSpPr/>
          <p:nvPr/>
        </p:nvCxnSpPr>
        <p:spPr>
          <a:xfrm flipH="1">
            <a:off x="1262316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5" name="Connector 4294"/>
          <p:cNvCxnSpPr/>
          <p:nvPr/>
        </p:nvCxnSpPr>
        <p:spPr>
          <a:xfrm flipH="1">
            <a:off x="12595351" y="9098280"/>
            <a:ext cx="2781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6" name="Connector 4295"/>
          <p:cNvCxnSpPr/>
          <p:nvPr/>
        </p:nvCxnSpPr>
        <p:spPr>
          <a:xfrm flipH="1">
            <a:off x="12548997" y="9509760"/>
            <a:ext cx="46354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7" name="Connector 4296"/>
          <p:cNvCxnSpPr/>
          <p:nvPr/>
        </p:nvCxnSpPr>
        <p:spPr>
          <a:xfrm flipH="1">
            <a:off x="1248410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8" name="Connector 4297"/>
          <p:cNvCxnSpPr/>
          <p:nvPr/>
        </p:nvCxnSpPr>
        <p:spPr>
          <a:xfrm flipH="1">
            <a:off x="12400661" y="10332720"/>
            <a:ext cx="83439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9" name="Connector 4298"/>
          <p:cNvCxnSpPr/>
          <p:nvPr/>
        </p:nvCxnSpPr>
        <p:spPr>
          <a:xfrm flipH="1">
            <a:off x="12298680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0" name="Connector 4299"/>
          <p:cNvCxnSpPr/>
          <p:nvPr/>
        </p:nvCxnSpPr>
        <p:spPr>
          <a:xfrm>
            <a:off x="12298680" y="745236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1" name="Connector 4300"/>
          <p:cNvCxnSpPr/>
          <p:nvPr/>
        </p:nvCxnSpPr>
        <p:spPr>
          <a:xfrm>
            <a:off x="12350369" y="755522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2" name="Connector 4301"/>
          <p:cNvCxnSpPr/>
          <p:nvPr/>
        </p:nvCxnSpPr>
        <p:spPr>
          <a:xfrm>
            <a:off x="1239266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3" name="Connector 4302"/>
          <p:cNvCxnSpPr/>
          <p:nvPr/>
        </p:nvCxnSpPr>
        <p:spPr>
          <a:xfrm>
            <a:off x="1242555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4" name="Connector 4303"/>
          <p:cNvCxnSpPr/>
          <p:nvPr/>
        </p:nvCxnSpPr>
        <p:spPr>
          <a:xfrm>
            <a:off x="12449048" y="786384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5" name="Connector 4304"/>
          <p:cNvCxnSpPr/>
          <p:nvPr/>
        </p:nvCxnSpPr>
        <p:spPr>
          <a:xfrm>
            <a:off x="12463145" y="7966709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6" name="Connector 4305"/>
          <p:cNvCxnSpPr/>
          <p:nvPr/>
        </p:nvCxnSpPr>
        <p:spPr>
          <a:xfrm flipH="1">
            <a:off x="12463145" y="806957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7" name="Connector 4306"/>
          <p:cNvCxnSpPr/>
          <p:nvPr/>
        </p:nvCxnSpPr>
        <p:spPr>
          <a:xfrm flipH="1">
            <a:off x="12449047" y="817245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8" name="Connector 4307"/>
          <p:cNvCxnSpPr/>
          <p:nvPr/>
        </p:nvCxnSpPr>
        <p:spPr>
          <a:xfrm flipH="1">
            <a:off x="12425553" y="827532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9" name="Connector 4308"/>
          <p:cNvCxnSpPr/>
          <p:nvPr/>
        </p:nvCxnSpPr>
        <p:spPr>
          <a:xfrm flipH="1">
            <a:off x="1239266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0" name="Connector 4309"/>
          <p:cNvCxnSpPr/>
          <p:nvPr/>
        </p:nvCxnSpPr>
        <p:spPr>
          <a:xfrm flipH="1">
            <a:off x="12350369" y="848106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1" name="Connector 4310"/>
          <p:cNvCxnSpPr/>
          <p:nvPr/>
        </p:nvCxnSpPr>
        <p:spPr>
          <a:xfrm flipH="1">
            <a:off x="12298680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2" name="Connector 4311"/>
          <p:cNvCxnSpPr/>
          <p:nvPr/>
        </p:nvCxnSpPr>
        <p:spPr>
          <a:xfrm>
            <a:off x="12298680" y="745236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3" name="Connector 4312"/>
          <p:cNvCxnSpPr/>
          <p:nvPr/>
        </p:nvCxnSpPr>
        <p:spPr>
          <a:xfrm>
            <a:off x="12367133" y="765809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4" name="Connector 4313"/>
          <p:cNvCxnSpPr/>
          <p:nvPr/>
        </p:nvCxnSpPr>
        <p:spPr>
          <a:xfrm>
            <a:off x="12423140" y="7863840"/>
            <a:ext cx="43561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5" name="Connector 4314"/>
          <p:cNvCxnSpPr/>
          <p:nvPr/>
        </p:nvCxnSpPr>
        <p:spPr>
          <a:xfrm>
            <a:off x="1246670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6" name="Connector 4315"/>
          <p:cNvCxnSpPr/>
          <p:nvPr/>
        </p:nvCxnSpPr>
        <p:spPr>
          <a:xfrm>
            <a:off x="12497816" y="827532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7" name="Connector 4316"/>
          <p:cNvCxnSpPr/>
          <p:nvPr/>
        </p:nvCxnSpPr>
        <p:spPr>
          <a:xfrm>
            <a:off x="12516484" y="848105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8" name="Connector 4317"/>
          <p:cNvCxnSpPr/>
          <p:nvPr/>
        </p:nvCxnSpPr>
        <p:spPr>
          <a:xfrm flipH="1">
            <a:off x="12516484" y="86868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9" name="Connector 4318"/>
          <p:cNvCxnSpPr/>
          <p:nvPr/>
        </p:nvCxnSpPr>
        <p:spPr>
          <a:xfrm flipH="1">
            <a:off x="12497816" y="889254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0" name="Connector 4319"/>
          <p:cNvCxnSpPr/>
          <p:nvPr/>
        </p:nvCxnSpPr>
        <p:spPr>
          <a:xfrm flipH="1">
            <a:off x="1246670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1" name="Connector 4320"/>
          <p:cNvCxnSpPr/>
          <p:nvPr/>
        </p:nvCxnSpPr>
        <p:spPr>
          <a:xfrm flipH="1">
            <a:off x="12423140" y="93040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2" name="Connector 4321"/>
          <p:cNvCxnSpPr/>
          <p:nvPr/>
        </p:nvCxnSpPr>
        <p:spPr>
          <a:xfrm flipH="1">
            <a:off x="12367133" y="950976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3" name="Connector 4322"/>
          <p:cNvCxnSpPr/>
          <p:nvPr/>
        </p:nvCxnSpPr>
        <p:spPr>
          <a:xfrm flipH="1">
            <a:off x="12298680" y="97155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4" name="Connector 4323"/>
          <p:cNvCxnSpPr/>
          <p:nvPr/>
        </p:nvCxnSpPr>
        <p:spPr>
          <a:xfrm>
            <a:off x="12298680" y="745236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5" name="Connector 4324"/>
          <p:cNvCxnSpPr/>
          <p:nvPr/>
        </p:nvCxnSpPr>
        <p:spPr>
          <a:xfrm>
            <a:off x="12383897" y="776096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6" name="Connector 4325"/>
          <p:cNvCxnSpPr/>
          <p:nvPr/>
        </p:nvCxnSpPr>
        <p:spPr>
          <a:xfrm>
            <a:off x="1245362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7" name="Connector 4326"/>
          <p:cNvCxnSpPr/>
          <p:nvPr/>
        </p:nvCxnSpPr>
        <p:spPr>
          <a:xfrm>
            <a:off x="1250784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8" name="Connector 4327"/>
          <p:cNvCxnSpPr/>
          <p:nvPr/>
        </p:nvCxnSpPr>
        <p:spPr>
          <a:xfrm>
            <a:off x="12546584" y="8686800"/>
            <a:ext cx="23241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9" name="Connector 4328"/>
          <p:cNvCxnSpPr/>
          <p:nvPr/>
        </p:nvCxnSpPr>
        <p:spPr>
          <a:xfrm>
            <a:off x="12569825" y="899540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0" name="Connector 4329"/>
          <p:cNvCxnSpPr/>
          <p:nvPr/>
        </p:nvCxnSpPr>
        <p:spPr>
          <a:xfrm flipH="1">
            <a:off x="1256982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1" name="Connector 4330"/>
          <p:cNvCxnSpPr/>
          <p:nvPr/>
        </p:nvCxnSpPr>
        <p:spPr>
          <a:xfrm flipH="1">
            <a:off x="12546584" y="961263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2" name="Connector 4331"/>
          <p:cNvCxnSpPr/>
          <p:nvPr/>
        </p:nvCxnSpPr>
        <p:spPr>
          <a:xfrm flipH="1">
            <a:off x="12507849" y="992124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3" name="Connector 4332"/>
          <p:cNvCxnSpPr/>
          <p:nvPr/>
        </p:nvCxnSpPr>
        <p:spPr>
          <a:xfrm flipH="1">
            <a:off x="12453620" y="1022985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4" name="Connector 4333"/>
          <p:cNvCxnSpPr/>
          <p:nvPr/>
        </p:nvCxnSpPr>
        <p:spPr>
          <a:xfrm flipH="1">
            <a:off x="12383897" y="1053846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5" name="Connector 4334"/>
          <p:cNvCxnSpPr/>
          <p:nvPr/>
        </p:nvCxnSpPr>
        <p:spPr>
          <a:xfrm flipH="1">
            <a:off x="12298680" y="1084707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6" name="Connector 4335"/>
          <p:cNvCxnSpPr/>
          <p:nvPr/>
        </p:nvCxnSpPr>
        <p:spPr>
          <a:xfrm>
            <a:off x="12298680" y="86868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7" name="Connector 4336"/>
          <p:cNvCxnSpPr/>
          <p:nvPr/>
        </p:nvCxnSpPr>
        <p:spPr>
          <a:xfrm>
            <a:off x="12350369" y="878966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8" name="Connector 4337"/>
          <p:cNvCxnSpPr/>
          <p:nvPr/>
        </p:nvCxnSpPr>
        <p:spPr>
          <a:xfrm>
            <a:off x="1239266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9" name="Connector 4338"/>
          <p:cNvCxnSpPr/>
          <p:nvPr/>
        </p:nvCxnSpPr>
        <p:spPr>
          <a:xfrm>
            <a:off x="1242555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0" name="Connector 4339"/>
          <p:cNvCxnSpPr/>
          <p:nvPr/>
        </p:nvCxnSpPr>
        <p:spPr>
          <a:xfrm>
            <a:off x="12449048" y="909828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1" name="Connector 4340"/>
          <p:cNvCxnSpPr/>
          <p:nvPr/>
        </p:nvCxnSpPr>
        <p:spPr>
          <a:xfrm>
            <a:off x="12463145" y="920114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2" name="Connector 4341"/>
          <p:cNvCxnSpPr/>
          <p:nvPr/>
        </p:nvCxnSpPr>
        <p:spPr>
          <a:xfrm flipH="1">
            <a:off x="12463145" y="93040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3" name="Connector 4342"/>
          <p:cNvCxnSpPr/>
          <p:nvPr/>
        </p:nvCxnSpPr>
        <p:spPr>
          <a:xfrm flipH="1">
            <a:off x="12449047" y="940689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4" name="Connector 4343"/>
          <p:cNvCxnSpPr/>
          <p:nvPr/>
        </p:nvCxnSpPr>
        <p:spPr>
          <a:xfrm flipH="1">
            <a:off x="12425553" y="950976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5" name="Connector 4344"/>
          <p:cNvCxnSpPr/>
          <p:nvPr/>
        </p:nvCxnSpPr>
        <p:spPr>
          <a:xfrm flipH="1">
            <a:off x="1239266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6" name="Connector 4345"/>
          <p:cNvCxnSpPr/>
          <p:nvPr/>
        </p:nvCxnSpPr>
        <p:spPr>
          <a:xfrm flipH="1">
            <a:off x="12350369" y="97155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7" name="Connector 4346"/>
          <p:cNvCxnSpPr/>
          <p:nvPr/>
        </p:nvCxnSpPr>
        <p:spPr>
          <a:xfrm flipH="1">
            <a:off x="12298680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8" name="Connector 4347"/>
          <p:cNvCxnSpPr/>
          <p:nvPr/>
        </p:nvCxnSpPr>
        <p:spPr>
          <a:xfrm>
            <a:off x="12298680" y="86868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9" name="Connector 4348"/>
          <p:cNvCxnSpPr/>
          <p:nvPr/>
        </p:nvCxnSpPr>
        <p:spPr>
          <a:xfrm>
            <a:off x="12367133" y="88925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0" name="Connector 4349"/>
          <p:cNvCxnSpPr/>
          <p:nvPr/>
        </p:nvCxnSpPr>
        <p:spPr>
          <a:xfrm>
            <a:off x="12423140" y="90982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1" name="Connector 4350"/>
          <p:cNvCxnSpPr/>
          <p:nvPr/>
        </p:nvCxnSpPr>
        <p:spPr>
          <a:xfrm>
            <a:off x="1246670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2" name="Connector 4351"/>
          <p:cNvCxnSpPr/>
          <p:nvPr/>
        </p:nvCxnSpPr>
        <p:spPr>
          <a:xfrm>
            <a:off x="12497816" y="95097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3" name="Connector 4352"/>
          <p:cNvCxnSpPr/>
          <p:nvPr/>
        </p:nvCxnSpPr>
        <p:spPr>
          <a:xfrm>
            <a:off x="12516484" y="97155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4" name="Connector 4353"/>
          <p:cNvCxnSpPr/>
          <p:nvPr/>
        </p:nvCxnSpPr>
        <p:spPr>
          <a:xfrm flipH="1">
            <a:off x="12516484" y="99212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5" name="Connector 4354"/>
          <p:cNvCxnSpPr/>
          <p:nvPr/>
        </p:nvCxnSpPr>
        <p:spPr>
          <a:xfrm flipH="1">
            <a:off x="12497816" y="1012698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6" name="Connector 4355"/>
          <p:cNvCxnSpPr/>
          <p:nvPr/>
        </p:nvCxnSpPr>
        <p:spPr>
          <a:xfrm flipH="1">
            <a:off x="1246670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7" name="Connector 4356"/>
          <p:cNvCxnSpPr/>
          <p:nvPr/>
        </p:nvCxnSpPr>
        <p:spPr>
          <a:xfrm flipH="1">
            <a:off x="12423140" y="105384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8" name="Connector 4357"/>
          <p:cNvCxnSpPr/>
          <p:nvPr/>
        </p:nvCxnSpPr>
        <p:spPr>
          <a:xfrm flipH="1">
            <a:off x="12367133" y="107442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9" name="Connector 4358"/>
          <p:cNvCxnSpPr/>
          <p:nvPr/>
        </p:nvCxnSpPr>
        <p:spPr>
          <a:xfrm flipH="1">
            <a:off x="12298680" y="109499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0" name="Connector 4359"/>
          <p:cNvCxnSpPr/>
          <p:nvPr/>
        </p:nvCxnSpPr>
        <p:spPr>
          <a:xfrm>
            <a:off x="12298680" y="992124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1" name="Connector 4360"/>
          <p:cNvCxnSpPr/>
          <p:nvPr/>
        </p:nvCxnSpPr>
        <p:spPr>
          <a:xfrm>
            <a:off x="12350369" y="10024109"/>
            <a:ext cx="42291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2" name="Connector 4361"/>
          <p:cNvCxnSpPr/>
          <p:nvPr/>
        </p:nvCxnSpPr>
        <p:spPr>
          <a:xfrm>
            <a:off x="1239266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3" name="Connector 4362"/>
          <p:cNvCxnSpPr/>
          <p:nvPr/>
        </p:nvCxnSpPr>
        <p:spPr>
          <a:xfrm>
            <a:off x="1242555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4" name="Connector 4363"/>
          <p:cNvCxnSpPr/>
          <p:nvPr/>
        </p:nvCxnSpPr>
        <p:spPr>
          <a:xfrm>
            <a:off x="12449048" y="103327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5" name="Connector 4364"/>
          <p:cNvCxnSpPr/>
          <p:nvPr/>
        </p:nvCxnSpPr>
        <p:spPr>
          <a:xfrm>
            <a:off x="12463145" y="104355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6" name="Connector 4365"/>
          <p:cNvCxnSpPr/>
          <p:nvPr/>
        </p:nvCxnSpPr>
        <p:spPr>
          <a:xfrm flipH="1">
            <a:off x="12463145" y="105384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7" name="Connector 4366"/>
          <p:cNvCxnSpPr/>
          <p:nvPr/>
        </p:nvCxnSpPr>
        <p:spPr>
          <a:xfrm flipH="1">
            <a:off x="12449047" y="10641330"/>
            <a:ext cx="1409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8" name="Connector 4367"/>
          <p:cNvCxnSpPr/>
          <p:nvPr/>
        </p:nvCxnSpPr>
        <p:spPr>
          <a:xfrm flipH="1">
            <a:off x="12425553" y="10744200"/>
            <a:ext cx="23494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9" name="Connector 4368"/>
          <p:cNvCxnSpPr/>
          <p:nvPr/>
        </p:nvCxnSpPr>
        <p:spPr>
          <a:xfrm flipH="1">
            <a:off x="1239266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0" name="Connector 4369"/>
          <p:cNvCxnSpPr/>
          <p:nvPr/>
        </p:nvCxnSpPr>
        <p:spPr>
          <a:xfrm flipH="1">
            <a:off x="12350369" y="109499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1" name="Connector 4370"/>
          <p:cNvCxnSpPr/>
          <p:nvPr/>
        </p:nvCxnSpPr>
        <p:spPr>
          <a:xfrm flipH="1">
            <a:off x="12298680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2" name="Connector 4371"/>
          <p:cNvCxnSpPr/>
          <p:nvPr/>
        </p:nvCxnSpPr>
        <p:spPr>
          <a:xfrm>
            <a:off x="14767559" y="25146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3" name="Connector 4372"/>
          <p:cNvCxnSpPr/>
          <p:nvPr/>
        </p:nvCxnSpPr>
        <p:spPr>
          <a:xfrm>
            <a:off x="14819248" y="26174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4" name="Connector 4373"/>
          <p:cNvCxnSpPr/>
          <p:nvPr/>
        </p:nvCxnSpPr>
        <p:spPr>
          <a:xfrm>
            <a:off x="1486154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5" name="Connector 4374"/>
          <p:cNvCxnSpPr/>
          <p:nvPr/>
        </p:nvCxnSpPr>
        <p:spPr>
          <a:xfrm>
            <a:off x="1489443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6" name="Connector 4375"/>
          <p:cNvCxnSpPr/>
          <p:nvPr/>
        </p:nvCxnSpPr>
        <p:spPr>
          <a:xfrm>
            <a:off x="14917928" y="2926080"/>
            <a:ext cx="14096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7" name="Connector 4376"/>
          <p:cNvCxnSpPr/>
          <p:nvPr/>
        </p:nvCxnSpPr>
        <p:spPr>
          <a:xfrm>
            <a:off x="14932024" y="3028950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8" name="Connector 4377"/>
          <p:cNvCxnSpPr/>
          <p:nvPr/>
        </p:nvCxnSpPr>
        <p:spPr>
          <a:xfrm flipH="1">
            <a:off x="14932025" y="31318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9" name="Connector 4378"/>
          <p:cNvCxnSpPr/>
          <p:nvPr/>
        </p:nvCxnSpPr>
        <p:spPr>
          <a:xfrm flipH="1">
            <a:off x="14917928" y="32346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0" name="Connector 4379"/>
          <p:cNvCxnSpPr/>
          <p:nvPr/>
        </p:nvCxnSpPr>
        <p:spPr>
          <a:xfrm flipH="1">
            <a:off x="1489443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1" name="Connector 4380"/>
          <p:cNvCxnSpPr/>
          <p:nvPr/>
        </p:nvCxnSpPr>
        <p:spPr>
          <a:xfrm flipH="1">
            <a:off x="1486154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2" name="Connector 4381"/>
          <p:cNvCxnSpPr/>
          <p:nvPr/>
        </p:nvCxnSpPr>
        <p:spPr>
          <a:xfrm flipH="1">
            <a:off x="14819248" y="354330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3" name="Connector 4382"/>
          <p:cNvCxnSpPr/>
          <p:nvPr/>
        </p:nvCxnSpPr>
        <p:spPr>
          <a:xfrm flipH="1">
            <a:off x="14767559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4" name="Connector 4383"/>
          <p:cNvCxnSpPr/>
          <p:nvPr/>
        </p:nvCxnSpPr>
        <p:spPr>
          <a:xfrm>
            <a:off x="14767559" y="2514600"/>
            <a:ext cx="6845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5" name="Connector 4384"/>
          <p:cNvCxnSpPr/>
          <p:nvPr/>
        </p:nvCxnSpPr>
        <p:spPr>
          <a:xfrm>
            <a:off x="14836013" y="272033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6" name="Connector 4385"/>
          <p:cNvCxnSpPr/>
          <p:nvPr/>
        </p:nvCxnSpPr>
        <p:spPr>
          <a:xfrm>
            <a:off x="14892020" y="292608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7" name="Connector 4386"/>
          <p:cNvCxnSpPr/>
          <p:nvPr/>
        </p:nvCxnSpPr>
        <p:spPr>
          <a:xfrm>
            <a:off x="14935580" y="313182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8" name="Connector 4387"/>
          <p:cNvCxnSpPr/>
          <p:nvPr/>
        </p:nvCxnSpPr>
        <p:spPr>
          <a:xfrm>
            <a:off x="14966696" y="33375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9" name="Connector 4388"/>
          <p:cNvCxnSpPr/>
          <p:nvPr/>
        </p:nvCxnSpPr>
        <p:spPr>
          <a:xfrm>
            <a:off x="14985365" y="3543300"/>
            <a:ext cx="622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0" name="Connector 4389"/>
          <p:cNvCxnSpPr/>
          <p:nvPr/>
        </p:nvCxnSpPr>
        <p:spPr>
          <a:xfrm flipH="1">
            <a:off x="14985365" y="374903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1" name="Connector 4390"/>
          <p:cNvCxnSpPr/>
          <p:nvPr/>
        </p:nvCxnSpPr>
        <p:spPr>
          <a:xfrm flipH="1">
            <a:off x="14966696" y="39547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2" name="Connector 4391"/>
          <p:cNvCxnSpPr/>
          <p:nvPr/>
        </p:nvCxnSpPr>
        <p:spPr>
          <a:xfrm flipH="1">
            <a:off x="14935580" y="416052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3" name="Connector 4392"/>
          <p:cNvCxnSpPr/>
          <p:nvPr/>
        </p:nvCxnSpPr>
        <p:spPr>
          <a:xfrm flipH="1">
            <a:off x="14892020" y="436626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4" name="Connector 4393"/>
          <p:cNvCxnSpPr/>
          <p:nvPr/>
        </p:nvCxnSpPr>
        <p:spPr>
          <a:xfrm flipH="1">
            <a:off x="14836013" y="45720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5" name="Connector 4394"/>
          <p:cNvCxnSpPr/>
          <p:nvPr/>
        </p:nvCxnSpPr>
        <p:spPr>
          <a:xfrm flipH="1">
            <a:off x="14767559" y="477774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6" name="Connector 4395"/>
          <p:cNvCxnSpPr/>
          <p:nvPr/>
        </p:nvCxnSpPr>
        <p:spPr>
          <a:xfrm>
            <a:off x="14767559" y="2514600"/>
            <a:ext cx="85218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7" name="Connector 4396"/>
          <p:cNvCxnSpPr/>
          <p:nvPr/>
        </p:nvCxnSpPr>
        <p:spPr>
          <a:xfrm>
            <a:off x="14852777" y="282320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8" name="Connector 4397"/>
          <p:cNvCxnSpPr/>
          <p:nvPr/>
        </p:nvCxnSpPr>
        <p:spPr>
          <a:xfrm>
            <a:off x="1492250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9" name="Connector 4398"/>
          <p:cNvCxnSpPr/>
          <p:nvPr/>
        </p:nvCxnSpPr>
        <p:spPr>
          <a:xfrm>
            <a:off x="1497672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0" name="Connector 4399"/>
          <p:cNvCxnSpPr/>
          <p:nvPr/>
        </p:nvCxnSpPr>
        <p:spPr>
          <a:xfrm>
            <a:off x="15015464" y="3749039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1" name="Connector 4400"/>
          <p:cNvCxnSpPr/>
          <p:nvPr/>
        </p:nvCxnSpPr>
        <p:spPr>
          <a:xfrm>
            <a:off x="15038704" y="405764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2" name="Connector 4401"/>
          <p:cNvCxnSpPr/>
          <p:nvPr/>
        </p:nvCxnSpPr>
        <p:spPr>
          <a:xfrm flipH="1">
            <a:off x="15038705" y="4366260"/>
            <a:ext cx="774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3" name="Connector 4402"/>
          <p:cNvCxnSpPr/>
          <p:nvPr/>
        </p:nvCxnSpPr>
        <p:spPr>
          <a:xfrm flipH="1">
            <a:off x="15015463" y="467487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4" name="Connector 4403"/>
          <p:cNvCxnSpPr/>
          <p:nvPr/>
        </p:nvCxnSpPr>
        <p:spPr>
          <a:xfrm flipH="1">
            <a:off x="14976729" y="498348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5" name="Connector 4404"/>
          <p:cNvCxnSpPr/>
          <p:nvPr/>
        </p:nvCxnSpPr>
        <p:spPr>
          <a:xfrm flipH="1">
            <a:off x="14922499" y="529209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6" name="Connector 4405"/>
          <p:cNvCxnSpPr/>
          <p:nvPr/>
        </p:nvCxnSpPr>
        <p:spPr>
          <a:xfrm flipH="1">
            <a:off x="14852777" y="560070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7" name="Connector 4406"/>
          <p:cNvCxnSpPr/>
          <p:nvPr/>
        </p:nvCxnSpPr>
        <p:spPr>
          <a:xfrm flipH="1">
            <a:off x="14767559" y="5909310"/>
            <a:ext cx="8521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8" name="Connector 4407"/>
          <p:cNvCxnSpPr/>
          <p:nvPr/>
        </p:nvCxnSpPr>
        <p:spPr>
          <a:xfrm>
            <a:off x="14767559" y="251460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9" name="Connector 4408"/>
          <p:cNvCxnSpPr/>
          <p:nvPr/>
        </p:nvCxnSpPr>
        <p:spPr>
          <a:xfrm>
            <a:off x="14869540" y="292607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0" name="Connector 4409"/>
          <p:cNvCxnSpPr/>
          <p:nvPr/>
        </p:nvCxnSpPr>
        <p:spPr>
          <a:xfrm>
            <a:off x="14952980" y="3337560"/>
            <a:ext cx="64896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1" name="Connector 4410"/>
          <p:cNvCxnSpPr/>
          <p:nvPr/>
        </p:nvCxnSpPr>
        <p:spPr>
          <a:xfrm>
            <a:off x="15017876" y="3749039"/>
            <a:ext cx="46356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2" name="Connector 4411"/>
          <p:cNvCxnSpPr/>
          <p:nvPr/>
        </p:nvCxnSpPr>
        <p:spPr>
          <a:xfrm>
            <a:off x="15064232" y="416052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3" name="Connector 4412"/>
          <p:cNvCxnSpPr/>
          <p:nvPr/>
        </p:nvCxnSpPr>
        <p:spPr>
          <a:xfrm>
            <a:off x="15092044" y="4572000"/>
            <a:ext cx="927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4" name="Connector 4413"/>
          <p:cNvCxnSpPr/>
          <p:nvPr/>
        </p:nvCxnSpPr>
        <p:spPr>
          <a:xfrm flipH="1">
            <a:off x="1509204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5" name="Connector 4414"/>
          <p:cNvCxnSpPr/>
          <p:nvPr/>
        </p:nvCxnSpPr>
        <p:spPr>
          <a:xfrm flipH="1">
            <a:off x="15064232" y="539496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6" name="Connector 4415"/>
          <p:cNvCxnSpPr/>
          <p:nvPr/>
        </p:nvCxnSpPr>
        <p:spPr>
          <a:xfrm flipH="1">
            <a:off x="15017876" y="580644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7" name="Connector 4416"/>
          <p:cNvCxnSpPr/>
          <p:nvPr/>
        </p:nvCxnSpPr>
        <p:spPr>
          <a:xfrm flipH="1">
            <a:off x="14952980" y="621792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8" name="Connector 4417"/>
          <p:cNvCxnSpPr/>
          <p:nvPr/>
        </p:nvCxnSpPr>
        <p:spPr>
          <a:xfrm flipH="1">
            <a:off x="14869540" y="662940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9" name="Connector 4418"/>
          <p:cNvCxnSpPr/>
          <p:nvPr/>
        </p:nvCxnSpPr>
        <p:spPr>
          <a:xfrm flipH="1">
            <a:off x="14767559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0" name="Connector 4419"/>
          <p:cNvCxnSpPr/>
          <p:nvPr/>
        </p:nvCxnSpPr>
        <p:spPr>
          <a:xfrm>
            <a:off x="14767559" y="251460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1" name="Connector 4420"/>
          <p:cNvCxnSpPr/>
          <p:nvPr/>
        </p:nvCxnSpPr>
        <p:spPr>
          <a:xfrm>
            <a:off x="14886304" y="302894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2" name="Connector 4421"/>
          <p:cNvCxnSpPr/>
          <p:nvPr/>
        </p:nvCxnSpPr>
        <p:spPr>
          <a:xfrm>
            <a:off x="14983459" y="3543300"/>
            <a:ext cx="7556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3" name="Connector 4422"/>
          <p:cNvCxnSpPr/>
          <p:nvPr/>
        </p:nvCxnSpPr>
        <p:spPr>
          <a:xfrm>
            <a:off x="1505902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4" name="Connector 4423"/>
          <p:cNvCxnSpPr/>
          <p:nvPr/>
        </p:nvCxnSpPr>
        <p:spPr>
          <a:xfrm>
            <a:off x="15113000" y="457200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5" name="Connector 4424"/>
          <p:cNvCxnSpPr/>
          <p:nvPr/>
        </p:nvCxnSpPr>
        <p:spPr>
          <a:xfrm>
            <a:off x="15145385" y="508635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6" name="Connector 4425"/>
          <p:cNvCxnSpPr/>
          <p:nvPr/>
        </p:nvCxnSpPr>
        <p:spPr>
          <a:xfrm flipH="1">
            <a:off x="15145385" y="560070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7" name="Connector 4426"/>
          <p:cNvCxnSpPr/>
          <p:nvPr/>
        </p:nvCxnSpPr>
        <p:spPr>
          <a:xfrm flipH="1">
            <a:off x="15113000" y="611505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8" name="Connector 4427"/>
          <p:cNvCxnSpPr/>
          <p:nvPr/>
        </p:nvCxnSpPr>
        <p:spPr>
          <a:xfrm flipH="1">
            <a:off x="1505902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9" name="Connector 4428"/>
          <p:cNvCxnSpPr/>
          <p:nvPr/>
        </p:nvCxnSpPr>
        <p:spPr>
          <a:xfrm flipH="1">
            <a:off x="14983459" y="7143750"/>
            <a:ext cx="7556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0" name="Connector 4429"/>
          <p:cNvCxnSpPr/>
          <p:nvPr/>
        </p:nvCxnSpPr>
        <p:spPr>
          <a:xfrm flipH="1">
            <a:off x="14886304" y="765810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1" name="Connector 4430"/>
          <p:cNvCxnSpPr/>
          <p:nvPr/>
        </p:nvCxnSpPr>
        <p:spPr>
          <a:xfrm flipH="1">
            <a:off x="14767559" y="817245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2" name="Connector 4431"/>
          <p:cNvCxnSpPr/>
          <p:nvPr/>
        </p:nvCxnSpPr>
        <p:spPr>
          <a:xfrm>
            <a:off x="14767559" y="2514600"/>
            <a:ext cx="135510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3" name="Connector 4432"/>
          <p:cNvCxnSpPr/>
          <p:nvPr/>
        </p:nvCxnSpPr>
        <p:spPr>
          <a:xfrm>
            <a:off x="14903069" y="3131819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4" name="Connector 4433"/>
          <p:cNvCxnSpPr/>
          <p:nvPr/>
        </p:nvCxnSpPr>
        <p:spPr>
          <a:xfrm>
            <a:off x="1501394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5" name="Connector 4434"/>
          <p:cNvCxnSpPr/>
          <p:nvPr/>
        </p:nvCxnSpPr>
        <p:spPr>
          <a:xfrm>
            <a:off x="1510017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6" name="Connector 4435"/>
          <p:cNvCxnSpPr/>
          <p:nvPr/>
        </p:nvCxnSpPr>
        <p:spPr>
          <a:xfrm>
            <a:off x="1516176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7" name="Connector 4436"/>
          <p:cNvCxnSpPr/>
          <p:nvPr/>
        </p:nvCxnSpPr>
        <p:spPr>
          <a:xfrm>
            <a:off x="1519872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8" name="Connector 4437"/>
          <p:cNvCxnSpPr/>
          <p:nvPr/>
        </p:nvCxnSpPr>
        <p:spPr>
          <a:xfrm flipH="1">
            <a:off x="1519872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9" name="Connector 4438"/>
          <p:cNvCxnSpPr/>
          <p:nvPr/>
        </p:nvCxnSpPr>
        <p:spPr>
          <a:xfrm flipH="1">
            <a:off x="15161767" y="6835140"/>
            <a:ext cx="36958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0" name="Connector 4439"/>
          <p:cNvCxnSpPr/>
          <p:nvPr/>
        </p:nvCxnSpPr>
        <p:spPr>
          <a:xfrm flipH="1">
            <a:off x="15100173" y="7452360"/>
            <a:ext cx="61594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1" name="Connector 4440"/>
          <p:cNvCxnSpPr/>
          <p:nvPr/>
        </p:nvCxnSpPr>
        <p:spPr>
          <a:xfrm flipH="1">
            <a:off x="1501394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2" name="Connector 4441"/>
          <p:cNvCxnSpPr/>
          <p:nvPr/>
        </p:nvCxnSpPr>
        <p:spPr>
          <a:xfrm flipH="1">
            <a:off x="1490306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3" name="Connector 4442"/>
          <p:cNvCxnSpPr/>
          <p:nvPr/>
        </p:nvCxnSpPr>
        <p:spPr>
          <a:xfrm flipH="1">
            <a:off x="14767559" y="9304020"/>
            <a:ext cx="135510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4" name="Connector 4443"/>
          <p:cNvCxnSpPr/>
          <p:nvPr/>
        </p:nvCxnSpPr>
        <p:spPr>
          <a:xfrm>
            <a:off x="14767559" y="2514600"/>
            <a:ext cx="15227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5" name="Connector 4444"/>
          <p:cNvCxnSpPr/>
          <p:nvPr/>
        </p:nvCxnSpPr>
        <p:spPr>
          <a:xfrm>
            <a:off x="14919832" y="3234689"/>
            <a:ext cx="124588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6" name="Connector 4445"/>
          <p:cNvCxnSpPr/>
          <p:nvPr/>
        </p:nvCxnSpPr>
        <p:spPr>
          <a:xfrm>
            <a:off x="1504442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7" name="Connector 4446"/>
          <p:cNvCxnSpPr/>
          <p:nvPr/>
        </p:nvCxnSpPr>
        <p:spPr>
          <a:xfrm>
            <a:off x="1514132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8" name="Connector 4447"/>
          <p:cNvCxnSpPr/>
          <p:nvPr/>
        </p:nvCxnSpPr>
        <p:spPr>
          <a:xfrm>
            <a:off x="1521053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9" name="Connector 4448"/>
          <p:cNvCxnSpPr/>
          <p:nvPr/>
        </p:nvCxnSpPr>
        <p:spPr>
          <a:xfrm>
            <a:off x="1525206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0" name="Connector 4449"/>
          <p:cNvCxnSpPr/>
          <p:nvPr/>
        </p:nvCxnSpPr>
        <p:spPr>
          <a:xfrm flipH="1">
            <a:off x="15252065" y="6835140"/>
            <a:ext cx="1384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1" name="Connector 4450"/>
          <p:cNvCxnSpPr/>
          <p:nvPr/>
        </p:nvCxnSpPr>
        <p:spPr>
          <a:xfrm flipH="1">
            <a:off x="15210536" y="7555229"/>
            <a:ext cx="41529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2" name="Connector 4451"/>
          <p:cNvCxnSpPr/>
          <p:nvPr/>
        </p:nvCxnSpPr>
        <p:spPr>
          <a:xfrm flipH="1">
            <a:off x="1514132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3" name="Connector 4452"/>
          <p:cNvCxnSpPr/>
          <p:nvPr/>
        </p:nvCxnSpPr>
        <p:spPr>
          <a:xfrm flipH="1">
            <a:off x="1504442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4" name="Connector 4453"/>
          <p:cNvCxnSpPr/>
          <p:nvPr/>
        </p:nvCxnSpPr>
        <p:spPr>
          <a:xfrm flipH="1">
            <a:off x="14919832" y="9715500"/>
            <a:ext cx="12458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5" name="Connector 4454"/>
          <p:cNvCxnSpPr/>
          <p:nvPr/>
        </p:nvCxnSpPr>
        <p:spPr>
          <a:xfrm flipH="1">
            <a:off x="14767559" y="10435589"/>
            <a:ext cx="15227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6" name="Connector 4455"/>
          <p:cNvCxnSpPr/>
          <p:nvPr/>
        </p:nvCxnSpPr>
        <p:spPr>
          <a:xfrm>
            <a:off x="14767559" y="3749039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7" name="Connector 4456"/>
          <p:cNvCxnSpPr/>
          <p:nvPr/>
        </p:nvCxnSpPr>
        <p:spPr>
          <a:xfrm>
            <a:off x="14819248" y="38519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8" name="Connector 4457"/>
          <p:cNvCxnSpPr/>
          <p:nvPr/>
        </p:nvCxnSpPr>
        <p:spPr>
          <a:xfrm>
            <a:off x="1486154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9" name="Connector 4458"/>
          <p:cNvCxnSpPr/>
          <p:nvPr/>
        </p:nvCxnSpPr>
        <p:spPr>
          <a:xfrm>
            <a:off x="1489443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0" name="Connector 4459"/>
          <p:cNvCxnSpPr/>
          <p:nvPr/>
        </p:nvCxnSpPr>
        <p:spPr>
          <a:xfrm>
            <a:off x="14917928" y="41605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1" name="Connector 4460"/>
          <p:cNvCxnSpPr/>
          <p:nvPr/>
        </p:nvCxnSpPr>
        <p:spPr>
          <a:xfrm>
            <a:off x="14932024" y="426338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2" name="Connector 4461"/>
          <p:cNvCxnSpPr/>
          <p:nvPr/>
        </p:nvCxnSpPr>
        <p:spPr>
          <a:xfrm flipH="1">
            <a:off x="14932025" y="43662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3" name="Connector 4462"/>
          <p:cNvCxnSpPr/>
          <p:nvPr/>
        </p:nvCxnSpPr>
        <p:spPr>
          <a:xfrm flipH="1">
            <a:off x="14917928" y="44691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4" name="Connector 4463"/>
          <p:cNvCxnSpPr/>
          <p:nvPr/>
        </p:nvCxnSpPr>
        <p:spPr>
          <a:xfrm flipH="1">
            <a:off x="1489443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5" name="Connector 4464"/>
          <p:cNvCxnSpPr/>
          <p:nvPr/>
        </p:nvCxnSpPr>
        <p:spPr>
          <a:xfrm flipH="1">
            <a:off x="1486154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6" name="Connector 4465"/>
          <p:cNvCxnSpPr/>
          <p:nvPr/>
        </p:nvCxnSpPr>
        <p:spPr>
          <a:xfrm flipH="1">
            <a:off x="14819248" y="477774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7" name="Connector 4466"/>
          <p:cNvCxnSpPr/>
          <p:nvPr/>
        </p:nvCxnSpPr>
        <p:spPr>
          <a:xfrm flipH="1">
            <a:off x="14767559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8" name="Connector 4467"/>
          <p:cNvCxnSpPr/>
          <p:nvPr/>
        </p:nvCxnSpPr>
        <p:spPr>
          <a:xfrm>
            <a:off x="14767559" y="3749039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9" name="Connector 4468"/>
          <p:cNvCxnSpPr/>
          <p:nvPr/>
        </p:nvCxnSpPr>
        <p:spPr>
          <a:xfrm>
            <a:off x="14836013" y="395477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0" name="Connector 4469"/>
          <p:cNvCxnSpPr/>
          <p:nvPr/>
        </p:nvCxnSpPr>
        <p:spPr>
          <a:xfrm>
            <a:off x="14892020" y="416052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1" name="Connector 4470"/>
          <p:cNvCxnSpPr/>
          <p:nvPr/>
        </p:nvCxnSpPr>
        <p:spPr>
          <a:xfrm>
            <a:off x="14935580" y="436626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2" name="Connector 4471"/>
          <p:cNvCxnSpPr/>
          <p:nvPr/>
        </p:nvCxnSpPr>
        <p:spPr>
          <a:xfrm>
            <a:off x="14966696" y="45720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3" name="Connector 4472"/>
          <p:cNvCxnSpPr/>
          <p:nvPr/>
        </p:nvCxnSpPr>
        <p:spPr>
          <a:xfrm>
            <a:off x="14985365" y="47777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4" name="Connector 4473"/>
          <p:cNvCxnSpPr/>
          <p:nvPr/>
        </p:nvCxnSpPr>
        <p:spPr>
          <a:xfrm flipH="1">
            <a:off x="14985365" y="498348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5" name="Connector 4474"/>
          <p:cNvCxnSpPr/>
          <p:nvPr/>
        </p:nvCxnSpPr>
        <p:spPr>
          <a:xfrm flipH="1">
            <a:off x="14966696" y="518922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6" name="Connector 4475"/>
          <p:cNvCxnSpPr/>
          <p:nvPr/>
        </p:nvCxnSpPr>
        <p:spPr>
          <a:xfrm flipH="1">
            <a:off x="14935580" y="539496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7" name="Connector 4476"/>
          <p:cNvCxnSpPr/>
          <p:nvPr/>
        </p:nvCxnSpPr>
        <p:spPr>
          <a:xfrm flipH="1">
            <a:off x="14892020" y="560070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8" name="Connector 4477"/>
          <p:cNvCxnSpPr/>
          <p:nvPr/>
        </p:nvCxnSpPr>
        <p:spPr>
          <a:xfrm flipH="1">
            <a:off x="14836013" y="58064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9" name="Connector 4478"/>
          <p:cNvCxnSpPr/>
          <p:nvPr/>
        </p:nvCxnSpPr>
        <p:spPr>
          <a:xfrm flipH="1">
            <a:off x="14767559" y="601218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0" name="Connector 4479"/>
          <p:cNvCxnSpPr/>
          <p:nvPr/>
        </p:nvCxnSpPr>
        <p:spPr>
          <a:xfrm>
            <a:off x="14767559" y="3749039"/>
            <a:ext cx="8521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1" name="Connector 4480"/>
          <p:cNvCxnSpPr/>
          <p:nvPr/>
        </p:nvCxnSpPr>
        <p:spPr>
          <a:xfrm>
            <a:off x="14852777" y="405764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2" name="Connector 4481"/>
          <p:cNvCxnSpPr/>
          <p:nvPr/>
        </p:nvCxnSpPr>
        <p:spPr>
          <a:xfrm>
            <a:off x="1492250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3" name="Connector 4482"/>
          <p:cNvCxnSpPr/>
          <p:nvPr/>
        </p:nvCxnSpPr>
        <p:spPr>
          <a:xfrm>
            <a:off x="1497672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4" name="Connector 4483"/>
          <p:cNvCxnSpPr/>
          <p:nvPr/>
        </p:nvCxnSpPr>
        <p:spPr>
          <a:xfrm>
            <a:off x="15015464" y="4983480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5" name="Connector 4484"/>
          <p:cNvCxnSpPr/>
          <p:nvPr/>
        </p:nvCxnSpPr>
        <p:spPr>
          <a:xfrm>
            <a:off x="15038704" y="529209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6" name="Connector 4485"/>
          <p:cNvCxnSpPr/>
          <p:nvPr/>
        </p:nvCxnSpPr>
        <p:spPr>
          <a:xfrm flipH="1">
            <a:off x="15038705" y="5600700"/>
            <a:ext cx="774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7" name="Connector 4486"/>
          <p:cNvCxnSpPr/>
          <p:nvPr/>
        </p:nvCxnSpPr>
        <p:spPr>
          <a:xfrm flipH="1">
            <a:off x="15015463" y="590931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8" name="Connector 4487"/>
          <p:cNvCxnSpPr/>
          <p:nvPr/>
        </p:nvCxnSpPr>
        <p:spPr>
          <a:xfrm flipH="1">
            <a:off x="14976729" y="621792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9" name="Connector 4488"/>
          <p:cNvCxnSpPr/>
          <p:nvPr/>
        </p:nvCxnSpPr>
        <p:spPr>
          <a:xfrm flipH="1">
            <a:off x="14922499" y="652653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0" name="Connector 4489"/>
          <p:cNvCxnSpPr/>
          <p:nvPr/>
        </p:nvCxnSpPr>
        <p:spPr>
          <a:xfrm flipH="1">
            <a:off x="14852777" y="683514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1" name="Connector 4490"/>
          <p:cNvCxnSpPr/>
          <p:nvPr/>
        </p:nvCxnSpPr>
        <p:spPr>
          <a:xfrm flipH="1">
            <a:off x="14767559" y="7143750"/>
            <a:ext cx="8521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2" name="Connector 4491"/>
          <p:cNvCxnSpPr/>
          <p:nvPr/>
        </p:nvCxnSpPr>
        <p:spPr>
          <a:xfrm>
            <a:off x="14767559" y="374903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3" name="Connector 4492"/>
          <p:cNvCxnSpPr/>
          <p:nvPr/>
        </p:nvCxnSpPr>
        <p:spPr>
          <a:xfrm>
            <a:off x="14869540" y="416052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4" name="Connector 4493"/>
          <p:cNvCxnSpPr/>
          <p:nvPr/>
        </p:nvCxnSpPr>
        <p:spPr>
          <a:xfrm>
            <a:off x="14952980" y="457200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5" name="Connector 4494"/>
          <p:cNvCxnSpPr/>
          <p:nvPr/>
        </p:nvCxnSpPr>
        <p:spPr>
          <a:xfrm>
            <a:off x="15017876" y="498348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6" name="Connector 4495"/>
          <p:cNvCxnSpPr/>
          <p:nvPr/>
        </p:nvCxnSpPr>
        <p:spPr>
          <a:xfrm>
            <a:off x="15064232" y="539496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7" name="Connector 4496"/>
          <p:cNvCxnSpPr/>
          <p:nvPr/>
        </p:nvCxnSpPr>
        <p:spPr>
          <a:xfrm>
            <a:off x="15092044" y="580643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8" name="Connector 4497"/>
          <p:cNvCxnSpPr/>
          <p:nvPr/>
        </p:nvCxnSpPr>
        <p:spPr>
          <a:xfrm flipH="1">
            <a:off x="1509204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9" name="Connector 4498"/>
          <p:cNvCxnSpPr/>
          <p:nvPr/>
        </p:nvCxnSpPr>
        <p:spPr>
          <a:xfrm flipH="1">
            <a:off x="15064232" y="662940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0" name="Connector 4499"/>
          <p:cNvCxnSpPr/>
          <p:nvPr/>
        </p:nvCxnSpPr>
        <p:spPr>
          <a:xfrm flipH="1">
            <a:off x="15017876" y="704088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1" name="Connector 4500"/>
          <p:cNvCxnSpPr/>
          <p:nvPr/>
        </p:nvCxnSpPr>
        <p:spPr>
          <a:xfrm flipH="1">
            <a:off x="14952980" y="745236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2" name="Connector 4501"/>
          <p:cNvCxnSpPr/>
          <p:nvPr/>
        </p:nvCxnSpPr>
        <p:spPr>
          <a:xfrm flipH="1">
            <a:off x="14869540" y="786384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3" name="Connector 4502"/>
          <p:cNvCxnSpPr/>
          <p:nvPr/>
        </p:nvCxnSpPr>
        <p:spPr>
          <a:xfrm flipH="1">
            <a:off x="14767559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4" name="Connector 4503"/>
          <p:cNvCxnSpPr/>
          <p:nvPr/>
        </p:nvCxnSpPr>
        <p:spPr>
          <a:xfrm>
            <a:off x="14767559" y="374903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5" name="Connector 4504"/>
          <p:cNvCxnSpPr/>
          <p:nvPr/>
        </p:nvCxnSpPr>
        <p:spPr>
          <a:xfrm>
            <a:off x="14886304" y="426339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6" name="Connector 4505"/>
          <p:cNvCxnSpPr/>
          <p:nvPr/>
        </p:nvCxnSpPr>
        <p:spPr>
          <a:xfrm>
            <a:off x="14983459" y="4777740"/>
            <a:ext cx="7556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7" name="Connector 4506"/>
          <p:cNvCxnSpPr/>
          <p:nvPr/>
        </p:nvCxnSpPr>
        <p:spPr>
          <a:xfrm>
            <a:off x="1505902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8" name="Connector 4507"/>
          <p:cNvCxnSpPr/>
          <p:nvPr/>
        </p:nvCxnSpPr>
        <p:spPr>
          <a:xfrm>
            <a:off x="15113000" y="5806440"/>
            <a:ext cx="3238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9" name="Connector 4508"/>
          <p:cNvCxnSpPr/>
          <p:nvPr/>
        </p:nvCxnSpPr>
        <p:spPr>
          <a:xfrm>
            <a:off x="15145385" y="632078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0" name="Connector 4509"/>
          <p:cNvCxnSpPr/>
          <p:nvPr/>
        </p:nvCxnSpPr>
        <p:spPr>
          <a:xfrm flipH="1">
            <a:off x="15145385" y="683514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1" name="Connector 4510"/>
          <p:cNvCxnSpPr/>
          <p:nvPr/>
        </p:nvCxnSpPr>
        <p:spPr>
          <a:xfrm flipH="1">
            <a:off x="15113000" y="734949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2" name="Connector 4511"/>
          <p:cNvCxnSpPr/>
          <p:nvPr/>
        </p:nvCxnSpPr>
        <p:spPr>
          <a:xfrm flipH="1">
            <a:off x="1505902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3" name="Connector 4512"/>
          <p:cNvCxnSpPr/>
          <p:nvPr/>
        </p:nvCxnSpPr>
        <p:spPr>
          <a:xfrm flipH="1">
            <a:off x="14983459" y="8378190"/>
            <a:ext cx="7556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4" name="Connector 4513"/>
          <p:cNvCxnSpPr/>
          <p:nvPr/>
        </p:nvCxnSpPr>
        <p:spPr>
          <a:xfrm flipH="1">
            <a:off x="14886304" y="889254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5" name="Connector 4514"/>
          <p:cNvCxnSpPr/>
          <p:nvPr/>
        </p:nvCxnSpPr>
        <p:spPr>
          <a:xfrm flipH="1">
            <a:off x="14767559" y="940689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6" name="Connector 4515"/>
          <p:cNvCxnSpPr/>
          <p:nvPr/>
        </p:nvCxnSpPr>
        <p:spPr>
          <a:xfrm>
            <a:off x="14767559" y="3749039"/>
            <a:ext cx="135510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7" name="Connector 4516"/>
          <p:cNvCxnSpPr/>
          <p:nvPr/>
        </p:nvCxnSpPr>
        <p:spPr>
          <a:xfrm>
            <a:off x="14903069" y="4366259"/>
            <a:ext cx="110871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8" name="Connector 4517"/>
          <p:cNvCxnSpPr/>
          <p:nvPr/>
        </p:nvCxnSpPr>
        <p:spPr>
          <a:xfrm>
            <a:off x="1501394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9" name="Connector 4518"/>
          <p:cNvCxnSpPr/>
          <p:nvPr/>
        </p:nvCxnSpPr>
        <p:spPr>
          <a:xfrm>
            <a:off x="1510017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0" name="Connector 4519"/>
          <p:cNvCxnSpPr/>
          <p:nvPr/>
        </p:nvCxnSpPr>
        <p:spPr>
          <a:xfrm>
            <a:off x="1516176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1" name="Connector 4520"/>
          <p:cNvCxnSpPr/>
          <p:nvPr/>
        </p:nvCxnSpPr>
        <p:spPr>
          <a:xfrm>
            <a:off x="1519872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2" name="Connector 4521"/>
          <p:cNvCxnSpPr/>
          <p:nvPr/>
        </p:nvCxnSpPr>
        <p:spPr>
          <a:xfrm flipH="1">
            <a:off x="1519872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3" name="Connector 4522"/>
          <p:cNvCxnSpPr/>
          <p:nvPr/>
        </p:nvCxnSpPr>
        <p:spPr>
          <a:xfrm flipH="1">
            <a:off x="15161767" y="8069579"/>
            <a:ext cx="36958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4" name="Connector 4523"/>
          <p:cNvCxnSpPr/>
          <p:nvPr/>
        </p:nvCxnSpPr>
        <p:spPr>
          <a:xfrm flipH="1">
            <a:off x="15100173" y="8686800"/>
            <a:ext cx="61594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5" name="Connector 4524"/>
          <p:cNvCxnSpPr/>
          <p:nvPr/>
        </p:nvCxnSpPr>
        <p:spPr>
          <a:xfrm flipH="1">
            <a:off x="1501394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6" name="Connector 4525"/>
          <p:cNvCxnSpPr/>
          <p:nvPr/>
        </p:nvCxnSpPr>
        <p:spPr>
          <a:xfrm flipH="1">
            <a:off x="1490306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7" name="Connector 4526"/>
          <p:cNvCxnSpPr/>
          <p:nvPr/>
        </p:nvCxnSpPr>
        <p:spPr>
          <a:xfrm flipH="1">
            <a:off x="14767559" y="10538459"/>
            <a:ext cx="13551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8" name="Connector 4527"/>
          <p:cNvCxnSpPr/>
          <p:nvPr/>
        </p:nvCxnSpPr>
        <p:spPr>
          <a:xfrm>
            <a:off x="14767559" y="498348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9" name="Connector 4528"/>
          <p:cNvCxnSpPr/>
          <p:nvPr/>
        </p:nvCxnSpPr>
        <p:spPr>
          <a:xfrm>
            <a:off x="14819248" y="508634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0" name="Connector 4529"/>
          <p:cNvCxnSpPr/>
          <p:nvPr/>
        </p:nvCxnSpPr>
        <p:spPr>
          <a:xfrm>
            <a:off x="1486154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1" name="Connector 4530"/>
          <p:cNvCxnSpPr/>
          <p:nvPr/>
        </p:nvCxnSpPr>
        <p:spPr>
          <a:xfrm>
            <a:off x="1489443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2" name="Connector 4531"/>
          <p:cNvCxnSpPr/>
          <p:nvPr/>
        </p:nvCxnSpPr>
        <p:spPr>
          <a:xfrm>
            <a:off x="14917928" y="539496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3" name="Connector 4532"/>
          <p:cNvCxnSpPr/>
          <p:nvPr/>
        </p:nvCxnSpPr>
        <p:spPr>
          <a:xfrm>
            <a:off x="14932024" y="549782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4" name="Connector 4533"/>
          <p:cNvCxnSpPr/>
          <p:nvPr/>
        </p:nvCxnSpPr>
        <p:spPr>
          <a:xfrm flipH="1">
            <a:off x="14932025" y="560070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5" name="Connector 4534"/>
          <p:cNvCxnSpPr/>
          <p:nvPr/>
        </p:nvCxnSpPr>
        <p:spPr>
          <a:xfrm flipH="1">
            <a:off x="14917928" y="570357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6" name="Connector 4535"/>
          <p:cNvCxnSpPr/>
          <p:nvPr/>
        </p:nvCxnSpPr>
        <p:spPr>
          <a:xfrm flipH="1">
            <a:off x="1489443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7" name="Connector 4536"/>
          <p:cNvCxnSpPr/>
          <p:nvPr/>
        </p:nvCxnSpPr>
        <p:spPr>
          <a:xfrm flipH="1">
            <a:off x="1486154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8" name="Connector 4537"/>
          <p:cNvCxnSpPr/>
          <p:nvPr/>
        </p:nvCxnSpPr>
        <p:spPr>
          <a:xfrm flipH="1">
            <a:off x="14819248" y="601218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9" name="Connector 4538"/>
          <p:cNvCxnSpPr/>
          <p:nvPr/>
        </p:nvCxnSpPr>
        <p:spPr>
          <a:xfrm flipH="1">
            <a:off x="14767559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0" name="Connector 4539"/>
          <p:cNvCxnSpPr/>
          <p:nvPr/>
        </p:nvCxnSpPr>
        <p:spPr>
          <a:xfrm>
            <a:off x="14767559" y="4983480"/>
            <a:ext cx="6845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1" name="Connector 4540"/>
          <p:cNvCxnSpPr/>
          <p:nvPr/>
        </p:nvCxnSpPr>
        <p:spPr>
          <a:xfrm>
            <a:off x="14836013" y="518921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2" name="Connector 4541"/>
          <p:cNvCxnSpPr/>
          <p:nvPr/>
        </p:nvCxnSpPr>
        <p:spPr>
          <a:xfrm>
            <a:off x="14892020" y="539496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3" name="Connector 4542"/>
          <p:cNvCxnSpPr/>
          <p:nvPr/>
        </p:nvCxnSpPr>
        <p:spPr>
          <a:xfrm>
            <a:off x="14935580" y="560070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4" name="Connector 4543"/>
          <p:cNvCxnSpPr/>
          <p:nvPr/>
        </p:nvCxnSpPr>
        <p:spPr>
          <a:xfrm>
            <a:off x="14966696" y="580644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5" name="Connector 4544"/>
          <p:cNvCxnSpPr/>
          <p:nvPr/>
        </p:nvCxnSpPr>
        <p:spPr>
          <a:xfrm>
            <a:off x="14985365" y="601217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6" name="Connector 4545"/>
          <p:cNvCxnSpPr/>
          <p:nvPr/>
        </p:nvCxnSpPr>
        <p:spPr>
          <a:xfrm flipH="1">
            <a:off x="14985365" y="621792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7" name="Connector 4546"/>
          <p:cNvCxnSpPr/>
          <p:nvPr/>
        </p:nvCxnSpPr>
        <p:spPr>
          <a:xfrm flipH="1">
            <a:off x="14966696" y="64236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8" name="Connector 4547"/>
          <p:cNvCxnSpPr/>
          <p:nvPr/>
        </p:nvCxnSpPr>
        <p:spPr>
          <a:xfrm flipH="1">
            <a:off x="14935580" y="662940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9" name="Connector 4548"/>
          <p:cNvCxnSpPr/>
          <p:nvPr/>
        </p:nvCxnSpPr>
        <p:spPr>
          <a:xfrm flipH="1">
            <a:off x="14892020" y="683514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0" name="Connector 4549"/>
          <p:cNvCxnSpPr/>
          <p:nvPr/>
        </p:nvCxnSpPr>
        <p:spPr>
          <a:xfrm flipH="1">
            <a:off x="14836013" y="704088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1" name="Connector 4550"/>
          <p:cNvCxnSpPr/>
          <p:nvPr/>
        </p:nvCxnSpPr>
        <p:spPr>
          <a:xfrm flipH="1">
            <a:off x="14767559" y="724662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2" name="Connector 4551"/>
          <p:cNvCxnSpPr/>
          <p:nvPr/>
        </p:nvCxnSpPr>
        <p:spPr>
          <a:xfrm>
            <a:off x="14767559" y="4983480"/>
            <a:ext cx="85218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3" name="Connector 4552"/>
          <p:cNvCxnSpPr/>
          <p:nvPr/>
        </p:nvCxnSpPr>
        <p:spPr>
          <a:xfrm>
            <a:off x="14852777" y="529208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4" name="Connector 4553"/>
          <p:cNvCxnSpPr/>
          <p:nvPr/>
        </p:nvCxnSpPr>
        <p:spPr>
          <a:xfrm>
            <a:off x="1492250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5" name="Connector 4554"/>
          <p:cNvCxnSpPr/>
          <p:nvPr/>
        </p:nvCxnSpPr>
        <p:spPr>
          <a:xfrm>
            <a:off x="1497672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6" name="Connector 4555"/>
          <p:cNvCxnSpPr/>
          <p:nvPr/>
        </p:nvCxnSpPr>
        <p:spPr>
          <a:xfrm>
            <a:off x="15015464" y="621792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7" name="Connector 4556"/>
          <p:cNvCxnSpPr/>
          <p:nvPr/>
        </p:nvCxnSpPr>
        <p:spPr>
          <a:xfrm>
            <a:off x="15038704" y="652652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8" name="Connector 4557"/>
          <p:cNvCxnSpPr/>
          <p:nvPr/>
        </p:nvCxnSpPr>
        <p:spPr>
          <a:xfrm flipH="1">
            <a:off x="15038705" y="6835140"/>
            <a:ext cx="774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9" name="Connector 4558"/>
          <p:cNvCxnSpPr/>
          <p:nvPr/>
        </p:nvCxnSpPr>
        <p:spPr>
          <a:xfrm flipH="1">
            <a:off x="15015463" y="714375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0" name="Connector 4559"/>
          <p:cNvCxnSpPr/>
          <p:nvPr/>
        </p:nvCxnSpPr>
        <p:spPr>
          <a:xfrm flipH="1">
            <a:off x="14976729" y="745236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1" name="Connector 4560"/>
          <p:cNvCxnSpPr/>
          <p:nvPr/>
        </p:nvCxnSpPr>
        <p:spPr>
          <a:xfrm flipH="1">
            <a:off x="14922499" y="7760970"/>
            <a:ext cx="5423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2" name="Connector 4561"/>
          <p:cNvCxnSpPr/>
          <p:nvPr/>
        </p:nvCxnSpPr>
        <p:spPr>
          <a:xfrm flipH="1">
            <a:off x="14852777" y="8069579"/>
            <a:ext cx="69722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3" name="Connector 4562"/>
          <p:cNvCxnSpPr/>
          <p:nvPr/>
        </p:nvCxnSpPr>
        <p:spPr>
          <a:xfrm flipH="1">
            <a:off x="14767559" y="8378190"/>
            <a:ext cx="8521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4" name="Connector 4563"/>
          <p:cNvCxnSpPr/>
          <p:nvPr/>
        </p:nvCxnSpPr>
        <p:spPr>
          <a:xfrm>
            <a:off x="14767559" y="498348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5" name="Connector 4564"/>
          <p:cNvCxnSpPr/>
          <p:nvPr/>
        </p:nvCxnSpPr>
        <p:spPr>
          <a:xfrm>
            <a:off x="14869540" y="539495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6" name="Connector 4565"/>
          <p:cNvCxnSpPr/>
          <p:nvPr/>
        </p:nvCxnSpPr>
        <p:spPr>
          <a:xfrm>
            <a:off x="14952980" y="580644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7" name="Connector 4566"/>
          <p:cNvCxnSpPr/>
          <p:nvPr/>
        </p:nvCxnSpPr>
        <p:spPr>
          <a:xfrm>
            <a:off x="15017876" y="621792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8" name="Connector 4567"/>
          <p:cNvCxnSpPr/>
          <p:nvPr/>
        </p:nvCxnSpPr>
        <p:spPr>
          <a:xfrm>
            <a:off x="15064232" y="662940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9" name="Connector 4568"/>
          <p:cNvCxnSpPr/>
          <p:nvPr/>
        </p:nvCxnSpPr>
        <p:spPr>
          <a:xfrm>
            <a:off x="15092044" y="704087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0" name="Connector 4569"/>
          <p:cNvCxnSpPr/>
          <p:nvPr/>
        </p:nvCxnSpPr>
        <p:spPr>
          <a:xfrm flipH="1">
            <a:off x="1509204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1" name="Connector 4570"/>
          <p:cNvCxnSpPr/>
          <p:nvPr/>
        </p:nvCxnSpPr>
        <p:spPr>
          <a:xfrm flipH="1">
            <a:off x="15064232" y="786384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2" name="Connector 4571"/>
          <p:cNvCxnSpPr/>
          <p:nvPr/>
        </p:nvCxnSpPr>
        <p:spPr>
          <a:xfrm flipH="1">
            <a:off x="15017876" y="827532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3" name="Connector 4572"/>
          <p:cNvCxnSpPr/>
          <p:nvPr/>
        </p:nvCxnSpPr>
        <p:spPr>
          <a:xfrm flipH="1">
            <a:off x="14952980" y="868680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4" name="Connector 4573"/>
          <p:cNvCxnSpPr/>
          <p:nvPr/>
        </p:nvCxnSpPr>
        <p:spPr>
          <a:xfrm flipH="1">
            <a:off x="14869540" y="909828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5" name="Connector 4574"/>
          <p:cNvCxnSpPr/>
          <p:nvPr/>
        </p:nvCxnSpPr>
        <p:spPr>
          <a:xfrm flipH="1">
            <a:off x="14767559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6" name="Connector 4575"/>
          <p:cNvCxnSpPr/>
          <p:nvPr/>
        </p:nvCxnSpPr>
        <p:spPr>
          <a:xfrm>
            <a:off x="14767559" y="498348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7" name="Connector 4576"/>
          <p:cNvCxnSpPr/>
          <p:nvPr/>
        </p:nvCxnSpPr>
        <p:spPr>
          <a:xfrm>
            <a:off x="14886304" y="549782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8" name="Connector 4577"/>
          <p:cNvCxnSpPr/>
          <p:nvPr/>
        </p:nvCxnSpPr>
        <p:spPr>
          <a:xfrm>
            <a:off x="14983459" y="6012180"/>
            <a:ext cx="7556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9" name="Connector 4578"/>
          <p:cNvCxnSpPr/>
          <p:nvPr/>
        </p:nvCxnSpPr>
        <p:spPr>
          <a:xfrm>
            <a:off x="1505902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0" name="Connector 4579"/>
          <p:cNvCxnSpPr/>
          <p:nvPr/>
        </p:nvCxnSpPr>
        <p:spPr>
          <a:xfrm>
            <a:off x="15113000" y="7040880"/>
            <a:ext cx="3238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1" name="Connector 4580"/>
          <p:cNvCxnSpPr/>
          <p:nvPr/>
        </p:nvCxnSpPr>
        <p:spPr>
          <a:xfrm>
            <a:off x="15145385" y="7555229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2" name="Connector 4581"/>
          <p:cNvCxnSpPr/>
          <p:nvPr/>
        </p:nvCxnSpPr>
        <p:spPr>
          <a:xfrm flipH="1">
            <a:off x="15145385" y="806957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3" name="Connector 4582"/>
          <p:cNvCxnSpPr/>
          <p:nvPr/>
        </p:nvCxnSpPr>
        <p:spPr>
          <a:xfrm flipH="1">
            <a:off x="15113000" y="858393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4" name="Connector 4583"/>
          <p:cNvCxnSpPr/>
          <p:nvPr/>
        </p:nvCxnSpPr>
        <p:spPr>
          <a:xfrm flipH="1">
            <a:off x="1505902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5" name="Connector 4584"/>
          <p:cNvCxnSpPr/>
          <p:nvPr/>
        </p:nvCxnSpPr>
        <p:spPr>
          <a:xfrm flipH="1">
            <a:off x="14983459" y="9612630"/>
            <a:ext cx="7556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6" name="Connector 4585"/>
          <p:cNvCxnSpPr/>
          <p:nvPr/>
        </p:nvCxnSpPr>
        <p:spPr>
          <a:xfrm flipH="1">
            <a:off x="14886304" y="10126980"/>
            <a:ext cx="9715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7" name="Connector 4586"/>
          <p:cNvCxnSpPr/>
          <p:nvPr/>
        </p:nvCxnSpPr>
        <p:spPr>
          <a:xfrm flipH="1">
            <a:off x="14767559" y="1064132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8" name="Connector 4587"/>
          <p:cNvCxnSpPr/>
          <p:nvPr/>
        </p:nvCxnSpPr>
        <p:spPr>
          <a:xfrm>
            <a:off x="14767559" y="621792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9" name="Connector 4588"/>
          <p:cNvCxnSpPr/>
          <p:nvPr/>
        </p:nvCxnSpPr>
        <p:spPr>
          <a:xfrm>
            <a:off x="14819248" y="632078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0" name="Connector 4589"/>
          <p:cNvCxnSpPr/>
          <p:nvPr/>
        </p:nvCxnSpPr>
        <p:spPr>
          <a:xfrm>
            <a:off x="1486154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1" name="Connector 4590"/>
          <p:cNvCxnSpPr/>
          <p:nvPr/>
        </p:nvCxnSpPr>
        <p:spPr>
          <a:xfrm>
            <a:off x="1489443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2" name="Connector 4591"/>
          <p:cNvCxnSpPr/>
          <p:nvPr/>
        </p:nvCxnSpPr>
        <p:spPr>
          <a:xfrm>
            <a:off x="14917928" y="662940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3" name="Connector 4592"/>
          <p:cNvCxnSpPr/>
          <p:nvPr/>
        </p:nvCxnSpPr>
        <p:spPr>
          <a:xfrm>
            <a:off x="14932024" y="673226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4" name="Connector 4593"/>
          <p:cNvCxnSpPr/>
          <p:nvPr/>
        </p:nvCxnSpPr>
        <p:spPr>
          <a:xfrm flipH="1">
            <a:off x="14932025" y="683514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5" name="Connector 4594"/>
          <p:cNvCxnSpPr/>
          <p:nvPr/>
        </p:nvCxnSpPr>
        <p:spPr>
          <a:xfrm flipH="1">
            <a:off x="14917928" y="693801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6" name="Connector 4595"/>
          <p:cNvCxnSpPr/>
          <p:nvPr/>
        </p:nvCxnSpPr>
        <p:spPr>
          <a:xfrm flipH="1">
            <a:off x="1489443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7" name="Connector 4596"/>
          <p:cNvCxnSpPr/>
          <p:nvPr/>
        </p:nvCxnSpPr>
        <p:spPr>
          <a:xfrm flipH="1">
            <a:off x="1486154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8" name="Connector 4597"/>
          <p:cNvCxnSpPr/>
          <p:nvPr/>
        </p:nvCxnSpPr>
        <p:spPr>
          <a:xfrm flipH="1">
            <a:off x="14819248" y="724662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9" name="Connector 4598"/>
          <p:cNvCxnSpPr/>
          <p:nvPr/>
        </p:nvCxnSpPr>
        <p:spPr>
          <a:xfrm flipH="1">
            <a:off x="14767559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0" name="Connector 4599"/>
          <p:cNvCxnSpPr/>
          <p:nvPr/>
        </p:nvCxnSpPr>
        <p:spPr>
          <a:xfrm>
            <a:off x="14767559" y="6217920"/>
            <a:ext cx="6845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1" name="Connector 4600"/>
          <p:cNvCxnSpPr/>
          <p:nvPr/>
        </p:nvCxnSpPr>
        <p:spPr>
          <a:xfrm>
            <a:off x="14836013" y="642365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2" name="Connector 4601"/>
          <p:cNvCxnSpPr/>
          <p:nvPr/>
        </p:nvCxnSpPr>
        <p:spPr>
          <a:xfrm>
            <a:off x="14892020" y="662940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3" name="Connector 4602"/>
          <p:cNvCxnSpPr/>
          <p:nvPr/>
        </p:nvCxnSpPr>
        <p:spPr>
          <a:xfrm>
            <a:off x="14935580" y="683514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4" name="Connector 4603"/>
          <p:cNvCxnSpPr/>
          <p:nvPr/>
        </p:nvCxnSpPr>
        <p:spPr>
          <a:xfrm>
            <a:off x="14966696" y="704088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5" name="Connector 4604"/>
          <p:cNvCxnSpPr/>
          <p:nvPr/>
        </p:nvCxnSpPr>
        <p:spPr>
          <a:xfrm>
            <a:off x="14985365" y="724661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6" name="Connector 4605"/>
          <p:cNvCxnSpPr/>
          <p:nvPr/>
        </p:nvCxnSpPr>
        <p:spPr>
          <a:xfrm flipH="1">
            <a:off x="14985365" y="745236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7" name="Connector 4606"/>
          <p:cNvCxnSpPr/>
          <p:nvPr/>
        </p:nvCxnSpPr>
        <p:spPr>
          <a:xfrm flipH="1">
            <a:off x="14966696" y="76581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8" name="Connector 4607"/>
          <p:cNvCxnSpPr/>
          <p:nvPr/>
        </p:nvCxnSpPr>
        <p:spPr>
          <a:xfrm flipH="1">
            <a:off x="14935580" y="7863840"/>
            <a:ext cx="31116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9" name="Connector 4608"/>
          <p:cNvCxnSpPr/>
          <p:nvPr/>
        </p:nvCxnSpPr>
        <p:spPr>
          <a:xfrm flipH="1">
            <a:off x="14892020" y="8069579"/>
            <a:ext cx="43560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0" name="Connector 4609"/>
          <p:cNvCxnSpPr/>
          <p:nvPr/>
        </p:nvCxnSpPr>
        <p:spPr>
          <a:xfrm flipH="1">
            <a:off x="14836013" y="827532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1" name="Connector 4610"/>
          <p:cNvCxnSpPr/>
          <p:nvPr/>
        </p:nvCxnSpPr>
        <p:spPr>
          <a:xfrm flipH="1">
            <a:off x="14767559" y="848106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2" name="Connector 4611"/>
          <p:cNvCxnSpPr/>
          <p:nvPr/>
        </p:nvCxnSpPr>
        <p:spPr>
          <a:xfrm>
            <a:off x="14767559" y="6217920"/>
            <a:ext cx="85218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3" name="Connector 4612"/>
          <p:cNvCxnSpPr/>
          <p:nvPr/>
        </p:nvCxnSpPr>
        <p:spPr>
          <a:xfrm>
            <a:off x="14852777" y="652652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4" name="Connector 4613"/>
          <p:cNvCxnSpPr/>
          <p:nvPr/>
        </p:nvCxnSpPr>
        <p:spPr>
          <a:xfrm>
            <a:off x="1492250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5" name="Connector 4614"/>
          <p:cNvCxnSpPr/>
          <p:nvPr/>
        </p:nvCxnSpPr>
        <p:spPr>
          <a:xfrm>
            <a:off x="1497672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6" name="Connector 4615"/>
          <p:cNvCxnSpPr/>
          <p:nvPr/>
        </p:nvCxnSpPr>
        <p:spPr>
          <a:xfrm>
            <a:off x="15015464" y="745236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7" name="Connector 4616"/>
          <p:cNvCxnSpPr/>
          <p:nvPr/>
        </p:nvCxnSpPr>
        <p:spPr>
          <a:xfrm>
            <a:off x="15038704" y="7760969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8" name="Connector 4617"/>
          <p:cNvCxnSpPr/>
          <p:nvPr/>
        </p:nvCxnSpPr>
        <p:spPr>
          <a:xfrm flipH="1">
            <a:off x="15038705" y="8069579"/>
            <a:ext cx="7746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9" name="Connector 4618"/>
          <p:cNvCxnSpPr/>
          <p:nvPr/>
        </p:nvCxnSpPr>
        <p:spPr>
          <a:xfrm flipH="1">
            <a:off x="15015463" y="837819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0" name="Connector 4619"/>
          <p:cNvCxnSpPr/>
          <p:nvPr/>
        </p:nvCxnSpPr>
        <p:spPr>
          <a:xfrm flipH="1">
            <a:off x="14976729" y="868680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1" name="Connector 4620"/>
          <p:cNvCxnSpPr/>
          <p:nvPr/>
        </p:nvCxnSpPr>
        <p:spPr>
          <a:xfrm flipH="1">
            <a:off x="14922499" y="899541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2" name="Connector 4621"/>
          <p:cNvCxnSpPr/>
          <p:nvPr/>
        </p:nvCxnSpPr>
        <p:spPr>
          <a:xfrm flipH="1">
            <a:off x="14852777" y="930402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3" name="Connector 4622"/>
          <p:cNvCxnSpPr/>
          <p:nvPr/>
        </p:nvCxnSpPr>
        <p:spPr>
          <a:xfrm flipH="1">
            <a:off x="14767559" y="9612630"/>
            <a:ext cx="8521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4" name="Connector 4623"/>
          <p:cNvCxnSpPr/>
          <p:nvPr/>
        </p:nvCxnSpPr>
        <p:spPr>
          <a:xfrm>
            <a:off x="14767559" y="6217920"/>
            <a:ext cx="101981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5" name="Connector 4624"/>
          <p:cNvCxnSpPr/>
          <p:nvPr/>
        </p:nvCxnSpPr>
        <p:spPr>
          <a:xfrm>
            <a:off x="14869540" y="662939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6" name="Connector 4625"/>
          <p:cNvCxnSpPr/>
          <p:nvPr/>
        </p:nvCxnSpPr>
        <p:spPr>
          <a:xfrm>
            <a:off x="14952980" y="704088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7" name="Connector 4626"/>
          <p:cNvCxnSpPr/>
          <p:nvPr/>
        </p:nvCxnSpPr>
        <p:spPr>
          <a:xfrm>
            <a:off x="15017876" y="745236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8" name="Connector 4627"/>
          <p:cNvCxnSpPr/>
          <p:nvPr/>
        </p:nvCxnSpPr>
        <p:spPr>
          <a:xfrm>
            <a:off x="15064232" y="786384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9" name="Connector 4628"/>
          <p:cNvCxnSpPr/>
          <p:nvPr/>
        </p:nvCxnSpPr>
        <p:spPr>
          <a:xfrm>
            <a:off x="15092044" y="827531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0" name="Connector 4629"/>
          <p:cNvCxnSpPr/>
          <p:nvPr/>
        </p:nvCxnSpPr>
        <p:spPr>
          <a:xfrm flipH="1">
            <a:off x="1509204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1" name="Connector 4630"/>
          <p:cNvCxnSpPr/>
          <p:nvPr/>
        </p:nvCxnSpPr>
        <p:spPr>
          <a:xfrm flipH="1">
            <a:off x="15064232" y="909828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2" name="Connector 4631"/>
          <p:cNvCxnSpPr/>
          <p:nvPr/>
        </p:nvCxnSpPr>
        <p:spPr>
          <a:xfrm flipH="1">
            <a:off x="15017876" y="9509760"/>
            <a:ext cx="4635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3" name="Connector 4632"/>
          <p:cNvCxnSpPr/>
          <p:nvPr/>
        </p:nvCxnSpPr>
        <p:spPr>
          <a:xfrm flipH="1">
            <a:off x="14952980" y="9921240"/>
            <a:ext cx="64896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4" name="Connector 4633"/>
          <p:cNvCxnSpPr/>
          <p:nvPr/>
        </p:nvCxnSpPr>
        <p:spPr>
          <a:xfrm flipH="1">
            <a:off x="14869540" y="10332720"/>
            <a:ext cx="8344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5" name="Connector 4634"/>
          <p:cNvCxnSpPr/>
          <p:nvPr/>
        </p:nvCxnSpPr>
        <p:spPr>
          <a:xfrm flipH="1">
            <a:off x="14767559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6" name="Connector 4635"/>
          <p:cNvCxnSpPr/>
          <p:nvPr/>
        </p:nvCxnSpPr>
        <p:spPr>
          <a:xfrm>
            <a:off x="14767559" y="745236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7" name="Connector 4636"/>
          <p:cNvCxnSpPr/>
          <p:nvPr/>
        </p:nvCxnSpPr>
        <p:spPr>
          <a:xfrm>
            <a:off x="14819248" y="755522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8" name="Connector 4637"/>
          <p:cNvCxnSpPr/>
          <p:nvPr/>
        </p:nvCxnSpPr>
        <p:spPr>
          <a:xfrm>
            <a:off x="1486154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9" name="Connector 4638"/>
          <p:cNvCxnSpPr/>
          <p:nvPr/>
        </p:nvCxnSpPr>
        <p:spPr>
          <a:xfrm>
            <a:off x="1489443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0" name="Connector 4639"/>
          <p:cNvCxnSpPr/>
          <p:nvPr/>
        </p:nvCxnSpPr>
        <p:spPr>
          <a:xfrm>
            <a:off x="14917928" y="786384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1" name="Connector 4640"/>
          <p:cNvCxnSpPr/>
          <p:nvPr/>
        </p:nvCxnSpPr>
        <p:spPr>
          <a:xfrm>
            <a:off x="14932024" y="7966709"/>
            <a:ext cx="4700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2" name="Connector 4641"/>
          <p:cNvCxnSpPr/>
          <p:nvPr/>
        </p:nvCxnSpPr>
        <p:spPr>
          <a:xfrm flipH="1">
            <a:off x="14932025" y="806957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3" name="Connector 4642"/>
          <p:cNvCxnSpPr/>
          <p:nvPr/>
        </p:nvCxnSpPr>
        <p:spPr>
          <a:xfrm flipH="1">
            <a:off x="14917928" y="817245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4" name="Connector 4643"/>
          <p:cNvCxnSpPr/>
          <p:nvPr/>
        </p:nvCxnSpPr>
        <p:spPr>
          <a:xfrm flipH="1">
            <a:off x="1489443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5" name="Connector 4644"/>
          <p:cNvCxnSpPr/>
          <p:nvPr/>
        </p:nvCxnSpPr>
        <p:spPr>
          <a:xfrm flipH="1">
            <a:off x="1486154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6" name="Connector 4645"/>
          <p:cNvCxnSpPr/>
          <p:nvPr/>
        </p:nvCxnSpPr>
        <p:spPr>
          <a:xfrm flipH="1">
            <a:off x="14819248" y="848106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7" name="Connector 4646"/>
          <p:cNvCxnSpPr/>
          <p:nvPr/>
        </p:nvCxnSpPr>
        <p:spPr>
          <a:xfrm flipH="1">
            <a:off x="14767559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8" name="Connector 4647"/>
          <p:cNvCxnSpPr/>
          <p:nvPr/>
        </p:nvCxnSpPr>
        <p:spPr>
          <a:xfrm>
            <a:off x="14767559" y="7452360"/>
            <a:ext cx="6845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9" name="Connector 4648"/>
          <p:cNvCxnSpPr/>
          <p:nvPr/>
        </p:nvCxnSpPr>
        <p:spPr>
          <a:xfrm>
            <a:off x="14836013" y="765809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0" name="Connector 4649"/>
          <p:cNvCxnSpPr/>
          <p:nvPr/>
        </p:nvCxnSpPr>
        <p:spPr>
          <a:xfrm>
            <a:off x="14892020" y="7863840"/>
            <a:ext cx="43560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1" name="Connector 4650"/>
          <p:cNvCxnSpPr/>
          <p:nvPr/>
        </p:nvCxnSpPr>
        <p:spPr>
          <a:xfrm>
            <a:off x="14935580" y="8069579"/>
            <a:ext cx="31116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2" name="Connector 4651"/>
          <p:cNvCxnSpPr/>
          <p:nvPr/>
        </p:nvCxnSpPr>
        <p:spPr>
          <a:xfrm>
            <a:off x="14966696" y="827532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3" name="Connector 4652"/>
          <p:cNvCxnSpPr/>
          <p:nvPr/>
        </p:nvCxnSpPr>
        <p:spPr>
          <a:xfrm>
            <a:off x="14985365" y="848105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4" name="Connector 4653"/>
          <p:cNvCxnSpPr/>
          <p:nvPr/>
        </p:nvCxnSpPr>
        <p:spPr>
          <a:xfrm flipH="1">
            <a:off x="14985365" y="86868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5" name="Connector 4654"/>
          <p:cNvCxnSpPr/>
          <p:nvPr/>
        </p:nvCxnSpPr>
        <p:spPr>
          <a:xfrm flipH="1">
            <a:off x="14966696" y="889254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6" name="Connector 4655"/>
          <p:cNvCxnSpPr/>
          <p:nvPr/>
        </p:nvCxnSpPr>
        <p:spPr>
          <a:xfrm flipH="1">
            <a:off x="14935580" y="909828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7" name="Connector 4656"/>
          <p:cNvCxnSpPr/>
          <p:nvPr/>
        </p:nvCxnSpPr>
        <p:spPr>
          <a:xfrm flipH="1">
            <a:off x="14892020" y="930402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8" name="Connector 4657"/>
          <p:cNvCxnSpPr/>
          <p:nvPr/>
        </p:nvCxnSpPr>
        <p:spPr>
          <a:xfrm flipH="1">
            <a:off x="14836013" y="950976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9" name="Connector 4658"/>
          <p:cNvCxnSpPr/>
          <p:nvPr/>
        </p:nvCxnSpPr>
        <p:spPr>
          <a:xfrm flipH="1">
            <a:off x="14767559" y="971550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0" name="Connector 4659"/>
          <p:cNvCxnSpPr/>
          <p:nvPr/>
        </p:nvCxnSpPr>
        <p:spPr>
          <a:xfrm>
            <a:off x="14767559" y="7452360"/>
            <a:ext cx="85218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1" name="Connector 4660"/>
          <p:cNvCxnSpPr/>
          <p:nvPr/>
        </p:nvCxnSpPr>
        <p:spPr>
          <a:xfrm>
            <a:off x="14852777" y="776096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2" name="Connector 4661"/>
          <p:cNvCxnSpPr/>
          <p:nvPr/>
        </p:nvCxnSpPr>
        <p:spPr>
          <a:xfrm>
            <a:off x="1492250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3" name="Connector 4662"/>
          <p:cNvCxnSpPr/>
          <p:nvPr/>
        </p:nvCxnSpPr>
        <p:spPr>
          <a:xfrm>
            <a:off x="1497672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4" name="Connector 4663"/>
          <p:cNvCxnSpPr/>
          <p:nvPr/>
        </p:nvCxnSpPr>
        <p:spPr>
          <a:xfrm>
            <a:off x="15015464" y="868680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5" name="Connector 4664"/>
          <p:cNvCxnSpPr/>
          <p:nvPr/>
        </p:nvCxnSpPr>
        <p:spPr>
          <a:xfrm>
            <a:off x="15038704" y="899540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6" name="Connector 4665"/>
          <p:cNvCxnSpPr/>
          <p:nvPr/>
        </p:nvCxnSpPr>
        <p:spPr>
          <a:xfrm flipH="1">
            <a:off x="15038705" y="9304020"/>
            <a:ext cx="7746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7" name="Connector 4666"/>
          <p:cNvCxnSpPr/>
          <p:nvPr/>
        </p:nvCxnSpPr>
        <p:spPr>
          <a:xfrm flipH="1">
            <a:off x="15015463" y="9612630"/>
            <a:ext cx="2324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8" name="Connector 4667"/>
          <p:cNvCxnSpPr/>
          <p:nvPr/>
        </p:nvCxnSpPr>
        <p:spPr>
          <a:xfrm flipH="1">
            <a:off x="14976729" y="9921240"/>
            <a:ext cx="38734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9" name="Connector 4668"/>
          <p:cNvCxnSpPr/>
          <p:nvPr/>
        </p:nvCxnSpPr>
        <p:spPr>
          <a:xfrm flipH="1">
            <a:off x="14922499" y="1022985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0" name="Connector 4669"/>
          <p:cNvCxnSpPr/>
          <p:nvPr/>
        </p:nvCxnSpPr>
        <p:spPr>
          <a:xfrm flipH="1">
            <a:off x="14852777" y="1053846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1" name="Connector 4670"/>
          <p:cNvCxnSpPr/>
          <p:nvPr/>
        </p:nvCxnSpPr>
        <p:spPr>
          <a:xfrm flipH="1">
            <a:off x="14767559" y="10847070"/>
            <a:ext cx="8521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2" name="Connector 4671"/>
          <p:cNvCxnSpPr/>
          <p:nvPr/>
        </p:nvCxnSpPr>
        <p:spPr>
          <a:xfrm>
            <a:off x="14767559" y="868680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3" name="Connector 4672"/>
          <p:cNvCxnSpPr/>
          <p:nvPr/>
        </p:nvCxnSpPr>
        <p:spPr>
          <a:xfrm>
            <a:off x="14819248" y="87896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4" name="Connector 4673"/>
          <p:cNvCxnSpPr/>
          <p:nvPr/>
        </p:nvCxnSpPr>
        <p:spPr>
          <a:xfrm>
            <a:off x="1486154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5" name="Connector 4674"/>
          <p:cNvCxnSpPr/>
          <p:nvPr/>
        </p:nvCxnSpPr>
        <p:spPr>
          <a:xfrm>
            <a:off x="1489443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6" name="Connector 4675"/>
          <p:cNvCxnSpPr/>
          <p:nvPr/>
        </p:nvCxnSpPr>
        <p:spPr>
          <a:xfrm>
            <a:off x="14917928" y="909828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7" name="Connector 4676"/>
          <p:cNvCxnSpPr/>
          <p:nvPr/>
        </p:nvCxnSpPr>
        <p:spPr>
          <a:xfrm>
            <a:off x="14932024" y="920114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8" name="Connector 4677"/>
          <p:cNvCxnSpPr/>
          <p:nvPr/>
        </p:nvCxnSpPr>
        <p:spPr>
          <a:xfrm flipH="1">
            <a:off x="14932025" y="93040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9" name="Connector 4678"/>
          <p:cNvCxnSpPr/>
          <p:nvPr/>
        </p:nvCxnSpPr>
        <p:spPr>
          <a:xfrm flipH="1">
            <a:off x="14917928" y="94068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0" name="Connector 4679"/>
          <p:cNvCxnSpPr/>
          <p:nvPr/>
        </p:nvCxnSpPr>
        <p:spPr>
          <a:xfrm flipH="1">
            <a:off x="1489443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1" name="Connector 4680"/>
          <p:cNvCxnSpPr/>
          <p:nvPr/>
        </p:nvCxnSpPr>
        <p:spPr>
          <a:xfrm flipH="1">
            <a:off x="1486154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2" name="Connector 4681"/>
          <p:cNvCxnSpPr/>
          <p:nvPr/>
        </p:nvCxnSpPr>
        <p:spPr>
          <a:xfrm flipH="1">
            <a:off x="14819248" y="971550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3" name="Connector 4682"/>
          <p:cNvCxnSpPr/>
          <p:nvPr/>
        </p:nvCxnSpPr>
        <p:spPr>
          <a:xfrm flipH="1">
            <a:off x="14767559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4" name="Connector 4683"/>
          <p:cNvCxnSpPr/>
          <p:nvPr/>
        </p:nvCxnSpPr>
        <p:spPr>
          <a:xfrm>
            <a:off x="14767559" y="868680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5" name="Connector 4684"/>
          <p:cNvCxnSpPr/>
          <p:nvPr/>
        </p:nvCxnSpPr>
        <p:spPr>
          <a:xfrm>
            <a:off x="14836013" y="88925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6" name="Connector 4685"/>
          <p:cNvCxnSpPr/>
          <p:nvPr/>
        </p:nvCxnSpPr>
        <p:spPr>
          <a:xfrm>
            <a:off x="14892020" y="909828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7" name="Connector 4686"/>
          <p:cNvCxnSpPr/>
          <p:nvPr/>
        </p:nvCxnSpPr>
        <p:spPr>
          <a:xfrm>
            <a:off x="14935580" y="930402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8" name="Connector 4687"/>
          <p:cNvCxnSpPr/>
          <p:nvPr/>
        </p:nvCxnSpPr>
        <p:spPr>
          <a:xfrm>
            <a:off x="14966696" y="95097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9" name="Connector 4688"/>
          <p:cNvCxnSpPr/>
          <p:nvPr/>
        </p:nvCxnSpPr>
        <p:spPr>
          <a:xfrm>
            <a:off x="14985365" y="97155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0" name="Connector 4689"/>
          <p:cNvCxnSpPr/>
          <p:nvPr/>
        </p:nvCxnSpPr>
        <p:spPr>
          <a:xfrm flipH="1">
            <a:off x="14985365" y="99212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1" name="Connector 4690"/>
          <p:cNvCxnSpPr/>
          <p:nvPr/>
        </p:nvCxnSpPr>
        <p:spPr>
          <a:xfrm flipH="1">
            <a:off x="14966696" y="101269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2" name="Connector 4691"/>
          <p:cNvCxnSpPr/>
          <p:nvPr/>
        </p:nvCxnSpPr>
        <p:spPr>
          <a:xfrm flipH="1">
            <a:off x="14935580" y="10332720"/>
            <a:ext cx="31116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3" name="Connector 4692"/>
          <p:cNvCxnSpPr/>
          <p:nvPr/>
        </p:nvCxnSpPr>
        <p:spPr>
          <a:xfrm flipH="1">
            <a:off x="14892020" y="10538460"/>
            <a:ext cx="43560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4" name="Connector 4693"/>
          <p:cNvCxnSpPr/>
          <p:nvPr/>
        </p:nvCxnSpPr>
        <p:spPr>
          <a:xfrm flipH="1">
            <a:off x="14836013" y="107442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5" name="Connector 4694"/>
          <p:cNvCxnSpPr/>
          <p:nvPr/>
        </p:nvCxnSpPr>
        <p:spPr>
          <a:xfrm flipH="1">
            <a:off x="14767559" y="10949940"/>
            <a:ext cx="6845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6" name="Connector 4695"/>
          <p:cNvCxnSpPr/>
          <p:nvPr/>
        </p:nvCxnSpPr>
        <p:spPr>
          <a:xfrm>
            <a:off x="14767559" y="992124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7" name="Connector 4696"/>
          <p:cNvCxnSpPr/>
          <p:nvPr/>
        </p:nvCxnSpPr>
        <p:spPr>
          <a:xfrm>
            <a:off x="14819248" y="100241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8" name="Connector 4697"/>
          <p:cNvCxnSpPr/>
          <p:nvPr/>
        </p:nvCxnSpPr>
        <p:spPr>
          <a:xfrm>
            <a:off x="1486154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9" name="Connector 4698"/>
          <p:cNvCxnSpPr/>
          <p:nvPr/>
        </p:nvCxnSpPr>
        <p:spPr>
          <a:xfrm>
            <a:off x="1489443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0" name="Connector 4699"/>
          <p:cNvCxnSpPr/>
          <p:nvPr/>
        </p:nvCxnSpPr>
        <p:spPr>
          <a:xfrm>
            <a:off x="14917928" y="10332720"/>
            <a:ext cx="14096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1" name="Connector 4700"/>
          <p:cNvCxnSpPr/>
          <p:nvPr/>
        </p:nvCxnSpPr>
        <p:spPr>
          <a:xfrm>
            <a:off x="14932024" y="10435589"/>
            <a:ext cx="4700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2" name="Connector 4701"/>
          <p:cNvCxnSpPr/>
          <p:nvPr/>
        </p:nvCxnSpPr>
        <p:spPr>
          <a:xfrm flipH="1">
            <a:off x="14932025" y="105384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3" name="Connector 4702"/>
          <p:cNvCxnSpPr/>
          <p:nvPr/>
        </p:nvCxnSpPr>
        <p:spPr>
          <a:xfrm flipH="1">
            <a:off x="14917928" y="106413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4" name="Connector 4703"/>
          <p:cNvCxnSpPr/>
          <p:nvPr/>
        </p:nvCxnSpPr>
        <p:spPr>
          <a:xfrm flipH="1">
            <a:off x="1489443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5" name="Connector 4704"/>
          <p:cNvCxnSpPr/>
          <p:nvPr/>
        </p:nvCxnSpPr>
        <p:spPr>
          <a:xfrm flipH="1">
            <a:off x="1486154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6" name="Connector 4705"/>
          <p:cNvCxnSpPr/>
          <p:nvPr/>
        </p:nvCxnSpPr>
        <p:spPr>
          <a:xfrm flipH="1">
            <a:off x="14819248" y="1094994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7" name="Connector 4706"/>
          <p:cNvCxnSpPr/>
          <p:nvPr/>
        </p:nvCxnSpPr>
        <p:spPr>
          <a:xfrm flipH="1">
            <a:off x="14767559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8" name="Connector 4707"/>
          <p:cNvCxnSpPr/>
          <p:nvPr/>
        </p:nvCxnSpPr>
        <p:spPr>
          <a:xfrm>
            <a:off x="17236440" y="251460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9" name="Connector 4708"/>
          <p:cNvCxnSpPr/>
          <p:nvPr/>
        </p:nvCxnSpPr>
        <p:spPr>
          <a:xfrm>
            <a:off x="17288128" y="26174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0" name="Connector 4709"/>
          <p:cNvCxnSpPr/>
          <p:nvPr/>
        </p:nvCxnSpPr>
        <p:spPr>
          <a:xfrm>
            <a:off x="1733042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1" name="Connector 4710"/>
          <p:cNvCxnSpPr/>
          <p:nvPr/>
        </p:nvCxnSpPr>
        <p:spPr>
          <a:xfrm>
            <a:off x="1736331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2" name="Connector 4711"/>
          <p:cNvCxnSpPr/>
          <p:nvPr/>
        </p:nvCxnSpPr>
        <p:spPr>
          <a:xfrm>
            <a:off x="17386808" y="292608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3" name="Connector 4712"/>
          <p:cNvCxnSpPr/>
          <p:nvPr/>
        </p:nvCxnSpPr>
        <p:spPr>
          <a:xfrm>
            <a:off x="17400905" y="302895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4" name="Connector 4713"/>
          <p:cNvCxnSpPr/>
          <p:nvPr/>
        </p:nvCxnSpPr>
        <p:spPr>
          <a:xfrm flipH="1">
            <a:off x="17400905" y="31318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5" name="Connector 4714"/>
          <p:cNvCxnSpPr/>
          <p:nvPr/>
        </p:nvCxnSpPr>
        <p:spPr>
          <a:xfrm flipH="1">
            <a:off x="17386808" y="32346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6" name="Connector 4715"/>
          <p:cNvCxnSpPr/>
          <p:nvPr/>
        </p:nvCxnSpPr>
        <p:spPr>
          <a:xfrm flipH="1">
            <a:off x="1736331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7" name="Connector 4716"/>
          <p:cNvCxnSpPr/>
          <p:nvPr/>
        </p:nvCxnSpPr>
        <p:spPr>
          <a:xfrm flipH="1">
            <a:off x="1733042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8" name="Connector 4717"/>
          <p:cNvCxnSpPr/>
          <p:nvPr/>
        </p:nvCxnSpPr>
        <p:spPr>
          <a:xfrm flipH="1">
            <a:off x="17288128" y="354330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9" name="Connector 4718"/>
          <p:cNvCxnSpPr/>
          <p:nvPr/>
        </p:nvCxnSpPr>
        <p:spPr>
          <a:xfrm flipH="1">
            <a:off x="17236440" y="364617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0" name="Connector 4719"/>
          <p:cNvCxnSpPr/>
          <p:nvPr/>
        </p:nvCxnSpPr>
        <p:spPr>
          <a:xfrm>
            <a:off x="17236440" y="251460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1" name="Connector 4720"/>
          <p:cNvCxnSpPr/>
          <p:nvPr/>
        </p:nvCxnSpPr>
        <p:spPr>
          <a:xfrm>
            <a:off x="17304893" y="272033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2" name="Connector 4721"/>
          <p:cNvCxnSpPr/>
          <p:nvPr/>
        </p:nvCxnSpPr>
        <p:spPr>
          <a:xfrm>
            <a:off x="17360900" y="29260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3" name="Connector 4722"/>
          <p:cNvCxnSpPr/>
          <p:nvPr/>
        </p:nvCxnSpPr>
        <p:spPr>
          <a:xfrm>
            <a:off x="1740446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4" name="Connector 4723"/>
          <p:cNvCxnSpPr/>
          <p:nvPr/>
        </p:nvCxnSpPr>
        <p:spPr>
          <a:xfrm>
            <a:off x="17435576" y="33375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5" name="Connector 4724"/>
          <p:cNvCxnSpPr/>
          <p:nvPr/>
        </p:nvCxnSpPr>
        <p:spPr>
          <a:xfrm>
            <a:off x="17454245" y="3543300"/>
            <a:ext cx="622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6" name="Connector 4725"/>
          <p:cNvCxnSpPr/>
          <p:nvPr/>
        </p:nvCxnSpPr>
        <p:spPr>
          <a:xfrm flipH="1">
            <a:off x="17454245" y="374903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7" name="Connector 4726"/>
          <p:cNvCxnSpPr/>
          <p:nvPr/>
        </p:nvCxnSpPr>
        <p:spPr>
          <a:xfrm flipH="1">
            <a:off x="17435576" y="39547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8" name="Connector 4727"/>
          <p:cNvCxnSpPr/>
          <p:nvPr/>
        </p:nvCxnSpPr>
        <p:spPr>
          <a:xfrm flipH="1">
            <a:off x="1740446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9" name="Connector 4728"/>
          <p:cNvCxnSpPr/>
          <p:nvPr/>
        </p:nvCxnSpPr>
        <p:spPr>
          <a:xfrm flipH="1">
            <a:off x="17360900" y="43662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0" name="Connector 4729"/>
          <p:cNvCxnSpPr/>
          <p:nvPr/>
        </p:nvCxnSpPr>
        <p:spPr>
          <a:xfrm flipH="1">
            <a:off x="17304893" y="45720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1" name="Connector 4730"/>
          <p:cNvCxnSpPr/>
          <p:nvPr/>
        </p:nvCxnSpPr>
        <p:spPr>
          <a:xfrm flipH="1">
            <a:off x="17236440" y="47777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2" name="Connector 4731"/>
          <p:cNvCxnSpPr/>
          <p:nvPr/>
        </p:nvCxnSpPr>
        <p:spPr>
          <a:xfrm>
            <a:off x="17236440" y="251460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3" name="Connector 4732"/>
          <p:cNvCxnSpPr/>
          <p:nvPr/>
        </p:nvCxnSpPr>
        <p:spPr>
          <a:xfrm>
            <a:off x="17321657" y="282320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4" name="Connector 4733"/>
          <p:cNvCxnSpPr/>
          <p:nvPr/>
        </p:nvCxnSpPr>
        <p:spPr>
          <a:xfrm>
            <a:off x="1739138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5" name="Connector 4734"/>
          <p:cNvCxnSpPr/>
          <p:nvPr/>
        </p:nvCxnSpPr>
        <p:spPr>
          <a:xfrm>
            <a:off x="1744560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6" name="Connector 4735"/>
          <p:cNvCxnSpPr/>
          <p:nvPr/>
        </p:nvCxnSpPr>
        <p:spPr>
          <a:xfrm>
            <a:off x="17484344" y="3749039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7" name="Connector 4736"/>
          <p:cNvCxnSpPr/>
          <p:nvPr/>
        </p:nvCxnSpPr>
        <p:spPr>
          <a:xfrm>
            <a:off x="17507584" y="405764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8" name="Connector 4737"/>
          <p:cNvCxnSpPr/>
          <p:nvPr/>
        </p:nvCxnSpPr>
        <p:spPr>
          <a:xfrm flipH="1">
            <a:off x="1750758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9" name="Connector 4738"/>
          <p:cNvCxnSpPr/>
          <p:nvPr/>
        </p:nvCxnSpPr>
        <p:spPr>
          <a:xfrm flipH="1">
            <a:off x="17484344" y="467487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0" name="Connector 4739"/>
          <p:cNvCxnSpPr/>
          <p:nvPr/>
        </p:nvCxnSpPr>
        <p:spPr>
          <a:xfrm flipH="1">
            <a:off x="17445609" y="498348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1" name="Connector 4740"/>
          <p:cNvCxnSpPr/>
          <p:nvPr/>
        </p:nvCxnSpPr>
        <p:spPr>
          <a:xfrm flipH="1">
            <a:off x="17391379" y="529209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2" name="Connector 4741"/>
          <p:cNvCxnSpPr/>
          <p:nvPr/>
        </p:nvCxnSpPr>
        <p:spPr>
          <a:xfrm flipH="1">
            <a:off x="17321657" y="560070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3" name="Connector 4742"/>
          <p:cNvCxnSpPr/>
          <p:nvPr/>
        </p:nvCxnSpPr>
        <p:spPr>
          <a:xfrm flipH="1">
            <a:off x="17236440" y="590931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4" name="Connector 4743"/>
          <p:cNvCxnSpPr/>
          <p:nvPr/>
        </p:nvCxnSpPr>
        <p:spPr>
          <a:xfrm>
            <a:off x="17236440" y="251460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5" name="Connector 4744"/>
          <p:cNvCxnSpPr/>
          <p:nvPr/>
        </p:nvCxnSpPr>
        <p:spPr>
          <a:xfrm>
            <a:off x="17338420" y="292607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6" name="Connector 4745"/>
          <p:cNvCxnSpPr/>
          <p:nvPr/>
        </p:nvCxnSpPr>
        <p:spPr>
          <a:xfrm>
            <a:off x="1742186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7" name="Connector 4746"/>
          <p:cNvCxnSpPr/>
          <p:nvPr/>
        </p:nvCxnSpPr>
        <p:spPr>
          <a:xfrm>
            <a:off x="1748675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8" name="Connector 4747"/>
          <p:cNvCxnSpPr/>
          <p:nvPr/>
        </p:nvCxnSpPr>
        <p:spPr>
          <a:xfrm>
            <a:off x="17533112" y="4160520"/>
            <a:ext cx="2781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9" name="Connector 4748"/>
          <p:cNvCxnSpPr/>
          <p:nvPr/>
        </p:nvCxnSpPr>
        <p:spPr>
          <a:xfrm>
            <a:off x="17560924" y="4572000"/>
            <a:ext cx="9272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0" name="Connector 4749"/>
          <p:cNvCxnSpPr/>
          <p:nvPr/>
        </p:nvCxnSpPr>
        <p:spPr>
          <a:xfrm flipH="1">
            <a:off x="1756092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1" name="Connector 4750"/>
          <p:cNvCxnSpPr/>
          <p:nvPr/>
        </p:nvCxnSpPr>
        <p:spPr>
          <a:xfrm flipH="1">
            <a:off x="17533112" y="539496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2" name="Connector 4751"/>
          <p:cNvCxnSpPr/>
          <p:nvPr/>
        </p:nvCxnSpPr>
        <p:spPr>
          <a:xfrm flipH="1">
            <a:off x="17486757" y="580644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3" name="Connector 4752"/>
          <p:cNvCxnSpPr/>
          <p:nvPr/>
        </p:nvCxnSpPr>
        <p:spPr>
          <a:xfrm flipH="1">
            <a:off x="1742186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4" name="Connector 4753"/>
          <p:cNvCxnSpPr/>
          <p:nvPr/>
        </p:nvCxnSpPr>
        <p:spPr>
          <a:xfrm flipH="1">
            <a:off x="17338420" y="662940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5" name="Connector 4754"/>
          <p:cNvCxnSpPr/>
          <p:nvPr/>
        </p:nvCxnSpPr>
        <p:spPr>
          <a:xfrm flipH="1">
            <a:off x="17236440" y="7040880"/>
            <a:ext cx="10198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6" name="Connector 4755"/>
          <p:cNvCxnSpPr/>
          <p:nvPr/>
        </p:nvCxnSpPr>
        <p:spPr>
          <a:xfrm>
            <a:off x="17236440" y="251460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7" name="Connector 4756"/>
          <p:cNvCxnSpPr/>
          <p:nvPr/>
        </p:nvCxnSpPr>
        <p:spPr>
          <a:xfrm>
            <a:off x="17355185" y="302894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8" name="Connector 4757"/>
          <p:cNvCxnSpPr/>
          <p:nvPr/>
        </p:nvCxnSpPr>
        <p:spPr>
          <a:xfrm>
            <a:off x="1745234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9" name="Connector 4758"/>
          <p:cNvCxnSpPr/>
          <p:nvPr/>
        </p:nvCxnSpPr>
        <p:spPr>
          <a:xfrm>
            <a:off x="1752790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0" name="Connector 4759"/>
          <p:cNvCxnSpPr/>
          <p:nvPr/>
        </p:nvCxnSpPr>
        <p:spPr>
          <a:xfrm>
            <a:off x="17581880" y="457200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1" name="Connector 4760"/>
          <p:cNvCxnSpPr/>
          <p:nvPr/>
        </p:nvCxnSpPr>
        <p:spPr>
          <a:xfrm>
            <a:off x="17614265" y="508635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2" name="Connector 4761"/>
          <p:cNvCxnSpPr/>
          <p:nvPr/>
        </p:nvCxnSpPr>
        <p:spPr>
          <a:xfrm flipH="1">
            <a:off x="17614265" y="560070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3" name="Connector 4762"/>
          <p:cNvCxnSpPr/>
          <p:nvPr/>
        </p:nvCxnSpPr>
        <p:spPr>
          <a:xfrm flipH="1">
            <a:off x="17581880" y="611505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4" name="Connector 4763"/>
          <p:cNvCxnSpPr/>
          <p:nvPr/>
        </p:nvCxnSpPr>
        <p:spPr>
          <a:xfrm flipH="1">
            <a:off x="1752790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5" name="Connector 4764"/>
          <p:cNvCxnSpPr/>
          <p:nvPr/>
        </p:nvCxnSpPr>
        <p:spPr>
          <a:xfrm flipH="1">
            <a:off x="1745234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6" name="Connector 4765"/>
          <p:cNvCxnSpPr/>
          <p:nvPr/>
        </p:nvCxnSpPr>
        <p:spPr>
          <a:xfrm flipH="1">
            <a:off x="17355185" y="765810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7" name="Connector 4766"/>
          <p:cNvCxnSpPr/>
          <p:nvPr/>
        </p:nvCxnSpPr>
        <p:spPr>
          <a:xfrm flipH="1">
            <a:off x="17236440" y="817245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8" name="Connector 4767"/>
          <p:cNvCxnSpPr/>
          <p:nvPr/>
        </p:nvCxnSpPr>
        <p:spPr>
          <a:xfrm>
            <a:off x="17236440" y="2514600"/>
            <a:ext cx="13550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9" name="Connector 4768"/>
          <p:cNvCxnSpPr/>
          <p:nvPr/>
        </p:nvCxnSpPr>
        <p:spPr>
          <a:xfrm>
            <a:off x="17371949" y="3131819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0" name="Connector 4769"/>
          <p:cNvCxnSpPr/>
          <p:nvPr/>
        </p:nvCxnSpPr>
        <p:spPr>
          <a:xfrm>
            <a:off x="1748282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1" name="Connector 4770"/>
          <p:cNvCxnSpPr/>
          <p:nvPr/>
        </p:nvCxnSpPr>
        <p:spPr>
          <a:xfrm>
            <a:off x="1756905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2" name="Connector 4771"/>
          <p:cNvCxnSpPr/>
          <p:nvPr/>
        </p:nvCxnSpPr>
        <p:spPr>
          <a:xfrm>
            <a:off x="1763064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3" name="Connector 4772"/>
          <p:cNvCxnSpPr/>
          <p:nvPr/>
        </p:nvCxnSpPr>
        <p:spPr>
          <a:xfrm>
            <a:off x="1766760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4" name="Connector 4773"/>
          <p:cNvCxnSpPr/>
          <p:nvPr/>
        </p:nvCxnSpPr>
        <p:spPr>
          <a:xfrm flipH="1">
            <a:off x="1766760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5" name="Connector 4774"/>
          <p:cNvCxnSpPr/>
          <p:nvPr/>
        </p:nvCxnSpPr>
        <p:spPr>
          <a:xfrm flipH="1">
            <a:off x="1763064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6" name="Connector 4775"/>
          <p:cNvCxnSpPr/>
          <p:nvPr/>
        </p:nvCxnSpPr>
        <p:spPr>
          <a:xfrm flipH="1">
            <a:off x="1756905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7" name="Connector 4776"/>
          <p:cNvCxnSpPr/>
          <p:nvPr/>
        </p:nvCxnSpPr>
        <p:spPr>
          <a:xfrm flipH="1">
            <a:off x="1748282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8" name="Connector 4777"/>
          <p:cNvCxnSpPr/>
          <p:nvPr/>
        </p:nvCxnSpPr>
        <p:spPr>
          <a:xfrm flipH="1">
            <a:off x="1737194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9" name="Connector 4778"/>
          <p:cNvCxnSpPr/>
          <p:nvPr/>
        </p:nvCxnSpPr>
        <p:spPr>
          <a:xfrm flipH="1">
            <a:off x="1723644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0" name="Connector 4779"/>
          <p:cNvCxnSpPr/>
          <p:nvPr/>
        </p:nvCxnSpPr>
        <p:spPr>
          <a:xfrm>
            <a:off x="17236440" y="2514600"/>
            <a:ext cx="152272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1" name="Connector 4780"/>
          <p:cNvCxnSpPr/>
          <p:nvPr/>
        </p:nvCxnSpPr>
        <p:spPr>
          <a:xfrm>
            <a:off x="17388712" y="3234689"/>
            <a:ext cx="124588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2" name="Connector 4781"/>
          <p:cNvCxnSpPr/>
          <p:nvPr/>
        </p:nvCxnSpPr>
        <p:spPr>
          <a:xfrm>
            <a:off x="1751330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3" name="Connector 4782"/>
          <p:cNvCxnSpPr/>
          <p:nvPr/>
        </p:nvCxnSpPr>
        <p:spPr>
          <a:xfrm>
            <a:off x="1761020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4" name="Connector 4783"/>
          <p:cNvCxnSpPr/>
          <p:nvPr/>
        </p:nvCxnSpPr>
        <p:spPr>
          <a:xfrm>
            <a:off x="1767941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5" name="Connector 4784"/>
          <p:cNvCxnSpPr/>
          <p:nvPr/>
        </p:nvCxnSpPr>
        <p:spPr>
          <a:xfrm>
            <a:off x="1772094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6" name="Connector 4785"/>
          <p:cNvCxnSpPr/>
          <p:nvPr/>
        </p:nvCxnSpPr>
        <p:spPr>
          <a:xfrm flipH="1">
            <a:off x="17720945" y="6835140"/>
            <a:ext cx="1384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7" name="Connector 4786"/>
          <p:cNvCxnSpPr/>
          <p:nvPr/>
        </p:nvCxnSpPr>
        <p:spPr>
          <a:xfrm flipH="1">
            <a:off x="17679416" y="7555229"/>
            <a:ext cx="41529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8" name="Connector 4787"/>
          <p:cNvCxnSpPr/>
          <p:nvPr/>
        </p:nvCxnSpPr>
        <p:spPr>
          <a:xfrm flipH="1">
            <a:off x="1761020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9" name="Connector 4788"/>
          <p:cNvCxnSpPr/>
          <p:nvPr/>
        </p:nvCxnSpPr>
        <p:spPr>
          <a:xfrm flipH="1">
            <a:off x="1751330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0" name="Connector 4789"/>
          <p:cNvCxnSpPr/>
          <p:nvPr/>
        </p:nvCxnSpPr>
        <p:spPr>
          <a:xfrm flipH="1">
            <a:off x="17388712" y="9715500"/>
            <a:ext cx="12458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1" name="Connector 4790"/>
          <p:cNvCxnSpPr/>
          <p:nvPr/>
        </p:nvCxnSpPr>
        <p:spPr>
          <a:xfrm flipH="1">
            <a:off x="17236440" y="10435589"/>
            <a:ext cx="152272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2" name="Connector 4791"/>
          <p:cNvCxnSpPr/>
          <p:nvPr/>
        </p:nvCxnSpPr>
        <p:spPr>
          <a:xfrm>
            <a:off x="17236440" y="3749039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3" name="Connector 4792"/>
          <p:cNvCxnSpPr/>
          <p:nvPr/>
        </p:nvCxnSpPr>
        <p:spPr>
          <a:xfrm>
            <a:off x="17288128" y="38519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4" name="Connector 4793"/>
          <p:cNvCxnSpPr/>
          <p:nvPr/>
        </p:nvCxnSpPr>
        <p:spPr>
          <a:xfrm>
            <a:off x="1733042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5" name="Connector 4794"/>
          <p:cNvCxnSpPr/>
          <p:nvPr/>
        </p:nvCxnSpPr>
        <p:spPr>
          <a:xfrm>
            <a:off x="1736331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6" name="Connector 4795"/>
          <p:cNvCxnSpPr/>
          <p:nvPr/>
        </p:nvCxnSpPr>
        <p:spPr>
          <a:xfrm>
            <a:off x="17386808" y="41605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7" name="Connector 4796"/>
          <p:cNvCxnSpPr/>
          <p:nvPr/>
        </p:nvCxnSpPr>
        <p:spPr>
          <a:xfrm>
            <a:off x="17400905" y="42633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8" name="Connector 4797"/>
          <p:cNvCxnSpPr/>
          <p:nvPr/>
        </p:nvCxnSpPr>
        <p:spPr>
          <a:xfrm flipH="1">
            <a:off x="17400905" y="43662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9" name="Connector 4798"/>
          <p:cNvCxnSpPr/>
          <p:nvPr/>
        </p:nvCxnSpPr>
        <p:spPr>
          <a:xfrm flipH="1">
            <a:off x="17386808" y="44691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0" name="Connector 4799"/>
          <p:cNvCxnSpPr/>
          <p:nvPr/>
        </p:nvCxnSpPr>
        <p:spPr>
          <a:xfrm flipH="1">
            <a:off x="1736331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1" name="Connector 4800"/>
          <p:cNvCxnSpPr/>
          <p:nvPr/>
        </p:nvCxnSpPr>
        <p:spPr>
          <a:xfrm flipH="1">
            <a:off x="1733042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2" name="Connector 4801"/>
          <p:cNvCxnSpPr/>
          <p:nvPr/>
        </p:nvCxnSpPr>
        <p:spPr>
          <a:xfrm flipH="1">
            <a:off x="17288128" y="477774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3" name="Connector 4802"/>
          <p:cNvCxnSpPr/>
          <p:nvPr/>
        </p:nvCxnSpPr>
        <p:spPr>
          <a:xfrm flipH="1">
            <a:off x="17236440" y="4880610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4" name="Connector 4803"/>
          <p:cNvCxnSpPr/>
          <p:nvPr/>
        </p:nvCxnSpPr>
        <p:spPr>
          <a:xfrm>
            <a:off x="17236440" y="3749039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5" name="Connector 4804"/>
          <p:cNvCxnSpPr/>
          <p:nvPr/>
        </p:nvCxnSpPr>
        <p:spPr>
          <a:xfrm>
            <a:off x="17304893" y="395477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6" name="Connector 4805"/>
          <p:cNvCxnSpPr/>
          <p:nvPr/>
        </p:nvCxnSpPr>
        <p:spPr>
          <a:xfrm>
            <a:off x="17360900" y="41605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7" name="Connector 4806"/>
          <p:cNvCxnSpPr/>
          <p:nvPr/>
        </p:nvCxnSpPr>
        <p:spPr>
          <a:xfrm>
            <a:off x="1740446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8" name="Connector 4807"/>
          <p:cNvCxnSpPr/>
          <p:nvPr/>
        </p:nvCxnSpPr>
        <p:spPr>
          <a:xfrm>
            <a:off x="17435576" y="45720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9" name="Connector 4808"/>
          <p:cNvCxnSpPr/>
          <p:nvPr/>
        </p:nvCxnSpPr>
        <p:spPr>
          <a:xfrm>
            <a:off x="17454245" y="47777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0" name="Connector 4809"/>
          <p:cNvCxnSpPr/>
          <p:nvPr/>
        </p:nvCxnSpPr>
        <p:spPr>
          <a:xfrm flipH="1">
            <a:off x="17454245" y="498348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1" name="Connector 4810"/>
          <p:cNvCxnSpPr/>
          <p:nvPr/>
        </p:nvCxnSpPr>
        <p:spPr>
          <a:xfrm flipH="1">
            <a:off x="17435576" y="518922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2" name="Connector 4811"/>
          <p:cNvCxnSpPr/>
          <p:nvPr/>
        </p:nvCxnSpPr>
        <p:spPr>
          <a:xfrm flipH="1">
            <a:off x="1740446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3" name="Connector 4812"/>
          <p:cNvCxnSpPr/>
          <p:nvPr/>
        </p:nvCxnSpPr>
        <p:spPr>
          <a:xfrm flipH="1">
            <a:off x="17360900" y="56007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4" name="Connector 4813"/>
          <p:cNvCxnSpPr/>
          <p:nvPr/>
        </p:nvCxnSpPr>
        <p:spPr>
          <a:xfrm flipH="1">
            <a:off x="17304893" y="58064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5" name="Connector 4814"/>
          <p:cNvCxnSpPr/>
          <p:nvPr/>
        </p:nvCxnSpPr>
        <p:spPr>
          <a:xfrm flipH="1">
            <a:off x="17236440" y="601218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6" name="Connector 4815"/>
          <p:cNvCxnSpPr/>
          <p:nvPr/>
        </p:nvCxnSpPr>
        <p:spPr>
          <a:xfrm>
            <a:off x="17236440" y="3749039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7" name="Connector 4816"/>
          <p:cNvCxnSpPr/>
          <p:nvPr/>
        </p:nvCxnSpPr>
        <p:spPr>
          <a:xfrm>
            <a:off x="17321657" y="405764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8" name="Connector 4817"/>
          <p:cNvCxnSpPr/>
          <p:nvPr/>
        </p:nvCxnSpPr>
        <p:spPr>
          <a:xfrm>
            <a:off x="1739138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9" name="Connector 4818"/>
          <p:cNvCxnSpPr/>
          <p:nvPr/>
        </p:nvCxnSpPr>
        <p:spPr>
          <a:xfrm>
            <a:off x="1744560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0" name="Connector 4819"/>
          <p:cNvCxnSpPr/>
          <p:nvPr/>
        </p:nvCxnSpPr>
        <p:spPr>
          <a:xfrm>
            <a:off x="17484344" y="4983480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1" name="Connector 4820"/>
          <p:cNvCxnSpPr/>
          <p:nvPr/>
        </p:nvCxnSpPr>
        <p:spPr>
          <a:xfrm>
            <a:off x="17507584" y="5292090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2" name="Connector 4821"/>
          <p:cNvCxnSpPr/>
          <p:nvPr/>
        </p:nvCxnSpPr>
        <p:spPr>
          <a:xfrm flipH="1">
            <a:off x="1750758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3" name="Connector 4822"/>
          <p:cNvCxnSpPr/>
          <p:nvPr/>
        </p:nvCxnSpPr>
        <p:spPr>
          <a:xfrm flipH="1">
            <a:off x="17484344" y="590931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4" name="Connector 4823"/>
          <p:cNvCxnSpPr/>
          <p:nvPr/>
        </p:nvCxnSpPr>
        <p:spPr>
          <a:xfrm flipH="1">
            <a:off x="17445609" y="621792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5" name="Connector 4824"/>
          <p:cNvCxnSpPr/>
          <p:nvPr/>
        </p:nvCxnSpPr>
        <p:spPr>
          <a:xfrm flipH="1">
            <a:off x="17391379" y="652653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6" name="Connector 4825"/>
          <p:cNvCxnSpPr/>
          <p:nvPr/>
        </p:nvCxnSpPr>
        <p:spPr>
          <a:xfrm flipH="1">
            <a:off x="17321657" y="683514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7" name="Connector 4826"/>
          <p:cNvCxnSpPr/>
          <p:nvPr/>
        </p:nvCxnSpPr>
        <p:spPr>
          <a:xfrm flipH="1">
            <a:off x="17236440" y="714375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8" name="Connector 4827"/>
          <p:cNvCxnSpPr/>
          <p:nvPr/>
        </p:nvCxnSpPr>
        <p:spPr>
          <a:xfrm>
            <a:off x="17236440" y="3749039"/>
            <a:ext cx="10198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9" name="Connector 4828"/>
          <p:cNvCxnSpPr/>
          <p:nvPr/>
        </p:nvCxnSpPr>
        <p:spPr>
          <a:xfrm>
            <a:off x="17338420" y="416052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0" name="Connector 4829"/>
          <p:cNvCxnSpPr/>
          <p:nvPr/>
        </p:nvCxnSpPr>
        <p:spPr>
          <a:xfrm>
            <a:off x="1742186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1" name="Connector 4830"/>
          <p:cNvCxnSpPr/>
          <p:nvPr/>
        </p:nvCxnSpPr>
        <p:spPr>
          <a:xfrm>
            <a:off x="1748675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2" name="Connector 4831"/>
          <p:cNvCxnSpPr/>
          <p:nvPr/>
        </p:nvCxnSpPr>
        <p:spPr>
          <a:xfrm>
            <a:off x="17533112" y="539496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3" name="Connector 4832"/>
          <p:cNvCxnSpPr/>
          <p:nvPr/>
        </p:nvCxnSpPr>
        <p:spPr>
          <a:xfrm>
            <a:off x="17560924" y="580643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4" name="Connector 4833"/>
          <p:cNvCxnSpPr/>
          <p:nvPr/>
        </p:nvCxnSpPr>
        <p:spPr>
          <a:xfrm flipH="1">
            <a:off x="1756092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5" name="Connector 4834"/>
          <p:cNvCxnSpPr/>
          <p:nvPr/>
        </p:nvCxnSpPr>
        <p:spPr>
          <a:xfrm flipH="1">
            <a:off x="17533112" y="662940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6" name="Connector 4835"/>
          <p:cNvCxnSpPr/>
          <p:nvPr/>
        </p:nvCxnSpPr>
        <p:spPr>
          <a:xfrm flipH="1">
            <a:off x="17486757" y="70408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7" name="Connector 4836"/>
          <p:cNvCxnSpPr/>
          <p:nvPr/>
        </p:nvCxnSpPr>
        <p:spPr>
          <a:xfrm flipH="1">
            <a:off x="1742186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8" name="Connector 4837"/>
          <p:cNvCxnSpPr/>
          <p:nvPr/>
        </p:nvCxnSpPr>
        <p:spPr>
          <a:xfrm flipH="1">
            <a:off x="17338420" y="786384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9" name="Connector 4838"/>
          <p:cNvCxnSpPr/>
          <p:nvPr/>
        </p:nvCxnSpPr>
        <p:spPr>
          <a:xfrm flipH="1">
            <a:off x="17236440" y="8275320"/>
            <a:ext cx="10198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0" name="Connector 4839"/>
          <p:cNvCxnSpPr/>
          <p:nvPr/>
        </p:nvCxnSpPr>
        <p:spPr>
          <a:xfrm>
            <a:off x="17236440" y="374903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1" name="Connector 4840"/>
          <p:cNvCxnSpPr/>
          <p:nvPr/>
        </p:nvCxnSpPr>
        <p:spPr>
          <a:xfrm>
            <a:off x="17355185" y="426339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2" name="Connector 4841"/>
          <p:cNvCxnSpPr/>
          <p:nvPr/>
        </p:nvCxnSpPr>
        <p:spPr>
          <a:xfrm>
            <a:off x="1745234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3" name="Connector 4842"/>
          <p:cNvCxnSpPr/>
          <p:nvPr/>
        </p:nvCxnSpPr>
        <p:spPr>
          <a:xfrm>
            <a:off x="1752790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4" name="Connector 4843"/>
          <p:cNvCxnSpPr/>
          <p:nvPr/>
        </p:nvCxnSpPr>
        <p:spPr>
          <a:xfrm>
            <a:off x="17581880" y="5806440"/>
            <a:ext cx="3238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5" name="Connector 4844"/>
          <p:cNvCxnSpPr/>
          <p:nvPr/>
        </p:nvCxnSpPr>
        <p:spPr>
          <a:xfrm>
            <a:off x="17614265" y="632078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6" name="Connector 4845"/>
          <p:cNvCxnSpPr/>
          <p:nvPr/>
        </p:nvCxnSpPr>
        <p:spPr>
          <a:xfrm flipH="1">
            <a:off x="17614265" y="683514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7" name="Connector 4846"/>
          <p:cNvCxnSpPr/>
          <p:nvPr/>
        </p:nvCxnSpPr>
        <p:spPr>
          <a:xfrm flipH="1">
            <a:off x="17581880" y="734949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8" name="Connector 4847"/>
          <p:cNvCxnSpPr/>
          <p:nvPr/>
        </p:nvCxnSpPr>
        <p:spPr>
          <a:xfrm flipH="1">
            <a:off x="1752790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9" name="Connector 4848"/>
          <p:cNvCxnSpPr/>
          <p:nvPr/>
        </p:nvCxnSpPr>
        <p:spPr>
          <a:xfrm flipH="1">
            <a:off x="1745234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0" name="Connector 4849"/>
          <p:cNvCxnSpPr/>
          <p:nvPr/>
        </p:nvCxnSpPr>
        <p:spPr>
          <a:xfrm flipH="1">
            <a:off x="17355185" y="8892540"/>
            <a:ext cx="9715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1" name="Connector 4850"/>
          <p:cNvCxnSpPr/>
          <p:nvPr/>
        </p:nvCxnSpPr>
        <p:spPr>
          <a:xfrm flipH="1">
            <a:off x="17236440" y="9406890"/>
            <a:ext cx="11874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2" name="Connector 4851"/>
          <p:cNvCxnSpPr/>
          <p:nvPr/>
        </p:nvCxnSpPr>
        <p:spPr>
          <a:xfrm>
            <a:off x="17236440" y="3749039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3" name="Connector 4852"/>
          <p:cNvCxnSpPr/>
          <p:nvPr/>
        </p:nvCxnSpPr>
        <p:spPr>
          <a:xfrm>
            <a:off x="17371949" y="4366259"/>
            <a:ext cx="110871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4" name="Connector 4853"/>
          <p:cNvCxnSpPr/>
          <p:nvPr/>
        </p:nvCxnSpPr>
        <p:spPr>
          <a:xfrm>
            <a:off x="1748282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5" name="Connector 4854"/>
          <p:cNvCxnSpPr/>
          <p:nvPr/>
        </p:nvCxnSpPr>
        <p:spPr>
          <a:xfrm>
            <a:off x="1756905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6" name="Connector 4855"/>
          <p:cNvCxnSpPr/>
          <p:nvPr/>
        </p:nvCxnSpPr>
        <p:spPr>
          <a:xfrm>
            <a:off x="1763064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7" name="Connector 4856"/>
          <p:cNvCxnSpPr/>
          <p:nvPr/>
        </p:nvCxnSpPr>
        <p:spPr>
          <a:xfrm>
            <a:off x="1766760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8" name="Connector 4857"/>
          <p:cNvCxnSpPr/>
          <p:nvPr/>
        </p:nvCxnSpPr>
        <p:spPr>
          <a:xfrm flipH="1">
            <a:off x="1766760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9" name="Connector 4858"/>
          <p:cNvCxnSpPr/>
          <p:nvPr/>
        </p:nvCxnSpPr>
        <p:spPr>
          <a:xfrm flipH="1">
            <a:off x="1763064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0" name="Connector 4859"/>
          <p:cNvCxnSpPr/>
          <p:nvPr/>
        </p:nvCxnSpPr>
        <p:spPr>
          <a:xfrm flipH="1">
            <a:off x="1756905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1" name="Connector 4860"/>
          <p:cNvCxnSpPr/>
          <p:nvPr/>
        </p:nvCxnSpPr>
        <p:spPr>
          <a:xfrm flipH="1">
            <a:off x="1748282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2" name="Connector 4861"/>
          <p:cNvCxnSpPr/>
          <p:nvPr/>
        </p:nvCxnSpPr>
        <p:spPr>
          <a:xfrm flipH="1">
            <a:off x="1737194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3" name="Connector 4862"/>
          <p:cNvCxnSpPr/>
          <p:nvPr/>
        </p:nvCxnSpPr>
        <p:spPr>
          <a:xfrm flipH="1">
            <a:off x="1723644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4" name="Connector 4863"/>
          <p:cNvCxnSpPr/>
          <p:nvPr/>
        </p:nvCxnSpPr>
        <p:spPr>
          <a:xfrm>
            <a:off x="17236440" y="498348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5" name="Connector 4864"/>
          <p:cNvCxnSpPr/>
          <p:nvPr/>
        </p:nvCxnSpPr>
        <p:spPr>
          <a:xfrm>
            <a:off x="17288128" y="508634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6" name="Connector 4865"/>
          <p:cNvCxnSpPr/>
          <p:nvPr/>
        </p:nvCxnSpPr>
        <p:spPr>
          <a:xfrm>
            <a:off x="1733042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7" name="Connector 4866"/>
          <p:cNvCxnSpPr/>
          <p:nvPr/>
        </p:nvCxnSpPr>
        <p:spPr>
          <a:xfrm>
            <a:off x="1736331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8" name="Connector 4867"/>
          <p:cNvCxnSpPr/>
          <p:nvPr/>
        </p:nvCxnSpPr>
        <p:spPr>
          <a:xfrm>
            <a:off x="17386808" y="539496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9" name="Connector 4868"/>
          <p:cNvCxnSpPr/>
          <p:nvPr/>
        </p:nvCxnSpPr>
        <p:spPr>
          <a:xfrm>
            <a:off x="17400905" y="549782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0" name="Connector 4869"/>
          <p:cNvCxnSpPr/>
          <p:nvPr/>
        </p:nvCxnSpPr>
        <p:spPr>
          <a:xfrm flipH="1">
            <a:off x="17400905" y="560070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1" name="Connector 4870"/>
          <p:cNvCxnSpPr/>
          <p:nvPr/>
        </p:nvCxnSpPr>
        <p:spPr>
          <a:xfrm flipH="1">
            <a:off x="17386808" y="570357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2" name="Connector 4871"/>
          <p:cNvCxnSpPr/>
          <p:nvPr/>
        </p:nvCxnSpPr>
        <p:spPr>
          <a:xfrm flipH="1">
            <a:off x="1736331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3" name="Connector 4872"/>
          <p:cNvCxnSpPr/>
          <p:nvPr/>
        </p:nvCxnSpPr>
        <p:spPr>
          <a:xfrm flipH="1">
            <a:off x="1733042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4" name="Connector 4873"/>
          <p:cNvCxnSpPr/>
          <p:nvPr/>
        </p:nvCxnSpPr>
        <p:spPr>
          <a:xfrm flipH="1">
            <a:off x="17288128" y="601218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5" name="Connector 4874"/>
          <p:cNvCxnSpPr/>
          <p:nvPr/>
        </p:nvCxnSpPr>
        <p:spPr>
          <a:xfrm flipH="1">
            <a:off x="17236440" y="6115050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6" name="Connector 4875"/>
          <p:cNvCxnSpPr/>
          <p:nvPr/>
        </p:nvCxnSpPr>
        <p:spPr>
          <a:xfrm>
            <a:off x="17236440" y="498348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7" name="Connector 4876"/>
          <p:cNvCxnSpPr/>
          <p:nvPr/>
        </p:nvCxnSpPr>
        <p:spPr>
          <a:xfrm>
            <a:off x="17304893" y="518921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8" name="Connector 4877"/>
          <p:cNvCxnSpPr/>
          <p:nvPr/>
        </p:nvCxnSpPr>
        <p:spPr>
          <a:xfrm>
            <a:off x="17360900" y="53949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9" name="Connector 4878"/>
          <p:cNvCxnSpPr/>
          <p:nvPr/>
        </p:nvCxnSpPr>
        <p:spPr>
          <a:xfrm>
            <a:off x="1740446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0" name="Connector 4879"/>
          <p:cNvCxnSpPr/>
          <p:nvPr/>
        </p:nvCxnSpPr>
        <p:spPr>
          <a:xfrm>
            <a:off x="17435576" y="580644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1" name="Connector 4880"/>
          <p:cNvCxnSpPr/>
          <p:nvPr/>
        </p:nvCxnSpPr>
        <p:spPr>
          <a:xfrm>
            <a:off x="17454245" y="601217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2" name="Connector 4881"/>
          <p:cNvCxnSpPr/>
          <p:nvPr/>
        </p:nvCxnSpPr>
        <p:spPr>
          <a:xfrm flipH="1">
            <a:off x="17454245" y="621792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3" name="Connector 4882"/>
          <p:cNvCxnSpPr/>
          <p:nvPr/>
        </p:nvCxnSpPr>
        <p:spPr>
          <a:xfrm flipH="1">
            <a:off x="17435576" y="64236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4" name="Connector 4883"/>
          <p:cNvCxnSpPr/>
          <p:nvPr/>
        </p:nvCxnSpPr>
        <p:spPr>
          <a:xfrm flipH="1">
            <a:off x="1740446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5" name="Connector 4884"/>
          <p:cNvCxnSpPr/>
          <p:nvPr/>
        </p:nvCxnSpPr>
        <p:spPr>
          <a:xfrm flipH="1">
            <a:off x="17360900" y="683514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6" name="Connector 4885"/>
          <p:cNvCxnSpPr/>
          <p:nvPr/>
        </p:nvCxnSpPr>
        <p:spPr>
          <a:xfrm flipH="1">
            <a:off x="17304893" y="704088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7" name="Connector 4886"/>
          <p:cNvCxnSpPr/>
          <p:nvPr/>
        </p:nvCxnSpPr>
        <p:spPr>
          <a:xfrm flipH="1">
            <a:off x="17236440" y="724662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8" name="Connector 4887"/>
          <p:cNvCxnSpPr/>
          <p:nvPr/>
        </p:nvCxnSpPr>
        <p:spPr>
          <a:xfrm>
            <a:off x="17236440" y="498348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9" name="Connector 4888"/>
          <p:cNvCxnSpPr/>
          <p:nvPr/>
        </p:nvCxnSpPr>
        <p:spPr>
          <a:xfrm>
            <a:off x="17321657" y="529208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0" name="Connector 4889"/>
          <p:cNvCxnSpPr/>
          <p:nvPr/>
        </p:nvCxnSpPr>
        <p:spPr>
          <a:xfrm>
            <a:off x="1739138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1" name="Connector 4890"/>
          <p:cNvCxnSpPr/>
          <p:nvPr/>
        </p:nvCxnSpPr>
        <p:spPr>
          <a:xfrm>
            <a:off x="1744560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2" name="Connector 4891"/>
          <p:cNvCxnSpPr/>
          <p:nvPr/>
        </p:nvCxnSpPr>
        <p:spPr>
          <a:xfrm>
            <a:off x="17484344" y="621792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3" name="Connector 4892"/>
          <p:cNvCxnSpPr/>
          <p:nvPr/>
        </p:nvCxnSpPr>
        <p:spPr>
          <a:xfrm>
            <a:off x="17507584" y="652652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4" name="Connector 4893"/>
          <p:cNvCxnSpPr/>
          <p:nvPr/>
        </p:nvCxnSpPr>
        <p:spPr>
          <a:xfrm flipH="1">
            <a:off x="1750758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5" name="Connector 4894"/>
          <p:cNvCxnSpPr/>
          <p:nvPr/>
        </p:nvCxnSpPr>
        <p:spPr>
          <a:xfrm flipH="1">
            <a:off x="17484344" y="714375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6" name="Connector 4895"/>
          <p:cNvCxnSpPr/>
          <p:nvPr/>
        </p:nvCxnSpPr>
        <p:spPr>
          <a:xfrm flipH="1">
            <a:off x="17445609" y="745236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7" name="Connector 4896"/>
          <p:cNvCxnSpPr/>
          <p:nvPr/>
        </p:nvCxnSpPr>
        <p:spPr>
          <a:xfrm flipH="1">
            <a:off x="17391379" y="7760970"/>
            <a:ext cx="5423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8" name="Connector 4897"/>
          <p:cNvCxnSpPr/>
          <p:nvPr/>
        </p:nvCxnSpPr>
        <p:spPr>
          <a:xfrm flipH="1">
            <a:off x="17321657" y="8069579"/>
            <a:ext cx="69722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9" name="Connector 4898"/>
          <p:cNvCxnSpPr/>
          <p:nvPr/>
        </p:nvCxnSpPr>
        <p:spPr>
          <a:xfrm flipH="1">
            <a:off x="17236440" y="837819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0" name="Connector 4899"/>
          <p:cNvCxnSpPr/>
          <p:nvPr/>
        </p:nvCxnSpPr>
        <p:spPr>
          <a:xfrm>
            <a:off x="17236440" y="498348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1" name="Connector 4900"/>
          <p:cNvCxnSpPr/>
          <p:nvPr/>
        </p:nvCxnSpPr>
        <p:spPr>
          <a:xfrm>
            <a:off x="17338420" y="539495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2" name="Connector 4901"/>
          <p:cNvCxnSpPr/>
          <p:nvPr/>
        </p:nvCxnSpPr>
        <p:spPr>
          <a:xfrm>
            <a:off x="1742186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3" name="Connector 4902"/>
          <p:cNvCxnSpPr/>
          <p:nvPr/>
        </p:nvCxnSpPr>
        <p:spPr>
          <a:xfrm>
            <a:off x="1748675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4" name="Connector 4903"/>
          <p:cNvCxnSpPr/>
          <p:nvPr/>
        </p:nvCxnSpPr>
        <p:spPr>
          <a:xfrm>
            <a:off x="17533112" y="662940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5" name="Connector 4904"/>
          <p:cNvCxnSpPr/>
          <p:nvPr/>
        </p:nvCxnSpPr>
        <p:spPr>
          <a:xfrm>
            <a:off x="17560924" y="704087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6" name="Connector 4905"/>
          <p:cNvCxnSpPr/>
          <p:nvPr/>
        </p:nvCxnSpPr>
        <p:spPr>
          <a:xfrm flipH="1">
            <a:off x="1756092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7" name="Connector 4906"/>
          <p:cNvCxnSpPr/>
          <p:nvPr/>
        </p:nvCxnSpPr>
        <p:spPr>
          <a:xfrm flipH="1">
            <a:off x="17533112" y="786384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8" name="Connector 4907"/>
          <p:cNvCxnSpPr/>
          <p:nvPr/>
        </p:nvCxnSpPr>
        <p:spPr>
          <a:xfrm flipH="1">
            <a:off x="17486757" y="82753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9" name="Connector 4908"/>
          <p:cNvCxnSpPr/>
          <p:nvPr/>
        </p:nvCxnSpPr>
        <p:spPr>
          <a:xfrm flipH="1">
            <a:off x="1742186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0" name="Connector 4909"/>
          <p:cNvCxnSpPr/>
          <p:nvPr/>
        </p:nvCxnSpPr>
        <p:spPr>
          <a:xfrm flipH="1">
            <a:off x="17338420" y="909828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1" name="Connector 4910"/>
          <p:cNvCxnSpPr/>
          <p:nvPr/>
        </p:nvCxnSpPr>
        <p:spPr>
          <a:xfrm flipH="1">
            <a:off x="17236440" y="9509760"/>
            <a:ext cx="10198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2" name="Connector 4911"/>
          <p:cNvCxnSpPr/>
          <p:nvPr/>
        </p:nvCxnSpPr>
        <p:spPr>
          <a:xfrm>
            <a:off x="17236440" y="4983480"/>
            <a:ext cx="11874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3" name="Connector 4912"/>
          <p:cNvCxnSpPr/>
          <p:nvPr/>
        </p:nvCxnSpPr>
        <p:spPr>
          <a:xfrm>
            <a:off x="17355185" y="5497829"/>
            <a:ext cx="9715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4" name="Connector 4913"/>
          <p:cNvCxnSpPr/>
          <p:nvPr/>
        </p:nvCxnSpPr>
        <p:spPr>
          <a:xfrm>
            <a:off x="1745234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5" name="Connector 4914"/>
          <p:cNvCxnSpPr/>
          <p:nvPr/>
        </p:nvCxnSpPr>
        <p:spPr>
          <a:xfrm>
            <a:off x="1752790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6" name="Connector 4915"/>
          <p:cNvCxnSpPr/>
          <p:nvPr/>
        </p:nvCxnSpPr>
        <p:spPr>
          <a:xfrm>
            <a:off x="17581880" y="7040880"/>
            <a:ext cx="3238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7" name="Connector 4916"/>
          <p:cNvCxnSpPr/>
          <p:nvPr/>
        </p:nvCxnSpPr>
        <p:spPr>
          <a:xfrm>
            <a:off x="17614265" y="7555229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8" name="Connector 4917"/>
          <p:cNvCxnSpPr/>
          <p:nvPr/>
        </p:nvCxnSpPr>
        <p:spPr>
          <a:xfrm flipH="1">
            <a:off x="17614265" y="806957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9" name="Connector 4918"/>
          <p:cNvCxnSpPr/>
          <p:nvPr/>
        </p:nvCxnSpPr>
        <p:spPr>
          <a:xfrm flipH="1">
            <a:off x="17581880" y="858393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0" name="Connector 4919"/>
          <p:cNvCxnSpPr/>
          <p:nvPr/>
        </p:nvCxnSpPr>
        <p:spPr>
          <a:xfrm flipH="1">
            <a:off x="1752790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1" name="Connector 4920"/>
          <p:cNvCxnSpPr/>
          <p:nvPr/>
        </p:nvCxnSpPr>
        <p:spPr>
          <a:xfrm flipH="1">
            <a:off x="1745234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2" name="Connector 4921"/>
          <p:cNvCxnSpPr/>
          <p:nvPr/>
        </p:nvCxnSpPr>
        <p:spPr>
          <a:xfrm flipH="1">
            <a:off x="17355185" y="10126980"/>
            <a:ext cx="97155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3" name="Connector 4922"/>
          <p:cNvCxnSpPr/>
          <p:nvPr/>
        </p:nvCxnSpPr>
        <p:spPr>
          <a:xfrm flipH="1">
            <a:off x="17236440" y="10641329"/>
            <a:ext cx="11874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4" name="Connector 4923"/>
          <p:cNvCxnSpPr/>
          <p:nvPr/>
        </p:nvCxnSpPr>
        <p:spPr>
          <a:xfrm>
            <a:off x="17236440" y="621792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5" name="Connector 4924"/>
          <p:cNvCxnSpPr/>
          <p:nvPr/>
        </p:nvCxnSpPr>
        <p:spPr>
          <a:xfrm>
            <a:off x="17288128" y="632078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6" name="Connector 4925"/>
          <p:cNvCxnSpPr/>
          <p:nvPr/>
        </p:nvCxnSpPr>
        <p:spPr>
          <a:xfrm>
            <a:off x="1733042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7" name="Connector 4926"/>
          <p:cNvCxnSpPr/>
          <p:nvPr/>
        </p:nvCxnSpPr>
        <p:spPr>
          <a:xfrm>
            <a:off x="1736331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8" name="Connector 4927"/>
          <p:cNvCxnSpPr/>
          <p:nvPr/>
        </p:nvCxnSpPr>
        <p:spPr>
          <a:xfrm>
            <a:off x="17386808" y="662940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9" name="Connector 4928"/>
          <p:cNvCxnSpPr/>
          <p:nvPr/>
        </p:nvCxnSpPr>
        <p:spPr>
          <a:xfrm>
            <a:off x="17400905" y="673226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0" name="Connector 4929"/>
          <p:cNvCxnSpPr/>
          <p:nvPr/>
        </p:nvCxnSpPr>
        <p:spPr>
          <a:xfrm flipH="1">
            <a:off x="17400905" y="683514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1" name="Connector 4930"/>
          <p:cNvCxnSpPr/>
          <p:nvPr/>
        </p:nvCxnSpPr>
        <p:spPr>
          <a:xfrm flipH="1">
            <a:off x="17386808" y="693801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2" name="Connector 4931"/>
          <p:cNvCxnSpPr/>
          <p:nvPr/>
        </p:nvCxnSpPr>
        <p:spPr>
          <a:xfrm flipH="1">
            <a:off x="1736331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3" name="Connector 4932"/>
          <p:cNvCxnSpPr/>
          <p:nvPr/>
        </p:nvCxnSpPr>
        <p:spPr>
          <a:xfrm flipH="1">
            <a:off x="1733042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4" name="Connector 4933"/>
          <p:cNvCxnSpPr/>
          <p:nvPr/>
        </p:nvCxnSpPr>
        <p:spPr>
          <a:xfrm flipH="1">
            <a:off x="17288128" y="724662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5" name="Connector 4934"/>
          <p:cNvCxnSpPr/>
          <p:nvPr/>
        </p:nvCxnSpPr>
        <p:spPr>
          <a:xfrm flipH="1">
            <a:off x="17236440" y="7349490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6" name="Connector 4935"/>
          <p:cNvCxnSpPr/>
          <p:nvPr/>
        </p:nvCxnSpPr>
        <p:spPr>
          <a:xfrm>
            <a:off x="17236440" y="621792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7" name="Connector 4936"/>
          <p:cNvCxnSpPr/>
          <p:nvPr/>
        </p:nvCxnSpPr>
        <p:spPr>
          <a:xfrm>
            <a:off x="17304893" y="642365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8" name="Connector 4937"/>
          <p:cNvCxnSpPr/>
          <p:nvPr/>
        </p:nvCxnSpPr>
        <p:spPr>
          <a:xfrm>
            <a:off x="17360900" y="66294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9" name="Connector 4938"/>
          <p:cNvCxnSpPr/>
          <p:nvPr/>
        </p:nvCxnSpPr>
        <p:spPr>
          <a:xfrm>
            <a:off x="1740446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0" name="Connector 4939"/>
          <p:cNvCxnSpPr/>
          <p:nvPr/>
        </p:nvCxnSpPr>
        <p:spPr>
          <a:xfrm>
            <a:off x="17435576" y="704088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1" name="Connector 4940"/>
          <p:cNvCxnSpPr/>
          <p:nvPr/>
        </p:nvCxnSpPr>
        <p:spPr>
          <a:xfrm>
            <a:off x="17454245" y="724661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2" name="Connector 4941"/>
          <p:cNvCxnSpPr/>
          <p:nvPr/>
        </p:nvCxnSpPr>
        <p:spPr>
          <a:xfrm flipH="1">
            <a:off x="17454245" y="745236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3" name="Connector 4942"/>
          <p:cNvCxnSpPr/>
          <p:nvPr/>
        </p:nvCxnSpPr>
        <p:spPr>
          <a:xfrm flipH="1">
            <a:off x="17435576" y="76581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4" name="Connector 4943"/>
          <p:cNvCxnSpPr/>
          <p:nvPr/>
        </p:nvCxnSpPr>
        <p:spPr>
          <a:xfrm flipH="1">
            <a:off x="1740446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5" name="Connector 4944"/>
          <p:cNvCxnSpPr/>
          <p:nvPr/>
        </p:nvCxnSpPr>
        <p:spPr>
          <a:xfrm flipH="1">
            <a:off x="17360900" y="8069579"/>
            <a:ext cx="43561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6" name="Connector 4945"/>
          <p:cNvCxnSpPr/>
          <p:nvPr/>
        </p:nvCxnSpPr>
        <p:spPr>
          <a:xfrm flipH="1">
            <a:off x="17304893" y="827532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7" name="Connector 4946"/>
          <p:cNvCxnSpPr/>
          <p:nvPr/>
        </p:nvCxnSpPr>
        <p:spPr>
          <a:xfrm flipH="1">
            <a:off x="17236440" y="848106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8" name="Connector 4947"/>
          <p:cNvCxnSpPr/>
          <p:nvPr/>
        </p:nvCxnSpPr>
        <p:spPr>
          <a:xfrm>
            <a:off x="17236440" y="621792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9" name="Connector 4948"/>
          <p:cNvCxnSpPr/>
          <p:nvPr/>
        </p:nvCxnSpPr>
        <p:spPr>
          <a:xfrm>
            <a:off x="17321657" y="652652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0" name="Connector 4949"/>
          <p:cNvCxnSpPr/>
          <p:nvPr/>
        </p:nvCxnSpPr>
        <p:spPr>
          <a:xfrm>
            <a:off x="1739138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1" name="Connector 4950"/>
          <p:cNvCxnSpPr/>
          <p:nvPr/>
        </p:nvCxnSpPr>
        <p:spPr>
          <a:xfrm>
            <a:off x="1744560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2" name="Connector 4951"/>
          <p:cNvCxnSpPr/>
          <p:nvPr/>
        </p:nvCxnSpPr>
        <p:spPr>
          <a:xfrm>
            <a:off x="17484344" y="745236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3" name="Connector 4952"/>
          <p:cNvCxnSpPr/>
          <p:nvPr/>
        </p:nvCxnSpPr>
        <p:spPr>
          <a:xfrm>
            <a:off x="17507584" y="7760969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4" name="Connector 4953"/>
          <p:cNvCxnSpPr/>
          <p:nvPr/>
        </p:nvCxnSpPr>
        <p:spPr>
          <a:xfrm flipH="1">
            <a:off x="1750758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5" name="Connector 4954"/>
          <p:cNvCxnSpPr/>
          <p:nvPr/>
        </p:nvCxnSpPr>
        <p:spPr>
          <a:xfrm flipH="1">
            <a:off x="17484344" y="837819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6" name="Connector 4955"/>
          <p:cNvCxnSpPr/>
          <p:nvPr/>
        </p:nvCxnSpPr>
        <p:spPr>
          <a:xfrm flipH="1">
            <a:off x="17445609" y="868680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7" name="Connector 4956"/>
          <p:cNvCxnSpPr/>
          <p:nvPr/>
        </p:nvCxnSpPr>
        <p:spPr>
          <a:xfrm flipH="1">
            <a:off x="17391379" y="899541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8" name="Connector 4957"/>
          <p:cNvCxnSpPr/>
          <p:nvPr/>
        </p:nvCxnSpPr>
        <p:spPr>
          <a:xfrm flipH="1">
            <a:off x="17321657" y="930402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9" name="Connector 4958"/>
          <p:cNvCxnSpPr/>
          <p:nvPr/>
        </p:nvCxnSpPr>
        <p:spPr>
          <a:xfrm flipH="1">
            <a:off x="17236440" y="961263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0" name="Connector 4959"/>
          <p:cNvCxnSpPr/>
          <p:nvPr/>
        </p:nvCxnSpPr>
        <p:spPr>
          <a:xfrm>
            <a:off x="17236440" y="621792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1" name="Connector 4960"/>
          <p:cNvCxnSpPr/>
          <p:nvPr/>
        </p:nvCxnSpPr>
        <p:spPr>
          <a:xfrm>
            <a:off x="17338420" y="662939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2" name="Connector 4961"/>
          <p:cNvCxnSpPr/>
          <p:nvPr/>
        </p:nvCxnSpPr>
        <p:spPr>
          <a:xfrm>
            <a:off x="1742186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3" name="Connector 4962"/>
          <p:cNvCxnSpPr/>
          <p:nvPr/>
        </p:nvCxnSpPr>
        <p:spPr>
          <a:xfrm>
            <a:off x="1748675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4" name="Connector 4963"/>
          <p:cNvCxnSpPr/>
          <p:nvPr/>
        </p:nvCxnSpPr>
        <p:spPr>
          <a:xfrm>
            <a:off x="17533112" y="7863840"/>
            <a:ext cx="27812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5" name="Connector 4964"/>
          <p:cNvCxnSpPr/>
          <p:nvPr/>
        </p:nvCxnSpPr>
        <p:spPr>
          <a:xfrm>
            <a:off x="17560924" y="8275319"/>
            <a:ext cx="9272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6" name="Connector 4965"/>
          <p:cNvCxnSpPr/>
          <p:nvPr/>
        </p:nvCxnSpPr>
        <p:spPr>
          <a:xfrm flipH="1">
            <a:off x="1756092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7" name="Connector 4966"/>
          <p:cNvCxnSpPr/>
          <p:nvPr/>
        </p:nvCxnSpPr>
        <p:spPr>
          <a:xfrm flipH="1">
            <a:off x="17533112" y="909828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8" name="Connector 4967"/>
          <p:cNvCxnSpPr/>
          <p:nvPr/>
        </p:nvCxnSpPr>
        <p:spPr>
          <a:xfrm flipH="1">
            <a:off x="17486757" y="95097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9" name="Connector 4968"/>
          <p:cNvCxnSpPr/>
          <p:nvPr/>
        </p:nvCxnSpPr>
        <p:spPr>
          <a:xfrm flipH="1">
            <a:off x="1742186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0" name="Connector 4969"/>
          <p:cNvCxnSpPr/>
          <p:nvPr/>
        </p:nvCxnSpPr>
        <p:spPr>
          <a:xfrm flipH="1">
            <a:off x="17338420" y="10332720"/>
            <a:ext cx="8344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1" name="Connector 4970"/>
          <p:cNvCxnSpPr/>
          <p:nvPr/>
        </p:nvCxnSpPr>
        <p:spPr>
          <a:xfrm flipH="1">
            <a:off x="17236440" y="10744199"/>
            <a:ext cx="10198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2" name="Connector 4971"/>
          <p:cNvCxnSpPr/>
          <p:nvPr/>
        </p:nvCxnSpPr>
        <p:spPr>
          <a:xfrm>
            <a:off x="17236440" y="745236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3" name="Connector 4972"/>
          <p:cNvCxnSpPr/>
          <p:nvPr/>
        </p:nvCxnSpPr>
        <p:spPr>
          <a:xfrm>
            <a:off x="17288128" y="755522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4" name="Connector 4973"/>
          <p:cNvCxnSpPr/>
          <p:nvPr/>
        </p:nvCxnSpPr>
        <p:spPr>
          <a:xfrm>
            <a:off x="1733042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5" name="Connector 4974"/>
          <p:cNvCxnSpPr/>
          <p:nvPr/>
        </p:nvCxnSpPr>
        <p:spPr>
          <a:xfrm>
            <a:off x="1736331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6" name="Connector 4975"/>
          <p:cNvCxnSpPr/>
          <p:nvPr/>
        </p:nvCxnSpPr>
        <p:spPr>
          <a:xfrm>
            <a:off x="17386808" y="786384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7" name="Connector 4976"/>
          <p:cNvCxnSpPr/>
          <p:nvPr/>
        </p:nvCxnSpPr>
        <p:spPr>
          <a:xfrm>
            <a:off x="17400905" y="7966709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8" name="Connector 4977"/>
          <p:cNvCxnSpPr/>
          <p:nvPr/>
        </p:nvCxnSpPr>
        <p:spPr>
          <a:xfrm flipH="1">
            <a:off x="17400905" y="806957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9" name="Connector 4978"/>
          <p:cNvCxnSpPr/>
          <p:nvPr/>
        </p:nvCxnSpPr>
        <p:spPr>
          <a:xfrm flipH="1">
            <a:off x="17386808" y="817245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0" name="Connector 4979"/>
          <p:cNvCxnSpPr/>
          <p:nvPr/>
        </p:nvCxnSpPr>
        <p:spPr>
          <a:xfrm flipH="1">
            <a:off x="1736331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1" name="Connector 4980"/>
          <p:cNvCxnSpPr/>
          <p:nvPr/>
        </p:nvCxnSpPr>
        <p:spPr>
          <a:xfrm flipH="1">
            <a:off x="1733042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2" name="Connector 4981"/>
          <p:cNvCxnSpPr/>
          <p:nvPr/>
        </p:nvCxnSpPr>
        <p:spPr>
          <a:xfrm flipH="1">
            <a:off x="17288128" y="848106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3" name="Connector 4982"/>
          <p:cNvCxnSpPr/>
          <p:nvPr/>
        </p:nvCxnSpPr>
        <p:spPr>
          <a:xfrm flipH="1">
            <a:off x="17236440" y="8583930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4" name="Connector 4983"/>
          <p:cNvCxnSpPr/>
          <p:nvPr/>
        </p:nvCxnSpPr>
        <p:spPr>
          <a:xfrm>
            <a:off x="17236440" y="7452360"/>
            <a:ext cx="68453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5" name="Connector 4984"/>
          <p:cNvCxnSpPr/>
          <p:nvPr/>
        </p:nvCxnSpPr>
        <p:spPr>
          <a:xfrm>
            <a:off x="17304893" y="7658099"/>
            <a:ext cx="56007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6" name="Connector 4985"/>
          <p:cNvCxnSpPr/>
          <p:nvPr/>
        </p:nvCxnSpPr>
        <p:spPr>
          <a:xfrm>
            <a:off x="17360900" y="7863840"/>
            <a:ext cx="43561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7" name="Connector 4986"/>
          <p:cNvCxnSpPr/>
          <p:nvPr/>
        </p:nvCxnSpPr>
        <p:spPr>
          <a:xfrm>
            <a:off x="1740446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8" name="Connector 4987"/>
          <p:cNvCxnSpPr/>
          <p:nvPr/>
        </p:nvCxnSpPr>
        <p:spPr>
          <a:xfrm>
            <a:off x="17435576" y="8275320"/>
            <a:ext cx="18669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9" name="Connector 4988"/>
          <p:cNvCxnSpPr/>
          <p:nvPr/>
        </p:nvCxnSpPr>
        <p:spPr>
          <a:xfrm>
            <a:off x="17454245" y="848105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0" name="Connector 4989"/>
          <p:cNvCxnSpPr/>
          <p:nvPr/>
        </p:nvCxnSpPr>
        <p:spPr>
          <a:xfrm flipH="1">
            <a:off x="17454245" y="86868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1" name="Connector 4990"/>
          <p:cNvCxnSpPr/>
          <p:nvPr/>
        </p:nvCxnSpPr>
        <p:spPr>
          <a:xfrm flipH="1">
            <a:off x="17435576" y="889254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2" name="Connector 4991"/>
          <p:cNvCxnSpPr/>
          <p:nvPr/>
        </p:nvCxnSpPr>
        <p:spPr>
          <a:xfrm flipH="1">
            <a:off x="1740446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3" name="Connector 4992"/>
          <p:cNvCxnSpPr/>
          <p:nvPr/>
        </p:nvCxnSpPr>
        <p:spPr>
          <a:xfrm flipH="1">
            <a:off x="17360900" y="93040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4" name="Connector 4993"/>
          <p:cNvCxnSpPr/>
          <p:nvPr/>
        </p:nvCxnSpPr>
        <p:spPr>
          <a:xfrm flipH="1">
            <a:off x="17304893" y="950976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5" name="Connector 4994"/>
          <p:cNvCxnSpPr/>
          <p:nvPr/>
        </p:nvCxnSpPr>
        <p:spPr>
          <a:xfrm flipH="1">
            <a:off x="17236440" y="97155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6" name="Connector 4995"/>
          <p:cNvCxnSpPr/>
          <p:nvPr/>
        </p:nvCxnSpPr>
        <p:spPr>
          <a:xfrm>
            <a:off x="17236440" y="745236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7" name="Connector 4996"/>
          <p:cNvCxnSpPr/>
          <p:nvPr/>
        </p:nvCxnSpPr>
        <p:spPr>
          <a:xfrm>
            <a:off x="17321657" y="776096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8" name="Connector 4997"/>
          <p:cNvCxnSpPr/>
          <p:nvPr/>
        </p:nvCxnSpPr>
        <p:spPr>
          <a:xfrm>
            <a:off x="1739138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9" name="Connector 4998"/>
          <p:cNvCxnSpPr/>
          <p:nvPr/>
        </p:nvCxnSpPr>
        <p:spPr>
          <a:xfrm>
            <a:off x="1744560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0" name="Connector 4999"/>
          <p:cNvCxnSpPr/>
          <p:nvPr/>
        </p:nvCxnSpPr>
        <p:spPr>
          <a:xfrm>
            <a:off x="17484344" y="868680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1" name="Connector 5000"/>
          <p:cNvCxnSpPr/>
          <p:nvPr/>
        </p:nvCxnSpPr>
        <p:spPr>
          <a:xfrm>
            <a:off x="17507584" y="899540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2" name="Connector 5001"/>
          <p:cNvCxnSpPr/>
          <p:nvPr/>
        </p:nvCxnSpPr>
        <p:spPr>
          <a:xfrm flipH="1">
            <a:off x="1750758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3" name="Connector 5002"/>
          <p:cNvCxnSpPr/>
          <p:nvPr/>
        </p:nvCxnSpPr>
        <p:spPr>
          <a:xfrm flipH="1">
            <a:off x="17484344" y="961263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4" name="Connector 5003"/>
          <p:cNvCxnSpPr/>
          <p:nvPr/>
        </p:nvCxnSpPr>
        <p:spPr>
          <a:xfrm flipH="1">
            <a:off x="17445609" y="992124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5" name="Connector 5004"/>
          <p:cNvCxnSpPr/>
          <p:nvPr/>
        </p:nvCxnSpPr>
        <p:spPr>
          <a:xfrm flipH="1">
            <a:off x="17391379" y="10229850"/>
            <a:ext cx="5423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6" name="Connector 5005"/>
          <p:cNvCxnSpPr/>
          <p:nvPr/>
        </p:nvCxnSpPr>
        <p:spPr>
          <a:xfrm flipH="1">
            <a:off x="17321657" y="10538460"/>
            <a:ext cx="69722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7" name="Connector 5006"/>
          <p:cNvCxnSpPr/>
          <p:nvPr/>
        </p:nvCxnSpPr>
        <p:spPr>
          <a:xfrm flipH="1">
            <a:off x="17236440" y="1084707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8" name="Connector 5007"/>
          <p:cNvCxnSpPr/>
          <p:nvPr/>
        </p:nvCxnSpPr>
        <p:spPr>
          <a:xfrm>
            <a:off x="17236440" y="868680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9" name="Connector 5008"/>
          <p:cNvCxnSpPr/>
          <p:nvPr/>
        </p:nvCxnSpPr>
        <p:spPr>
          <a:xfrm>
            <a:off x="17288128" y="87896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0" name="Connector 5009"/>
          <p:cNvCxnSpPr/>
          <p:nvPr/>
        </p:nvCxnSpPr>
        <p:spPr>
          <a:xfrm>
            <a:off x="1733042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1" name="Connector 5010"/>
          <p:cNvCxnSpPr/>
          <p:nvPr/>
        </p:nvCxnSpPr>
        <p:spPr>
          <a:xfrm>
            <a:off x="1736331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2" name="Connector 5011"/>
          <p:cNvCxnSpPr/>
          <p:nvPr/>
        </p:nvCxnSpPr>
        <p:spPr>
          <a:xfrm>
            <a:off x="17386808" y="909828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3" name="Connector 5012"/>
          <p:cNvCxnSpPr/>
          <p:nvPr/>
        </p:nvCxnSpPr>
        <p:spPr>
          <a:xfrm>
            <a:off x="17400905" y="920114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4" name="Connector 5013"/>
          <p:cNvCxnSpPr/>
          <p:nvPr/>
        </p:nvCxnSpPr>
        <p:spPr>
          <a:xfrm flipH="1">
            <a:off x="17400905" y="93040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5" name="Connector 5014"/>
          <p:cNvCxnSpPr/>
          <p:nvPr/>
        </p:nvCxnSpPr>
        <p:spPr>
          <a:xfrm flipH="1">
            <a:off x="17386808" y="94068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6" name="Connector 5015"/>
          <p:cNvCxnSpPr/>
          <p:nvPr/>
        </p:nvCxnSpPr>
        <p:spPr>
          <a:xfrm flipH="1">
            <a:off x="1736331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7" name="Connector 5016"/>
          <p:cNvCxnSpPr/>
          <p:nvPr/>
        </p:nvCxnSpPr>
        <p:spPr>
          <a:xfrm flipH="1">
            <a:off x="1733042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8" name="Connector 5017"/>
          <p:cNvCxnSpPr/>
          <p:nvPr/>
        </p:nvCxnSpPr>
        <p:spPr>
          <a:xfrm flipH="1">
            <a:off x="17288128" y="971550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9" name="Connector 5018"/>
          <p:cNvCxnSpPr/>
          <p:nvPr/>
        </p:nvCxnSpPr>
        <p:spPr>
          <a:xfrm flipH="1">
            <a:off x="17236440" y="9818370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0" name="Connector 5019"/>
          <p:cNvCxnSpPr/>
          <p:nvPr/>
        </p:nvCxnSpPr>
        <p:spPr>
          <a:xfrm>
            <a:off x="17236440" y="868680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1" name="Connector 5020"/>
          <p:cNvCxnSpPr/>
          <p:nvPr/>
        </p:nvCxnSpPr>
        <p:spPr>
          <a:xfrm>
            <a:off x="17304893" y="889254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2" name="Connector 5021"/>
          <p:cNvCxnSpPr/>
          <p:nvPr/>
        </p:nvCxnSpPr>
        <p:spPr>
          <a:xfrm>
            <a:off x="17360900" y="90982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3" name="Connector 5022"/>
          <p:cNvCxnSpPr/>
          <p:nvPr/>
        </p:nvCxnSpPr>
        <p:spPr>
          <a:xfrm>
            <a:off x="1740446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4" name="Connector 5023"/>
          <p:cNvCxnSpPr/>
          <p:nvPr/>
        </p:nvCxnSpPr>
        <p:spPr>
          <a:xfrm>
            <a:off x="17435576" y="95097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5" name="Connector 5024"/>
          <p:cNvCxnSpPr/>
          <p:nvPr/>
        </p:nvCxnSpPr>
        <p:spPr>
          <a:xfrm>
            <a:off x="17454245" y="97155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6" name="Connector 5025"/>
          <p:cNvCxnSpPr/>
          <p:nvPr/>
        </p:nvCxnSpPr>
        <p:spPr>
          <a:xfrm flipH="1">
            <a:off x="17454245" y="99212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7" name="Connector 5026"/>
          <p:cNvCxnSpPr/>
          <p:nvPr/>
        </p:nvCxnSpPr>
        <p:spPr>
          <a:xfrm flipH="1">
            <a:off x="17435576" y="101269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8" name="Connector 5027"/>
          <p:cNvCxnSpPr/>
          <p:nvPr/>
        </p:nvCxnSpPr>
        <p:spPr>
          <a:xfrm flipH="1">
            <a:off x="1740446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9" name="Connector 5028"/>
          <p:cNvCxnSpPr/>
          <p:nvPr/>
        </p:nvCxnSpPr>
        <p:spPr>
          <a:xfrm flipH="1">
            <a:off x="17360900" y="105384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0" name="Connector 5029"/>
          <p:cNvCxnSpPr/>
          <p:nvPr/>
        </p:nvCxnSpPr>
        <p:spPr>
          <a:xfrm flipH="1">
            <a:off x="17304893" y="10744200"/>
            <a:ext cx="56007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1" name="Connector 5030"/>
          <p:cNvCxnSpPr/>
          <p:nvPr/>
        </p:nvCxnSpPr>
        <p:spPr>
          <a:xfrm flipH="1">
            <a:off x="17236440" y="10949940"/>
            <a:ext cx="6845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2" name="Connector 5031"/>
          <p:cNvCxnSpPr/>
          <p:nvPr/>
        </p:nvCxnSpPr>
        <p:spPr>
          <a:xfrm>
            <a:off x="17236440" y="992124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3" name="Connector 5032"/>
          <p:cNvCxnSpPr/>
          <p:nvPr/>
        </p:nvCxnSpPr>
        <p:spPr>
          <a:xfrm>
            <a:off x="17288128" y="100241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4" name="Connector 5033"/>
          <p:cNvCxnSpPr/>
          <p:nvPr/>
        </p:nvCxnSpPr>
        <p:spPr>
          <a:xfrm>
            <a:off x="1733042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5" name="Connector 5034"/>
          <p:cNvCxnSpPr/>
          <p:nvPr/>
        </p:nvCxnSpPr>
        <p:spPr>
          <a:xfrm>
            <a:off x="1736331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6" name="Connector 5035"/>
          <p:cNvCxnSpPr/>
          <p:nvPr/>
        </p:nvCxnSpPr>
        <p:spPr>
          <a:xfrm>
            <a:off x="17386808" y="103327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7" name="Connector 5036"/>
          <p:cNvCxnSpPr/>
          <p:nvPr/>
        </p:nvCxnSpPr>
        <p:spPr>
          <a:xfrm>
            <a:off x="17400905" y="104355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8" name="Connector 5037"/>
          <p:cNvCxnSpPr/>
          <p:nvPr/>
        </p:nvCxnSpPr>
        <p:spPr>
          <a:xfrm flipH="1">
            <a:off x="17400905" y="105384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9" name="Connector 5038"/>
          <p:cNvCxnSpPr/>
          <p:nvPr/>
        </p:nvCxnSpPr>
        <p:spPr>
          <a:xfrm flipH="1">
            <a:off x="17386808" y="106413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0" name="Connector 5039"/>
          <p:cNvCxnSpPr/>
          <p:nvPr/>
        </p:nvCxnSpPr>
        <p:spPr>
          <a:xfrm flipH="1">
            <a:off x="1736331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1" name="Connector 5040"/>
          <p:cNvCxnSpPr/>
          <p:nvPr/>
        </p:nvCxnSpPr>
        <p:spPr>
          <a:xfrm flipH="1">
            <a:off x="1733042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2" name="Connector 5041"/>
          <p:cNvCxnSpPr/>
          <p:nvPr/>
        </p:nvCxnSpPr>
        <p:spPr>
          <a:xfrm flipH="1">
            <a:off x="17288128" y="10949940"/>
            <a:ext cx="42292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3" name="Connector 5042"/>
          <p:cNvCxnSpPr/>
          <p:nvPr/>
        </p:nvCxnSpPr>
        <p:spPr>
          <a:xfrm flipH="1">
            <a:off x="17236440" y="11052810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4" name="Connector 5043"/>
          <p:cNvCxnSpPr/>
          <p:nvPr/>
        </p:nvCxnSpPr>
        <p:spPr>
          <a:xfrm>
            <a:off x="19705320" y="251460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5" name="Connector 5044"/>
          <p:cNvCxnSpPr/>
          <p:nvPr/>
        </p:nvCxnSpPr>
        <p:spPr>
          <a:xfrm>
            <a:off x="19757008" y="26174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6" name="Connector 5045"/>
          <p:cNvCxnSpPr/>
          <p:nvPr/>
        </p:nvCxnSpPr>
        <p:spPr>
          <a:xfrm>
            <a:off x="19799300" y="27203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7" name="Connector 5046"/>
          <p:cNvCxnSpPr/>
          <p:nvPr/>
        </p:nvCxnSpPr>
        <p:spPr>
          <a:xfrm>
            <a:off x="19832193" y="28232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8" name="Connector 5047"/>
          <p:cNvCxnSpPr/>
          <p:nvPr/>
        </p:nvCxnSpPr>
        <p:spPr>
          <a:xfrm>
            <a:off x="19855688" y="292608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9" name="Connector 5048"/>
          <p:cNvCxnSpPr/>
          <p:nvPr/>
        </p:nvCxnSpPr>
        <p:spPr>
          <a:xfrm>
            <a:off x="19869785" y="302895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0" name="Connector 5049"/>
          <p:cNvCxnSpPr/>
          <p:nvPr/>
        </p:nvCxnSpPr>
        <p:spPr>
          <a:xfrm flipH="1">
            <a:off x="19869785" y="31318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1" name="Connector 5050"/>
          <p:cNvCxnSpPr/>
          <p:nvPr/>
        </p:nvCxnSpPr>
        <p:spPr>
          <a:xfrm flipH="1">
            <a:off x="19855688" y="32346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2" name="Connector 5051"/>
          <p:cNvCxnSpPr/>
          <p:nvPr/>
        </p:nvCxnSpPr>
        <p:spPr>
          <a:xfrm flipH="1">
            <a:off x="19832193" y="33375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3" name="Connector 5052"/>
          <p:cNvCxnSpPr/>
          <p:nvPr/>
        </p:nvCxnSpPr>
        <p:spPr>
          <a:xfrm flipH="1">
            <a:off x="19799300" y="34404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4" name="Connector 5053"/>
          <p:cNvCxnSpPr/>
          <p:nvPr/>
        </p:nvCxnSpPr>
        <p:spPr>
          <a:xfrm flipH="1">
            <a:off x="19757009" y="35433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5" name="Connector 5054"/>
          <p:cNvCxnSpPr/>
          <p:nvPr/>
        </p:nvCxnSpPr>
        <p:spPr>
          <a:xfrm flipH="1">
            <a:off x="19705320" y="3646170"/>
            <a:ext cx="51689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6" name="Connector 5055"/>
          <p:cNvCxnSpPr/>
          <p:nvPr/>
        </p:nvCxnSpPr>
        <p:spPr>
          <a:xfrm>
            <a:off x="19705320" y="251460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7" name="Connector 5056"/>
          <p:cNvCxnSpPr/>
          <p:nvPr/>
        </p:nvCxnSpPr>
        <p:spPr>
          <a:xfrm>
            <a:off x="19773772" y="272033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8" name="Connector 5057"/>
          <p:cNvCxnSpPr/>
          <p:nvPr/>
        </p:nvCxnSpPr>
        <p:spPr>
          <a:xfrm>
            <a:off x="19829780" y="29260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9" name="Connector 5058"/>
          <p:cNvCxnSpPr/>
          <p:nvPr/>
        </p:nvCxnSpPr>
        <p:spPr>
          <a:xfrm>
            <a:off x="19873341" y="31318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0" name="Connector 5059"/>
          <p:cNvCxnSpPr/>
          <p:nvPr/>
        </p:nvCxnSpPr>
        <p:spPr>
          <a:xfrm>
            <a:off x="19904456" y="33375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1" name="Connector 5060"/>
          <p:cNvCxnSpPr/>
          <p:nvPr/>
        </p:nvCxnSpPr>
        <p:spPr>
          <a:xfrm>
            <a:off x="19923124" y="3543300"/>
            <a:ext cx="6224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2" name="Connector 5061"/>
          <p:cNvCxnSpPr/>
          <p:nvPr/>
        </p:nvCxnSpPr>
        <p:spPr>
          <a:xfrm flipH="1">
            <a:off x="19923125" y="3749039"/>
            <a:ext cx="6223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3" name="Connector 5062"/>
          <p:cNvCxnSpPr/>
          <p:nvPr/>
        </p:nvCxnSpPr>
        <p:spPr>
          <a:xfrm flipH="1">
            <a:off x="19904456" y="39547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4" name="Connector 5063"/>
          <p:cNvCxnSpPr/>
          <p:nvPr/>
        </p:nvCxnSpPr>
        <p:spPr>
          <a:xfrm flipH="1">
            <a:off x="19873341" y="41605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5" name="Connector 5064"/>
          <p:cNvCxnSpPr/>
          <p:nvPr/>
        </p:nvCxnSpPr>
        <p:spPr>
          <a:xfrm flipH="1">
            <a:off x="19829780" y="43662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6" name="Connector 5065"/>
          <p:cNvCxnSpPr/>
          <p:nvPr/>
        </p:nvCxnSpPr>
        <p:spPr>
          <a:xfrm flipH="1">
            <a:off x="19773772" y="457200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7" name="Connector 5066"/>
          <p:cNvCxnSpPr/>
          <p:nvPr/>
        </p:nvCxnSpPr>
        <p:spPr>
          <a:xfrm flipH="1">
            <a:off x="19705320" y="477774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8" name="Connector 5067"/>
          <p:cNvCxnSpPr/>
          <p:nvPr/>
        </p:nvCxnSpPr>
        <p:spPr>
          <a:xfrm>
            <a:off x="19705320" y="251460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9" name="Connector 5068"/>
          <p:cNvCxnSpPr/>
          <p:nvPr/>
        </p:nvCxnSpPr>
        <p:spPr>
          <a:xfrm>
            <a:off x="19790537" y="282320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0" name="Connector 5069"/>
          <p:cNvCxnSpPr/>
          <p:nvPr/>
        </p:nvCxnSpPr>
        <p:spPr>
          <a:xfrm>
            <a:off x="19860260" y="313182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1" name="Connector 5070"/>
          <p:cNvCxnSpPr/>
          <p:nvPr/>
        </p:nvCxnSpPr>
        <p:spPr>
          <a:xfrm>
            <a:off x="19914489" y="3440430"/>
            <a:ext cx="38735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2" name="Connector 5071"/>
          <p:cNvCxnSpPr/>
          <p:nvPr/>
        </p:nvCxnSpPr>
        <p:spPr>
          <a:xfrm>
            <a:off x="19953224" y="3749039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3" name="Connector 5072"/>
          <p:cNvCxnSpPr/>
          <p:nvPr/>
        </p:nvCxnSpPr>
        <p:spPr>
          <a:xfrm>
            <a:off x="19976464" y="405764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4" name="Connector 5073"/>
          <p:cNvCxnSpPr/>
          <p:nvPr/>
        </p:nvCxnSpPr>
        <p:spPr>
          <a:xfrm flipH="1">
            <a:off x="19976465" y="436626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5" name="Connector 5074"/>
          <p:cNvCxnSpPr/>
          <p:nvPr/>
        </p:nvCxnSpPr>
        <p:spPr>
          <a:xfrm flipH="1">
            <a:off x="19953224" y="467487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6" name="Connector 5075"/>
          <p:cNvCxnSpPr/>
          <p:nvPr/>
        </p:nvCxnSpPr>
        <p:spPr>
          <a:xfrm flipH="1">
            <a:off x="19914489" y="498348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7" name="Connector 5076"/>
          <p:cNvCxnSpPr/>
          <p:nvPr/>
        </p:nvCxnSpPr>
        <p:spPr>
          <a:xfrm flipH="1">
            <a:off x="19860260" y="529209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8" name="Connector 5077"/>
          <p:cNvCxnSpPr/>
          <p:nvPr/>
        </p:nvCxnSpPr>
        <p:spPr>
          <a:xfrm flipH="1">
            <a:off x="19790537" y="560070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9" name="Connector 5078"/>
          <p:cNvCxnSpPr/>
          <p:nvPr/>
        </p:nvCxnSpPr>
        <p:spPr>
          <a:xfrm flipH="1">
            <a:off x="19705320" y="590931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0" name="Connector 5079"/>
          <p:cNvCxnSpPr/>
          <p:nvPr/>
        </p:nvCxnSpPr>
        <p:spPr>
          <a:xfrm>
            <a:off x="19705320" y="251460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1" name="Connector 5080"/>
          <p:cNvCxnSpPr/>
          <p:nvPr/>
        </p:nvCxnSpPr>
        <p:spPr>
          <a:xfrm>
            <a:off x="19807300" y="292607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2" name="Connector 5081"/>
          <p:cNvCxnSpPr/>
          <p:nvPr/>
        </p:nvCxnSpPr>
        <p:spPr>
          <a:xfrm>
            <a:off x="19890740" y="3337560"/>
            <a:ext cx="64897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3" name="Connector 5082"/>
          <p:cNvCxnSpPr/>
          <p:nvPr/>
        </p:nvCxnSpPr>
        <p:spPr>
          <a:xfrm>
            <a:off x="19955637" y="3749039"/>
            <a:ext cx="46355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4" name="Connector 5083"/>
          <p:cNvCxnSpPr/>
          <p:nvPr/>
        </p:nvCxnSpPr>
        <p:spPr>
          <a:xfrm>
            <a:off x="20001992" y="416052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5" name="Connector 5084"/>
          <p:cNvCxnSpPr/>
          <p:nvPr/>
        </p:nvCxnSpPr>
        <p:spPr>
          <a:xfrm>
            <a:off x="20029805" y="45720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6" name="Connector 5085"/>
          <p:cNvCxnSpPr/>
          <p:nvPr/>
        </p:nvCxnSpPr>
        <p:spPr>
          <a:xfrm flipH="1">
            <a:off x="20029805" y="498348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7" name="Connector 5086"/>
          <p:cNvCxnSpPr/>
          <p:nvPr/>
        </p:nvCxnSpPr>
        <p:spPr>
          <a:xfrm flipH="1">
            <a:off x="20001992" y="539496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8" name="Connector 5087"/>
          <p:cNvCxnSpPr/>
          <p:nvPr/>
        </p:nvCxnSpPr>
        <p:spPr>
          <a:xfrm flipH="1">
            <a:off x="19955637" y="580644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9" name="Connector 5088"/>
          <p:cNvCxnSpPr/>
          <p:nvPr/>
        </p:nvCxnSpPr>
        <p:spPr>
          <a:xfrm flipH="1">
            <a:off x="19890740" y="621792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0" name="Connector 5089"/>
          <p:cNvCxnSpPr/>
          <p:nvPr/>
        </p:nvCxnSpPr>
        <p:spPr>
          <a:xfrm flipH="1">
            <a:off x="19807301" y="662940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1" name="Connector 5090"/>
          <p:cNvCxnSpPr/>
          <p:nvPr/>
        </p:nvCxnSpPr>
        <p:spPr>
          <a:xfrm flipH="1">
            <a:off x="19705320" y="704088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2" name="Connector 5091"/>
          <p:cNvCxnSpPr/>
          <p:nvPr/>
        </p:nvCxnSpPr>
        <p:spPr>
          <a:xfrm>
            <a:off x="19705320" y="2514600"/>
            <a:ext cx="11874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3" name="Connector 5092"/>
          <p:cNvCxnSpPr/>
          <p:nvPr/>
        </p:nvCxnSpPr>
        <p:spPr>
          <a:xfrm>
            <a:off x="19824064" y="3028949"/>
            <a:ext cx="9715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4" name="Connector 5093"/>
          <p:cNvCxnSpPr/>
          <p:nvPr/>
        </p:nvCxnSpPr>
        <p:spPr>
          <a:xfrm>
            <a:off x="19921220" y="354330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5" name="Connector 5094"/>
          <p:cNvCxnSpPr/>
          <p:nvPr/>
        </p:nvCxnSpPr>
        <p:spPr>
          <a:xfrm>
            <a:off x="19996785" y="405765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6" name="Connector 5095"/>
          <p:cNvCxnSpPr/>
          <p:nvPr/>
        </p:nvCxnSpPr>
        <p:spPr>
          <a:xfrm>
            <a:off x="20050760" y="4572000"/>
            <a:ext cx="3238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7" name="Connector 5096"/>
          <p:cNvCxnSpPr/>
          <p:nvPr/>
        </p:nvCxnSpPr>
        <p:spPr>
          <a:xfrm>
            <a:off x="20083144" y="5086350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8" name="Connector 5097"/>
          <p:cNvCxnSpPr/>
          <p:nvPr/>
        </p:nvCxnSpPr>
        <p:spPr>
          <a:xfrm flipH="1">
            <a:off x="20083145" y="560070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9" name="Connector 5098"/>
          <p:cNvCxnSpPr/>
          <p:nvPr/>
        </p:nvCxnSpPr>
        <p:spPr>
          <a:xfrm flipH="1">
            <a:off x="20050760" y="611505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0" name="Connector 5099"/>
          <p:cNvCxnSpPr/>
          <p:nvPr/>
        </p:nvCxnSpPr>
        <p:spPr>
          <a:xfrm flipH="1">
            <a:off x="19996785" y="662940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1" name="Connector 5100"/>
          <p:cNvCxnSpPr/>
          <p:nvPr/>
        </p:nvCxnSpPr>
        <p:spPr>
          <a:xfrm flipH="1">
            <a:off x="19921220" y="714375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2" name="Connector 5101"/>
          <p:cNvCxnSpPr/>
          <p:nvPr/>
        </p:nvCxnSpPr>
        <p:spPr>
          <a:xfrm flipH="1">
            <a:off x="19824064" y="7658100"/>
            <a:ext cx="9715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3" name="Connector 5102"/>
          <p:cNvCxnSpPr/>
          <p:nvPr/>
        </p:nvCxnSpPr>
        <p:spPr>
          <a:xfrm flipH="1">
            <a:off x="19705320" y="8172450"/>
            <a:ext cx="11874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4" name="Connector 5103"/>
          <p:cNvCxnSpPr/>
          <p:nvPr/>
        </p:nvCxnSpPr>
        <p:spPr>
          <a:xfrm>
            <a:off x="19705320" y="2514600"/>
            <a:ext cx="13550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5" name="Connector 5104"/>
          <p:cNvCxnSpPr/>
          <p:nvPr/>
        </p:nvCxnSpPr>
        <p:spPr>
          <a:xfrm>
            <a:off x="19840829" y="3131819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6" name="Connector 5105"/>
          <p:cNvCxnSpPr/>
          <p:nvPr/>
        </p:nvCxnSpPr>
        <p:spPr>
          <a:xfrm>
            <a:off x="19951700" y="374903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7" name="Connector 5106"/>
          <p:cNvCxnSpPr/>
          <p:nvPr/>
        </p:nvCxnSpPr>
        <p:spPr>
          <a:xfrm>
            <a:off x="20037933" y="436626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8" name="Connector 5107"/>
          <p:cNvCxnSpPr/>
          <p:nvPr/>
        </p:nvCxnSpPr>
        <p:spPr>
          <a:xfrm>
            <a:off x="20099528" y="498348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9" name="Connector 5108"/>
          <p:cNvCxnSpPr/>
          <p:nvPr/>
        </p:nvCxnSpPr>
        <p:spPr>
          <a:xfrm>
            <a:off x="20136484" y="560069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0" name="Connector 5109"/>
          <p:cNvCxnSpPr/>
          <p:nvPr/>
        </p:nvCxnSpPr>
        <p:spPr>
          <a:xfrm flipH="1">
            <a:off x="20136485" y="6217920"/>
            <a:ext cx="1231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1" name="Connector 5110"/>
          <p:cNvCxnSpPr/>
          <p:nvPr/>
        </p:nvCxnSpPr>
        <p:spPr>
          <a:xfrm flipH="1">
            <a:off x="20099528" y="6835140"/>
            <a:ext cx="36957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2" name="Connector 5111"/>
          <p:cNvCxnSpPr/>
          <p:nvPr/>
        </p:nvCxnSpPr>
        <p:spPr>
          <a:xfrm flipH="1">
            <a:off x="20037933" y="7452360"/>
            <a:ext cx="61595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3" name="Connector 5112"/>
          <p:cNvCxnSpPr/>
          <p:nvPr/>
        </p:nvCxnSpPr>
        <p:spPr>
          <a:xfrm flipH="1">
            <a:off x="19951700" y="8069579"/>
            <a:ext cx="86233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4" name="Connector 5113"/>
          <p:cNvCxnSpPr/>
          <p:nvPr/>
        </p:nvCxnSpPr>
        <p:spPr>
          <a:xfrm flipH="1">
            <a:off x="19840829" y="8686800"/>
            <a:ext cx="110871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5" name="Connector 5114"/>
          <p:cNvCxnSpPr/>
          <p:nvPr/>
        </p:nvCxnSpPr>
        <p:spPr>
          <a:xfrm flipH="1">
            <a:off x="19705320" y="9304020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6" name="Connector 5115"/>
          <p:cNvCxnSpPr/>
          <p:nvPr/>
        </p:nvCxnSpPr>
        <p:spPr>
          <a:xfrm>
            <a:off x="19705320" y="2514600"/>
            <a:ext cx="152272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7" name="Connector 5116"/>
          <p:cNvCxnSpPr/>
          <p:nvPr/>
        </p:nvCxnSpPr>
        <p:spPr>
          <a:xfrm>
            <a:off x="19857592" y="3234689"/>
            <a:ext cx="124588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8" name="Connector 5117"/>
          <p:cNvCxnSpPr/>
          <p:nvPr/>
        </p:nvCxnSpPr>
        <p:spPr>
          <a:xfrm>
            <a:off x="19982180" y="395478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9" name="Connector 5118"/>
          <p:cNvCxnSpPr/>
          <p:nvPr/>
        </p:nvCxnSpPr>
        <p:spPr>
          <a:xfrm>
            <a:off x="20079081" y="467487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0" name="Connector 5119"/>
          <p:cNvCxnSpPr/>
          <p:nvPr/>
        </p:nvCxnSpPr>
        <p:spPr>
          <a:xfrm>
            <a:off x="20148296" y="5394960"/>
            <a:ext cx="41528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1" name="Connector 5120"/>
          <p:cNvCxnSpPr/>
          <p:nvPr/>
        </p:nvCxnSpPr>
        <p:spPr>
          <a:xfrm>
            <a:off x="20189824" y="6115049"/>
            <a:ext cx="13844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2" name="Connector 5121"/>
          <p:cNvCxnSpPr/>
          <p:nvPr/>
        </p:nvCxnSpPr>
        <p:spPr>
          <a:xfrm flipH="1">
            <a:off x="20189825" y="6835140"/>
            <a:ext cx="13843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3" name="Connector 5122"/>
          <p:cNvCxnSpPr/>
          <p:nvPr/>
        </p:nvCxnSpPr>
        <p:spPr>
          <a:xfrm flipH="1">
            <a:off x="20148296" y="7555229"/>
            <a:ext cx="41529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4" name="Connector 5123"/>
          <p:cNvCxnSpPr/>
          <p:nvPr/>
        </p:nvCxnSpPr>
        <p:spPr>
          <a:xfrm flipH="1">
            <a:off x="20079081" y="8275320"/>
            <a:ext cx="69215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5" name="Connector 5124"/>
          <p:cNvCxnSpPr/>
          <p:nvPr/>
        </p:nvCxnSpPr>
        <p:spPr>
          <a:xfrm flipH="1">
            <a:off x="19982180" y="8995410"/>
            <a:ext cx="96901" cy="72009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6" name="Connector 5125"/>
          <p:cNvCxnSpPr/>
          <p:nvPr/>
        </p:nvCxnSpPr>
        <p:spPr>
          <a:xfrm flipH="1">
            <a:off x="19857593" y="9715500"/>
            <a:ext cx="124587" cy="72008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7" name="Connector 5126"/>
          <p:cNvCxnSpPr/>
          <p:nvPr/>
        </p:nvCxnSpPr>
        <p:spPr>
          <a:xfrm flipH="1">
            <a:off x="19705320" y="10435589"/>
            <a:ext cx="152273" cy="72009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8" name="Connector 5127"/>
          <p:cNvCxnSpPr/>
          <p:nvPr/>
        </p:nvCxnSpPr>
        <p:spPr>
          <a:xfrm>
            <a:off x="19705320" y="3749039"/>
            <a:ext cx="51688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9" name="Connector 5128"/>
          <p:cNvCxnSpPr/>
          <p:nvPr/>
        </p:nvCxnSpPr>
        <p:spPr>
          <a:xfrm>
            <a:off x="19757008" y="38519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0" name="Connector 5129"/>
          <p:cNvCxnSpPr/>
          <p:nvPr/>
        </p:nvCxnSpPr>
        <p:spPr>
          <a:xfrm>
            <a:off x="19799300" y="39547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1" name="Connector 5130"/>
          <p:cNvCxnSpPr/>
          <p:nvPr/>
        </p:nvCxnSpPr>
        <p:spPr>
          <a:xfrm>
            <a:off x="19832193" y="40576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2" name="Connector 5131"/>
          <p:cNvCxnSpPr/>
          <p:nvPr/>
        </p:nvCxnSpPr>
        <p:spPr>
          <a:xfrm>
            <a:off x="19855688" y="41605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3" name="Connector 5132"/>
          <p:cNvCxnSpPr/>
          <p:nvPr/>
        </p:nvCxnSpPr>
        <p:spPr>
          <a:xfrm>
            <a:off x="19869785" y="42633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4" name="Connector 5133"/>
          <p:cNvCxnSpPr/>
          <p:nvPr/>
        </p:nvCxnSpPr>
        <p:spPr>
          <a:xfrm flipH="1">
            <a:off x="19869785" y="43662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5" name="Connector 5134"/>
          <p:cNvCxnSpPr/>
          <p:nvPr/>
        </p:nvCxnSpPr>
        <p:spPr>
          <a:xfrm flipH="1">
            <a:off x="19855688" y="44691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6" name="Connector 5135"/>
          <p:cNvCxnSpPr/>
          <p:nvPr/>
        </p:nvCxnSpPr>
        <p:spPr>
          <a:xfrm flipH="1">
            <a:off x="19832193" y="45720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7" name="Connector 5136"/>
          <p:cNvCxnSpPr/>
          <p:nvPr/>
        </p:nvCxnSpPr>
        <p:spPr>
          <a:xfrm flipH="1">
            <a:off x="19799300" y="46748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8" name="Connector 5137"/>
          <p:cNvCxnSpPr/>
          <p:nvPr/>
        </p:nvCxnSpPr>
        <p:spPr>
          <a:xfrm flipH="1">
            <a:off x="19757009" y="47777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9" name="Connector 5138"/>
          <p:cNvCxnSpPr/>
          <p:nvPr/>
        </p:nvCxnSpPr>
        <p:spPr>
          <a:xfrm flipH="1">
            <a:off x="19705320" y="48806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0" name="Connector 5139"/>
          <p:cNvCxnSpPr/>
          <p:nvPr/>
        </p:nvCxnSpPr>
        <p:spPr>
          <a:xfrm>
            <a:off x="19705320" y="3749039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1" name="Connector 5140"/>
          <p:cNvCxnSpPr/>
          <p:nvPr/>
        </p:nvCxnSpPr>
        <p:spPr>
          <a:xfrm>
            <a:off x="19773772" y="395477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2" name="Connector 5141"/>
          <p:cNvCxnSpPr/>
          <p:nvPr/>
        </p:nvCxnSpPr>
        <p:spPr>
          <a:xfrm>
            <a:off x="19829780" y="41605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3" name="Connector 5142"/>
          <p:cNvCxnSpPr/>
          <p:nvPr/>
        </p:nvCxnSpPr>
        <p:spPr>
          <a:xfrm>
            <a:off x="19873341" y="43662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4" name="Connector 5143"/>
          <p:cNvCxnSpPr/>
          <p:nvPr/>
        </p:nvCxnSpPr>
        <p:spPr>
          <a:xfrm>
            <a:off x="19904456" y="457200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5" name="Connector 5144"/>
          <p:cNvCxnSpPr/>
          <p:nvPr/>
        </p:nvCxnSpPr>
        <p:spPr>
          <a:xfrm>
            <a:off x="19923124" y="477774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6" name="Connector 5145"/>
          <p:cNvCxnSpPr/>
          <p:nvPr/>
        </p:nvCxnSpPr>
        <p:spPr>
          <a:xfrm flipH="1">
            <a:off x="19923125" y="498348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7" name="Connector 5146"/>
          <p:cNvCxnSpPr/>
          <p:nvPr/>
        </p:nvCxnSpPr>
        <p:spPr>
          <a:xfrm flipH="1">
            <a:off x="19904456" y="518922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8" name="Connector 5147"/>
          <p:cNvCxnSpPr/>
          <p:nvPr/>
        </p:nvCxnSpPr>
        <p:spPr>
          <a:xfrm flipH="1">
            <a:off x="19873341" y="539496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9" name="Connector 5148"/>
          <p:cNvCxnSpPr/>
          <p:nvPr/>
        </p:nvCxnSpPr>
        <p:spPr>
          <a:xfrm flipH="1">
            <a:off x="19829780" y="56007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0" name="Connector 5149"/>
          <p:cNvCxnSpPr/>
          <p:nvPr/>
        </p:nvCxnSpPr>
        <p:spPr>
          <a:xfrm flipH="1">
            <a:off x="19773772" y="580644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1" name="Connector 5150"/>
          <p:cNvCxnSpPr/>
          <p:nvPr/>
        </p:nvCxnSpPr>
        <p:spPr>
          <a:xfrm flipH="1">
            <a:off x="19705320" y="601218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2" name="Connector 5151"/>
          <p:cNvCxnSpPr/>
          <p:nvPr/>
        </p:nvCxnSpPr>
        <p:spPr>
          <a:xfrm>
            <a:off x="19705320" y="3749039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3" name="Connector 5152"/>
          <p:cNvCxnSpPr/>
          <p:nvPr/>
        </p:nvCxnSpPr>
        <p:spPr>
          <a:xfrm>
            <a:off x="19790537" y="405764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4" name="Connector 5153"/>
          <p:cNvCxnSpPr/>
          <p:nvPr/>
        </p:nvCxnSpPr>
        <p:spPr>
          <a:xfrm>
            <a:off x="19860260" y="436626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5" name="Connector 5154"/>
          <p:cNvCxnSpPr/>
          <p:nvPr/>
        </p:nvCxnSpPr>
        <p:spPr>
          <a:xfrm>
            <a:off x="19914489" y="467487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6" name="Connector 5155"/>
          <p:cNvCxnSpPr/>
          <p:nvPr/>
        </p:nvCxnSpPr>
        <p:spPr>
          <a:xfrm>
            <a:off x="19953224" y="4983480"/>
            <a:ext cx="23240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7" name="Connector 5156"/>
          <p:cNvCxnSpPr/>
          <p:nvPr/>
        </p:nvCxnSpPr>
        <p:spPr>
          <a:xfrm>
            <a:off x="19976464" y="5292090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8" name="Connector 5157"/>
          <p:cNvCxnSpPr/>
          <p:nvPr/>
        </p:nvCxnSpPr>
        <p:spPr>
          <a:xfrm flipH="1">
            <a:off x="19976465" y="560070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9" name="Connector 5158"/>
          <p:cNvCxnSpPr/>
          <p:nvPr/>
        </p:nvCxnSpPr>
        <p:spPr>
          <a:xfrm flipH="1">
            <a:off x="19953224" y="590931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0" name="Connector 5159"/>
          <p:cNvCxnSpPr/>
          <p:nvPr/>
        </p:nvCxnSpPr>
        <p:spPr>
          <a:xfrm flipH="1">
            <a:off x="19914489" y="621792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1" name="Connector 5160"/>
          <p:cNvCxnSpPr/>
          <p:nvPr/>
        </p:nvCxnSpPr>
        <p:spPr>
          <a:xfrm flipH="1">
            <a:off x="19860260" y="652653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2" name="Connector 5161"/>
          <p:cNvCxnSpPr/>
          <p:nvPr/>
        </p:nvCxnSpPr>
        <p:spPr>
          <a:xfrm flipH="1">
            <a:off x="19790537" y="683514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3" name="Connector 5162"/>
          <p:cNvCxnSpPr/>
          <p:nvPr/>
        </p:nvCxnSpPr>
        <p:spPr>
          <a:xfrm flipH="1">
            <a:off x="19705320" y="714375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4" name="Connector 5163"/>
          <p:cNvCxnSpPr/>
          <p:nvPr/>
        </p:nvCxnSpPr>
        <p:spPr>
          <a:xfrm>
            <a:off x="19705320" y="3749039"/>
            <a:ext cx="10198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5" name="Connector 5164"/>
          <p:cNvCxnSpPr/>
          <p:nvPr/>
        </p:nvCxnSpPr>
        <p:spPr>
          <a:xfrm>
            <a:off x="19807300" y="4160520"/>
            <a:ext cx="83440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6" name="Connector 5165"/>
          <p:cNvCxnSpPr/>
          <p:nvPr/>
        </p:nvCxnSpPr>
        <p:spPr>
          <a:xfrm>
            <a:off x="19890740" y="45720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7" name="Connector 5166"/>
          <p:cNvCxnSpPr/>
          <p:nvPr/>
        </p:nvCxnSpPr>
        <p:spPr>
          <a:xfrm>
            <a:off x="19955637" y="49834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8" name="Connector 5167"/>
          <p:cNvCxnSpPr/>
          <p:nvPr/>
        </p:nvCxnSpPr>
        <p:spPr>
          <a:xfrm>
            <a:off x="20001992" y="539496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9" name="Connector 5168"/>
          <p:cNvCxnSpPr/>
          <p:nvPr/>
        </p:nvCxnSpPr>
        <p:spPr>
          <a:xfrm>
            <a:off x="20029805" y="580643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0" name="Connector 5169"/>
          <p:cNvCxnSpPr/>
          <p:nvPr/>
        </p:nvCxnSpPr>
        <p:spPr>
          <a:xfrm flipH="1">
            <a:off x="20029805" y="621792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1" name="Connector 5170"/>
          <p:cNvCxnSpPr/>
          <p:nvPr/>
        </p:nvCxnSpPr>
        <p:spPr>
          <a:xfrm flipH="1">
            <a:off x="20001992" y="662940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2" name="Connector 5171"/>
          <p:cNvCxnSpPr/>
          <p:nvPr/>
        </p:nvCxnSpPr>
        <p:spPr>
          <a:xfrm flipH="1">
            <a:off x="19955637" y="704088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3" name="Connector 5172"/>
          <p:cNvCxnSpPr/>
          <p:nvPr/>
        </p:nvCxnSpPr>
        <p:spPr>
          <a:xfrm flipH="1">
            <a:off x="19890740" y="745236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4" name="Connector 5173"/>
          <p:cNvCxnSpPr/>
          <p:nvPr/>
        </p:nvCxnSpPr>
        <p:spPr>
          <a:xfrm flipH="1">
            <a:off x="19807301" y="786384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5" name="Connector 5174"/>
          <p:cNvCxnSpPr/>
          <p:nvPr/>
        </p:nvCxnSpPr>
        <p:spPr>
          <a:xfrm flipH="1">
            <a:off x="19705320" y="827532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6" name="Connector 5175"/>
          <p:cNvCxnSpPr/>
          <p:nvPr/>
        </p:nvCxnSpPr>
        <p:spPr>
          <a:xfrm>
            <a:off x="19705320" y="3749039"/>
            <a:ext cx="118744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7" name="Connector 5176"/>
          <p:cNvCxnSpPr/>
          <p:nvPr/>
        </p:nvCxnSpPr>
        <p:spPr>
          <a:xfrm>
            <a:off x="19824064" y="4263390"/>
            <a:ext cx="9715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8" name="Connector 5177"/>
          <p:cNvCxnSpPr/>
          <p:nvPr/>
        </p:nvCxnSpPr>
        <p:spPr>
          <a:xfrm>
            <a:off x="19921220" y="477774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9" name="Connector 5178"/>
          <p:cNvCxnSpPr/>
          <p:nvPr/>
        </p:nvCxnSpPr>
        <p:spPr>
          <a:xfrm>
            <a:off x="19996785" y="529209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0" name="Connector 5179"/>
          <p:cNvCxnSpPr/>
          <p:nvPr/>
        </p:nvCxnSpPr>
        <p:spPr>
          <a:xfrm>
            <a:off x="20050760" y="580644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1" name="Connector 5180"/>
          <p:cNvCxnSpPr/>
          <p:nvPr/>
        </p:nvCxnSpPr>
        <p:spPr>
          <a:xfrm>
            <a:off x="20083144" y="6320789"/>
            <a:ext cx="1079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2" name="Connector 5181"/>
          <p:cNvCxnSpPr/>
          <p:nvPr/>
        </p:nvCxnSpPr>
        <p:spPr>
          <a:xfrm flipH="1">
            <a:off x="20083145" y="6835140"/>
            <a:ext cx="1079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3" name="Connector 5182"/>
          <p:cNvCxnSpPr/>
          <p:nvPr/>
        </p:nvCxnSpPr>
        <p:spPr>
          <a:xfrm flipH="1">
            <a:off x="20050760" y="734949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4" name="Connector 5183"/>
          <p:cNvCxnSpPr/>
          <p:nvPr/>
        </p:nvCxnSpPr>
        <p:spPr>
          <a:xfrm flipH="1">
            <a:off x="19996785" y="786384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5" name="Connector 5184"/>
          <p:cNvCxnSpPr/>
          <p:nvPr/>
        </p:nvCxnSpPr>
        <p:spPr>
          <a:xfrm flipH="1">
            <a:off x="19921220" y="837819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6" name="Connector 5185"/>
          <p:cNvCxnSpPr/>
          <p:nvPr/>
        </p:nvCxnSpPr>
        <p:spPr>
          <a:xfrm flipH="1">
            <a:off x="19824064" y="8892540"/>
            <a:ext cx="9715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7" name="Connector 5186"/>
          <p:cNvCxnSpPr/>
          <p:nvPr/>
        </p:nvCxnSpPr>
        <p:spPr>
          <a:xfrm flipH="1">
            <a:off x="19705320" y="9406890"/>
            <a:ext cx="118744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8" name="Connector 5187"/>
          <p:cNvCxnSpPr/>
          <p:nvPr/>
        </p:nvCxnSpPr>
        <p:spPr>
          <a:xfrm>
            <a:off x="19705320" y="3749039"/>
            <a:ext cx="135509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9" name="Connector 5188"/>
          <p:cNvCxnSpPr/>
          <p:nvPr/>
        </p:nvCxnSpPr>
        <p:spPr>
          <a:xfrm>
            <a:off x="19840829" y="4366259"/>
            <a:ext cx="110871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0" name="Connector 5189"/>
          <p:cNvCxnSpPr/>
          <p:nvPr/>
        </p:nvCxnSpPr>
        <p:spPr>
          <a:xfrm>
            <a:off x="19951700" y="498348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1" name="Connector 5190"/>
          <p:cNvCxnSpPr/>
          <p:nvPr/>
        </p:nvCxnSpPr>
        <p:spPr>
          <a:xfrm>
            <a:off x="20037933" y="56007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2" name="Connector 5191"/>
          <p:cNvCxnSpPr/>
          <p:nvPr/>
        </p:nvCxnSpPr>
        <p:spPr>
          <a:xfrm>
            <a:off x="20099528" y="6217920"/>
            <a:ext cx="36956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3" name="Connector 5192"/>
          <p:cNvCxnSpPr/>
          <p:nvPr/>
        </p:nvCxnSpPr>
        <p:spPr>
          <a:xfrm>
            <a:off x="20136484" y="6835139"/>
            <a:ext cx="12320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4" name="Connector 5193"/>
          <p:cNvCxnSpPr/>
          <p:nvPr/>
        </p:nvCxnSpPr>
        <p:spPr>
          <a:xfrm flipH="1">
            <a:off x="20136485" y="7452360"/>
            <a:ext cx="12319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5" name="Connector 5194"/>
          <p:cNvCxnSpPr/>
          <p:nvPr/>
        </p:nvCxnSpPr>
        <p:spPr>
          <a:xfrm flipH="1">
            <a:off x="20099528" y="8069579"/>
            <a:ext cx="36957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6" name="Connector 5195"/>
          <p:cNvCxnSpPr/>
          <p:nvPr/>
        </p:nvCxnSpPr>
        <p:spPr>
          <a:xfrm flipH="1">
            <a:off x="20037933" y="8686800"/>
            <a:ext cx="61595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7" name="Connector 5196"/>
          <p:cNvCxnSpPr/>
          <p:nvPr/>
        </p:nvCxnSpPr>
        <p:spPr>
          <a:xfrm flipH="1">
            <a:off x="19951700" y="9304020"/>
            <a:ext cx="86233" cy="61722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8" name="Connector 5197"/>
          <p:cNvCxnSpPr/>
          <p:nvPr/>
        </p:nvCxnSpPr>
        <p:spPr>
          <a:xfrm flipH="1">
            <a:off x="19840829" y="9921240"/>
            <a:ext cx="110871" cy="61721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9" name="Connector 5198"/>
          <p:cNvCxnSpPr/>
          <p:nvPr/>
        </p:nvCxnSpPr>
        <p:spPr>
          <a:xfrm flipH="1">
            <a:off x="19705320" y="10538459"/>
            <a:ext cx="135509" cy="61722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0" name="Connector 5199"/>
          <p:cNvCxnSpPr/>
          <p:nvPr/>
        </p:nvCxnSpPr>
        <p:spPr>
          <a:xfrm>
            <a:off x="19705320" y="498348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1" name="Connector 5200"/>
          <p:cNvCxnSpPr/>
          <p:nvPr/>
        </p:nvCxnSpPr>
        <p:spPr>
          <a:xfrm>
            <a:off x="19757008" y="508634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2" name="Connector 5201"/>
          <p:cNvCxnSpPr/>
          <p:nvPr/>
        </p:nvCxnSpPr>
        <p:spPr>
          <a:xfrm>
            <a:off x="19799300" y="518922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3" name="Connector 5202"/>
          <p:cNvCxnSpPr/>
          <p:nvPr/>
        </p:nvCxnSpPr>
        <p:spPr>
          <a:xfrm>
            <a:off x="19832193" y="529209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4" name="Connector 5203"/>
          <p:cNvCxnSpPr/>
          <p:nvPr/>
        </p:nvCxnSpPr>
        <p:spPr>
          <a:xfrm>
            <a:off x="19855688" y="539496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5" name="Connector 5204"/>
          <p:cNvCxnSpPr/>
          <p:nvPr/>
        </p:nvCxnSpPr>
        <p:spPr>
          <a:xfrm>
            <a:off x="19869785" y="549782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6" name="Connector 5205"/>
          <p:cNvCxnSpPr/>
          <p:nvPr/>
        </p:nvCxnSpPr>
        <p:spPr>
          <a:xfrm flipH="1">
            <a:off x="19869785" y="560070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7" name="Connector 5206"/>
          <p:cNvCxnSpPr/>
          <p:nvPr/>
        </p:nvCxnSpPr>
        <p:spPr>
          <a:xfrm flipH="1">
            <a:off x="19855688" y="570357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8" name="Connector 5207"/>
          <p:cNvCxnSpPr/>
          <p:nvPr/>
        </p:nvCxnSpPr>
        <p:spPr>
          <a:xfrm flipH="1">
            <a:off x="19832193" y="580644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9" name="Connector 5208"/>
          <p:cNvCxnSpPr/>
          <p:nvPr/>
        </p:nvCxnSpPr>
        <p:spPr>
          <a:xfrm flipH="1">
            <a:off x="19799300" y="590931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0" name="Connector 5209"/>
          <p:cNvCxnSpPr/>
          <p:nvPr/>
        </p:nvCxnSpPr>
        <p:spPr>
          <a:xfrm flipH="1">
            <a:off x="19757009" y="601218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1" name="Connector 5210"/>
          <p:cNvCxnSpPr/>
          <p:nvPr/>
        </p:nvCxnSpPr>
        <p:spPr>
          <a:xfrm flipH="1">
            <a:off x="19705320" y="611505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2" name="Connector 5211"/>
          <p:cNvCxnSpPr/>
          <p:nvPr/>
        </p:nvCxnSpPr>
        <p:spPr>
          <a:xfrm>
            <a:off x="19705320" y="498348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3" name="Connector 5212"/>
          <p:cNvCxnSpPr/>
          <p:nvPr/>
        </p:nvCxnSpPr>
        <p:spPr>
          <a:xfrm>
            <a:off x="19773772" y="518921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4" name="Connector 5213"/>
          <p:cNvCxnSpPr/>
          <p:nvPr/>
        </p:nvCxnSpPr>
        <p:spPr>
          <a:xfrm>
            <a:off x="19829780" y="53949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5" name="Connector 5214"/>
          <p:cNvCxnSpPr/>
          <p:nvPr/>
        </p:nvCxnSpPr>
        <p:spPr>
          <a:xfrm>
            <a:off x="19873341" y="56007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6" name="Connector 5215"/>
          <p:cNvCxnSpPr/>
          <p:nvPr/>
        </p:nvCxnSpPr>
        <p:spPr>
          <a:xfrm>
            <a:off x="19904456" y="580644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7" name="Connector 5216"/>
          <p:cNvCxnSpPr/>
          <p:nvPr/>
        </p:nvCxnSpPr>
        <p:spPr>
          <a:xfrm>
            <a:off x="19923124" y="601217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8" name="Connector 5217"/>
          <p:cNvCxnSpPr/>
          <p:nvPr/>
        </p:nvCxnSpPr>
        <p:spPr>
          <a:xfrm flipH="1">
            <a:off x="19923125" y="621792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9" name="Connector 5218"/>
          <p:cNvCxnSpPr/>
          <p:nvPr/>
        </p:nvCxnSpPr>
        <p:spPr>
          <a:xfrm flipH="1">
            <a:off x="19904456" y="642366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0" name="Connector 5219"/>
          <p:cNvCxnSpPr/>
          <p:nvPr/>
        </p:nvCxnSpPr>
        <p:spPr>
          <a:xfrm flipH="1">
            <a:off x="19873341" y="662940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1" name="Connector 5220"/>
          <p:cNvCxnSpPr/>
          <p:nvPr/>
        </p:nvCxnSpPr>
        <p:spPr>
          <a:xfrm flipH="1">
            <a:off x="19829780" y="683514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2" name="Connector 5221"/>
          <p:cNvCxnSpPr/>
          <p:nvPr/>
        </p:nvCxnSpPr>
        <p:spPr>
          <a:xfrm flipH="1">
            <a:off x="19773772" y="704088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3" name="Connector 5222"/>
          <p:cNvCxnSpPr/>
          <p:nvPr/>
        </p:nvCxnSpPr>
        <p:spPr>
          <a:xfrm flipH="1">
            <a:off x="19705320" y="724662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4" name="Connector 5223"/>
          <p:cNvCxnSpPr/>
          <p:nvPr/>
        </p:nvCxnSpPr>
        <p:spPr>
          <a:xfrm>
            <a:off x="19705320" y="498348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5" name="Connector 5224"/>
          <p:cNvCxnSpPr/>
          <p:nvPr/>
        </p:nvCxnSpPr>
        <p:spPr>
          <a:xfrm>
            <a:off x="19790537" y="529208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6" name="Connector 5225"/>
          <p:cNvCxnSpPr/>
          <p:nvPr/>
        </p:nvCxnSpPr>
        <p:spPr>
          <a:xfrm>
            <a:off x="19860260" y="560070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7" name="Connector 5226"/>
          <p:cNvCxnSpPr/>
          <p:nvPr/>
        </p:nvCxnSpPr>
        <p:spPr>
          <a:xfrm>
            <a:off x="19914489" y="590931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8" name="Connector 5227"/>
          <p:cNvCxnSpPr/>
          <p:nvPr/>
        </p:nvCxnSpPr>
        <p:spPr>
          <a:xfrm>
            <a:off x="19953224" y="621792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9" name="Connector 5228"/>
          <p:cNvCxnSpPr/>
          <p:nvPr/>
        </p:nvCxnSpPr>
        <p:spPr>
          <a:xfrm>
            <a:off x="19976464" y="652652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0" name="Connector 5229"/>
          <p:cNvCxnSpPr/>
          <p:nvPr/>
        </p:nvCxnSpPr>
        <p:spPr>
          <a:xfrm flipH="1">
            <a:off x="19976465" y="683514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1" name="Connector 5230"/>
          <p:cNvCxnSpPr/>
          <p:nvPr/>
        </p:nvCxnSpPr>
        <p:spPr>
          <a:xfrm flipH="1">
            <a:off x="19953224" y="714375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2" name="Connector 5231"/>
          <p:cNvCxnSpPr/>
          <p:nvPr/>
        </p:nvCxnSpPr>
        <p:spPr>
          <a:xfrm flipH="1">
            <a:off x="19914489" y="745236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3" name="Connector 5232"/>
          <p:cNvCxnSpPr/>
          <p:nvPr/>
        </p:nvCxnSpPr>
        <p:spPr>
          <a:xfrm flipH="1">
            <a:off x="19860260" y="7760970"/>
            <a:ext cx="54229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4" name="Connector 5233"/>
          <p:cNvCxnSpPr/>
          <p:nvPr/>
        </p:nvCxnSpPr>
        <p:spPr>
          <a:xfrm flipH="1">
            <a:off x="19790537" y="806957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5" name="Connector 5234"/>
          <p:cNvCxnSpPr/>
          <p:nvPr/>
        </p:nvCxnSpPr>
        <p:spPr>
          <a:xfrm flipH="1">
            <a:off x="19705320" y="837819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6" name="Connector 5235"/>
          <p:cNvCxnSpPr/>
          <p:nvPr/>
        </p:nvCxnSpPr>
        <p:spPr>
          <a:xfrm>
            <a:off x="19705320" y="498348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7" name="Connector 5236"/>
          <p:cNvCxnSpPr/>
          <p:nvPr/>
        </p:nvCxnSpPr>
        <p:spPr>
          <a:xfrm>
            <a:off x="19807300" y="539495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8" name="Connector 5237"/>
          <p:cNvCxnSpPr/>
          <p:nvPr/>
        </p:nvCxnSpPr>
        <p:spPr>
          <a:xfrm>
            <a:off x="19890740" y="58064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9" name="Connector 5238"/>
          <p:cNvCxnSpPr/>
          <p:nvPr/>
        </p:nvCxnSpPr>
        <p:spPr>
          <a:xfrm>
            <a:off x="19955637" y="62179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0" name="Connector 5239"/>
          <p:cNvCxnSpPr/>
          <p:nvPr/>
        </p:nvCxnSpPr>
        <p:spPr>
          <a:xfrm>
            <a:off x="20001992" y="662940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1" name="Connector 5240"/>
          <p:cNvCxnSpPr/>
          <p:nvPr/>
        </p:nvCxnSpPr>
        <p:spPr>
          <a:xfrm>
            <a:off x="20029805" y="704087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2" name="Connector 5241"/>
          <p:cNvCxnSpPr/>
          <p:nvPr/>
        </p:nvCxnSpPr>
        <p:spPr>
          <a:xfrm flipH="1">
            <a:off x="20029805" y="745236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3" name="Connector 5242"/>
          <p:cNvCxnSpPr/>
          <p:nvPr/>
        </p:nvCxnSpPr>
        <p:spPr>
          <a:xfrm flipH="1">
            <a:off x="20001992" y="786384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4" name="Connector 5243"/>
          <p:cNvCxnSpPr/>
          <p:nvPr/>
        </p:nvCxnSpPr>
        <p:spPr>
          <a:xfrm flipH="1">
            <a:off x="19955637" y="827532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5" name="Connector 5244"/>
          <p:cNvCxnSpPr/>
          <p:nvPr/>
        </p:nvCxnSpPr>
        <p:spPr>
          <a:xfrm flipH="1">
            <a:off x="19890740" y="868680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6" name="Connector 5245"/>
          <p:cNvCxnSpPr/>
          <p:nvPr/>
        </p:nvCxnSpPr>
        <p:spPr>
          <a:xfrm flipH="1">
            <a:off x="19807301" y="9098280"/>
            <a:ext cx="83439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7" name="Connector 5246"/>
          <p:cNvCxnSpPr/>
          <p:nvPr/>
        </p:nvCxnSpPr>
        <p:spPr>
          <a:xfrm flipH="1">
            <a:off x="19705320" y="9509760"/>
            <a:ext cx="10198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8" name="Connector 5247"/>
          <p:cNvCxnSpPr/>
          <p:nvPr/>
        </p:nvCxnSpPr>
        <p:spPr>
          <a:xfrm>
            <a:off x="19705320" y="4983480"/>
            <a:ext cx="11874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9" name="Connector 5248"/>
          <p:cNvCxnSpPr/>
          <p:nvPr/>
        </p:nvCxnSpPr>
        <p:spPr>
          <a:xfrm>
            <a:off x="19824064" y="5497829"/>
            <a:ext cx="97156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0" name="Connector 5249"/>
          <p:cNvCxnSpPr/>
          <p:nvPr/>
        </p:nvCxnSpPr>
        <p:spPr>
          <a:xfrm>
            <a:off x="19921220" y="601218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1" name="Connector 5250"/>
          <p:cNvCxnSpPr/>
          <p:nvPr/>
        </p:nvCxnSpPr>
        <p:spPr>
          <a:xfrm>
            <a:off x="19996785" y="652653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2" name="Connector 5251"/>
          <p:cNvCxnSpPr/>
          <p:nvPr/>
        </p:nvCxnSpPr>
        <p:spPr>
          <a:xfrm>
            <a:off x="20050760" y="7040880"/>
            <a:ext cx="32384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3" name="Connector 5252"/>
          <p:cNvCxnSpPr/>
          <p:nvPr/>
        </p:nvCxnSpPr>
        <p:spPr>
          <a:xfrm>
            <a:off x="20083144" y="7555229"/>
            <a:ext cx="10796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4" name="Connector 5253"/>
          <p:cNvCxnSpPr/>
          <p:nvPr/>
        </p:nvCxnSpPr>
        <p:spPr>
          <a:xfrm flipH="1">
            <a:off x="20083145" y="8069579"/>
            <a:ext cx="10795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5" name="Connector 5254"/>
          <p:cNvCxnSpPr/>
          <p:nvPr/>
        </p:nvCxnSpPr>
        <p:spPr>
          <a:xfrm flipH="1">
            <a:off x="20050760" y="8583930"/>
            <a:ext cx="3238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6" name="Connector 5255"/>
          <p:cNvCxnSpPr/>
          <p:nvPr/>
        </p:nvCxnSpPr>
        <p:spPr>
          <a:xfrm flipH="1">
            <a:off x="19996785" y="9098280"/>
            <a:ext cx="5397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7" name="Connector 5256"/>
          <p:cNvCxnSpPr/>
          <p:nvPr/>
        </p:nvCxnSpPr>
        <p:spPr>
          <a:xfrm flipH="1">
            <a:off x="19921220" y="9612630"/>
            <a:ext cx="75565" cy="51435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8" name="Connector 5257"/>
          <p:cNvCxnSpPr/>
          <p:nvPr/>
        </p:nvCxnSpPr>
        <p:spPr>
          <a:xfrm flipH="1">
            <a:off x="19824064" y="10126980"/>
            <a:ext cx="97156" cy="51434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9" name="Connector 5258"/>
          <p:cNvCxnSpPr/>
          <p:nvPr/>
        </p:nvCxnSpPr>
        <p:spPr>
          <a:xfrm flipH="1">
            <a:off x="19705320" y="10641329"/>
            <a:ext cx="118744" cy="51435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0" name="Connector 5259"/>
          <p:cNvCxnSpPr/>
          <p:nvPr/>
        </p:nvCxnSpPr>
        <p:spPr>
          <a:xfrm>
            <a:off x="19705320" y="621792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1" name="Connector 5260"/>
          <p:cNvCxnSpPr/>
          <p:nvPr/>
        </p:nvCxnSpPr>
        <p:spPr>
          <a:xfrm>
            <a:off x="19757008" y="632078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2" name="Connector 5261"/>
          <p:cNvCxnSpPr/>
          <p:nvPr/>
        </p:nvCxnSpPr>
        <p:spPr>
          <a:xfrm>
            <a:off x="19799300" y="642366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3" name="Connector 5262"/>
          <p:cNvCxnSpPr/>
          <p:nvPr/>
        </p:nvCxnSpPr>
        <p:spPr>
          <a:xfrm>
            <a:off x="19832193" y="652653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4" name="Connector 5263"/>
          <p:cNvCxnSpPr/>
          <p:nvPr/>
        </p:nvCxnSpPr>
        <p:spPr>
          <a:xfrm>
            <a:off x="19855688" y="662940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5" name="Connector 5264"/>
          <p:cNvCxnSpPr/>
          <p:nvPr/>
        </p:nvCxnSpPr>
        <p:spPr>
          <a:xfrm>
            <a:off x="19869785" y="673226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6" name="Connector 5265"/>
          <p:cNvCxnSpPr/>
          <p:nvPr/>
        </p:nvCxnSpPr>
        <p:spPr>
          <a:xfrm flipH="1">
            <a:off x="19869785" y="683514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7" name="Connector 5266"/>
          <p:cNvCxnSpPr/>
          <p:nvPr/>
        </p:nvCxnSpPr>
        <p:spPr>
          <a:xfrm flipH="1">
            <a:off x="19855688" y="693801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8" name="Connector 5267"/>
          <p:cNvCxnSpPr/>
          <p:nvPr/>
        </p:nvCxnSpPr>
        <p:spPr>
          <a:xfrm flipH="1">
            <a:off x="19832193" y="704088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9" name="Connector 5268"/>
          <p:cNvCxnSpPr/>
          <p:nvPr/>
        </p:nvCxnSpPr>
        <p:spPr>
          <a:xfrm flipH="1">
            <a:off x="19799300" y="714375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0" name="Connector 5269"/>
          <p:cNvCxnSpPr/>
          <p:nvPr/>
        </p:nvCxnSpPr>
        <p:spPr>
          <a:xfrm flipH="1">
            <a:off x="19757009" y="724662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1" name="Connector 5270"/>
          <p:cNvCxnSpPr/>
          <p:nvPr/>
        </p:nvCxnSpPr>
        <p:spPr>
          <a:xfrm flipH="1">
            <a:off x="19705320" y="734949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2" name="Connector 5271"/>
          <p:cNvCxnSpPr/>
          <p:nvPr/>
        </p:nvCxnSpPr>
        <p:spPr>
          <a:xfrm>
            <a:off x="19705320" y="621792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3" name="Connector 5272"/>
          <p:cNvCxnSpPr/>
          <p:nvPr/>
        </p:nvCxnSpPr>
        <p:spPr>
          <a:xfrm>
            <a:off x="19773772" y="642365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4" name="Connector 5273"/>
          <p:cNvCxnSpPr/>
          <p:nvPr/>
        </p:nvCxnSpPr>
        <p:spPr>
          <a:xfrm>
            <a:off x="19829780" y="662940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5" name="Connector 5274"/>
          <p:cNvCxnSpPr/>
          <p:nvPr/>
        </p:nvCxnSpPr>
        <p:spPr>
          <a:xfrm>
            <a:off x="19873341" y="683514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6" name="Connector 5275"/>
          <p:cNvCxnSpPr/>
          <p:nvPr/>
        </p:nvCxnSpPr>
        <p:spPr>
          <a:xfrm>
            <a:off x="19904456" y="704088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7" name="Connector 5276"/>
          <p:cNvCxnSpPr/>
          <p:nvPr/>
        </p:nvCxnSpPr>
        <p:spPr>
          <a:xfrm>
            <a:off x="19923124" y="724661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8" name="Connector 5277"/>
          <p:cNvCxnSpPr/>
          <p:nvPr/>
        </p:nvCxnSpPr>
        <p:spPr>
          <a:xfrm flipH="1">
            <a:off x="19923125" y="745236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9" name="Connector 5278"/>
          <p:cNvCxnSpPr/>
          <p:nvPr/>
        </p:nvCxnSpPr>
        <p:spPr>
          <a:xfrm flipH="1">
            <a:off x="19904456" y="765810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0" name="Connector 5279"/>
          <p:cNvCxnSpPr/>
          <p:nvPr/>
        </p:nvCxnSpPr>
        <p:spPr>
          <a:xfrm flipH="1">
            <a:off x="19873341" y="7863840"/>
            <a:ext cx="31115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1" name="Connector 5280"/>
          <p:cNvCxnSpPr/>
          <p:nvPr/>
        </p:nvCxnSpPr>
        <p:spPr>
          <a:xfrm flipH="1">
            <a:off x="19829780" y="8069579"/>
            <a:ext cx="43561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2" name="Connector 5281"/>
          <p:cNvCxnSpPr/>
          <p:nvPr/>
        </p:nvCxnSpPr>
        <p:spPr>
          <a:xfrm flipH="1">
            <a:off x="19773772" y="827532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3" name="Connector 5282"/>
          <p:cNvCxnSpPr/>
          <p:nvPr/>
        </p:nvCxnSpPr>
        <p:spPr>
          <a:xfrm flipH="1">
            <a:off x="19705320" y="848106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4" name="Connector 5283"/>
          <p:cNvCxnSpPr/>
          <p:nvPr/>
        </p:nvCxnSpPr>
        <p:spPr>
          <a:xfrm>
            <a:off x="19705320" y="621792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5" name="Connector 5284"/>
          <p:cNvCxnSpPr/>
          <p:nvPr/>
        </p:nvCxnSpPr>
        <p:spPr>
          <a:xfrm>
            <a:off x="19790537" y="652652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6" name="Connector 5285"/>
          <p:cNvCxnSpPr/>
          <p:nvPr/>
        </p:nvCxnSpPr>
        <p:spPr>
          <a:xfrm>
            <a:off x="19860260" y="683514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7" name="Connector 5286"/>
          <p:cNvCxnSpPr/>
          <p:nvPr/>
        </p:nvCxnSpPr>
        <p:spPr>
          <a:xfrm>
            <a:off x="19914489" y="714375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8" name="Connector 5287"/>
          <p:cNvCxnSpPr/>
          <p:nvPr/>
        </p:nvCxnSpPr>
        <p:spPr>
          <a:xfrm>
            <a:off x="19953224" y="745236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9" name="Connector 5288"/>
          <p:cNvCxnSpPr/>
          <p:nvPr/>
        </p:nvCxnSpPr>
        <p:spPr>
          <a:xfrm>
            <a:off x="19976464" y="7760969"/>
            <a:ext cx="7748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0" name="Connector 5289"/>
          <p:cNvCxnSpPr/>
          <p:nvPr/>
        </p:nvCxnSpPr>
        <p:spPr>
          <a:xfrm flipH="1">
            <a:off x="19976465" y="8069579"/>
            <a:ext cx="7747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1" name="Connector 5290"/>
          <p:cNvCxnSpPr/>
          <p:nvPr/>
        </p:nvCxnSpPr>
        <p:spPr>
          <a:xfrm flipH="1">
            <a:off x="19953224" y="837819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2" name="Connector 5291"/>
          <p:cNvCxnSpPr/>
          <p:nvPr/>
        </p:nvCxnSpPr>
        <p:spPr>
          <a:xfrm flipH="1">
            <a:off x="19914489" y="868680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3" name="Connector 5292"/>
          <p:cNvCxnSpPr/>
          <p:nvPr/>
        </p:nvCxnSpPr>
        <p:spPr>
          <a:xfrm flipH="1">
            <a:off x="19860260" y="899541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4" name="Connector 5293"/>
          <p:cNvCxnSpPr/>
          <p:nvPr/>
        </p:nvCxnSpPr>
        <p:spPr>
          <a:xfrm flipH="1">
            <a:off x="19790537" y="930402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5" name="Connector 5294"/>
          <p:cNvCxnSpPr/>
          <p:nvPr/>
        </p:nvCxnSpPr>
        <p:spPr>
          <a:xfrm flipH="1">
            <a:off x="19705320" y="961263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6" name="Connector 5295"/>
          <p:cNvCxnSpPr/>
          <p:nvPr/>
        </p:nvCxnSpPr>
        <p:spPr>
          <a:xfrm>
            <a:off x="19705320" y="6217920"/>
            <a:ext cx="101980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7" name="Connector 5296"/>
          <p:cNvCxnSpPr/>
          <p:nvPr/>
        </p:nvCxnSpPr>
        <p:spPr>
          <a:xfrm>
            <a:off x="19807300" y="6629399"/>
            <a:ext cx="83440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8" name="Connector 5297"/>
          <p:cNvCxnSpPr/>
          <p:nvPr/>
        </p:nvCxnSpPr>
        <p:spPr>
          <a:xfrm>
            <a:off x="19890740" y="704088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9" name="Connector 5298"/>
          <p:cNvCxnSpPr/>
          <p:nvPr/>
        </p:nvCxnSpPr>
        <p:spPr>
          <a:xfrm>
            <a:off x="19955637" y="74523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0" name="Connector 5299"/>
          <p:cNvCxnSpPr/>
          <p:nvPr/>
        </p:nvCxnSpPr>
        <p:spPr>
          <a:xfrm>
            <a:off x="20001992" y="7863840"/>
            <a:ext cx="27813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1" name="Connector 5300"/>
          <p:cNvCxnSpPr/>
          <p:nvPr/>
        </p:nvCxnSpPr>
        <p:spPr>
          <a:xfrm>
            <a:off x="20029805" y="8275319"/>
            <a:ext cx="927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2" name="Connector 5301"/>
          <p:cNvCxnSpPr/>
          <p:nvPr/>
        </p:nvCxnSpPr>
        <p:spPr>
          <a:xfrm flipH="1">
            <a:off x="20029805" y="8686800"/>
            <a:ext cx="9271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3" name="Connector 5302"/>
          <p:cNvCxnSpPr/>
          <p:nvPr/>
        </p:nvCxnSpPr>
        <p:spPr>
          <a:xfrm flipH="1">
            <a:off x="20001992" y="9098280"/>
            <a:ext cx="27813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4" name="Connector 5303"/>
          <p:cNvCxnSpPr/>
          <p:nvPr/>
        </p:nvCxnSpPr>
        <p:spPr>
          <a:xfrm flipH="1">
            <a:off x="19955637" y="9509760"/>
            <a:ext cx="46355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5" name="Connector 5304"/>
          <p:cNvCxnSpPr/>
          <p:nvPr/>
        </p:nvCxnSpPr>
        <p:spPr>
          <a:xfrm flipH="1">
            <a:off x="19890740" y="9921240"/>
            <a:ext cx="64897" cy="41148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6" name="Connector 5305"/>
          <p:cNvCxnSpPr/>
          <p:nvPr/>
        </p:nvCxnSpPr>
        <p:spPr>
          <a:xfrm flipH="1">
            <a:off x="19807301" y="10332720"/>
            <a:ext cx="83439" cy="41147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7" name="Connector 5306"/>
          <p:cNvCxnSpPr/>
          <p:nvPr/>
        </p:nvCxnSpPr>
        <p:spPr>
          <a:xfrm flipH="1">
            <a:off x="19705320" y="10744199"/>
            <a:ext cx="101981" cy="41148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8" name="Connector 5307"/>
          <p:cNvCxnSpPr/>
          <p:nvPr/>
        </p:nvCxnSpPr>
        <p:spPr>
          <a:xfrm>
            <a:off x="19705320" y="745236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9" name="Connector 5308"/>
          <p:cNvCxnSpPr/>
          <p:nvPr/>
        </p:nvCxnSpPr>
        <p:spPr>
          <a:xfrm>
            <a:off x="19757008" y="755522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0" name="Connector 5309"/>
          <p:cNvCxnSpPr/>
          <p:nvPr/>
        </p:nvCxnSpPr>
        <p:spPr>
          <a:xfrm>
            <a:off x="19799300" y="765810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1" name="Connector 5310"/>
          <p:cNvCxnSpPr/>
          <p:nvPr/>
        </p:nvCxnSpPr>
        <p:spPr>
          <a:xfrm>
            <a:off x="19832193" y="776097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2" name="Connector 5311"/>
          <p:cNvCxnSpPr/>
          <p:nvPr/>
        </p:nvCxnSpPr>
        <p:spPr>
          <a:xfrm>
            <a:off x="19855688" y="786384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3" name="Connector 5312"/>
          <p:cNvCxnSpPr/>
          <p:nvPr/>
        </p:nvCxnSpPr>
        <p:spPr>
          <a:xfrm>
            <a:off x="19869785" y="7966709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4" name="Connector 5313"/>
          <p:cNvCxnSpPr/>
          <p:nvPr/>
        </p:nvCxnSpPr>
        <p:spPr>
          <a:xfrm flipH="1">
            <a:off x="19869785" y="806957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5" name="Connector 5314"/>
          <p:cNvCxnSpPr/>
          <p:nvPr/>
        </p:nvCxnSpPr>
        <p:spPr>
          <a:xfrm flipH="1">
            <a:off x="19855688" y="817245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6" name="Connector 5315"/>
          <p:cNvCxnSpPr/>
          <p:nvPr/>
        </p:nvCxnSpPr>
        <p:spPr>
          <a:xfrm flipH="1">
            <a:off x="19832193" y="827532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7" name="Connector 5316"/>
          <p:cNvCxnSpPr/>
          <p:nvPr/>
        </p:nvCxnSpPr>
        <p:spPr>
          <a:xfrm flipH="1">
            <a:off x="19799300" y="837819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8" name="Connector 5317"/>
          <p:cNvCxnSpPr/>
          <p:nvPr/>
        </p:nvCxnSpPr>
        <p:spPr>
          <a:xfrm flipH="1">
            <a:off x="19757009" y="848106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9" name="Connector 5318"/>
          <p:cNvCxnSpPr/>
          <p:nvPr/>
        </p:nvCxnSpPr>
        <p:spPr>
          <a:xfrm flipH="1">
            <a:off x="19705320" y="858393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0" name="Connector 5319"/>
          <p:cNvCxnSpPr/>
          <p:nvPr/>
        </p:nvCxnSpPr>
        <p:spPr>
          <a:xfrm>
            <a:off x="19705320" y="7452360"/>
            <a:ext cx="68452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1" name="Connector 5320"/>
          <p:cNvCxnSpPr/>
          <p:nvPr/>
        </p:nvCxnSpPr>
        <p:spPr>
          <a:xfrm>
            <a:off x="19773772" y="7658099"/>
            <a:ext cx="56008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2" name="Connector 5321"/>
          <p:cNvCxnSpPr/>
          <p:nvPr/>
        </p:nvCxnSpPr>
        <p:spPr>
          <a:xfrm>
            <a:off x="19829780" y="7863840"/>
            <a:ext cx="43561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3" name="Connector 5322"/>
          <p:cNvCxnSpPr/>
          <p:nvPr/>
        </p:nvCxnSpPr>
        <p:spPr>
          <a:xfrm>
            <a:off x="19873341" y="8069579"/>
            <a:ext cx="31115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4" name="Connector 5323"/>
          <p:cNvCxnSpPr/>
          <p:nvPr/>
        </p:nvCxnSpPr>
        <p:spPr>
          <a:xfrm>
            <a:off x="19904456" y="8275320"/>
            <a:ext cx="18668" cy="20573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5" name="Connector 5324"/>
          <p:cNvCxnSpPr/>
          <p:nvPr/>
        </p:nvCxnSpPr>
        <p:spPr>
          <a:xfrm>
            <a:off x="19923124" y="8481059"/>
            <a:ext cx="6224" cy="20574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6" name="Connector 5325"/>
          <p:cNvCxnSpPr/>
          <p:nvPr/>
        </p:nvCxnSpPr>
        <p:spPr>
          <a:xfrm flipH="1">
            <a:off x="19923125" y="868680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7" name="Connector 5326"/>
          <p:cNvCxnSpPr/>
          <p:nvPr/>
        </p:nvCxnSpPr>
        <p:spPr>
          <a:xfrm flipH="1">
            <a:off x="19904456" y="889254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8" name="Connector 5327"/>
          <p:cNvCxnSpPr/>
          <p:nvPr/>
        </p:nvCxnSpPr>
        <p:spPr>
          <a:xfrm flipH="1">
            <a:off x="19873341" y="909828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9" name="Connector 5328"/>
          <p:cNvCxnSpPr/>
          <p:nvPr/>
        </p:nvCxnSpPr>
        <p:spPr>
          <a:xfrm flipH="1">
            <a:off x="19829780" y="930402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0" name="Connector 5329"/>
          <p:cNvCxnSpPr/>
          <p:nvPr/>
        </p:nvCxnSpPr>
        <p:spPr>
          <a:xfrm flipH="1">
            <a:off x="19773772" y="950976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1" name="Connector 5330"/>
          <p:cNvCxnSpPr/>
          <p:nvPr/>
        </p:nvCxnSpPr>
        <p:spPr>
          <a:xfrm flipH="1">
            <a:off x="19705320" y="971550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2" name="Connector 5331"/>
          <p:cNvCxnSpPr/>
          <p:nvPr/>
        </p:nvCxnSpPr>
        <p:spPr>
          <a:xfrm>
            <a:off x="19705320" y="7452360"/>
            <a:ext cx="85217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3" name="Connector 5332"/>
          <p:cNvCxnSpPr/>
          <p:nvPr/>
        </p:nvCxnSpPr>
        <p:spPr>
          <a:xfrm>
            <a:off x="19790537" y="7760969"/>
            <a:ext cx="69723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4" name="Connector 5333"/>
          <p:cNvCxnSpPr/>
          <p:nvPr/>
        </p:nvCxnSpPr>
        <p:spPr>
          <a:xfrm>
            <a:off x="19860260" y="806958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5" name="Connector 5334"/>
          <p:cNvCxnSpPr/>
          <p:nvPr/>
        </p:nvCxnSpPr>
        <p:spPr>
          <a:xfrm>
            <a:off x="19914489" y="837819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6" name="Connector 5335"/>
          <p:cNvCxnSpPr/>
          <p:nvPr/>
        </p:nvCxnSpPr>
        <p:spPr>
          <a:xfrm>
            <a:off x="19953224" y="8686800"/>
            <a:ext cx="23240" cy="30860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7" name="Connector 5336"/>
          <p:cNvCxnSpPr/>
          <p:nvPr/>
        </p:nvCxnSpPr>
        <p:spPr>
          <a:xfrm>
            <a:off x="19976464" y="8995409"/>
            <a:ext cx="7748" cy="30861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8" name="Connector 5337"/>
          <p:cNvCxnSpPr/>
          <p:nvPr/>
        </p:nvCxnSpPr>
        <p:spPr>
          <a:xfrm flipH="1">
            <a:off x="19976465" y="9304020"/>
            <a:ext cx="774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9" name="Connector 5338"/>
          <p:cNvCxnSpPr/>
          <p:nvPr/>
        </p:nvCxnSpPr>
        <p:spPr>
          <a:xfrm flipH="1">
            <a:off x="19953224" y="9612630"/>
            <a:ext cx="23241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0" name="Connector 5339"/>
          <p:cNvCxnSpPr/>
          <p:nvPr/>
        </p:nvCxnSpPr>
        <p:spPr>
          <a:xfrm flipH="1">
            <a:off x="19914489" y="9921240"/>
            <a:ext cx="38735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1" name="Connector 5340"/>
          <p:cNvCxnSpPr/>
          <p:nvPr/>
        </p:nvCxnSpPr>
        <p:spPr>
          <a:xfrm flipH="1">
            <a:off x="19860260" y="10229850"/>
            <a:ext cx="54229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2" name="Connector 5341"/>
          <p:cNvCxnSpPr/>
          <p:nvPr/>
        </p:nvCxnSpPr>
        <p:spPr>
          <a:xfrm flipH="1">
            <a:off x="19790537" y="10538460"/>
            <a:ext cx="69723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3" name="Connector 5342"/>
          <p:cNvCxnSpPr/>
          <p:nvPr/>
        </p:nvCxnSpPr>
        <p:spPr>
          <a:xfrm flipH="1">
            <a:off x="19705320" y="10847070"/>
            <a:ext cx="85217" cy="30861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4" name="Connector 5343"/>
          <p:cNvCxnSpPr/>
          <p:nvPr/>
        </p:nvCxnSpPr>
        <p:spPr>
          <a:xfrm>
            <a:off x="19705320" y="868680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5" name="Connector 5344"/>
          <p:cNvCxnSpPr/>
          <p:nvPr/>
        </p:nvCxnSpPr>
        <p:spPr>
          <a:xfrm>
            <a:off x="19757008" y="878966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6" name="Connector 5345"/>
          <p:cNvCxnSpPr/>
          <p:nvPr/>
        </p:nvCxnSpPr>
        <p:spPr>
          <a:xfrm>
            <a:off x="19799300" y="889254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7" name="Connector 5346"/>
          <p:cNvCxnSpPr/>
          <p:nvPr/>
        </p:nvCxnSpPr>
        <p:spPr>
          <a:xfrm>
            <a:off x="19832193" y="899541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8" name="Connector 5347"/>
          <p:cNvCxnSpPr/>
          <p:nvPr/>
        </p:nvCxnSpPr>
        <p:spPr>
          <a:xfrm>
            <a:off x="19855688" y="909828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9" name="Connector 5348"/>
          <p:cNvCxnSpPr/>
          <p:nvPr/>
        </p:nvCxnSpPr>
        <p:spPr>
          <a:xfrm>
            <a:off x="19869785" y="920114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0" name="Connector 5349"/>
          <p:cNvCxnSpPr/>
          <p:nvPr/>
        </p:nvCxnSpPr>
        <p:spPr>
          <a:xfrm flipH="1">
            <a:off x="19869785" y="930402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1" name="Connector 5350"/>
          <p:cNvCxnSpPr/>
          <p:nvPr/>
        </p:nvCxnSpPr>
        <p:spPr>
          <a:xfrm flipH="1">
            <a:off x="19855688" y="940689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2" name="Connector 5351"/>
          <p:cNvCxnSpPr/>
          <p:nvPr/>
        </p:nvCxnSpPr>
        <p:spPr>
          <a:xfrm flipH="1">
            <a:off x="19832193" y="950976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3" name="Connector 5352"/>
          <p:cNvCxnSpPr/>
          <p:nvPr/>
        </p:nvCxnSpPr>
        <p:spPr>
          <a:xfrm flipH="1">
            <a:off x="19799300" y="961263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4" name="Connector 5353"/>
          <p:cNvCxnSpPr/>
          <p:nvPr/>
        </p:nvCxnSpPr>
        <p:spPr>
          <a:xfrm flipH="1">
            <a:off x="19757009" y="971550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5" name="Connector 5354"/>
          <p:cNvCxnSpPr/>
          <p:nvPr/>
        </p:nvCxnSpPr>
        <p:spPr>
          <a:xfrm flipH="1">
            <a:off x="19705320" y="981837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6" name="Connector 5355"/>
          <p:cNvCxnSpPr/>
          <p:nvPr/>
        </p:nvCxnSpPr>
        <p:spPr>
          <a:xfrm>
            <a:off x="19705320" y="868680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7" name="Connector 5356"/>
          <p:cNvCxnSpPr/>
          <p:nvPr/>
        </p:nvCxnSpPr>
        <p:spPr>
          <a:xfrm>
            <a:off x="19773772" y="889254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8" name="Connector 5357"/>
          <p:cNvCxnSpPr/>
          <p:nvPr/>
        </p:nvCxnSpPr>
        <p:spPr>
          <a:xfrm>
            <a:off x="19829780" y="909828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9" name="Connector 5358"/>
          <p:cNvCxnSpPr/>
          <p:nvPr/>
        </p:nvCxnSpPr>
        <p:spPr>
          <a:xfrm>
            <a:off x="19873341" y="93040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0" name="Connector 5359"/>
          <p:cNvCxnSpPr/>
          <p:nvPr/>
        </p:nvCxnSpPr>
        <p:spPr>
          <a:xfrm>
            <a:off x="19904456" y="9509760"/>
            <a:ext cx="1866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1" name="Connector 5360"/>
          <p:cNvCxnSpPr/>
          <p:nvPr/>
        </p:nvCxnSpPr>
        <p:spPr>
          <a:xfrm>
            <a:off x="19923124" y="9715500"/>
            <a:ext cx="6224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2" name="Connector 5361"/>
          <p:cNvCxnSpPr/>
          <p:nvPr/>
        </p:nvCxnSpPr>
        <p:spPr>
          <a:xfrm flipH="1">
            <a:off x="19923125" y="9921240"/>
            <a:ext cx="6223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3" name="Connector 5362"/>
          <p:cNvCxnSpPr/>
          <p:nvPr/>
        </p:nvCxnSpPr>
        <p:spPr>
          <a:xfrm flipH="1">
            <a:off x="19904456" y="10126980"/>
            <a:ext cx="18669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4" name="Connector 5363"/>
          <p:cNvCxnSpPr/>
          <p:nvPr/>
        </p:nvCxnSpPr>
        <p:spPr>
          <a:xfrm flipH="1">
            <a:off x="19873341" y="10332720"/>
            <a:ext cx="31115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5" name="Connector 5364"/>
          <p:cNvCxnSpPr/>
          <p:nvPr/>
        </p:nvCxnSpPr>
        <p:spPr>
          <a:xfrm flipH="1">
            <a:off x="19829780" y="10538460"/>
            <a:ext cx="43561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6" name="Connector 5365"/>
          <p:cNvCxnSpPr/>
          <p:nvPr/>
        </p:nvCxnSpPr>
        <p:spPr>
          <a:xfrm flipH="1">
            <a:off x="19773772" y="10744200"/>
            <a:ext cx="56008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7" name="Connector 5366"/>
          <p:cNvCxnSpPr/>
          <p:nvPr/>
        </p:nvCxnSpPr>
        <p:spPr>
          <a:xfrm flipH="1">
            <a:off x="19705320" y="10949940"/>
            <a:ext cx="68452" cy="20574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8" name="Connector 5367"/>
          <p:cNvCxnSpPr/>
          <p:nvPr/>
        </p:nvCxnSpPr>
        <p:spPr>
          <a:xfrm>
            <a:off x="19705320" y="9921240"/>
            <a:ext cx="51688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9" name="Connector 5368"/>
          <p:cNvCxnSpPr/>
          <p:nvPr/>
        </p:nvCxnSpPr>
        <p:spPr>
          <a:xfrm>
            <a:off x="19757008" y="10024109"/>
            <a:ext cx="42292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0" name="Connector 5369"/>
          <p:cNvCxnSpPr/>
          <p:nvPr/>
        </p:nvCxnSpPr>
        <p:spPr>
          <a:xfrm>
            <a:off x="19799300" y="1012698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1" name="Connector 5370"/>
          <p:cNvCxnSpPr/>
          <p:nvPr/>
        </p:nvCxnSpPr>
        <p:spPr>
          <a:xfrm>
            <a:off x="19832193" y="1022985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2" name="Connector 5371"/>
          <p:cNvCxnSpPr/>
          <p:nvPr/>
        </p:nvCxnSpPr>
        <p:spPr>
          <a:xfrm>
            <a:off x="19855688" y="10332720"/>
            <a:ext cx="14097" cy="102869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3" name="Connector 5372"/>
          <p:cNvCxnSpPr/>
          <p:nvPr/>
        </p:nvCxnSpPr>
        <p:spPr>
          <a:xfrm>
            <a:off x="19869785" y="10435589"/>
            <a:ext cx="4699" cy="102871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4" name="Connector 5373"/>
          <p:cNvCxnSpPr/>
          <p:nvPr/>
        </p:nvCxnSpPr>
        <p:spPr>
          <a:xfrm flipH="1">
            <a:off x="19869785" y="10538460"/>
            <a:ext cx="469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5" name="Connector 5374"/>
          <p:cNvCxnSpPr/>
          <p:nvPr/>
        </p:nvCxnSpPr>
        <p:spPr>
          <a:xfrm flipH="1">
            <a:off x="19855688" y="10641330"/>
            <a:ext cx="14097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6" name="Connector 5375"/>
          <p:cNvCxnSpPr/>
          <p:nvPr/>
        </p:nvCxnSpPr>
        <p:spPr>
          <a:xfrm flipH="1">
            <a:off x="19832193" y="10744200"/>
            <a:ext cx="23495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7" name="Connector 5376"/>
          <p:cNvCxnSpPr/>
          <p:nvPr/>
        </p:nvCxnSpPr>
        <p:spPr>
          <a:xfrm flipH="1">
            <a:off x="19799300" y="10847070"/>
            <a:ext cx="32893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8" name="Connector 5377"/>
          <p:cNvCxnSpPr/>
          <p:nvPr/>
        </p:nvCxnSpPr>
        <p:spPr>
          <a:xfrm flipH="1">
            <a:off x="19757009" y="10949940"/>
            <a:ext cx="42291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9" name="Connector 5378"/>
          <p:cNvCxnSpPr/>
          <p:nvPr/>
        </p:nvCxnSpPr>
        <p:spPr>
          <a:xfrm flipH="1">
            <a:off x="19705320" y="11052810"/>
            <a:ext cx="51689" cy="102870"/>
          </a:xfrm>
          <a:prstGeom prst="line">
            <a:avLst/>
          </a:prstGeom>
          <a:ln w="91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0" name="TextBox 5379"/>
          <p:cNvSpPr txBox="1"/>
          <p:nvPr/>
        </p:nvSpPr>
        <p:spPr>
          <a:xfrm>
            <a:off x="685800" y="237744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5381" name="Rectangle 5380"/>
          <p:cNvSpPr/>
          <p:nvPr/>
        </p:nvSpPr>
        <p:spPr>
          <a:xfrm>
            <a:off x="1911095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2" name="TextBox 5381"/>
          <p:cNvSpPr txBox="1"/>
          <p:nvPr/>
        </p:nvSpPr>
        <p:spPr>
          <a:xfrm>
            <a:off x="-763524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r0</a:t>
            </a:r>
          </a:p>
        </p:txBody>
      </p:sp>
      <p:sp>
        <p:nvSpPr>
          <p:cNvPr id="5383" name="Rectangle 5382"/>
          <p:cNvSpPr/>
          <p:nvPr/>
        </p:nvSpPr>
        <p:spPr>
          <a:xfrm>
            <a:off x="437997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4" name="TextBox 5383"/>
          <p:cNvSpPr txBox="1"/>
          <p:nvPr/>
        </p:nvSpPr>
        <p:spPr>
          <a:xfrm>
            <a:off x="-516636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r1</a:t>
            </a:r>
          </a:p>
        </p:txBody>
      </p:sp>
      <p:sp>
        <p:nvSpPr>
          <p:cNvPr id="5385" name="Rectangle 5384"/>
          <p:cNvSpPr/>
          <p:nvPr/>
        </p:nvSpPr>
        <p:spPr>
          <a:xfrm>
            <a:off x="684885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6" name="TextBox 5385"/>
          <p:cNvSpPr txBox="1"/>
          <p:nvPr/>
        </p:nvSpPr>
        <p:spPr>
          <a:xfrm>
            <a:off x="-269748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r2</a:t>
            </a:r>
          </a:p>
        </p:txBody>
      </p:sp>
      <p:sp>
        <p:nvSpPr>
          <p:cNvPr id="5387" name="Rectangle 5386"/>
          <p:cNvSpPr/>
          <p:nvPr/>
        </p:nvSpPr>
        <p:spPr>
          <a:xfrm>
            <a:off x="931773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8" name="TextBox 5387"/>
          <p:cNvSpPr txBox="1"/>
          <p:nvPr/>
        </p:nvSpPr>
        <p:spPr>
          <a:xfrm>
            <a:off x="-22860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r3</a:t>
            </a:r>
          </a:p>
        </p:txBody>
      </p:sp>
      <p:sp>
        <p:nvSpPr>
          <p:cNvPr id="5389" name="Rectangle 5388"/>
          <p:cNvSpPr/>
          <p:nvPr/>
        </p:nvSpPr>
        <p:spPr>
          <a:xfrm>
            <a:off x="1178661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0" name="TextBox 5389"/>
          <p:cNvSpPr txBox="1"/>
          <p:nvPr/>
        </p:nvSpPr>
        <p:spPr>
          <a:xfrm>
            <a:off x="224028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r4</a:t>
            </a:r>
          </a:p>
        </p:txBody>
      </p:sp>
      <p:sp>
        <p:nvSpPr>
          <p:cNvPr id="5391" name="Rectangle 5390"/>
          <p:cNvSpPr/>
          <p:nvPr/>
        </p:nvSpPr>
        <p:spPr>
          <a:xfrm>
            <a:off x="1425549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2" name="TextBox 5391"/>
          <p:cNvSpPr txBox="1"/>
          <p:nvPr/>
        </p:nvSpPr>
        <p:spPr>
          <a:xfrm>
            <a:off x="470916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r5</a:t>
            </a:r>
          </a:p>
        </p:txBody>
      </p:sp>
      <p:sp>
        <p:nvSpPr>
          <p:cNvPr id="5393" name="Rectangle 5392"/>
          <p:cNvSpPr/>
          <p:nvPr/>
        </p:nvSpPr>
        <p:spPr>
          <a:xfrm>
            <a:off x="1672437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4" name="TextBox 5393"/>
          <p:cNvSpPr txBox="1"/>
          <p:nvPr/>
        </p:nvSpPr>
        <p:spPr>
          <a:xfrm>
            <a:off x="717804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r6</a:t>
            </a:r>
          </a:p>
        </p:txBody>
      </p:sp>
      <p:sp>
        <p:nvSpPr>
          <p:cNvPr id="5395" name="Rectangle 5394"/>
          <p:cNvSpPr/>
          <p:nvPr/>
        </p:nvSpPr>
        <p:spPr>
          <a:xfrm>
            <a:off x="19193256" y="23225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6" name="TextBox 5395"/>
          <p:cNvSpPr txBox="1"/>
          <p:nvPr/>
        </p:nvSpPr>
        <p:spPr>
          <a:xfrm>
            <a:off x="9646920" y="23591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r7</a:t>
            </a:r>
          </a:p>
        </p:txBody>
      </p:sp>
      <p:sp>
        <p:nvSpPr>
          <p:cNvPr id="5397" name="TextBox 5396"/>
          <p:cNvSpPr txBox="1"/>
          <p:nvPr/>
        </p:nvSpPr>
        <p:spPr>
          <a:xfrm>
            <a:off x="685800" y="361188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1</a:t>
            </a:r>
          </a:p>
        </p:txBody>
      </p:sp>
      <p:sp>
        <p:nvSpPr>
          <p:cNvPr id="5398" name="Rectangle 5397"/>
          <p:cNvSpPr/>
          <p:nvPr/>
        </p:nvSpPr>
        <p:spPr>
          <a:xfrm>
            <a:off x="1911095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9" name="TextBox 5398"/>
          <p:cNvSpPr txBox="1"/>
          <p:nvPr/>
        </p:nvSpPr>
        <p:spPr>
          <a:xfrm>
            <a:off x="-763524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r8</a:t>
            </a:r>
          </a:p>
        </p:txBody>
      </p:sp>
      <p:sp>
        <p:nvSpPr>
          <p:cNvPr id="5400" name="Rectangle 5399"/>
          <p:cNvSpPr/>
          <p:nvPr/>
        </p:nvSpPr>
        <p:spPr>
          <a:xfrm>
            <a:off x="437997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1" name="TextBox 5400"/>
          <p:cNvSpPr txBox="1"/>
          <p:nvPr/>
        </p:nvSpPr>
        <p:spPr>
          <a:xfrm>
            <a:off x="-516636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r9</a:t>
            </a:r>
          </a:p>
        </p:txBody>
      </p:sp>
      <p:sp>
        <p:nvSpPr>
          <p:cNvPr id="5402" name="Rectangle 5401"/>
          <p:cNvSpPr/>
          <p:nvPr/>
        </p:nvSpPr>
        <p:spPr>
          <a:xfrm>
            <a:off x="684885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3" name="TextBox 5402"/>
          <p:cNvSpPr txBox="1"/>
          <p:nvPr/>
        </p:nvSpPr>
        <p:spPr>
          <a:xfrm>
            <a:off x="-269748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r10</a:t>
            </a:r>
          </a:p>
        </p:txBody>
      </p:sp>
      <p:sp>
        <p:nvSpPr>
          <p:cNvPr id="5404" name="Rectangle 5403"/>
          <p:cNvSpPr/>
          <p:nvPr/>
        </p:nvSpPr>
        <p:spPr>
          <a:xfrm>
            <a:off x="931773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5" name="TextBox 5404"/>
          <p:cNvSpPr txBox="1"/>
          <p:nvPr/>
        </p:nvSpPr>
        <p:spPr>
          <a:xfrm>
            <a:off x="-22860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r11</a:t>
            </a:r>
          </a:p>
        </p:txBody>
      </p:sp>
      <p:sp>
        <p:nvSpPr>
          <p:cNvPr id="5406" name="Rectangle 5405"/>
          <p:cNvSpPr/>
          <p:nvPr/>
        </p:nvSpPr>
        <p:spPr>
          <a:xfrm>
            <a:off x="1178661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7" name="TextBox 5406"/>
          <p:cNvSpPr txBox="1"/>
          <p:nvPr/>
        </p:nvSpPr>
        <p:spPr>
          <a:xfrm>
            <a:off x="224028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r12</a:t>
            </a:r>
          </a:p>
        </p:txBody>
      </p:sp>
      <p:sp>
        <p:nvSpPr>
          <p:cNvPr id="5408" name="Rectangle 5407"/>
          <p:cNvSpPr/>
          <p:nvPr/>
        </p:nvSpPr>
        <p:spPr>
          <a:xfrm>
            <a:off x="1425549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9" name="TextBox 5408"/>
          <p:cNvSpPr txBox="1"/>
          <p:nvPr/>
        </p:nvSpPr>
        <p:spPr>
          <a:xfrm>
            <a:off x="470916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r13</a:t>
            </a:r>
          </a:p>
        </p:txBody>
      </p:sp>
      <p:sp>
        <p:nvSpPr>
          <p:cNvPr id="5410" name="Rectangle 5409"/>
          <p:cNvSpPr/>
          <p:nvPr/>
        </p:nvSpPr>
        <p:spPr>
          <a:xfrm>
            <a:off x="1672437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1" name="TextBox 5410"/>
          <p:cNvSpPr txBox="1"/>
          <p:nvPr/>
        </p:nvSpPr>
        <p:spPr>
          <a:xfrm>
            <a:off x="717804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r14</a:t>
            </a:r>
          </a:p>
        </p:txBody>
      </p:sp>
      <p:sp>
        <p:nvSpPr>
          <p:cNvPr id="5412" name="Rectangle 5411"/>
          <p:cNvSpPr/>
          <p:nvPr/>
        </p:nvSpPr>
        <p:spPr>
          <a:xfrm>
            <a:off x="19193256" y="35570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3" name="TextBox 5412"/>
          <p:cNvSpPr txBox="1"/>
          <p:nvPr/>
        </p:nvSpPr>
        <p:spPr>
          <a:xfrm>
            <a:off x="9646920" y="35935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r15</a:t>
            </a:r>
          </a:p>
        </p:txBody>
      </p:sp>
      <p:sp>
        <p:nvSpPr>
          <p:cNvPr id="5414" name="TextBox 5413"/>
          <p:cNvSpPr txBox="1"/>
          <p:nvPr/>
        </p:nvSpPr>
        <p:spPr>
          <a:xfrm>
            <a:off x="685800" y="484632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2</a:t>
            </a:r>
          </a:p>
        </p:txBody>
      </p:sp>
      <p:sp>
        <p:nvSpPr>
          <p:cNvPr id="5415" name="Rectangle 5414"/>
          <p:cNvSpPr/>
          <p:nvPr/>
        </p:nvSpPr>
        <p:spPr>
          <a:xfrm>
            <a:off x="1911095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6" name="TextBox 5415"/>
          <p:cNvSpPr txBox="1"/>
          <p:nvPr/>
        </p:nvSpPr>
        <p:spPr>
          <a:xfrm>
            <a:off x="-763524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r16</a:t>
            </a:r>
          </a:p>
        </p:txBody>
      </p:sp>
      <p:sp>
        <p:nvSpPr>
          <p:cNvPr id="5417" name="Rectangle 5416"/>
          <p:cNvSpPr/>
          <p:nvPr/>
        </p:nvSpPr>
        <p:spPr>
          <a:xfrm>
            <a:off x="437997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8" name="TextBox 5417"/>
          <p:cNvSpPr txBox="1"/>
          <p:nvPr/>
        </p:nvSpPr>
        <p:spPr>
          <a:xfrm>
            <a:off x="-516636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r17</a:t>
            </a:r>
          </a:p>
        </p:txBody>
      </p:sp>
      <p:sp>
        <p:nvSpPr>
          <p:cNvPr id="5419" name="Rectangle 5418"/>
          <p:cNvSpPr/>
          <p:nvPr/>
        </p:nvSpPr>
        <p:spPr>
          <a:xfrm>
            <a:off x="684885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0" name="TextBox 5419"/>
          <p:cNvSpPr txBox="1"/>
          <p:nvPr/>
        </p:nvSpPr>
        <p:spPr>
          <a:xfrm>
            <a:off x="-269748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r18</a:t>
            </a:r>
          </a:p>
        </p:txBody>
      </p:sp>
      <p:sp>
        <p:nvSpPr>
          <p:cNvPr id="5421" name="Rectangle 5420"/>
          <p:cNvSpPr/>
          <p:nvPr/>
        </p:nvSpPr>
        <p:spPr>
          <a:xfrm>
            <a:off x="931773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2" name="TextBox 5421"/>
          <p:cNvSpPr txBox="1"/>
          <p:nvPr/>
        </p:nvSpPr>
        <p:spPr>
          <a:xfrm>
            <a:off x="-22860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r19</a:t>
            </a:r>
          </a:p>
        </p:txBody>
      </p:sp>
      <p:sp>
        <p:nvSpPr>
          <p:cNvPr id="5423" name="Rectangle 5422"/>
          <p:cNvSpPr/>
          <p:nvPr/>
        </p:nvSpPr>
        <p:spPr>
          <a:xfrm>
            <a:off x="1178661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4" name="TextBox 5423"/>
          <p:cNvSpPr txBox="1"/>
          <p:nvPr/>
        </p:nvSpPr>
        <p:spPr>
          <a:xfrm>
            <a:off x="224028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r20</a:t>
            </a:r>
          </a:p>
        </p:txBody>
      </p:sp>
      <p:sp>
        <p:nvSpPr>
          <p:cNvPr id="5425" name="Rectangle 5424"/>
          <p:cNvSpPr/>
          <p:nvPr/>
        </p:nvSpPr>
        <p:spPr>
          <a:xfrm>
            <a:off x="1425549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6" name="TextBox 5425"/>
          <p:cNvSpPr txBox="1"/>
          <p:nvPr/>
        </p:nvSpPr>
        <p:spPr>
          <a:xfrm>
            <a:off x="470916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r21</a:t>
            </a:r>
          </a:p>
        </p:txBody>
      </p:sp>
      <p:sp>
        <p:nvSpPr>
          <p:cNvPr id="5427" name="Rectangle 5426"/>
          <p:cNvSpPr/>
          <p:nvPr/>
        </p:nvSpPr>
        <p:spPr>
          <a:xfrm>
            <a:off x="1672437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8" name="TextBox 5427"/>
          <p:cNvSpPr txBox="1"/>
          <p:nvPr/>
        </p:nvSpPr>
        <p:spPr>
          <a:xfrm>
            <a:off x="717804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r22</a:t>
            </a:r>
          </a:p>
        </p:txBody>
      </p:sp>
      <p:sp>
        <p:nvSpPr>
          <p:cNvPr id="5429" name="Rectangle 5428"/>
          <p:cNvSpPr/>
          <p:nvPr/>
        </p:nvSpPr>
        <p:spPr>
          <a:xfrm>
            <a:off x="19193256" y="47914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0" name="TextBox 5429"/>
          <p:cNvSpPr txBox="1"/>
          <p:nvPr/>
        </p:nvSpPr>
        <p:spPr>
          <a:xfrm>
            <a:off x="9646920" y="48280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r23</a:t>
            </a:r>
          </a:p>
        </p:txBody>
      </p:sp>
      <p:sp>
        <p:nvSpPr>
          <p:cNvPr id="5431" name="TextBox 5430"/>
          <p:cNvSpPr txBox="1"/>
          <p:nvPr/>
        </p:nvSpPr>
        <p:spPr>
          <a:xfrm>
            <a:off x="685800" y="608076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3</a:t>
            </a:r>
          </a:p>
        </p:txBody>
      </p:sp>
      <p:sp>
        <p:nvSpPr>
          <p:cNvPr id="5432" name="Rectangle 5431"/>
          <p:cNvSpPr/>
          <p:nvPr/>
        </p:nvSpPr>
        <p:spPr>
          <a:xfrm>
            <a:off x="1911095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3" name="TextBox 5432"/>
          <p:cNvSpPr txBox="1"/>
          <p:nvPr/>
        </p:nvSpPr>
        <p:spPr>
          <a:xfrm>
            <a:off x="-763524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r24</a:t>
            </a:r>
          </a:p>
        </p:txBody>
      </p:sp>
      <p:sp>
        <p:nvSpPr>
          <p:cNvPr id="5434" name="Rectangle 5433"/>
          <p:cNvSpPr/>
          <p:nvPr/>
        </p:nvSpPr>
        <p:spPr>
          <a:xfrm>
            <a:off x="437997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5" name="TextBox 5434"/>
          <p:cNvSpPr txBox="1"/>
          <p:nvPr/>
        </p:nvSpPr>
        <p:spPr>
          <a:xfrm>
            <a:off x="-516636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r25</a:t>
            </a:r>
          </a:p>
        </p:txBody>
      </p:sp>
      <p:sp>
        <p:nvSpPr>
          <p:cNvPr id="5436" name="Rectangle 5435"/>
          <p:cNvSpPr/>
          <p:nvPr/>
        </p:nvSpPr>
        <p:spPr>
          <a:xfrm>
            <a:off x="684885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7" name="TextBox 5436"/>
          <p:cNvSpPr txBox="1"/>
          <p:nvPr/>
        </p:nvSpPr>
        <p:spPr>
          <a:xfrm>
            <a:off x="-269748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r26</a:t>
            </a:r>
          </a:p>
        </p:txBody>
      </p:sp>
      <p:sp>
        <p:nvSpPr>
          <p:cNvPr id="5438" name="Rectangle 5437"/>
          <p:cNvSpPr/>
          <p:nvPr/>
        </p:nvSpPr>
        <p:spPr>
          <a:xfrm>
            <a:off x="931773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9" name="TextBox 5438"/>
          <p:cNvSpPr txBox="1"/>
          <p:nvPr/>
        </p:nvSpPr>
        <p:spPr>
          <a:xfrm>
            <a:off x="-22860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r27</a:t>
            </a:r>
          </a:p>
        </p:txBody>
      </p:sp>
      <p:sp>
        <p:nvSpPr>
          <p:cNvPr id="5440" name="Rectangle 5439"/>
          <p:cNvSpPr/>
          <p:nvPr/>
        </p:nvSpPr>
        <p:spPr>
          <a:xfrm>
            <a:off x="1178661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1" name="TextBox 5440"/>
          <p:cNvSpPr txBox="1"/>
          <p:nvPr/>
        </p:nvSpPr>
        <p:spPr>
          <a:xfrm>
            <a:off x="224028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r28</a:t>
            </a:r>
          </a:p>
        </p:txBody>
      </p:sp>
      <p:sp>
        <p:nvSpPr>
          <p:cNvPr id="5442" name="Rectangle 5441"/>
          <p:cNvSpPr/>
          <p:nvPr/>
        </p:nvSpPr>
        <p:spPr>
          <a:xfrm>
            <a:off x="1425549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3" name="TextBox 5442"/>
          <p:cNvSpPr txBox="1"/>
          <p:nvPr/>
        </p:nvSpPr>
        <p:spPr>
          <a:xfrm>
            <a:off x="470916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r29</a:t>
            </a:r>
          </a:p>
        </p:txBody>
      </p:sp>
      <p:sp>
        <p:nvSpPr>
          <p:cNvPr id="5444" name="Rectangle 5443"/>
          <p:cNvSpPr/>
          <p:nvPr/>
        </p:nvSpPr>
        <p:spPr>
          <a:xfrm>
            <a:off x="1672437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5" name="TextBox 5444"/>
          <p:cNvSpPr txBox="1"/>
          <p:nvPr/>
        </p:nvSpPr>
        <p:spPr>
          <a:xfrm>
            <a:off x="717804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r30</a:t>
            </a:r>
          </a:p>
        </p:txBody>
      </p:sp>
      <p:sp>
        <p:nvSpPr>
          <p:cNvPr id="5446" name="Rectangle 5445"/>
          <p:cNvSpPr/>
          <p:nvPr/>
        </p:nvSpPr>
        <p:spPr>
          <a:xfrm>
            <a:off x="19193256" y="602589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7" name="TextBox 5446"/>
          <p:cNvSpPr txBox="1"/>
          <p:nvPr/>
        </p:nvSpPr>
        <p:spPr>
          <a:xfrm>
            <a:off x="9646920" y="606247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r31</a:t>
            </a:r>
          </a:p>
        </p:txBody>
      </p:sp>
      <p:sp>
        <p:nvSpPr>
          <p:cNvPr id="5448" name="TextBox 5447"/>
          <p:cNvSpPr txBox="1"/>
          <p:nvPr/>
        </p:nvSpPr>
        <p:spPr>
          <a:xfrm>
            <a:off x="685800" y="731520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4</a:t>
            </a:r>
          </a:p>
        </p:txBody>
      </p:sp>
      <p:sp>
        <p:nvSpPr>
          <p:cNvPr id="5449" name="Rectangle 5448"/>
          <p:cNvSpPr/>
          <p:nvPr/>
        </p:nvSpPr>
        <p:spPr>
          <a:xfrm>
            <a:off x="1911095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0" name="TextBox 5449"/>
          <p:cNvSpPr txBox="1"/>
          <p:nvPr/>
        </p:nvSpPr>
        <p:spPr>
          <a:xfrm>
            <a:off x="-763524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r32</a:t>
            </a:r>
          </a:p>
        </p:txBody>
      </p:sp>
      <p:sp>
        <p:nvSpPr>
          <p:cNvPr id="5451" name="Rectangle 5450"/>
          <p:cNvSpPr/>
          <p:nvPr/>
        </p:nvSpPr>
        <p:spPr>
          <a:xfrm>
            <a:off x="437997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2" name="TextBox 5451"/>
          <p:cNvSpPr txBox="1"/>
          <p:nvPr/>
        </p:nvSpPr>
        <p:spPr>
          <a:xfrm>
            <a:off x="-516636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r33</a:t>
            </a:r>
          </a:p>
        </p:txBody>
      </p:sp>
      <p:sp>
        <p:nvSpPr>
          <p:cNvPr id="5453" name="Rectangle 5452"/>
          <p:cNvSpPr/>
          <p:nvPr/>
        </p:nvSpPr>
        <p:spPr>
          <a:xfrm>
            <a:off x="684885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4" name="TextBox 5453"/>
          <p:cNvSpPr txBox="1"/>
          <p:nvPr/>
        </p:nvSpPr>
        <p:spPr>
          <a:xfrm>
            <a:off x="-269748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r34</a:t>
            </a:r>
          </a:p>
        </p:txBody>
      </p:sp>
      <p:sp>
        <p:nvSpPr>
          <p:cNvPr id="5455" name="Rectangle 5454"/>
          <p:cNvSpPr/>
          <p:nvPr/>
        </p:nvSpPr>
        <p:spPr>
          <a:xfrm>
            <a:off x="931773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6" name="TextBox 5455"/>
          <p:cNvSpPr txBox="1"/>
          <p:nvPr/>
        </p:nvSpPr>
        <p:spPr>
          <a:xfrm>
            <a:off x="-22860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r35</a:t>
            </a:r>
          </a:p>
        </p:txBody>
      </p:sp>
      <p:sp>
        <p:nvSpPr>
          <p:cNvPr id="5457" name="Rectangle 5456"/>
          <p:cNvSpPr/>
          <p:nvPr/>
        </p:nvSpPr>
        <p:spPr>
          <a:xfrm>
            <a:off x="1178661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8" name="TextBox 5457"/>
          <p:cNvSpPr txBox="1"/>
          <p:nvPr/>
        </p:nvSpPr>
        <p:spPr>
          <a:xfrm>
            <a:off x="224028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r36</a:t>
            </a:r>
          </a:p>
        </p:txBody>
      </p:sp>
      <p:sp>
        <p:nvSpPr>
          <p:cNvPr id="5459" name="Rectangle 5458"/>
          <p:cNvSpPr/>
          <p:nvPr/>
        </p:nvSpPr>
        <p:spPr>
          <a:xfrm>
            <a:off x="1425549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0" name="TextBox 5459"/>
          <p:cNvSpPr txBox="1"/>
          <p:nvPr/>
        </p:nvSpPr>
        <p:spPr>
          <a:xfrm>
            <a:off x="470916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r37</a:t>
            </a:r>
          </a:p>
        </p:txBody>
      </p:sp>
      <p:sp>
        <p:nvSpPr>
          <p:cNvPr id="5461" name="Rectangle 5460"/>
          <p:cNvSpPr/>
          <p:nvPr/>
        </p:nvSpPr>
        <p:spPr>
          <a:xfrm>
            <a:off x="1672437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2" name="TextBox 5461"/>
          <p:cNvSpPr txBox="1"/>
          <p:nvPr/>
        </p:nvSpPr>
        <p:spPr>
          <a:xfrm>
            <a:off x="717804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r38</a:t>
            </a:r>
          </a:p>
        </p:txBody>
      </p:sp>
      <p:sp>
        <p:nvSpPr>
          <p:cNvPr id="5463" name="Rectangle 5462"/>
          <p:cNvSpPr/>
          <p:nvPr/>
        </p:nvSpPr>
        <p:spPr>
          <a:xfrm>
            <a:off x="19193256" y="726033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4" name="TextBox 5463"/>
          <p:cNvSpPr txBox="1"/>
          <p:nvPr/>
        </p:nvSpPr>
        <p:spPr>
          <a:xfrm>
            <a:off x="9646920" y="729691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r39</a:t>
            </a:r>
          </a:p>
        </p:txBody>
      </p:sp>
      <p:sp>
        <p:nvSpPr>
          <p:cNvPr id="5465" name="TextBox 5464"/>
          <p:cNvSpPr txBox="1"/>
          <p:nvPr/>
        </p:nvSpPr>
        <p:spPr>
          <a:xfrm>
            <a:off x="685800" y="854964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5</a:t>
            </a:r>
          </a:p>
        </p:txBody>
      </p:sp>
      <p:sp>
        <p:nvSpPr>
          <p:cNvPr id="5466" name="Rectangle 5465"/>
          <p:cNvSpPr/>
          <p:nvPr/>
        </p:nvSpPr>
        <p:spPr>
          <a:xfrm>
            <a:off x="1911095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7" name="TextBox 5466"/>
          <p:cNvSpPr txBox="1"/>
          <p:nvPr/>
        </p:nvSpPr>
        <p:spPr>
          <a:xfrm>
            <a:off x="-763524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r40</a:t>
            </a:r>
          </a:p>
        </p:txBody>
      </p:sp>
      <p:sp>
        <p:nvSpPr>
          <p:cNvPr id="5468" name="Rectangle 5467"/>
          <p:cNvSpPr/>
          <p:nvPr/>
        </p:nvSpPr>
        <p:spPr>
          <a:xfrm>
            <a:off x="437997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9" name="TextBox 5468"/>
          <p:cNvSpPr txBox="1"/>
          <p:nvPr/>
        </p:nvSpPr>
        <p:spPr>
          <a:xfrm>
            <a:off x="-516636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r41</a:t>
            </a:r>
          </a:p>
        </p:txBody>
      </p:sp>
      <p:sp>
        <p:nvSpPr>
          <p:cNvPr id="5470" name="Rectangle 5469"/>
          <p:cNvSpPr/>
          <p:nvPr/>
        </p:nvSpPr>
        <p:spPr>
          <a:xfrm>
            <a:off x="684885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1" name="TextBox 5470"/>
          <p:cNvSpPr txBox="1"/>
          <p:nvPr/>
        </p:nvSpPr>
        <p:spPr>
          <a:xfrm>
            <a:off x="-269748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r42</a:t>
            </a:r>
          </a:p>
        </p:txBody>
      </p:sp>
      <p:sp>
        <p:nvSpPr>
          <p:cNvPr id="5472" name="Rectangle 5471"/>
          <p:cNvSpPr/>
          <p:nvPr/>
        </p:nvSpPr>
        <p:spPr>
          <a:xfrm>
            <a:off x="931773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3" name="TextBox 5472"/>
          <p:cNvSpPr txBox="1"/>
          <p:nvPr/>
        </p:nvSpPr>
        <p:spPr>
          <a:xfrm>
            <a:off x="-22860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r43</a:t>
            </a:r>
          </a:p>
        </p:txBody>
      </p:sp>
      <p:sp>
        <p:nvSpPr>
          <p:cNvPr id="5474" name="Rectangle 5473"/>
          <p:cNvSpPr/>
          <p:nvPr/>
        </p:nvSpPr>
        <p:spPr>
          <a:xfrm>
            <a:off x="1178661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5" name="TextBox 5474"/>
          <p:cNvSpPr txBox="1"/>
          <p:nvPr/>
        </p:nvSpPr>
        <p:spPr>
          <a:xfrm>
            <a:off x="224028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r44</a:t>
            </a:r>
          </a:p>
        </p:txBody>
      </p:sp>
      <p:sp>
        <p:nvSpPr>
          <p:cNvPr id="5476" name="Rectangle 5475"/>
          <p:cNvSpPr/>
          <p:nvPr/>
        </p:nvSpPr>
        <p:spPr>
          <a:xfrm>
            <a:off x="1425549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7" name="TextBox 5476"/>
          <p:cNvSpPr txBox="1"/>
          <p:nvPr/>
        </p:nvSpPr>
        <p:spPr>
          <a:xfrm>
            <a:off x="470916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r45</a:t>
            </a:r>
          </a:p>
        </p:txBody>
      </p:sp>
      <p:sp>
        <p:nvSpPr>
          <p:cNvPr id="5478" name="Rectangle 5477"/>
          <p:cNvSpPr/>
          <p:nvPr/>
        </p:nvSpPr>
        <p:spPr>
          <a:xfrm>
            <a:off x="1672437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9" name="TextBox 5478"/>
          <p:cNvSpPr txBox="1"/>
          <p:nvPr/>
        </p:nvSpPr>
        <p:spPr>
          <a:xfrm>
            <a:off x="717804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r46</a:t>
            </a:r>
          </a:p>
        </p:txBody>
      </p:sp>
      <p:sp>
        <p:nvSpPr>
          <p:cNvPr id="5480" name="Rectangle 5479"/>
          <p:cNvSpPr/>
          <p:nvPr/>
        </p:nvSpPr>
        <p:spPr>
          <a:xfrm>
            <a:off x="19193256" y="849477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1" name="TextBox 5480"/>
          <p:cNvSpPr txBox="1"/>
          <p:nvPr/>
        </p:nvSpPr>
        <p:spPr>
          <a:xfrm>
            <a:off x="9646920" y="853135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r47</a:t>
            </a:r>
          </a:p>
        </p:txBody>
      </p:sp>
      <p:sp>
        <p:nvSpPr>
          <p:cNvPr id="5482" name="TextBox 5481"/>
          <p:cNvSpPr txBox="1"/>
          <p:nvPr/>
        </p:nvSpPr>
        <p:spPr>
          <a:xfrm>
            <a:off x="685800" y="978408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6</a:t>
            </a:r>
          </a:p>
        </p:txBody>
      </p:sp>
      <p:sp>
        <p:nvSpPr>
          <p:cNvPr id="5483" name="Rectangle 5482"/>
          <p:cNvSpPr/>
          <p:nvPr/>
        </p:nvSpPr>
        <p:spPr>
          <a:xfrm>
            <a:off x="1911095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4" name="TextBox 5483"/>
          <p:cNvSpPr txBox="1"/>
          <p:nvPr/>
        </p:nvSpPr>
        <p:spPr>
          <a:xfrm>
            <a:off x="-763524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r48</a:t>
            </a:r>
          </a:p>
        </p:txBody>
      </p:sp>
      <p:sp>
        <p:nvSpPr>
          <p:cNvPr id="5485" name="Rectangle 5484"/>
          <p:cNvSpPr/>
          <p:nvPr/>
        </p:nvSpPr>
        <p:spPr>
          <a:xfrm>
            <a:off x="437997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6" name="TextBox 5485"/>
          <p:cNvSpPr txBox="1"/>
          <p:nvPr/>
        </p:nvSpPr>
        <p:spPr>
          <a:xfrm>
            <a:off x="-516636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r49</a:t>
            </a:r>
          </a:p>
        </p:txBody>
      </p:sp>
      <p:sp>
        <p:nvSpPr>
          <p:cNvPr id="5487" name="Rectangle 5486"/>
          <p:cNvSpPr/>
          <p:nvPr/>
        </p:nvSpPr>
        <p:spPr>
          <a:xfrm>
            <a:off x="684885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8" name="TextBox 5487"/>
          <p:cNvSpPr txBox="1"/>
          <p:nvPr/>
        </p:nvSpPr>
        <p:spPr>
          <a:xfrm>
            <a:off x="-269748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r50</a:t>
            </a:r>
          </a:p>
        </p:txBody>
      </p:sp>
      <p:sp>
        <p:nvSpPr>
          <p:cNvPr id="5489" name="Rectangle 5488"/>
          <p:cNvSpPr/>
          <p:nvPr/>
        </p:nvSpPr>
        <p:spPr>
          <a:xfrm>
            <a:off x="931773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0" name="TextBox 5489"/>
          <p:cNvSpPr txBox="1"/>
          <p:nvPr/>
        </p:nvSpPr>
        <p:spPr>
          <a:xfrm>
            <a:off x="-22860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r51</a:t>
            </a:r>
          </a:p>
        </p:txBody>
      </p:sp>
      <p:sp>
        <p:nvSpPr>
          <p:cNvPr id="5491" name="Rectangle 5490"/>
          <p:cNvSpPr/>
          <p:nvPr/>
        </p:nvSpPr>
        <p:spPr>
          <a:xfrm>
            <a:off x="1178661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2" name="TextBox 5491"/>
          <p:cNvSpPr txBox="1"/>
          <p:nvPr/>
        </p:nvSpPr>
        <p:spPr>
          <a:xfrm>
            <a:off x="224028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r52</a:t>
            </a:r>
          </a:p>
        </p:txBody>
      </p:sp>
      <p:sp>
        <p:nvSpPr>
          <p:cNvPr id="5493" name="Rectangle 5492"/>
          <p:cNvSpPr/>
          <p:nvPr/>
        </p:nvSpPr>
        <p:spPr>
          <a:xfrm>
            <a:off x="1425549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4" name="TextBox 5493"/>
          <p:cNvSpPr txBox="1"/>
          <p:nvPr/>
        </p:nvSpPr>
        <p:spPr>
          <a:xfrm>
            <a:off x="470916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r53</a:t>
            </a:r>
          </a:p>
        </p:txBody>
      </p:sp>
      <p:sp>
        <p:nvSpPr>
          <p:cNvPr id="5495" name="Rectangle 5494"/>
          <p:cNvSpPr/>
          <p:nvPr/>
        </p:nvSpPr>
        <p:spPr>
          <a:xfrm>
            <a:off x="1672437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6" name="TextBox 5495"/>
          <p:cNvSpPr txBox="1"/>
          <p:nvPr/>
        </p:nvSpPr>
        <p:spPr>
          <a:xfrm>
            <a:off x="717804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r54</a:t>
            </a:r>
          </a:p>
        </p:txBody>
      </p:sp>
      <p:sp>
        <p:nvSpPr>
          <p:cNvPr id="5497" name="Rectangle 5496"/>
          <p:cNvSpPr/>
          <p:nvPr/>
        </p:nvSpPr>
        <p:spPr>
          <a:xfrm>
            <a:off x="19193256" y="972921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8" name="TextBox 5497"/>
          <p:cNvSpPr txBox="1"/>
          <p:nvPr/>
        </p:nvSpPr>
        <p:spPr>
          <a:xfrm>
            <a:off x="9646920" y="976579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r55</a:t>
            </a:r>
          </a:p>
        </p:txBody>
      </p:sp>
      <p:sp>
        <p:nvSpPr>
          <p:cNvPr id="5499" name="TextBox 5498"/>
          <p:cNvSpPr txBox="1"/>
          <p:nvPr/>
        </p:nvSpPr>
        <p:spPr>
          <a:xfrm>
            <a:off x="685800" y="11018520"/>
            <a:ext cx="21259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Node 7</a:t>
            </a:r>
          </a:p>
        </p:txBody>
      </p:sp>
      <p:sp>
        <p:nvSpPr>
          <p:cNvPr id="5500" name="Rectangle 5499"/>
          <p:cNvSpPr/>
          <p:nvPr/>
        </p:nvSpPr>
        <p:spPr>
          <a:xfrm>
            <a:off x="1911095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1" name="TextBox 5500"/>
          <p:cNvSpPr txBox="1"/>
          <p:nvPr/>
        </p:nvSpPr>
        <p:spPr>
          <a:xfrm>
            <a:off x="-763524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N0 / r56</a:t>
            </a:r>
          </a:p>
        </p:txBody>
      </p:sp>
      <p:sp>
        <p:nvSpPr>
          <p:cNvPr id="5502" name="Rectangle 5501"/>
          <p:cNvSpPr/>
          <p:nvPr/>
        </p:nvSpPr>
        <p:spPr>
          <a:xfrm>
            <a:off x="437997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3" name="TextBox 5502"/>
          <p:cNvSpPr txBox="1"/>
          <p:nvPr/>
        </p:nvSpPr>
        <p:spPr>
          <a:xfrm>
            <a:off x="-516636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N1 / r57</a:t>
            </a:r>
          </a:p>
        </p:txBody>
      </p:sp>
      <p:sp>
        <p:nvSpPr>
          <p:cNvPr id="5504" name="Rectangle 5503"/>
          <p:cNvSpPr/>
          <p:nvPr/>
        </p:nvSpPr>
        <p:spPr>
          <a:xfrm>
            <a:off x="684885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5" name="TextBox 5504"/>
          <p:cNvSpPr txBox="1"/>
          <p:nvPr/>
        </p:nvSpPr>
        <p:spPr>
          <a:xfrm>
            <a:off x="-269748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N2 / r58</a:t>
            </a:r>
          </a:p>
        </p:txBody>
      </p:sp>
      <p:sp>
        <p:nvSpPr>
          <p:cNvPr id="5506" name="Rectangle 5505"/>
          <p:cNvSpPr/>
          <p:nvPr/>
        </p:nvSpPr>
        <p:spPr>
          <a:xfrm>
            <a:off x="931773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7" name="TextBox 5506"/>
          <p:cNvSpPr txBox="1"/>
          <p:nvPr/>
        </p:nvSpPr>
        <p:spPr>
          <a:xfrm>
            <a:off x="-22860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N3 / r59</a:t>
            </a:r>
          </a:p>
        </p:txBody>
      </p:sp>
      <p:sp>
        <p:nvSpPr>
          <p:cNvPr id="5508" name="Rectangle 5507"/>
          <p:cNvSpPr/>
          <p:nvPr/>
        </p:nvSpPr>
        <p:spPr>
          <a:xfrm>
            <a:off x="1178661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9" name="TextBox 5508"/>
          <p:cNvSpPr txBox="1"/>
          <p:nvPr/>
        </p:nvSpPr>
        <p:spPr>
          <a:xfrm>
            <a:off x="224028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N4 / r60</a:t>
            </a:r>
          </a:p>
        </p:txBody>
      </p:sp>
      <p:sp>
        <p:nvSpPr>
          <p:cNvPr id="5510" name="Rectangle 5509"/>
          <p:cNvSpPr/>
          <p:nvPr/>
        </p:nvSpPr>
        <p:spPr>
          <a:xfrm>
            <a:off x="1425549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1" name="TextBox 5510"/>
          <p:cNvSpPr txBox="1"/>
          <p:nvPr/>
        </p:nvSpPr>
        <p:spPr>
          <a:xfrm>
            <a:off x="470916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N5 / r61</a:t>
            </a:r>
          </a:p>
        </p:txBody>
      </p:sp>
      <p:sp>
        <p:nvSpPr>
          <p:cNvPr id="5512" name="Rectangle 5511"/>
          <p:cNvSpPr/>
          <p:nvPr/>
        </p:nvSpPr>
        <p:spPr>
          <a:xfrm>
            <a:off x="1672437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3" name="TextBox 5512"/>
          <p:cNvSpPr txBox="1"/>
          <p:nvPr/>
        </p:nvSpPr>
        <p:spPr>
          <a:xfrm>
            <a:off x="717804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N6 / r62</a:t>
            </a:r>
          </a:p>
        </p:txBody>
      </p:sp>
      <p:sp>
        <p:nvSpPr>
          <p:cNvPr id="5514" name="Rectangle 5513"/>
          <p:cNvSpPr/>
          <p:nvPr/>
        </p:nvSpPr>
        <p:spPr>
          <a:xfrm>
            <a:off x="19193256" y="10963656"/>
            <a:ext cx="1024128" cy="3840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5" name="TextBox 5514"/>
          <p:cNvSpPr txBox="1"/>
          <p:nvPr/>
        </p:nvSpPr>
        <p:spPr>
          <a:xfrm>
            <a:off x="9646920" y="110002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N7 / r63</a:t>
            </a:r>
          </a:p>
        </p:txBody>
      </p:sp>
      <p:sp>
        <p:nvSpPr>
          <p:cNvPr id="5516" name="TextBox 5515"/>
          <p:cNvSpPr txBox="1"/>
          <p:nvPr/>
        </p:nvSpPr>
        <p:spPr>
          <a:xfrm>
            <a:off x="-763524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0</a:t>
            </a:r>
          </a:p>
        </p:txBody>
      </p:sp>
      <p:sp>
        <p:nvSpPr>
          <p:cNvPr id="5517" name="TextBox 5516"/>
          <p:cNvSpPr txBox="1"/>
          <p:nvPr/>
        </p:nvSpPr>
        <p:spPr>
          <a:xfrm>
            <a:off x="-516636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1</a:t>
            </a:r>
          </a:p>
        </p:txBody>
      </p:sp>
      <p:sp>
        <p:nvSpPr>
          <p:cNvPr id="5518" name="TextBox 5517"/>
          <p:cNvSpPr txBox="1"/>
          <p:nvPr/>
        </p:nvSpPr>
        <p:spPr>
          <a:xfrm>
            <a:off x="-269748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2</a:t>
            </a:r>
          </a:p>
        </p:txBody>
      </p:sp>
      <p:sp>
        <p:nvSpPr>
          <p:cNvPr id="5519" name="TextBox 5518"/>
          <p:cNvSpPr txBox="1"/>
          <p:nvPr/>
        </p:nvSpPr>
        <p:spPr>
          <a:xfrm>
            <a:off x="-22860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3</a:t>
            </a:r>
          </a:p>
        </p:txBody>
      </p:sp>
      <p:sp>
        <p:nvSpPr>
          <p:cNvPr id="5520" name="TextBox 5519"/>
          <p:cNvSpPr txBox="1"/>
          <p:nvPr/>
        </p:nvSpPr>
        <p:spPr>
          <a:xfrm>
            <a:off x="224028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4</a:t>
            </a:r>
          </a:p>
        </p:txBody>
      </p:sp>
      <p:sp>
        <p:nvSpPr>
          <p:cNvPr id="5521" name="TextBox 5520"/>
          <p:cNvSpPr txBox="1"/>
          <p:nvPr/>
        </p:nvSpPr>
        <p:spPr>
          <a:xfrm>
            <a:off x="470916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5</a:t>
            </a:r>
          </a:p>
        </p:txBody>
      </p:sp>
      <p:sp>
        <p:nvSpPr>
          <p:cNvPr id="5522" name="TextBox 5521"/>
          <p:cNvSpPr txBox="1"/>
          <p:nvPr/>
        </p:nvSpPr>
        <p:spPr>
          <a:xfrm>
            <a:off x="717804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6</a:t>
            </a:r>
          </a:p>
        </p:txBody>
      </p:sp>
      <p:sp>
        <p:nvSpPr>
          <p:cNvPr id="5523" name="TextBox 5522"/>
          <p:cNvSpPr txBox="1"/>
          <p:nvPr/>
        </p:nvSpPr>
        <p:spPr>
          <a:xfrm>
            <a:off x="9646920" y="1554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Slot 7</a:t>
            </a:r>
          </a:p>
        </p:txBody>
      </p:sp>
      <p:sp>
        <p:nvSpPr>
          <p:cNvPr id="5524" name="TextBox 5523"/>
          <p:cNvSpPr txBox="1"/>
          <p:nvPr/>
        </p:nvSpPr>
        <p:spPr>
          <a:xfrm>
            <a:off x="914400" y="11521440"/>
            <a:ext cx="201168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>
                <a:solidFill>
                  <a:srgbClr val="202020"/>
                </a:solidFill>
                <a:latin typeface="DejaVu Sans"/>
              </a:rPr>
              <a:t>Gray X edges: 8 Nodes x 28 = 224. Green Y edges: 8 slots x 28 = 224.</a:t>
            </a:r>
          </a:p>
        </p:txBody>
      </p:sp>
      <p:sp>
        <p:nvSpPr>
          <p:cNvPr id="5525" name="TextBox 5524"/>
          <p:cNvSpPr txBox="1"/>
          <p:nvPr/>
        </p:nvSpPr>
        <p:spPr>
          <a:xfrm>
            <a:off x="914400" y="1197864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14 direct neighbors per NPU; 40 GB/s per direct link. Crossings are not junctions.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Two independent mesh dimensions: each NPU has 7 + 7 direct neighbors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X = same Node / different slot. Y = same cabinet / same slot / different Node.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0" y="3063240"/>
            <a:ext cx="2586313" cy="1071286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0" y="30632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0" y="3063240"/>
            <a:ext cx="2586313" cy="62439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3063240"/>
            <a:ext cx="0" cy="73152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900086" y="3063240"/>
            <a:ext cx="2586314" cy="62439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828800" y="30632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00086" y="3063240"/>
            <a:ext cx="2586314" cy="1071286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72713" y="4134526"/>
            <a:ext cx="1071287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72713" y="4134526"/>
            <a:ext cx="0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" y="4134526"/>
            <a:ext cx="2586313" cy="62439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00086" y="4134526"/>
            <a:ext cx="5172627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28800" y="4134526"/>
            <a:ext cx="6243913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900086" y="4134526"/>
            <a:ext cx="5172627" cy="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72713" y="6720840"/>
            <a:ext cx="1071287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486400" y="67208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00086" y="6720840"/>
            <a:ext cx="6243914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828800" y="6720840"/>
            <a:ext cx="7315200" cy="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900086" y="4134526"/>
            <a:ext cx="6243914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486400" y="9307153"/>
            <a:ext cx="2586313" cy="107128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900086" y="9307153"/>
            <a:ext cx="5172627" cy="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828800" y="6720840"/>
            <a:ext cx="6243913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900086" y="4134526"/>
            <a:ext cx="5172627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900086" y="9307153"/>
            <a:ext cx="2586314" cy="107128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28800" y="67208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900086" y="4134526"/>
            <a:ext cx="2586314" cy="62439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828800" y="6720840"/>
            <a:ext cx="1071286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900086" y="4134526"/>
            <a:ext cx="0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828800" y="4134526"/>
            <a:ext cx="1071286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709160" y="26883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-4572000" y="27249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4572000" y="29763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95473" y="3759622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-1985686" y="379619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1985686" y="404765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1 / r1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63459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-914400" y="63825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914400" y="66339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2 / r2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5473" y="8932249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-1985686" y="896882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-1985686" y="922028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3 / r3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100035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-4572000" y="100401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4572000" y="102915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4 / r4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2846" y="8932249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-7158313" y="896882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-7158313" y="922028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5 / r5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1560" y="63459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-8229600" y="63825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8229600" y="66339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6 / r6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22846" y="3759622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-7158313" y="379619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-7158313" y="404765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7 / r7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-4572000" y="164592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X: Node 0 complete mesh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4572000" y="1120140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8 NPUs / 28 direct links / 40 GB/s per link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6459200" y="3063240"/>
            <a:ext cx="2586313" cy="1071286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6459200" y="30632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6459200" y="3063240"/>
            <a:ext cx="2586313" cy="62439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6459200" y="3063240"/>
            <a:ext cx="0" cy="73152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3872886" y="3063240"/>
            <a:ext cx="2586314" cy="62439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2801600" y="30632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3872886" y="3063240"/>
            <a:ext cx="2586314" cy="1071286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9045513" y="4134526"/>
            <a:ext cx="1071287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9045513" y="4134526"/>
            <a:ext cx="0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6459200" y="4134526"/>
            <a:ext cx="2586313" cy="62439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3872886" y="4134526"/>
            <a:ext cx="5172627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2801600" y="4134526"/>
            <a:ext cx="6243913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3872886" y="4134526"/>
            <a:ext cx="5172627" cy="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9045513" y="6720840"/>
            <a:ext cx="1071287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6459200" y="67208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3872886" y="6720840"/>
            <a:ext cx="6243914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2801600" y="6720840"/>
            <a:ext cx="7315200" cy="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3872886" y="4134526"/>
            <a:ext cx="6243914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6459200" y="9307153"/>
            <a:ext cx="2586313" cy="107128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3872886" y="9307153"/>
            <a:ext cx="5172627" cy="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12801600" y="6720840"/>
            <a:ext cx="6243913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13872886" y="4134526"/>
            <a:ext cx="5172627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13872886" y="9307153"/>
            <a:ext cx="2586314" cy="107128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12801600" y="6720840"/>
            <a:ext cx="3657600" cy="3657600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3872886" y="4134526"/>
            <a:ext cx="2586314" cy="62439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2801600" y="6720840"/>
            <a:ext cx="1071286" cy="2586313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3872886" y="4134526"/>
            <a:ext cx="0" cy="5172627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2801600" y="4134526"/>
            <a:ext cx="1071286" cy="2586314"/>
          </a:xfrm>
          <a:prstGeom prst="line">
            <a:avLst/>
          </a:prstGeom>
          <a:ln w="228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5681959" y="26883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27249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0" y="29763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68273" y="3759622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7113" y="379619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7113" y="404765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339560" y="63459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8400" y="63825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0" y="66339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r16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68273" y="8932249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7113" y="896882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7113" y="922028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r24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681959" y="100035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0800" y="100401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102915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3095646" y="8932249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814486" y="896882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14486" y="922028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r40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024360" y="6345936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0" y="638251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43200" y="6633972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r48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095646" y="3759622"/>
            <a:ext cx="1554480" cy="74980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814486" y="379619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Node 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14486" y="404765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NPU 0 / r56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164592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Y: slot 0 across Nodes 0-7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00800" y="1120140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8 NPUs / 28 direct links / 40 GB/s per link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12070080"/>
            <a:ext cx="201168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>
                <a:solidFill>
                  <a:srgbClr val="202020"/>
                </a:solidFill>
                <a:latin typeface="DejaVu Sans"/>
              </a:rPr>
              <a:t>Example r0: X neighbors r1-r7; Y neighbors r8, r16, r24, r32, r40, r48, r56.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Global Clos: 8 shared switches, 8 separate uplinks per NPU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Node 0 and Node 8 are expanded. All other Nodes have exactly the same switch uplinks.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926080"/>
            <a:ext cx="320040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96696" y="2926080"/>
            <a:ext cx="1335024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6152" y="2926080"/>
            <a:ext cx="2350008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35608" y="2926080"/>
            <a:ext cx="3364992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55064" y="2926080"/>
            <a:ext cx="4379976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74519" y="2926080"/>
            <a:ext cx="5394961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93976" y="2926080"/>
            <a:ext cx="6409944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13432" y="2926080"/>
            <a:ext cx="7424928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2926080"/>
            <a:ext cx="11292840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6" y="2926080"/>
            <a:ext cx="12307824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6152" y="2926080"/>
            <a:ext cx="13322808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35608" y="2926080"/>
            <a:ext cx="14337792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2926080"/>
            <a:ext cx="15352776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74519" y="2926080"/>
            <a:ext cx="16367761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93976" y="2926080"/>
            <a:ext cx="17382744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13432" y="2926080"/>
            <a:ext cx="18397728" cy="6126480"/>
          </a:xfrm>
          <a:prstGeom prst="line">
            <a:avLst/>
          </a:prstGeom>
          <a:ln w="14630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97280" y="2926080"/>
            <a:ext cx="2313432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331720" y="2926080"/>
            <a:ext cx="1298448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566160" y="2926080"/>
            <a:ext cx="283464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2926080"/>
            <a:ext cx="731520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88536" y="2926080"/>
            <a:ext cx="1746504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07992" y="2926080"/>
            <a:ext cx="2761488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27448" y="2926080"/>
            <a:ext cx="3776472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46904" y="2926080"/>
            <a:ext cx="4791456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10712" y="2926080"/>
            <a:ext cx="8659368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30168" y="2926080"/>
            <a:ext cx="9674352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49624" y="2926080"/>
            <a:ext cx="10689336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69080" y="2926080"/>
            <a:ext cx="11704320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88536" y="2926080"/>
            <a:ext cx="12719304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07992" y="2926080"/>
            <a:ext cx="13734288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27448" y="2926080"/>
            <a:ext cx="14749272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46904" y="2926080"/>
            <a:ext cx="15764256" cy="6126480"/>
          </a:xfrm>
          <a:prstGeom prst="line">
            <a:avLst/>
          </a:prstGeom>
          <a:ln w="14630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97280" y="2926080"/>
            <a:ext cx="4946904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331720" y="2926080"/>
            <a:ext cx="3931920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566160" y="2926080"/>
            <a:ext cx="2916936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800600" y="2926080"/>
            <a:ext cx="1901952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035040" y="2926080"/>
            <a:ext cx="886968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41464" y="2926080"/>
            <a:ext cx="128016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60920" y="2926080"/>
            <a:ext cx="1143000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80375" y="2926080"/>
            <a:ext cx="2157985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44184" y="2926080"/>
            <a:ext cx="6025896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63640" y="2926080"/>
            <a:ext cx="7040880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83096" y="2926080"/>
            <a:ext cx="8055864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02552" y="2926080"/>
            <a:ext cx="9070848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922008" y="2926080"/>
            <a:ext cx="10085832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41464" y="2926080"/>
            <a:ext cx="11100816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360920" y="2926080"/>
            <a:ext cx="12115800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80375" y="2926080"/>
            <a:ext cx="13130785" cy="6126480"/>
          </a:xfrm>
          <a:prstGeom prst="line">
            <a:avLst/>
          </a:prstGeom>
          <a:ln w="14630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097280" y="2926080"/>
            <a:ext cx="7580376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331720" y="2926080"/>
            <a:ext cx="6565392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566160" y="2926080"/>
            <a:ext cx="5550408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4800600" y="2926080"/>
            <a:ext cx="4535424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6035040" y="2926080"/>
            <a:ext cx="3520440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269480" y="2926080"/>
            <a:ext cx="2505456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8503920" y="2926080"/>
            <a:ext cx="1490472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738360" y="2926080"/>
            <a:ext cx="475488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677656" y="2926080"/>
            <a:ext cx="3392424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97112" y="2926080"/>
            <a:ext cx="4407408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116568" y="2926080"/>
            <a:ext cx="5422392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36024" y="2926080"/>
            <a:ext cx="6437376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555480" y="2926080"/>
            <a:ext cx="7452360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74936" y="2926080"/>
            <a:ext cx="8467344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392" y="2926080"/>
            <a:ext cx="9482328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213848" y="2926080"/>
            <a:ext cx="10497312" cy="6126480"/>
          </a:xfrm>
          <a:prstGeom prst="line">
            <a:avLst/>
          </a:prstGeom>
          <a:ln w="14630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097280" y="2926080"/>
            <a:ext cx="10213848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331720" y="2926080"/>
            <a:ext cx="9198864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3566160" y="2926080"/>
            <a:ext cx="8183880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800600" y="2926080"/>
            <a:ext cx="7168896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6035040" y="2926080"/>
            <a:ext cx="6153912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269480" y="2926080"/>
            <a:ext cx="5138928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8503920" y="2926080"/>
            <a:ext cx="4123944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9738360" y="2926080"/>
            <a:ext cx="3108960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311128" y="2926080"/>
            <a:ext cx="758952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530584" y="2926080"/>
            <a:ext cx="1773936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750040" y="2926080"/>
            <a:ext cx="2788920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969496" y="2926080"/>
            <a:ext cx="3803904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188952" y="2926080"/>
            <a:ext cx="4818888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2408408" y="2926080"/>
            <a:ext cx="5833872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2627864" y="2926080"/>
            <a:ext cx="6848856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2847320" y="2926080"/>
            <a:ext cx="7863840" cy="6126480"/>
          </a:xfrm>
          <a:prstGeom prst="line">
            <a:avLst/>
          </a:prstGeom>
          <a:ln w="14630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097280" y="2926080"/>
            <a:ext cx="12847320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2331720" y="2926080"/>
            <a:ext cx="11832336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3566160" y="2926080"/>
            <a:ext cx="10817352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4800600" y="2926080"/>
            <a:ext cx="9802368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6035040" y="2926080"/>
            <a:ext cx="8787384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7269480" y="2926080"/>
            <a:ext cx="7772400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8503920" y="2926080"/>
            <a:ext cx="6757416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9738360" y="2926080"/>
            <a:ext cx="5742432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2070080" y="2926080"/>
            <a:ext cx="1874520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3304520" y="2926080"/>
            <a:ext cx="859536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4383512" y="2926080"/>
            <a:ext cx="155448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4602968" y="2926080"/>
            <a:ext cx="1170432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822424" y="2926080"/>
            <a:ext cx="2185416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5041880" y="2926080"/>
            <a:ext cx="3200400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5261336" y="2926080"/>
            <a:ext cx="4215384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5480792" y="2926080"/>
            <a:ext cx="5230368" cy="6126480"/>
          </a:xfrm>
          <a:prstGeom prst="line">
            <a:avLst/>
          </a:prstGeom>
          <a:ln w="14630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097280" y="2926080"/>
            <a:ext cx="15480792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2331720" y="2926080"/>
            <a:ext cx="14465808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3566160" y="2926080"/>
            <a:ext cx="13450824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4800600" y="2926080"/>
            <a:ext cx="12435840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6035040" y="2926080"/>
            <a:ext cx="11420856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7269480" y="2926080"/>
            <a:ext cx="10405872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503920" y="2926080"/>
            <a:ext cx="9390888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9738360" y="2926080"/>
            <a:ext cx="8375904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12070080" y="2926080"/>
            <a:ext cx="4507992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3304520" y="2926080"/>
            <a:ext cx="3493008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14538960" y="2926080"/>
            <a:ext cx="2478024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15773400" y="2926080"/>
            <a:ext cx="1463040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17007840" y="2926080"/>
            <a:ext cx="448056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7675352" y="2926080"/>
            <a:ext cx="566928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7894808" y="2926080"/>
            <a:ext cx="1581912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8114264" y="2926080"/>
            <a:ext cx="2596896" cy="6126480"/>
          </a:xfrm>
          <a:prstGeom prst="line">
            <a:avLst/>
          </a:prstGeom>
          <a:ln w="14630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1097280" y="2926080"/>
            <a:ext cx="18114264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2331720" y="2926080"/>
            <a:ext cx="17099280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3566160" y="2926080"/>
            <a:ext cx="16084296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4800600" y="2926080"/>
            <a:ext cx="15069312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6035040" y="2926080"/>
            <a:ext cx="14054328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7269480" y="2926080"/>
            <a:ext cx="13039344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8503920" y="2926080"/>
            <a:ext cx="12024360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9738360" y="2926080"/>
            <a:ext cx="11009376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2070080" y="2926080"/>
            <a:ext cx="7141464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3304520" y="2926080"/>
            <a:ext cx="6126480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4538960" y="2926080"/>
            <a:ext cx="5111496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5773400" y="2926080"/>
            <a:ext cx="4096512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7007840" y="2926080"/>
            <a:ext cx="3081528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8242280" y="2926080"/>
            <a:ext cx="2066544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9476720" y="2926080"/>
            <a:ext cx="1051560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20711160" y="2926080"/>
            <a:ext cx="36576" cy="6126480"/>
          </a:xfrm>
          <a:prstGeom prst="line">
            <a:avLst/>
          </a:prstGeom>
          <a:ln w="14630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594360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-8389620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-8389620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27832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-5756148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-5756148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861304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-3122676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-3122676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494776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-489204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-489204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128248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44268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44268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3761720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77740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77740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6395192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411212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11212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9028664" y="2057400"/>
            <a:ext cx="214884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044684" y="21671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044684" y="241858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L1-P0-S7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241280" y="544068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14400" y="548640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1722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-896112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-896112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5166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-7726679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-7726679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08610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-649224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-649224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32054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-525780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-525780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55498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-402336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-402336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78942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-278892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-278892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02386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-155448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-155448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25830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-32004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-32004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-4645152" y="1037844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Cabinet 0 / Node 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59002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01168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01168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r64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282446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24612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24612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405890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48056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48056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r66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529334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71500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71500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r67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652778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94944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94944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r68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776222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183879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183879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r69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899666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41832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41832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r70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0231100" y="9052560"/>
            <a:ext cx="960120" cy="640080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652760" y="90891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652760" y="9317736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r71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327648" y="1037844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Cabinet 1 / Node 8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14400" y="11155680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128 x 8 = 1024 bidirectional NPU-switch links. No switch-switch links.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14400" y="1170432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Each link = 20 GB/s per direction. Each NPU has 8 x 20 = 160 GB/s switch-facing capacity.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14400" y="1216152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Each switch has 128 populated downlinks; nominal aggregate ingress capacity = 2560 GB/s.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Topology 3: ranks, switches and link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Contest topology based on the UB-Mesh 2D-FullMesh design; user-specified 8-switch fabric.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Rank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7627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r = 64 x cabinet + 8 x local Node + slot; global Node = 8 x cabinet + local 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X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Within each Node: every pair of its 8 NPUs connects directly; 16 x 28 = 448 links.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Y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3659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Within each cabinet and slot: every pair of 8 Nodes connects directly; 2 x 8 x 28 = 448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Switch fabric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1675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Each rank r0-r127 connects to each UB Switch L1-P0-S0 through L1-P0-S7; 1024 links.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85800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Bandwidth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29691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X/Y: UB x4 -&gt; 40 GB/s. Each switch uplink: UB x2 -&gt; 20 GB/s; 8 ports total UB x16.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13816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Conversion assumption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57707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UB lane = 10 GB/s per direction, carried over from Topology 2; not a quoted device specification.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41832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Timing /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985723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Startup = 1 us; switch processing = 0.3 us per traversed switch; 1 MB/rank; splits [1,2,4].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0698480"/>
            <a:ext cx="2130552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137392"/>
            <a:ext cx="213055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UB-Mesh, arXiv:2503.20377: Figure 7 / Section 3.3.1 (UB x56); Section 6.3 (default UB x16).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