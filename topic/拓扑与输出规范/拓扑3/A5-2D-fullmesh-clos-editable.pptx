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1945600" cy="12801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097280" y="171873"/>
            <a:ext cx="19751040" cy="281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1097280" y="2987040"/>
            <a:ext cx="19751040" cy="9814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548639" y="228599"/>
            <a:ext cx="925205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A5 2D-FullMesh + Clos: cross-Node mesh in every cabinet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548639" y="868680"/>
            <a:ext cx="7420454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Gray X links: same Node. Colored Y links: same NPU slot across all 8 Nodes.</a:t>
            </a:r>
          </a:p>
        </p:txBody>
      </p:sp>
      <p:sp>
        <p:nvSpPr>
          <p:cNvPr id="96" name="Rectangle 3"/>
          <p:cNvSpPr/>
          <p:nvPr/>
        </p:nvSpPr>
        <p:spPr>
          <a:xfrm>
            <a:off x="457199" y="3657600"/>
            <a:ext cx="10012682" cy="8001000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Connector 4"/>
          <p:cNvSpPr/>
          <p:nvPr/>
        </p:nvSpPr>
        <p:spPr>
          <a:xfrm>
            <a:off x="1143000" y="2606039"/>
            <a:ext cx="1417321" cy="1051561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" name="Connector 5"/>
          <p:cNvSpPr/>
          <p:nvPr/>
        </p:nvSpPr>
        <p:spPr>
          <a:xfrm flipH="1">
            <a:off x="3474720" y="2606039"/>
            <a:ext cx="301753" cy="1051561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" name="Connector 6"/>
          <p:cNvSpPr/>
          <p:nvPr/>
        </p:nvSpPr>
        <p:spPr>
          <a:xfrm flipH="1">
            <a:off x="4389119" y="2606039"/>
            <a:ext cx="2020825" cy="1051561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Connector 7"/>
          <p:cNvSpPr/>
          <p:nvPr/>
        </p:nvSpPr>
        <p:spPr>
          <a:xfrm flipH="1">
            <a:off x="5303520" y="2606039"/>
            <a:ext cx="3739897" cy="1051561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" name="Connector 8"/>
          <p:cNvSpPr/>
          <p:nvPr/>
        </p:nvSpPr>
        <p:spPr>
          <a:xfrm flipH="1">
            <a:off x="6217919" y="2606039"/>
            <a:ext cx="5458970" cy="1051561"/>
          </a:xfrm>
          <a:prstGeom prst="line">
            <a:avLst/>
          </a:prstGeom>
          <a:ln w="13716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" name="Connector 9"/>
          <p:cNvSpPr/>
          <p:nvPr/>
        </p:nvSpPr>
        <p:spPr>
          <a:xfrm flipH="1">
            <a:off x="7132319" y="2606039"/>
            <a:ext cx="7178041" cy="1051561"/>
          </a:xfrm>
          <a:prstGeom prst="line">
            <a:avLst/>
          </a:prstGeom>
          <a:ln w="13716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" name="Connector 10"/>
          <p:cNvSpPr/>
          <p:nvPr/>
        </p:nvSpPr>
        <p:spPr>
          <a:xfrm flipH="1">
            <a:off x="8046719" y="2606039"/>
            <a:ext cx="8897113" cy="1051561"/>
          </a:xfrm>
          <a:prstGeom prst="line">
            <a:avLst/>
          </a:prstGeom>
          <a:ln w="13716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Connector 11"/>
          <p:cNvSpPr/>
          <p:nvPr/>
        </p:nvSpPr>
        <p:spPr>
          <a:xfrm flipH="1">
            <a:off x="8961119" y="2606039"/>
            <a:ext cx="10616185" cy="1051561"/>
          </a:xfrm>
          <a:prstGeom prst="line">
            <a:avLst/>
          </a:prstGeom>
          <a:ln w="13716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" name="Rectangle 12"/>
          <p:cNvSpPr/>
          <p:nvPr/>
        </p:nvSpPr>
        <p:spPr>
          <a:xfrm>
            <a:off x="11429999" y="3657600"/>
            <a:ext cx="10012682" cy="8001000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Connector 13"/>
          <p:cNvSpPr/>
          <p:nvPr/>
        </p:nvSpPr>
        <p:spPr>
          <a:xfrm>
            <a:off x="1965960" y="2606039"/>
            <a:ext cx="11567161" cy="1051561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" name="Connector 14"/>
          <p:cNvSpPr/>
          <p:nvPr/>
        </p:nvSpPr>
        <p:spPr>
          <a:xfrm>
            <a:off x="4599432" y="2606039"/>
            <a:ext cx="9848089" cy="1051561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Connector 15"/>
          <p:cNvSpPr/>
          <p:nvPr/>
        </p:nvSpPr>
        <p:spPr>
          <a:xfrm>
            <a:off x="7232904" y="2606039"/>
            <a:ext cx="8129017" cy="1051561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" name="Connector 16"/>
          <p:cNvSpPr/>
          <p:nvPr/>
        </p:nvSpPr>
        <p:spPr>
          <a:xfrm>
            <a:off x="9866376" y="2606039"/>
            <a:ext cx="6409945" cy="1051561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" name="Connector 17"/>
          <p:cNvSpPr/>
          <p:nvPr/>
        </p:nvSpPr>
        <p:spPr>
          <a:xfrm>
            <a:off x="12499847" y="2606039"/>
            <a:ext cx="4690873" cy="1051561"/>
          </a:xfrm>
          <a:prstGeom prst="line">
            <a:avLst/>
          </a:prstGeom>
          <a:ln w="13716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" name="Connector 18"/>
          <p:cNvSpPr/>
          <p:nvPr/>
        </p:nvSpPr>
        <p:spPr>
          <a:xfrm>
            <a:off x="15133319" y="2606039"/>
            <a:ext cx="2971801" cy="1051561"/>
          </a:xfrm>
          <a:prstGeom prst="line">
            <a:avLst/>
          </a:prstGeom>
          <a:ln w="13716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" name="Connector 19"/>
          <p:cNvSpPr/>
          <p:nvPr/>
        </p:nvSpPr>
        <p:spPr>
          <a:xfrm>
            <a:off x="17766791" y="2606039"/>
            <a:ext cx="1252729" cy="1051561"/>
          </a:xfrm>
          <a:prstGeom prst="line">
            <a:avLst/>
          </a:prstGeom>
          <a:ln w="13716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" name="Connector 20"/>
          <p:cNvSpPr/>
          <p:nvPr/>
        </p:nvSpPr>
        <p:spPr>
          <a:xfrm flipH="1">
            <a:off x="19933919" y="2606039"/>
            <a:ext cx="466345" cy="1051561"/>
          </a:xfrm>
          <a:prstGeom prst="line">
            <a:avLst/>
          </a:prstGeom>
          <a:ln w="13716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" name="Rectangle 21"/>
          <p:cNvSpPr/>
          <p:nvPr/>
        </p:nvSpPr>
        <p:spPr>
          <a:xfrm>
            <a:off x="594360" y="1783079"/>
            <a:ext cx="2148840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22"/>
          <p:cNvSpPr txBox="1"/>
          <p:nvPr/>
        </p:nvSpPr>
        <p:spPr>
          <a:xfrm>
            <a:off x="1223108" y="1892806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16" name="TextBox 23"/>
          <p:cNvSpPr txBox="1"/>
          <p:nvPr/>
        </p:nvSpPr>
        <p:spPr>
          <a:xfrm>
            <a:off x="1260036" y="213283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L1-P0-S0</a:t>
            </a:r>
          </a:p>
        </p:txBody>
      </p:sp>
      <p:sp>
        <p:nvSpPr>
          <p:cNvPr id="117" name="Rectangle 24"/>
          <p:cNvSpPr/>
          <p:nvPr/>
        </p:nvSpPr>
        <p:spPr>
          <a:xfrm>
            <a:off x="3227832" y="1783079"/>
            <a:ext cx="214884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25"/>
          <p:cNvSpPr txBox="1"/>
          <p:nvPr/>
        </p:nvSpPr>
        <p:spPr>
          <a:xfrm>
            <a:off x="3856580" y="1892806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19" name="TextBox 26"/>
          <p:cNvSpPr txBox="1"/>
          <p:nvPr/>
        </p:nvSpPr>
        <p:spPr>
          <a:xfrm>
            <a:off x="3893508" y="213283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L1-P0-S1</a:t>
            </a:r>
          </a:p>
        </p:txBody>
      </p:sp>
      <p:sp>
        <p:nvSpPr>
          <p:cNvPr id="120" name="Rectangle 27"/>
          <p:cNvSpPr/>
          <p:nvPr/>
        </p:nvSpPr>
        <p:spPr>
          <a:xfrm>
            <a:off x="5861303" y="1783079"/>
            <a:ext cx="214884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8"/>
          <p:cNvSpPr txBox="1"/>
          <p:nvPr/>
        </p:nvSpPr>
        <p:spPr>
          <a:xfrm>
            <a:off x="6490051" y="1892806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22" name="TextBox 29"/>
          <p:cNvSpPr txBox="1"/>
          <p:nvPr/>
        </p:nvSpPr>
        <p:spPr>
          <a:xfrm>
            <a:off x="6526979" y="213283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L1-P0-S2</a:t>
            </a:r>
          </a:p>
        </p:txBody>
      </p:sp>
      <p:sp>
        <p:nvSpPr>
          <p:cNvPr id="123" name="Rectangle 30"/>
          <p:cNvSpPr/>
          <p:nvPr/>
        </p:nvSpPr>
        <p:spPr>
          <a:xfrm>
            <a:off x="8494776" y="1783079"/>
            <a:ext cx="214884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31"/>
          <p:cNvSpPr txBox="1"/>
          <p:nvPr/>
        </p:nvSpPr>
        <p:spPr>
          <a:xfrm>
            <a:off x="9123523" y="1892806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25" name="TextBox 32"/>
          <p:cNvSpPr txBox="1"/>
          <p:nvPr/>
        </p:nvSpPr>
        <p:spPr>
          <a:xfrm>
            <a:off x="9160451" y="2132838"/>
            <a:ext cx="8174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L1-P0-S3</a:t>
            </a:r>
          </a:p>
        </p:txBody>
      </p:sp>
      <p:sp>
        <p:nvSpPr>
          <p:cNvPr id="126" name="Rectangle 33"/>
          <p:cNvSpPr/>
          <p:nvPr/>
        </p:nvSpPr>
        <p:spPr>
          <a:xfrm>
            <a:off x="11128247" y="1783079"/>
            <a:ext cx="214884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34"/>
          <p:cNvSpPr txBox="1"/>
          <p:nvPr/>
        </p:nvSpPr>
        <p:spPr>
          <a:xfrm>
            <a:off x="11756995" y="1892806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28" name="TextBox 35"/>
          <p:cNvSpPr txBox="1"/>
          <p:nvPr/>
        </p:nvSpPr>
        <p:spPr>
          <a:xfrm>
            <a:off x="11793923" y="2132838"/>
            <a:ext cx="8174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L1-P0-S4</a:t>
            </a:r>
          </a:p>
        </p:txBody>
      </p:sp>
      <p:sp>
        <p:nvSpPr>
          <p:cNvPr id="129" name="Rectangle 36"/>
          <p:cNvSpPr/>
          <p:nvPr/>
        </p:nvSpPr>
        <p:spPr>
          <a:xfrm>
            <a:off x="13761719" y="1783079"/>
            <a:ext cx="214884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37"/>
          <p:cNvSpPr txBox="1"/>
          <p:nvPr/>
        </p:nvSpPr>
        <p:spPr>
          <a:xfrm>
            <a:off x="14390468" y="1892806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31" name="TextBox 38"/>
          <p:cNvSpPr txBox="1"/>
          <p:nvPr/>
        </p:nvSpPr>
        <p:spPr>
          <a:xfrm>
            <a:off x="14427396" y="213283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L1-P0-S5</a:t>
            </a:r>
          </a:p>
        </p:txBody>
      </p:sp>
      <p:sp>
        <p:nvSpPr>
          <p:cNvPr id="132" name="Rectangle 39"/>
          <p:cNvSpPr/>
          <p:nvPr/>
        </p:nvSpPr>
        <p:spPr>
          <a:xfrm>
            <a:off x="16395191" y="1783079"/>
            <a:ext cx="214884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40"/>
          <p:cNvSpPr txBox="1"/>
          <p:nvPr/>
        </p:nvSpPr>
        <p:spPr>
          <a:xfrm>
            <a:off x="17023939" y="1892806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34" name="TextBox 41"/>
          <p:cNvSpPr txBox="1"/>
          <p:nvPr/>
        </p:nvSpPr>
        <p:spPr>
          <a:xfrm>
            <a:off x="17060867" y="2132838"/>
            <a:ext cx="8174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L1-P0-S6</a:t>
            </a:r>
          </a:p>
        </p:txBody>
      </p:sp>
      <p:sp>
        <p:nvSpPr>
          <p:cNvPr id="135" name="Rectangle 42"/>
          <p:cNvSpPr/>
          <p:nvPr/>
        </p:nvSpPr>
        <p:spPr>
          <a:xfrm>
            <a:off x="19028663" y="1783079"/>
            <a:ext cx="214884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66748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43"/>
          <p:cNvSpPr txBox="1"/>
          <p:nvPr/>
        </p:nvSpPr>
        <p:spPr>
          <a:xfrm>
            <a:off x="19657411" y="1892806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37" name="TextBox 44"/>
          <p:cNvSpPr txBox="1"/>
          <p:nvPr/>
        </p:nvSpPr>
        <p:spPr>
          <a:xfrm>
            <a:off x="19694339" y="213283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L1-P0-S7</a:t>
            </a:r>
          </a:p>
        </p:txBody>
      </p:sp>
      <p:sp>
        <p:nvSpPr>
          <p:cNvPr id="138" name="Rectangle 45"/>
          <p:cNvSpPr/>
          <p:nvPr/>
        </p:nvSpPr>
        <p:spPr>
          <a:xfrm>
            <a:off x="3703320" y="2871216"/>
            <a:ext cx="14538961" cy="32004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46"/>
          <p:cNvSpPr txBox="1"/>
          <p:nvPr/>
        </p:nvSpPr>
        <p:spPr>
          <a:xfrm>
            <a:off x="6804843" y="2926079"/>
            <a:ext cx="833591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Clos uplinks grouped here: each NPU connects to all 8 UB switches. See the dedicated Clos page.</a:t>
            </a:r>
          </a:p>
        </p:txBody>
      </p:sp>
      <p:sp>
        <p:nvSpPr>
          <p:cNvPr id="140" name="TextBox 47"/>
          <p:cNvSpPr txBox="1"/>
          <p:nvPr/>
        </p:nvSpPr>
        <p:spPr>
          <a:xfrm>
            <a:off x="3537076" y="3776471"/>
            <a:ext cx="386207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Cabinet 0: all 8 Nodes / all 64 NPUs</a:t>
            </a:r>
          </a:p>
        </p:txBody>
      </p:sp>
      <p:sp>
        <p:nvSpPr>
          <p:cNvPr id="141" name="Connector 48"/>
          <p:cNvSpPr/>
          <p:nvPr/>
        </p:nvSpPr>
        <p:spPr>
          <a:xfrm flipV="1">
            <a:off x="2331720" y="4935980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" name="Connector 49"/>
          <p:cNvSpPr/>
          <p:nvPr/>
        </p:nvSpPr>
        <p:spPr>
          <a:xfrm flipV="1">
            <a:off x="2420111" y="4897120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Connector 50"/>
          <p:cNvSpPr/>
          <p:nvPr/>
        </p:nvSpPr>
        <p:spPr>
          <a:xfrm flipV="1">
            <a:off x="2508504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" name="Connector 51"/>
          <p:cNvSpPr/>
          <p:nvPr/>
        </p:nvSpPr>
        <p:spPr>
          <a:xfrm flipV="1">
            <a:off x="2596895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Connector 52"/>
          <p:cNvSpPr/>
          <p:nvPr/>
        </p:nvSpPr>
        <p:spPr>
          <a:xfrm flipV="1">
            <a:off x="2685288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" name="Connector 53"/>
          <p:cNvSpPr/>
          <p:nvPr/>
        </p:nvSpPr>
        <p:spPr>
          <a:xfrm flipV="1">
            <a:off x="2773679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" name="Connector 54"/>
          <p:cNvSpPr/>
          <p:nvPr/>
        </p:nvSpPr>
        <p:spPr>
          <a:xfrm>
            <a:off x="2862072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" name="Connector 55"/>
          <p:cNvSpPr/>
          <p:nvPr/>
        </p:nvSpPr>
        <p:spPr>
          <a:xfrm>
            <a:off x="2950464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" name="Connector 56"/>
          <p:cNvSpPr/>
          <p:nvPr/>
        </p:nvSpPr>
        <p:spPr>
          <a:xfrm>
            <a:off x="3038855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" name="Connector 57"/>
          <p:cNvSpPr/>
          <p:nvPr/>
        </p:nvSpPr>
        <p:spPr>
          <a:xfrm>
            <a:off x="3127248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" name="Connector 58"/>
          <p:cNvSpPr/>
          <p:nvPr/>
        </p:nvSpPr>
        <p:spPr>
          <a:xfrm>
            <a:off x="3215639" y="489712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Connector 59"/>
          <p:cNvSpPr/>
          <p:nvPr/>
        </p:nvSpPr>
        <p:spPr>
          <a:xfrm>
            <a:off x="3304032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Connector 60"/>
          <p:cNvSpPr/>
          <p:nvPr/>
        </p:nvSpPr>
        <p:spPr>
          <a:xfrm flipV="1">
            <a:off x="2331720" y="4923408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" name="Connector 61"/>
          <p:cNvSpPr/>
          <p:nvPr/>
        </p:nvSpPr>
        <p:spPr>
          <a:xfrm flipV="1">
            <a:off x="2508504" y="4874259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" name="Connector 62"/>
          <p:cNvSpPr/>
          <p:nvPr/>
        </p:nvSpPr>
        <p:spPr>
          <a:xfrm flipV="1">
            <a:off x="2685288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" name="Connector 63"/>
          <p:cNvSpPr/>
          <p:nvPr/>
        </p:nvSpPr>
        <p:spPr>
          <a:xfrm flipV="1">
            <a:off x="2862072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Connector 64"/>
          <p:cNvSpPr/>
          <p:nvPr/>
        </p:nvSpPr>
        <p:spPr>
          <a:xfrm flipV="1">
            <a:off x="3038855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Connector 65"/>
          <p:cNvSpPr/>
          <p:nvPr/>
        </p:nvSpPr>
        <p:spPr>
          <a:xfrm flipV="1">
            <a:off x="3215639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" name="Connector 66"/>
          <p:cNvSpPr/>
          <p:nvPr/>
        </p:nvSpPr>
        <p:spPr>
          <a:xfrm>
            <a:off x="3392423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" name="Connector 67"/>
          <p:cNvSpPr/>
          <p:nvPr/>
        </p:nvSpPr>
        <p:spPr>
          <a:xfrm>
            <a:off x="3569208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" name="Connector 68"/>
          <p:cNvSpPr/>
          <p:nvPr/>
        </p:nvSpPr>
        <p:spPr>
          <a:xfrm>
            <a:off x="3745991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" name="Connector 69"/>
          <p:cNvSpPr/>
          <p:nvPr/>
        </p:nvSpPr>
        <p:spPr>
          <a:xfrm>
            <a:off x="3922776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Connector 70"/>
          <p:cNvSpPr/>
          <p:nvPr/>
        </p:nvSpPr>
        <p:spPr>
          <a:xfrm>
            <a:off x="4099559" y="4874259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" name="Connector 71"/>
          <p:cNvSpPr/>
          <p:nvPr/>
        </p:nvSpPr>
        <p:spPr>
          <a:xfrm>
            <a:off x="4276342" y="4923409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Connector 72"/>
          <p:cNvSpPr/>
          <p:nvPr/>
        </p:nvSpPr>
        <p:spPr>
          <a:xfrm flipV="1">
            <a:off x="2331720" y="4910835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" name="Connector 73"/>
          <p:cNvSpPr/>
          <p:nvPr/>
        </p:nvSpPr>
        <p:spPr>
          <a:xfrm flipV="1">
            <a:off x="2596895" y="4851399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" name="Connector 74"/>
          <p:cNvSpPr/>
          <p:nvPr/>
        </p:nvSpPr>
        <p:spPr>
          <a:xfrm flipV="1">
            <a:off x="2862072" y="4805171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" name="Connector 75"/>
          <p:cNvSpPr/>
          <p:nvPr/>
        </p:nvSpPr>
        <p:spPr>
          <a:xfrm flipV="1">
            <a:off x="3127248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Connector 76"/>
          <p:cNvSpPr/>
          <p:nvPr/>
        </p:nvSpPr>
        <p:spPr>
          <a:xfrm flipV="1">
            <a:off x="3392423" y="4752340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" name="Connector 77"/>
          <p:cNvSpPr/>
          <p:nvPr/>
        </p:nvSpPr>
        <p:spPr>
          <a:xfrm flipV="1">
            <a:off x="3657598" y="4745735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" name="Connector 78"/>
          <p:cNvSpPr/>
          <p:nvPr/>
        </p:nvSpPr>
        <p:spPr>
          <a:xfrm>
            <a:off x="3922776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" name="Connector 79"/>
          <p:cNvSpPr/>
          <p:nvPr/>
        </p:nvSpPr>
        <p:spPr>
          <a:xfrm>
            <a:off x="4187952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" name="Connector 80"/>
          <p:cNvSpPr/>
          <p:nvPr/>
        </p:nvSpPr>
        <p:spPr>
          <a:xfrm>
            <a:off x="4453128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" name="Connector 81"/>
          <p:cNvSpPr/>
          <p:nvPr/>
        </p:nvSpPr>
        <p:spPr>
          <a:xfrm>
            <a:off x="4718303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" name="Connector 82"/>
          <p:cNvSpPr/>
          <p:nvPr/>
        </p:nvSpPr>
        <p:spPr>
          <a:xfrm>
            <a:off x="4983479" y="485140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" name="Connector 83"/>
          <p:cNvSpPr/>
          <p:nvPr/>
        </p:nvSpPr>
        <p:spPr>
          <a:xfrm>
            <a:off x="5248655" y="4910835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" name="Connector 84"/>
          <p:cNvSpPr/>
          <p:nvPr/>
        </p:nvSpPr>
        <p:spPr>
          <a:xfrm flipV="1">
            <a:off x="2331720" y="489826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" name="Connector 85"/>
          <p:cNvSpPr/>
          <p:nvPr/>
        </p:nvSpPr>
        <p:spPr>
          <a:xfrm flipV="1">
            <a:off x="2685287" y="4828540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" name="Connector 86"/>
          <p:cNvSpPr/>
          <p:nvPr/>
        </p:nvSpPr>
        <p:spPr>
          <a:xfrm flipV="1">
            <a:off x="3038855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" name="Connector 87"/>
          <p:cNvSpPr/>
          <p:nvPr/>
        </p:nvSpPr>
        <p:spPr>
          <a:xfrm flipV="1">
            <a:off x="3392423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" name="Connector 88"/>
          <p:cNvSpPr/>
          <p:nvPr/>
        </p:nvSpPr>
        <p:spPr>
          <a:xfrm flipV="1">
            <a:off x="3745991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" name="Connector 89"/>
          <p:cNvSpPr/>
          <p:nvPr/>
        </p:nvSpPr>
        <p:spPr>
          <a:xfrm flipV="1">
            <a:off x="4099559" y="4704588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" name="Connector 90"/>
          <p:cNvSpPr/>
          <p:nvPr/>
        </p:nvSpPr>
        <p:spPr>
          <a:xfrm>
            <a:off x="4453128" y="4704588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" name="Connector 91"/>
          <p:cNvSpPr/>
          <p:nvPr/>
        </p:nvSpPr>
        <p:spPr>
          <a:xfrm>
            <a:off x="4806696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" name="Connector 92"/>
          <p:cNvSpPr/>
          <p:nvPr/>
        </p:nvSpPr>
        <p:spPr>
          <a:xfrm>
            <a:off x="5160264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" name="Connector 93"/>
          <p:cNvSpPr/>
          <p:nvPr/>
        </p:nvSpPr>
        <p:spPr>
          <a:xfrm>
            <a:off x="5513832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" name="Connector 94"/>
          <p:cNvSpPr/>
          <p:nvPr/>
        </p:nvSpPr>
        <p:spPr>
          <a:xfrm>
            <a:off x="5867399" y="4828540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" name="Connector 95"/>
          <p:cNvSpPr/>
          <p:nvPr/>
        </p:nvSpPr>
        <p:spPr>
          <a:xfrm>
            <a:off x="6220967" y="4898263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" name="Connector 96"/>
          <p:cNvSpPr/>
          <p:nvPr/>
        </p:nvSpPr>
        <p:spPr>
          <a:xfrm flipV="1">
            <a:off x="2331720" y="488568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" name="Connector 97"/>
          <p:cNvSpPr/>
          <p:nvPr/>
        </p:nvSpPr>
        <p:spPr>
          <a:xfrm flipV="1">
            <a:off x="2773678" y="480567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" name="Connector 98"/>
          <p:cNvSpPr/>
          <p:nvPr/>
        </p:nvSpPr>
        <p:spPr>
          <a:xfrm flipV="1">
            <a:off x="3215639" y="474345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" name="Connector 99"/>
          <p:cNvSpPr/>
          <p:nvPr/>
        </p:nvSpPr>
        <p:spPr>
          <a:xfrm flipV="1">
            <a:off x="3657600" y="4698999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" name="Connector 100"/>
          <p:cNvSpPr/>
          <p:nvPr/>
        </p:nvSpPr>
        <p:spPr>
          <a:xfrm flipV="1">
            <a:off x="4099559" y="4672329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" name="Connector 101"/>
          <p:cNvSpPr/>
          <p:nvPr/>
        </p:nvSpPr>
        <p:spPr>
          <a:xfrm flipV="1">
            <a:off x="4541518" y="4663440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Connector 102"/>
          <p:cNvSpPr/>
          <p:nvPr/>
        </p:nvSpPr>
        <p:spPr>
          <a:xfrm>
            <a:off x="4983479" y="4663440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Connector 103"/>
          <p:cNvSpPr/>
          <p:nvPr/>
        </p:nvSpPr>
        <p:spPr>
          <a:xfrm>
            <a:off x="5425440" y="4672329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" name="Connector 104"/>
          <p:cNvSpPr/>
          <p:nvPr/>
        </p:nvSpPr>
        <p:spPr>
          <a:xfrm>
            <a:off x="5867398" y="4698999"/>
            <a:ext cx="441962" cy="4445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" name="Connector 105"/>
          <p:cNvSpPr/>
          <p:nvPr/>
        </p:nvSpPr>
        <p:spPr>
          <a:xfrm>
            <a:off x="6309359" y="4743449"/>
            <a:ext cx="441961" cy="62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" name="Connector 106"/>
          <p:cNvSpPr/>
          <p:nvPr/>
        </p:nvSpPr>
        <p:spPr>
          <a:xfrm>
            <a:off x="6751319" y="4805679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" name="Connector 107"/>
          <p:cNvSpPr/>
          <p:nvPr/>
        </p:nvSpPr>
        <p:spPr>
          <a:xfrm>
            <a:off x="7193280" y="4885688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Connector 108"/>
          <p:cNvSpPr/>
          <p:nvPr/>
        </p:nvSpPr>
        <p:spPr>
          <a:xfrm flipV="1">
            <a:off x="2331720" y="4873116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" name="Connector 109"/>
          <p:cNvSpPr/>
          <p:nvPr/>
        </p:nvSpPr>
        <p:spPr>
          <a:xfrm flipV="1">
            <a:off x="2862072" y="4782820"/>
            <a:ext cx="530352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" name="Connector 110"/>
          <p:cNvSpPr/>
          <p:nvPr/>
        </p:nvSpPr>
        <p:spPr>
          <a:xfrm flipV="1">
            <a:off x="3392423" y="4712589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" name="Connector 111"/>
          <p:cNvSpPr/>
          <p:nvPr/>
        </p:nvSpPr>
        <p:spPr>
          <a:xfrm flipV="1">
            <a:off x="3922776" y="4662423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" name="Connector 112"/>
          <p:cNvSpPr/>
          <p:nvPr/>
        </p:nvSpPr>
        <p:spPr>
          <a:xfrm flipV="1">
            <a:off x="4453128" y="4632323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" name="Connector 113"/>
          <p:cNvSpPr/>
          <p:nvPr/>
        </p:nvSpPr>
        <p:spPr>
          <a:xfrm flipV="1">
            <a:off x="4983479" y="4622291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" name="Connector 114"/>
          <p:cNvSpPr/>
          <p:nvPr/>
        </p:nvSpPr>
        <p:spPr>
          <a:xfrm>
            <a:off x="5513832" y="462229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" name="Connector 115"/>
          <p:cNvSpPr/>
          <p:nvPr/>
        </p:nvSpPr>
        <p:spPr>
          <a:xfrm>
            <a:off x="6044184" y="4632325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" name="Connector 116"/>
          <p:cNvSpPr/>
          <p:nvPr/>
        </p:nvSpPr>
        <p:spPr>
          <a:xfrm>
            <a:off x="6574535" y="4662423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" name="Connector 117"/>
          <p:cNvSpPr/>
          <p:nvPr/>
        </p:nvSpPr>
        <p:spPr>
          <a:xfrm>
            <a:off x="7104888" y="4712589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" name="Connector 118"/>
          <p:cNvSpPr/>
          <p:nvPr/>
        </p:nvSpPr>
        <p:spPr>
          <a:xfrm>
            <a:off x="7635240" y="4782820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" name="Connector 119"/>
          <p:cNvSpPr/>
          <p:nvPr/>
        </p:nvSpPr>
        <p:spPr>
          <a:xfrm>
            <a:off x="8165592" y="4873116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" name="Connector 120"/>
          <p:cNvSpPr/>
          <p:nvPr/>
        </p:nvSpPr>
        <p:spPr>
          <a:xfrm flipV="1">
            <a:off x="2331720" y="4860542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" name="Connector 121"/>
          <p:cNvSpPr/>
          <p:nvPr/>
        </p:nvSpPr>
        <p:spPr>
          <a:xfrm flipV="1">
            <a:off x="2950462" y="4759959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" name="Connector 122"/>
          <p:cNvSpPr/>
          <p:nvPr/>
        </p:nvSpPr>
        <p:spPr>
          <a:xfrm flipV="1">
            <a:off x="3569208" y="4681728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" name="Connector 123"/>
          <p:cNvSpPr/>
          <p:nvPr/>
        </p:nvSpPr>
        <p:spPr>
          <a:xfrm flipV="1">
            <a:off x="4187952" y="4625847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Connector 124"/>
          <p:cNvSpPr/>
          <p:nvPr/>
        </p:nvSpPr>
        <p:spPr>
          <a:xfrm flipV="1">
            <a:off x="4806696" y="4592320"/>
            <a:ext cx="618744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" name="Connector 125"/>
          <p:cNvSpPr/>
          <p:nvPr/>
        </p:nvSpPr>
        <p:spPr>
          <a:xfrm flipV="1">
            <a:off x="5425438" y="4581144"/>
            <a:ext cx="618746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" name="Connector 126"/>
          <p:cNvSpPr/>
          <p:nvPr/>
        </p:nvSpPr>
        <p:spPr>
          <a:xfrm>
            <a:off x="6044184" y="4581144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" name="Connector 127"/>
          <p:cNvSpPr/>
          <p:nvPr/>
        </p:nvSpPr>
        <p:spPr>
          <a:xfrm>
            <a:off x="6662928" y="4592320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" name="Connector 128"/>
          <p:cNvSpPr/>
          <p:nvPr/>
        </p:nvSpPr>
        <p:spPr>
          <a:xfrm>
            <a:off x="7281671" y="4625847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" name="Connector 129"/>
          <p:cNvSpPr/>
          <p:nvPr/>
        </p:nvSpPr>
        <p:spPr>
          <a:xfrm>
            <a:off x="7900416" y="4681728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" name="Connector 130"/>
          <p:cNvSpPr/>
          <p:nvPr/>
        </p:nvSpPr>
        <p:spPr>
          <a:xfrm>
            <a:off x="8519159" y="4759959"/>
            <a:ext cx="618744" cy="100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" name="Connector 131"/>
          <p:cNvSpPr/>
          <p:nvPr/>
        </p:nvSpPr>
        <p:spPr>
          <a:xfrm>
            <a:off x="9137902" y="4860544"/>
            <a:ext cx="618746" cy="12293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" name="Connector 132"/>
          <p:cNvSpPr/>
          <p:nvPr/>
        </p:nvSpPr>
        <p:spPr>
          <a:xfrm flipV="1">
            <a:off x="3392423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" name="Connector 133"/>
          <p:cNvSpPr/>
          <p:nvPr/>
        </p:nvSpPr>
        <p:spPr>
          <a:xfrm flipV="1">
            <a:off x="3480815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" name="Connector 134"/>
          <p:cNvSpPr/>
          <p:nvPr/>
        </p:nvSpPr>
        <p:spPr>
          <a:xfrm flipV="1">
            <a:off x="3569208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" name="Connector 135"/>
          <p:cNvSpPr/>
          <p:nvPr/>
        </p:nvSpPr>
        <p:spPr>
          <a:xfrm flipV="1">
            <a:off x="3657599" y="4845303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" name="Connector 136"/>
          <p:cNvSpPr/>
          <p:nvPr/>
        </p:nvSpPr>
        <p:spPr>
          <a:xfrm flipV="1">
            <a:off x="3745991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" name="Connector 137"/>
          <p:cNvSpPr/>
          <p:nvPr/>
        </p:nvSpPr>
        <p:spPr>
          <a:xfrm flipV="1">
            <a:off x="3834384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" name="Connector 138"/>
          <p:cNvSpPr/>
          <p:nvPr/>
        </p:nvSpPr>
        <p:spPr>
          <a:xfrm>
            <a:off x="3922776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" name="Connector 139"/>
          <p:cNvSpPr/>
          <p:nvPr/>
        </p:nvSpPr>
        <p:spPr>
          <a:xfrm>
            <a:off x="4011167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" name="Connector 140"/>
          <p:cNvSpPr/>
          <p:nvPr/>
        </p:nvSpPr>
        <p:spPr>
          <a:xfrm>
            <a:off x="4099559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" name="Connector 141"/>
          <p:cNvSpPr/>
          <p:nvPr/>
        </p:nvSpPr>
        <p:spPr>
          <a:xfrm>
            <a:off x="4187952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" name="Connector 142"/>
          <p:cNvSpPr/>
          <p:nvPr/>
        </p:nvSpPr>
        <p:spPr>
          <a:xfrm>
            <a:off x="4276344" y="489712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" name="Connector 143"/>
          <p:cNvSpPr/>
          <p:nvPr/>
        </p:nvSpPr>
        <p:spPr>
          <a:xfrm>
            <a:off x="4364735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" name="Connector 144"/>
          <p:cNvSpPr/>
          <p:nvPr/>
        </p:nvSpPr>
        <p:spPr>
          <a:xfrm flipV="1">
            <a:off x="3392423" y="4923408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" name="Connector 145"/>
          <p:cNvSpPr/>
          <p:nvPr/>
        </p:nvSpPr>
        <p:spPr>
          <a:xfrm flipV="1">
            <a:off x="3569208" y="4874259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" name="Connector 146"/>
          <p:cNvSpPr/>
          <p:nvPr/>
        </p:nvSpPr>
        <p:spPr>
          <a:xfrm flipV="1">
            <a:off x="3745991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" name="Connector 147"/>
          <p:cNvSpPr/>
          <p:nvPr/>
        </p:nvSpPr>
        <p:spPr>
          <a:xfrm flipV="1">
            <a:off x="3922776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" name="Connector 148"/>
          <p:cNvSpPr/>
          <p:nvPr/>
        </p:nvSpPr>
        <p:spPr>
          <a:xfrm flipV="1">
            <a:off x="4099559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" name="Connector 149"/>
          <p:cNvSpPr/>
          <p:nvPr/>
        </p:nvSpPr>
        <p:spPr>
          <a:xfrm flipV="1">
            <a:off x="4276342" y="478688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" name="Connector 150"/>
          <p:cNvSpPr/>
          <p:nvPr/>
        </p:nvSpPr>
        <p:spPr>
          <a:xfrm>
            <a:off x="4453128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" name="Connector 151"/>
          <p:cNvSpPr/>
          <p:nvPr/>
        </p:nvSpPr>
        <p:spPr>
          <a:xfrm>
            <a:off x="4629911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" name="Connector 152"/>
          <p:cNvSpPr/>
          <p:nvPr/>
        </p:nvSpPr>
        <p:spPr>
          <a:xfrm>
            <a:off x="4806696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" name="Connector 153"/>
          <p:cNvSpPr/>
          <p:nvPr/>
        </p:nvSpPr>
        <p:spPr>
          <a:xfrm>
            <a:off x="4983479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" name="Connector 154"/>
          <p:cNvSpPr/>
          <p:nvPr/>
        </p:nvSpPr>
        <p:spPr>
          <a:xfrm>
            <a:off x="5160264" y="4874259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" name="Connector 155"/>
          <p:cNvSpPr/>
          <p:nvPr/>
        </p:nvSpPr>
        <p:spPr>
          <a:xfrm>
            <a:off x="5337047" y="4923409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" name="Connector 156"/>
          <p:cNvSpPr/>
          <p:nvPr/>
        </p:nvSpPr>
        <p:spPr>
          <a:xfrm flipV="1">
            <a:off x="3392423" y="4910835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" name="Connector 157"/>
          <p:cNvSpPr/>
          <p:nvPr/>
        </p:nvSpPr>
        <p:spPr>
          <a:xfrm flipV="1">
            <a:off x="3657600" y="4851399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" name="Connector 158"/>
          <p:cNvSpPr/>
          <p:nvPr/>
        </p:nvSpPr>
        <p:spPr>
          <a:xfrm flipV="1">
            <a:off x="3922776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" name="Connector 159"/>
          <p:cNvSpPr/>
          <p:nvPr/>
        </p:nvSpPr>
        <p:spPr>
          <a:xfrm flipV="1">
            <a:off x="4187952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" name="Connector 160"/>
          <p:cNvSpPr/>
          <p:nvPr/>
        </p:nvSpPr>
        <p:spPr>
          <a:xfrm flipV="1">
            <a:off x="4453128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" name="Connector 161"/>
          <p:cNvSpPr/>
          <p:nvPr/>
        </p:nvSpPr>
        <p:spPr>
          <a:xfrm flipV="1">
            <a:off x="4718303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" name="Connector 162"/>
          <p:cNvSpPr/>
          <p:nvPr/>
        </p:nvSpPr>
        <p:spPr>
          <a:xfrm>
            <a:off x="4983479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" name="Connector 163"/>
          <p:cNvSpPr/>
          <p:nvPr/>
        </p:nvSpPr>
        <p:spPr>
          <a:xfrm>
            <a:off x="5248655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" name="Connector 164"/>
          <p:cNvSpPr/>
          <p:nvPr/>
        </p:nvSpPr>
        <p:spPr>
          <a:xfrm>
            <a:off x="5513832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" name="Connector 165"/>
          <p:cNvSpPr/>
          <p:nvPr/>
        </p:nvSpPr>
        <p:spPr>
          <a:xfrm>
            <a:off x="5779008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" name="Connector 166"/>
          <p:cNvSpPr/>
          <p:nvPr/>
        </p:nvSpPr>
        <p:spPr>
          <a:xfrm>
            <a:off x="6044184" y="485140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" name="Connector 167"/>
          <p:cNvSpPr/>
          <p:nvPr/>
        </p:nvSpPr>
        <p:spPr>
          <a:xfrm>
            <a:off x="6309359" y="4910835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" name="Connector 168"/>
          <p:cNvSpPr/>
          <p:nvPr/>
        </p:nvSpPr>
        <p:spPr>
          <a:xfrm flipV="1">
            <a:off x="3392423" y="4898261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" name="Connector 169"/>
          <p:cNvSpPr/>
          <p:nvPr/>
        </p:nvSpPr>
        <p:spPr>
          <a:xfrm flipV="1">
            <a:off x="3745991" y="4828540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" name="Connector 170"/>
          <p:cNvSpPr/>
          <p:nvPr/>
        </p:nvSpPr>
        <p:spPr>
          <a:xfrm flipV="1">
            <a:off x="4099559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" name="Connector 171"/>
          <p:cNvSpPr/>
          <p:nvPr/>
        </p:nvSpPr>
        <p:spPr>
          <a:xfrm flipV="1">
            <a:off x="4453128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" name="Connector 172"/>
          <p:cNvSpPr/>
          <p:nvPr/>
        </p:nvSpPr>
        <p:spPr>
          <a:xfrm flipV="1">
            <a:off x="4806696" y="4712334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" name="Connector 173"/>
          <p:cNvSpPr/>
          <p:nvPr/>
        </p:nvSpPr>
        <p:spPr>
          <a:xfrm flipV="1">
            <a:off x="5160262" y="4704588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" name="Connector 174"/>
          <p:cNvSpPr/>
          <p:nvPr/>
        </p:nvSpPr>
        <p:spPr>
          <a:xfrm>
            <a:off x="5513832" y="4704588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" name="Connector 175"/>
          <p:cNvSpPr/>
          <p:nvPr/>
        </p:nvSpPr>
        <p:spPr>
          <a:xfrm>
            <a:off x="5867399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" name="Connector 176"/>
          <p:cNvSpPr/>
          <p:nvPr/>
        </p:nvSpPr>
        <p:spPr>
          <a:xfrm>
            <a:off x="6220967" y="4735576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" name="Connector 177"/>
          <p:cNvSpPr/>
          <p:nvPr/>
        </p:nvSpPr>
        <p:spPr>
          <a:xfrm>
            <a:off x="6574535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" name="Connector 178"/>
          <p:cNvSpPr/>
          <p:nvPr/>
        </p:nvSpPr>
        <p:spPr>
          <a:xfrm>
            <a:off x="6928104" y="4828540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" name="Connector 179"/>
          <p:cNvSpPr/>
          <p:nvPr/>
        </p:nvSpPr>
        <p:spPr>
          <a:xfrm>
            <a:off x="7281671" y="489826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" name="Connector 180"/>
          <p:cNvSpPr/>
          <p:nvPr/>
        </p:nvSpPr>
        <p:spPr>
          <a:xfrm flipV="1">
            <a:off x="3392423" y="4885688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" name="Connector 181"/>
          <p:cNvSpPr/>
          <p:nvPr/>
        </p:nvSpPr>
        <p:spPr>
          <a:xfrm flipV="1">
            <a:off x="3834384" y="4805679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" name="Connector 182"/>
          <p:cNvSpPr/>
          <p:nvPr/>
        </p:nvSpPr>
        <p:spPr>
          <a:xfrm flipV="1">
            <a:off x="4276344" y="474345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" name="Connector 183"/>
          <p:cNvSpPr/>
          <p:nvPr/>
        </p:nvSpPr>
        <p:spPr>
          <a:xfrm flipV="1">
            <a:off x="4718303" y="4698999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" name="Connector 184"/>
          <p:cNvSpPr/>
          <p:nvPr/>
        </p:nvSpPr>
        <p:spPr>
          <a:xfrm flipV="1">
            <a:off x="5160264" y="4672329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" name="Connector 185"/>
          <p:cNvSpPr/>
          <p:nvPr/>
        </p:nvSpPr>
        <p:spPr>
          <a:xfrm flipV="1">
            <a:off x="5602223" y="4663440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" name="Connector 186"/>
          <p:cNvSpPr/>
          <p:nvPr/>
        </p:nvSpPr>
        <p:spPr>
          <a:xfrm>
            <a:off x="6044184" y="4663440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" name="Connector 187"/>
          <p:cNvSpPr/>
          <p:nvPr/>
        </p:nvSpPr>
        <p:spPr>
          <a:xfrm>
            <a:off x="6486144" y="467232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" name="Connector 188"/>
          <p:cNvSpPr/>
          <p:nvPr/>
        </p:nvSpPr>
        <p:spPr>
          <a:xfrm>
            <a:off x="6928104" y="469900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" name="Connector 189"/>
          <p:cNvSpPr/>
          <p:nvPr/>
        </p:nvSpPr>
        <p:spPr>
          <a:xfrm>
            <a:off x="7370064" y="4743449"/>
            <a:ext cx="441961" cy="62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" name="Connector 190"/>
          <p:cNvSpPr/>
          <p:nvPr/>
        </p:nvSpPr>
        <p:spPr>
          <a:xfrm>
            <a:off x="7812023" y="4805679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" name="Connector 191"/>
          <p:cNvSpPr/>
          <p:nvPr/>
        </p:nvSpPr>
        <p:spPr>
          <a:xfrm>
            <a:off x="8253983" y="4885688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" name="Connector 192"/>
          <p:cNvSpPr/>
          <p:nvPr/>
        </p:nvSpPr>
        <p:spPr>
          <a:xfrm flipV="1">
            <a:off x="3392423" y="4873116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" name="Connector 193"/>
          <p:cNvSpPr/>
          <p:nvPr/>
        </p:nvSpPr>
        <p:spPr>
          <a:xfrm flipV="1">
            <a:off x="3922776" y="4782820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" name="Connector 194"/>
          <p:cNvSpPr/>
          <p:nvPr/>
        </p:nvSpPr>
        <p:spPr>
          <a:xfrm flipV="1">
            <a:off x="4453128" y="4712589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" name="Connector 195"/>
          <p:cNvSpPr/>
          <p:nvPr/>
        </p:nvSpPr>
        <p:spPr>
          <a:xfrm flipV="1">
            <a:off x="4983479" y="4662423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" name="Connector 196"/>
          <p:cNvSpPr/>
          <p:nvPr/>
        </p:nvSpPr>
        <p:spPr>
          <a:xfrm flipV="1">
            <a:off x="5513832" y="4632323"/>
            <a:ext cx="530352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" name="Connector 197"/>
          <p:cNvSpPr/>
          <p:nvPr/>
        </p:nvSpPr>
        <p:spPr>
          <a:xfrm flipV="1">
            <a:off x="6044183" y="4622291"/>
            <a:ext cx="530354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" name="Connector 198"/>
          <p:cNvSpPr/>
          <p:nvPr/>
        </p:nvSpPr>
        <p:spPr>
          <a:xfrm>
            <a:off x="6574535" y="462229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" name="Connector 199"/>
          <p:cNvSpPr/>
          <p:nvPr/>
        </p:nvSpPr>
        <p:spPr>
          <a:xfrm>
            <a:off x="7104888" y="4632325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" name="Connector 200"/>
          <p:cNvSpPr/>
          <p:nvPr/>
        </p:nvSpPr>
        <p:spPr>
          <a:xfrm>
            <a:off x="7635240" y="4662423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" name="Connector 201"/>
          <p:cNvSpPr/>
          <p:nvPr/>
        </p:nvSpPr>
        <p:spPr>
          <a:xfrm>
            <a:off x="8165592" y="4712589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" name="Connector 202"/>
          <p:cNvSpPr/>
          <p:nvPr/>
        </p:nvSpPr>
        <p:spPr>
          <a:xfrm>
            <a:off x="8695943" y="4782820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" name="Connector 203"/>
          <p:cNvSpPr/>
          <p:nvPr/>
        </p:nvSpPr>
        <p:spPr>
          <a:xfrm>
            <a:off x="9226295" y="4873116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" name="Connector 204"/>
          <p:cNvSpPr/>
          <p:nvPr/>
        </p:nvSpPr>
        <p:spPr>
          <a:xfrm flipV="1">
            <a:off x="4453128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" name="Connector 205"/>
          <p:cNvSpPr/>
          <p:nvPr/>
        </p:nvSpPr>
        <p:spPr>
          <a:xfrm flipV="1">
            <a:off x="4541518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" name="Connector 206"/>
          <p:cNvSpPr/>
          <p:nvPr/>
        </p:nvSpPr>
        <p:spPr>
          <a:xfrm flipV="1">
            <a:off x="4629911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" name="Connector 207"/>
          <p:cNvSpPr/>
          <p:nvPr/>
        </p:nvSpPr>
        <p:spPr>
          <a:xfrm flipV="1">
            <a:off x="4718303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" name="Connector 208"/>
          <p:cNvSpPr/>
          <p:nvPr/>
        </p:nvSpPr>
        <p:spPr>
          <a:xfrm flipV="1">
            <a:off x="4806696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" name="Connector 209"/>
          <p:cNvSpPr/>
          <p:nvPr/>
        </p:nvSpPr>
        <p:spPr>
          <a:xfrm flipV="1">
            <a:off x="4895086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" name="Connector 210"/>
          <p:cNvSpPr/>
          <p:nvPr/>
        </p:nvSpPr>
        <p:spPr>
          <a:xfrm>
            <a:off x="4983479" y="4828032"/>
            <a:ext cx="88392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" name="Connector 211"/>
          <p:cNvSpPr/>
          <p:nvPr/>
        </p:nvSpPr>
        <p:spPr>
          <a:xfrm>
            <a:off x="5071871" y="4832348"/>
            <a:ext cx="88394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" name="Connector 212"/>
          <p:cNvSpPr/>
          <p:nvPr/>
        </p:nvSpPr>
        <p:spPr>
          <a:xfrm>
            <a:off x="5160264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" name="Connector 213"/>
          <p:cNvSpPr/>
          <p:nvPr/>
        </p:nvSpPr>
        <p:spPr>
          <a:xfrm>
            <a:off x="5248655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" name="Connector 214"/>
          <p:cNvSpPr/>
          <p:nvPr/>
        </p:nvSpPr>
        <p:spPr>
          <a:xfrm>
            <a:off x="5337047" y="4897120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" name="Connector 215"/>
          <p:cNvSpPr/>
          <p:nvPr/>
        </p:nvSpPr>
        <p:spPr>
          <a:xfrm>
            <a:off x="5425438" y="4935982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" name="Connector 216"/>
          <p:cNvSpPr/>
          <p:nvPr/>
        </p:nvSpPr>
        <p:spPr>
          <a:xfrm flipV="1">
            <a:off x="4453128" y="492340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" name="Connector 217"/>
          <p:cNvSpPr/>
          <p:nvPr/>
        </p:nvSpPr>
        <p:spPr>
          <a:xfrm flipV="1">
            <a:off x="4629910" y="4874259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" name="Connector 218"/>
          <p:cNvSpPr/>
          <p:nvPr/>
        </p:nvSpPr>
        <p:spPr>
          <a:xfrm flipV="1">
            <a:off x="4806696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" name="Connector 219"/>
          <p:cNvSpPr/>
          <p:nvPr/>
        </p:nvSpPr>
        <p:spPr>
          <a:xfrm flipV="1">
            <a:off x="4983479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" name="Connector 220"/>
          <p:cNvSpPr/>
          <p:nvPr/>
        </p:nvSpPr>
        <p:spPr>
          <a:xfrm flipV="1">
            <a:off x="5160264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" name="Connector 221"/>
          <p:cNvSpPr/>
          <p:nvPr/>
        </p:nvSpPr>
        <p:spPr>
          <a:xfrm flipV="1">
            <a:off x="5337047" y="478688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" name="Connector 222"/>
          <p:cNvSpPr/>
          <p:nvPr/>
        </p:nvSpPr>
        <p:spPr>
          <a:xfrm>
            <a:off x="5513832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" name="Connector 223"/>
          <p:cNvSpPr/>
          <p:nvPr/>
        </p:nvSpPr>
        <p:spPr>
          <a:xfrm>
            <a:off x="5690615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" name="Connector 224"/>
          <p:cNvSpPr/>
          <p:nvPr/>
        </p:nvSpPr>
        <p:spPr>
          <a:xfrm>
            <a:off x="5867399" y="4808728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" name="Connector 225"/>
          <p:cNvSpPr/>
          <p:nvPr/>
        </p:nvSpPr>
        <p:spPr>
          <a:xfrm>
            <a:off x="6044184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" name="Connector 226"/>
          <p:cNvSpPr/>
          <p:nvPr/>
        </p:nvSpPr>
        <p:spPr>
          <a:xfrm>
            <a:off x="6220967" y="4874259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" name="Connector 227"/>
          <p:cNvSpPr/>
          <p:nvPr/>
        </p:nvSpPr>
        <p:spPr>
          <a:xfrm>
            <a:off x="6397750" y="4923409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" name="Connector 228"/>
          <p:cNvSpPr/>
          <p:nvPr/>
        </p:nvSpPr>
        <p:spPr>
          <a:xfrm flipV="1">
            <a:off x="4453128" y="4910835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" name="Connector 229"/>
          <p:cNvSpPr/>
          <p:nvPr/>
        </p:nvSpPr>
        <p:spPr>
          <a:xfrm flipV="1">
            <a:off x="4718303" y="4851399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" name="Connector 230"/>
          <p:cNvSpPr/>
          <p:nvPr/>
        </p:nvSpPr>
        <p:spPr>
          <a:xfrm flipV="1">
            <a:off x="4983479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" name="Connector 231"/>
          <p:cNvSpPr/>
          <p:nvPr/>
        </p:nvSpPr>
        <p:spPr>
          <a:xfrm flipV="1">
            <a:off x="5248655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" name="Connector 232"/>
          <p:cNvSpPr/>
          <p:nvPr/>
        </p:nvSpPr>
        <p:spPr>
          <a:xfrm flipV="1">
            <a:off x="5513832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" name="Connector 233"/>
          <p:cNvSpPr/>
          <p:nvPr/>
        </p:nvSpPr>
        <p:spPr>
          <a:xfrm flipV="1">
            <a:off x="5779008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" name="Connector 234"/>
          <p:cNvSpPr/>
          <p:nvPr/>
        </p:nvSpPr>
        <p:spPr>
          <a:xfrm>
            <a:off x="6044184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" name="Connector 235"/>
          <p:cNvSpPr/>
          <p:nvPr/>
        </p:nvSpPr>
        <p:spPr>
          <a:xfrm>
            <a:off x="6309359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" name="Connector 236"/>
          <p:cNvSpPr/>
          <p:nvPr/>
        </p:nvSpPr>
        <p:spPr>
          <a:xfrm>
            <a:off x="6574535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" name="Connector 237"/>
          <p:cNvSpPr/>
          <p:nvPr/>
        </p:nvSpPr>
        <p:spPr>
          <a:xfrm>
            <a:off x="6839711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" name="Connector 238"/>
          <p:cNvSpPr/>
          <p:nvPr/>
        </p:nvSpPr>
        <p:spPr>
          <a:xfrm>
            <a:off x="7104888" y="485140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" name="Connector 239"/>
          <p:cNvSpPr/>
          <p:nvPr/>
        </p:nvSpPr>
        <p:spPr>
          <a:xfrm>
            <a:off x="7370064" y="4910835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" name="Connector 240"/>
          <p:cNvSpPr/>
          <p:nvPr/>
        </p:nvSpPr>
        <p:spPr>
          <a:xfrm flipV="1">
            <a:off x="4453128" y="489826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" name="Connector 241"/>
          <p:cNvSpPr/>
          <p:nvPr/>
        </p:nvSpPr>
        <p:spPr>
          <a:xfrm flipV="1">
            <a:off x="4806694" y="4828540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" name="Connector 242"/>
          <p:cNvSpPr/>
          <p:nvPr/>
        </p:nvSpPr>
        <p:spPr>
          <a:xfrm flipV="1">
            <a:off x="5160264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" name="Connector 243"/>
          <p:cNvSpPr/>
          <p:nvPr/>
        </p:nvSpPr>
        <p:spPr>
          <a:xfrm flipV="1">
            <a:off x="5513832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" name="Connector 244"/>
          <p:cNvSpPr/>
          <p:nvPr/>
        </p:nvSpPr>
        <p:spPr>
          <a:xfrm flipV="1">
            <a:off x="5867399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" name="Connector 245"/>
          <p:cNvSpPr/>
          <p:nvPr/>
        </p:nvSpPr>
        <p:spPr>
          <a:xfrm flipV="1">
            <a:off x="6220967" y="4704588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" name="Connector 246"/>
          <p:cNvSpPr/>
          <p:nvPr/>
        </p:nvSpPr>
        <p:spPr>
          <a:xfrm>
            <a:off x="6574535" y="4704588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" name="Connector 247"/>
          <p:cNvSpPr/>
          <p:nvPr/>
        </p:nvSpPr>
        <p:spPr>
          <a:xfrm>
            <a:off x="6928104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" name="Connector 248"/>
          <p:cNvSpPr/>
          <p:nvPr/>
        </p:nvSpPr>
        <p:spPr>
          <a:xfrm>
            <a:off x="7281671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" name="Connector 249"/>
          <p:cNvSpPr/>
          <p:nvPr/>
        </p:nvSpPr>
        <p:spPr>
          <a:xfrm>
            <a:off x="7635240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" name="Connector 250"/>
          <p:cNvSpPr/>
          <p:nvPr/>
        </p:nvSpPr>
        <p:spPr>
          <a:xfrm>
            <a:off x="7988807" y="4828540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" name="Connector 251"/>
          <p:cNvSpPr/>
          <p:nvPr/>
        </p:nvSpPr>
        <p:spPr>
          <a:xfrm>
            <a:off x="8342376" y="489826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" name="Connector 252"/>
          <p:cNvSpPr/>
          <p:nvPr/>
        </p:nvSpPr>
        <p:spPr>
          <a:xfrm flipV="1">
            <a:off x="4453128" y="488568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" name="Connector 253"/>
          <p:cNvSpPr/>
          <p:nvPr/>
        </p:nvSpPr>
        <p:spPr>
          <a:xfrm flipV="1">
            <a:off x="4895086" y="480567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" name="Connector 254"/>
          <p:cNvSpPr/>
          <p:nvPr/>
        </p:nvSpPr>
        <p:spPr>
          <a:xfrm flipV="1">
            <a:off x="5337047" y="474345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" name="Connector 255"/>
          <p:cNvSpPr/>
          <p:nvPr/>
        </p:nvSpPr>
        <p:spPr>
          <a:xfrm flipV="1">
            <a:off x="5779008" y="4698999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" name="Connector 256"/>
          <p:cNvSpPr/>
          <p:nvPr/>
        </p:nvSpPr>
        <p:spPr>
          <a:xfrm flipV="1">
            <a:off x="6220967" y="4672329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" name="Connector 257"/>
          <p:cNvSpPr/>
          <p:nvPr/>
        </p:nvSpPr>
        <p:spPr>
          <a:xfrm flipV="1">
            <a:off x="6662926" y="4663440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" name="Connector 258"/>
          <p:cNvSpPr/>
          <p:nvPr/>
        </p:nvSpPr>
        <p:spPr>
          <a:xfrm>
            <a:off x="7104888" y="4663440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" name="Connector 259"/>
          <p:cNvSpPr/>
          <p:nvPr/>
        </p:nvSpPr>
        <p:spPr>
          <a:xfrm>
            <a:off x="7546847" y="467232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" name="Connector 260"/>
          <p:cNvSpPr/>
          <p:nvPr/>
        </p:nvSpPr>
        <p:spPr>
          <a:xfrm>
            <a:off x="7988807" y="469900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" name="Connector 261"/>
          <p:cNvSpPr/>
          <p:nvPr/>
        </p:nvSpPr>
        <p:spPr>
          <a:xfrm>
            <a:off x="8430768" y="4743449"/>
            <a:ext cx="441961" cy="62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" name="Connector 262"/>
          <p:cNvSpPr/>
          <p:nvPr/>
        </p:nvSpPr>
        <p:spPr>
          <a:xfrm>
            <a:off x="8872728" y="4805679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" name="Connector 263"/>
          <p:cNvSpPr/>
          <p:nvPr/>
        </p:nvSpPr>
        <p:spPr>
          <a:xfrm>
            <a:off x="9314688" y="4885688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" name="Connector 264"/>
          <p:cNvSpPr/>
          <p:nvPr/>
        </p:nvSpPr>
        <p:spPr>
          <a:xfrm flipV="1">
            <a:off x="5513832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" name="Connector 265"/>
          <p:cNvSpPr/>
          <p:nvPr/>
        </p:nvSpPr>
        <p:spPr>
          <a:xfrm flipV="1">
            <a:off x="5602223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" name="Connector 266"/>
          <p:cNvSpPr/>
          <p:nvPr/>
        </p:nvSpPr>
        <p:spPr>
          <a:xfrm flipV="1">
            <a:off x="5690615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" name="Connector 267"/>
          <p:cNvSpPr/>
          <p:nvPr/>
        </p:nvSpPr>
        <p:spPr>
          <a:xfrm flipV="1">
            <a:off x="5779008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" name="Connector 268"/>
          <p:cNvSpPr/>
          <p:nvPr/>
        </p:nvSpPr>
        <p:spPr>
          <a:xfrm flipV="1">
            <a:off x="5867399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" name="Connector 269"/>
          <p:cNvSpPr/>
          <p:nvPr/>
        </p:nvSpPr>
        <p:spPr>
          <a:xfrm flipV="1">
            <a:off x="5955791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" name="Connector 270"/>
          <p:cNvSpPr/>
          <p:nvPr/>
        </p:nvSpPr>
        <p:spPr>
          <a:xfrm>
            <a:off x="6044184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" name="Connector 271"/>
          <p:cNvSpPr/>
          <p:nvPr/>
        </p:nvSpPr>
        <p:spPr>
          <a:xfrm>
            <a:off x="6132576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" name="Connector 272"/>
          <p:cNvSpPr/>
          <p:nvPr/>
        </p:nvSpPr>
        <p:spPr>
          <a:xfrm>
            <a:off x="6220967" y="4845303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" name="Connector 273"/>
          <p:cNvSpPr/>
          <p:nvPr/>
        </p:nvSpPr>
        <p:spPr>
          <a:xfrm>
            <a:off x="6309359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" name="Connector 274"/>
          <p:cNvSpPr/>
          <p:nvPr/>
        </p:nvSpPr>
        <p:spPr>
          <a:xfrm>
            <a:off x="6397752" y="489712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" name="Connector 275"/>
          <p:cNvSpPr/>
          <p:nvPr/>
        </p:nvSpPr>
        <p:spPr>
          <a:xfrm>
            <a:off x="6486144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" name="Connector 276"/>
          <p:cNvSpPr/>
          <p:nvPr/>
        </p:nvSpPr>
        <p:spPr>
          <a:xfrm flipV="1">
            <a:off x="5513832" y="492340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" name="Connector 277"/>
          <p:cNvSpPr/>
          <p:nvPr/>
        </p:nvSpPr>
        <p:spPr>
          <a:xfrm flipV="1">
            <a:off x="5690615" y="4874259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" name="Connector 278"/>
          <p:cNvSpPr/>
          <p:nvPr/>
        </p:nvSpPr>
        <p:spPr>
          <a:xfrm flipV="1">
            <a:off x="5867399" y="4836033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" name="Connector 279"/>
          <p:cNvSpPr/>
          <p:nvPr/>
        </p:nvSpPr>
        <p:spPr>
          <a:xfrm flipV="1">
            <a:off x="6044184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" name="Connector 280"/>
          <p:cNvSpPr/>
          <p:nvPr/>
        </p:nvSpPr>
        <p:spPr>
          <a:xfrm flipV="1">
            <a:off x="6220967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" name="Connector 281"/>
          <p:cNvSpPr/>
          <p:nvPr/>
        </p:nvSpPr>
        <p:spPr>
          <a:xfrm flipV="1">
            <a:off x="6397750" y="478688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" name="Connector 282"/>
          <p:cNvSpPr/>
          <p:nvPr/>
        </p:nvSpPr>
        <p:spPr>
          <a:xfrm>
            <a:off x="6574535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" name="Connector 283"/>
          <p:cNvSpPr/>
          <p:nvPr/>
        </p:nvSpPr>
        <p:spPr>
          <a:xfrm>
            <a:off x="6751319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" name="Connector 284"/>
          <p:cNvSpPr/>
          <p:nvPr/>
        </p:nvSpPr>
        <p:spPr>
          <a:xfrm>
            <a:off x="6928104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" name="Connector 285"/>
          <p:cNvSpPr/>
          <p:nvPr/>
        </p:nvSpPr>
        <p:spPr>
          <a:xfrm>
            <a:off x="7104888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" name="Connector 286"/>
          <p:cNvSpPr/>
          <p:nvPr/>
        </p:nvSpPr>
        <p:spPr>
          <a:xfrm>
            <a:off x="7281671" y="4874259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" name="Connector 287"/>
          <p:cNvSpPr/>
          <p:nvPr/>
        </p:nvSpPr>
        <p:spPr>
          <a:xfrm>
            <a:off x="7458456" y="492340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" name="Connector 288"/>
          <p:cNvSpPr/>
          <p:nvPr/>
        </p:nvSpPr>
        <p:spPr>
          <a:xfrm flipV="1">
            <a:off x="5513832" y="4910835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" name="Connector 289"/>
          <p:cNvSpPr/>
          <p:nvPr/>
        </p:nvSpPr>
        <p:spPr>
          <a:xfrm flipV="1">
            <a:off x="5779006" y="4851399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" name="Connector 290"/>
          <p:cNvSpPr/>
          <p:nvPr/>
        </p:nvSpPr>
        <p:spPr>
          <a:xfrm flipV="1">
            <a:off x="6044184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" name="Connector 291"/>
          <p:cNvSpPr/>
          <p:nvPr/>
        </p:nvSpPr>
        <p:spPr>
          <a:xfrm flipV="1">
            <a:off x="6309359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" name="Connector 292"/>
          <p:cNvSpPr/>
          <p:nvPr/>
        </p:nvSpPr>
        <p:spPr>
          <a:xfrm flipV="1">
            <a:off x="6574535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" name="Connector 293"/>
          <p:cNvSpPr/>
          <p:nvPr/>
        </p:nvSpPr>
        <p:spPr>
          <a:xfrm flipV="1">
            <a:off x="6839711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" name="Connector 294"/>
          <p:cNvSpPr/>
          <p:nvPr/>
        </p:nvSpPr>
        <p:spPr>
          <a:xfrm>
            <a:off x="7104888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" name="Connector 295"/>
          <p:cNvSpPr/>
          <p:nvPr/>
        </p:nvSpPr>
        <p:spPr>
          <a:xfrm>
            <a:off x="7370064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" name="Connector 296"/>
          <p:cNvSpPr/>
          <p:nvPr/>
        </p:nvSpPr>
        <p:spPr>
          <a:xfrm>
            <a:off x="7635240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" name="Connector 297"/>
          <p:cNvSpPr/>
          <p:nvPr/>
        </p:nvSpPr>
        <p:spPr>
          <a:xfrm>
            <a:off x="7900416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" name="Connector 298"/>
          <p:cNvSpPr/>
          <p:nvPr/>
        </p:nvSpPr>
        <p:spPr>
          <a:xfrm>
            <a:off x="8165592" y="485140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" name="Connector 299"/>
          <p:cNvSpPr/>
          <p:nvPr/>
        </p:nvSpPr>
        <p:spPr>
          <a:xfrm>
            <a:off x="8430768" y="4910835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" name="Connector 300"/>
          <p:cNvSpPr/>
          <p:nvPr/>
        </p:nvSpPr>
        <p:spPr>
          <a:xfrm flipV="1">
            <a:off x="5513832" y="489826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" name="Connector 301"/>
          <p:cNvSpPr/>
          <p:nvPr/>
        </p:nvSpPr>
        <p:spPr>
          <a:xfrm flipV="1">
            <a:off x="5867398" y="4828540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" name="Connector 302"/>
          <p:cNvSpPr/>
          <p:nvPr/>
        </p:nvSpPr>
        <p:spPr>
          <a:xfrm flipV="1">
            <a:off x="6220967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" name="Connector 303"/>
          <p:cNvSpPr/>
          <p:nvPr/>
        </p:nvSpPr>
        <p:spPr>
          <a:xfrm flipV="1">
            <a:off x="6574535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" name="Connector 304"/>
          <p:cNvSpPr/>
          <p:nvPr/>
        </p:nvSpPr>
        <p:spPr>
          <a:xfrm flipV="1">
            <a:off x="6928104" y="4712334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" name="Connector 305"/>
          <p:cNvSpPr/>
          <p:nvPr/>
        </p:nvSpPr>
        <p:spPr>
          <a:xfrm flipV="1">
            <a:off x="7281671" y="4704588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" name="Connector 306"/>
          <p:cNvSpPr/>
          <p:nvPr/>
        </p:nvSpPr>
        <p:spPr>
          <a:xfrm>
            <a:off x="7635240" y="4704588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" name="Connector 307"/>
          <p:cNvSpPr/>
          <p:nvPr/>
        </p:nvSpPr>
        <p:spPr>
          <a:xfrm>
            <a:off x="7988807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" name="Connector 308"/>
          <p:cNvSpPr/>
          <p:nvPr/>
        </p:nvSpPr>
        <p:spPr>
          <a:xfrm>
            <a:off x="8342376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" name="Connector 309"/>
          <p:cNvSpPr/>
          <p:nvPr/>
        </p:nvSpPr>
        <p:spPr>
          <a:xfrm>
            <a:off x="8695943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" name="Connector 310"/>
          <p:cNvSpPr/>
          <p:nvPr/>
        </p:nvSpPr>
        <p:spPr>
          <a:xfrm>
            <a:off x="9049511" y="4828540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" name="Connector 311"/>
          <p:cNvSpPr/>
          <p:nvPr/>
        </p:nvSpPr>
        <p:spPr>
          <a:xfrm>
            <a:off x="9403080" y="489826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" name="Connector 312"/>
          <p:cNvSpPr/>
          <p:nvPr/>
        </p:nvSpPr>
        <p:spPr>
          <a:xfrm flipV="1">
            <a:off x="6574535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" name="Connector 313"/>
          <p:cNvSpPr/>
          <p:nvPr/>
        </p:nvSpPr>
        <p:spPr>
          <a:xfrm flipV="1">
            <a:off x="6662926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" name="Connector 314"/>
          <p:cNvSpPr/>
          <p:nvPr/>
        </p:nvSpPr>
        <p:spPr>
          <a:xfrm flipV="1">
            <a:off x="6751319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" name="Connector 315"/>
          <p:cNvSpPr/>
          <p:nvPr/>
        </p:nvSpPr>
        <p:spPr>
          <a:xfrm flipV="1">
            <a:off x="6839711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" name="Connector 316"/>
          <p:cNvSpPr/>
          <p:nvPr/>
        </p:nvSpPr>
        <p:spPr>
          <a:xfrm flipV="1">
            <a:off x="6928104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" name="Connector 317"/>
          <p:cNvSpPr/>
          <p:nvPr/>
        </p:nvSpPr>
        <p:spPr>
          <a:xfrm flipV="1">
            <a:off x="7016495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" name="Connector 318"/>
          <p:cNvSpPr/>
          <p:nvPr/>
        </p:nvSpPr>
        <p:spPr>
          <a:xfrm>
            <a:off x="7104888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" name="Connector 319"/>
          <p:cNvSpPr/>
          <p:nvPr/>
        </p:nvSpPr>
        <p:spPr>
          <a:xfrm>
            <a:off x="7193280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" name="Connector 320"/>
          <p:cNvSpPr/>
          <p:nvPr/>
        </p:nvSpPr>
        <p:spPr>
          <a:xfrm>
            <a:off x="7281671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" name="Connector 321"/>
          <p:cNvSpPr/>
          <p:nvPr/>
        </p:nvSpPr>
        <p:spPr>
          <a:xfrm>
            <a:off x="7370064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" name="Connector 322"/>
          <p:cNvSpPr/>
          <p:nvPr/>
        </p:nvSpPr>
        <p:spPr>
          <a:xfrm>
            <a:off x="7458456" y="4897120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" name="Connector 323"/>
          <p:cNvSpPr/>
          <p:nvPr/>
        </p:nvSpPr>
        <p:spPr>
          <a:xfrm>
            <a:off x="7546847" y="4935982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" name="Connector 324"/>
          <p:cNvSpPr/>
          <p:nvPr/>
        </p:nvSpPr>
        <p:spPr>
          <a:xfrm flipV="1">
            <a:off x="6574535" y="4923408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" name="Connector 325"/>
          <p:cNvSpPr/>
          <p:nvPr/>
        </p:nvSpPr>
        <p:spPr>
          <a:xfrm flipV="1">
            <a:off x="6751319" y="4874259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" name="Connector 326"/>
          <p:cNvSpPr/>
          <p:nvPr/>
        </p:nvSpPr>
        <p:spPr>
          <a:xfrm flipV="1">
            <a:off x="6928104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" name="Connector 327"/>
          <p:cNvSpPr/>
          <p:nvPr/>
        </p:nvSpPr>
        <p:spPr>
          <a:xfrm flipV="1">
            <a:off x="7104888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" name="Connector 328"/>
          <p:cNvSpPr/>
          <p:nvPr/>
        </p:nvSpPr>
        <p:spPr>
          <a:xfrm flipV="1">
            <a:off x="7281671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" name="Connector 329"/>
          <p:cNvSpPr/>
          <p:nvPr/>
        </p:nvSpPr>
        <p:spPr>
          <a:xfrm flipV="1">
            <a:off x="7458454" y="478688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" name="Connector 330"/>
          <p:cNvSpPr/>
          <p:nvPr/>
        </p:nvSpPr>
        <p:spPr>
          <a:xfrm>
            <a:off x="7635240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" name="Connector 331"/>
          <p:cNvSpPr/>
          <p:nvPr/>
        </p:nvSpPr>
        <p:spPr>
          <a:xfrm>
            <a:off x="7812023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" name="Connector 332"/>
          <p:cNvSpPr/>
          <p:nvPr/>
        </p:nvSpPr>
        <p:spPr>
          <a:xfrm>
            <a:off x="7988807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" name="Connector 333"/>
          <p:cNvSpPr/>
          <p:nvPr/>
        </p:nvSpPr>
        <p:spPr>
          <a:xfrm>
            <a:off x="8165592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" name="Connector 334"/>
          <p:cNvSpPr/>
          <p:nvPr/>
        </p:nvSpPr>
        <p:spPr>
          <a:xfrm>
            <a:off x="8342376" y="4874259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" name="Connector 335"/>
          <p:cNvSpPr/>
          <p:nvPr/>
        </p:nvSpPr>
        <p:spPr>
          <a:xfrm>
            <a:off x="8519159" y="492340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" name="Connector 336"/>
          <p:cNvSpPr/>
          <p:nvPr/>
        </p:nvSpPr>
        <p:spPr>
          <a:xfrm flipV="1">
            <a:off x="6574535" y="4910835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" name="Connector 337"/>
          <p:cNvSpPr/>
          <p:nvPr/>
        </p:nvSpPr>
        <p:spPr>
          <a:xfrm flipV="1">
            <a:off x="6839711" y="4851399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" name="Connector 338"/>
          <p:cNvSpPr/>
          <p:nvPr/>
        </p:nvSpPr>
        <p:spPr>
          <a:xfrm flipV="1">
            <a:off x="7104888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" name="Connector 339"/>
          <p:cNvSpPr/>
          <p:nvPr/>
        </p:nvSpPr>
        <p:spPr>
          <a:xfrm flipV="1">
            <a:off x="7370064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" name="Connector 340"/>
          <p:cNvSpPr/>
          <p:nvPr/>
        </p:nvSpPr>
        <p:spPr>
          <a:xfrm flipV="1">
            <a:off x="7635240" y="4752340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" name="Connector 341"/>
          <p:cNvSpPr/>
          <p:nvPr/>
        </p:nvSpPr>
        <p:spPr>
          <a:xfrm flipV="1">
            <a:off x="7900414" y="4745735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" name="Connector 342"/>
          <p:cNvSpPr/>
          <p:nvPr/>
        </p:nvSpPr>
        <p:spPr>
          <a:xfrm>
            <a:off x="8165592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" name="Connector 343"/>
          <p:cNvSpPr/>
          <p:nvPr/>
        </p:nvSpPr>
        <p:spPr>
          <a:xfrm>
            <a:off x="8430768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" name="Connector 344"/>
          <p:cNvSpPr/>
          <p:nvPr/>
        </p:nvSpPr>
        <p:spPr>
          <a:xfrm>
            <a:off x="8695943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" name="Connector 345"/>
          <p:cNvSpPr/>
          <p:nvPr/>
        </p:nvSpPr>
        <p:spPr>
          <a:xfrm>
            <a:off x="8961119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" name="Connector 346"/>
          <p:cNvSpPr/>
          <p:nvPr/>
        </p:nvSpPr>
        <p:spPr>
          <a:xfrm>
            <a:off x="9226295" y="485140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" name="Connector 347"/>
          <p:cNvSpPr/>
          <p:nvPr/>
        </p:nvSpPr>
        <p:spPr>
          <a:xfrm>
            <a:off x="9491471" y="4910835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" name="Connector 348"/>
          <p:cNvSpPr/>
          <p:nvPr/>
        </p:nvSpPr>
        <p:spPr>
          <a:xfrm flipV="1">
            <a:off x="7635240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" name="Connector 349"/>
          <p:cNvSpPr/>
          <p:nvPr/>
        </p:nvSpPr>
        <p:spPr>
          <a:xfrm flipV="1">
            <a:off x="7723630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" name="Connector 350"/>
          <p:cNvSpPr/>
          <p:nvPr/>
        </p:nvSpPr>
        <p:spPr>
          <a:xfrm flipV="1">
            <a:off x="7812023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" name="Connector 351"/>
          <p:cNvSpPr/>
          <p:nvPr/>
        </p:nvSpPr>
        <p:spPr>
          <a:xfrm flipV="1">
            <a:off x="7900416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" name="Connector 352"/>
          <p:cNvSpPr/>
          <p:nvPr/>
        </p:nvSpPr>
        <p:spPr>
          <a:xfrm flipV="1">
            <a:off x="7988807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" name="Connector 353"/>
          <p:cNvSpPr/>
          <p:nvPr/>
        </p:nvSpPr>
        <p:spPr>
          <a:xfrm flipV="1">
            <a:off x="8077199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" name="Connector 354"/>
          <p:cNvSpPr/>
          <p:nvPr/>
        </p:nvSpPr>
        <p:spPr>
          <a:xfrm>
            <a:off x="8165592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" name="Connector 355"/>
          <p:cNvSpPr/>
          <p:nvPr/>
        </p:nvSpPr>
        <p:spPr>
          <a:xfrm>
            <a:off x="8253983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" name="Connector 356"/>
          <p:cNvSpPr/>
          <p:nvPr/>
        </p:nvSpPr>
        <p:spPr>
          <a:xfrm>
            <a:off x="8342376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" name="Connector 357"/>
          <p:cNvSpPr/>
          <p:nvPr/>
        </p:nvSpPr>
        <p:spPr>
          <a:xfrm>
            <a:off x="8430768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" name="Connector 358"/>
          <p:cNvSpPr/>
          <p:nvPr/>
        </p:nvSpPr>
        <p:spPr>
          <a:xfrm>
            <a:off x="8519159" y="489712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" name="Connector 359"/>
          <p:cNvSpPr/>
          <p:nvPr/>
        </p:nvSpPr>
        <p:spPr>
          <a:xfrm>
            <a:off x="8607552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" name="Connector 360"/>
          <p:cNvSpPr/>
          <p:nvPr/>
        </p:nvSpPr>
        <p:spPr>
          <a:xfrm flipV="1">
            <a:off x="7635240" y="492340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" name="Connector 361"/>
          <p:cNvSpPr/>
          <p:nvPr/>
        </p:nvSpPr>
        <p:spPr>
          <a:xfrm flipV="1">
            <a:off x="7812023" y="4874259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" name="Connector 362"/>
          <p:cNvSpPr/>
          <p:nvPr/>
        </p:nvSpPr>
        <p:spPr>
          <a:xfrm flipV="1">
            <a:off x="7988807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" name="Connector 363"/>
          <p:cNvSpPr/>
          <p:nvPr/>
        </p:nvSpPr>
        <p:spPr>
          <a:xfrm flipV="1">
            <a:off x="8165592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" name="Connector 364"/>
          <p:cNvSpPr/>
          <p:nvPr/>
        </p:nvSpPr>
        <p:spPr>
          <a:xfrm flipV="1">
            <a:off x="8342376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" name="Connector 365"/>
          <p:cNvSpPr/>
          <p:nvPr/>
        </p:nvSpPr>
        <p:spPr>
          <a:xfrm flipV="1">
            <a:off x="8519159" y="478688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" name="Connector 366"/>
          <p:cNvSpPr/>
          <p:nvPr/>
        </p:nvSpPr>
        <p:spPr>
          <a:xfrm>
            <a:off x="8695943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" name="Connector 367"/>
          <p:cNvSpPr/>
          <p:nvPr/>
        </p:nvSpPr>
        <p:spPr>
          <a:xfrm>
            <a:off x="8872728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" name="Connector 368"/>
          <p:cNvSpPr/>
          <p:nvPr/>
        </p:nvSpPr>
        <p:spPr>
          <a:xfrm>
            <a:off x="9049511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" name="Connector 369"/>
          <p:cNvSpPr/>
          <p:nvPr/>
        </p:nvSpPr>
        <p:spPr>
          <a:xfrm>
            <a:off x="9226295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" name="Connector 370"/>
          <p:cNvSpPr/>
          <p:nvPr/>
        </p:nvSpPr>
        <p:spPr>
          <a:xfrm>
            <a:off x="9403080" y="4874259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" name="Connector 371"/>
          <p:cNvSpPr/>
          <p:nvPr/>
        </p:nvSpPr>
        <p:spPr>
          <a:xfrm>
            <a:off x="9579864" y="492340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" name="Connector 372"/>
          <p:cNvSpPr/>
          <p:nvPr/>
        </p:nvSpPr>
        <p:spPr>
          <a:xfrm flipV="1">
            <a:off x="8695943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" name="Connector 373"/>
          <p:cNvSpPr/>
          <p:nvPr/>
        </p:nvSpPr>
        <p:spPr>
          <a:xfrm flipV="1">
            <a:off x="8784335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" name="Connector 374"/>
          <p:cNvSpPr/>
          <p:nvPr/>
        </p:nvSpPr>
        <p:spPr>
          <a:xfrm flipV="1">
            <a:off x="8872728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" name="Connector 375"/>
          <p:cNvSpPr/>
          <p:nvPr/>
        </p:nvSpPr>
        <p:spPr>
          <a:xfrm flipV="1">
            <a:off x="8961119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" name="Connector 376"/>
          <p:cNvSpPr/>
          <p:nvPr/>
        </p:nvSpPr>
        <p:spPr>
          <a:xfrm flipV="1">
            <a:off x="9049511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" name="Connector 377"/>
          <p:cNvSpPr/>
          <p:nvPr/>
        </p:nvSpPr>
        <p:spPr>
          <a:xfrm flipV="1">
            <a:off x="9137902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" name="Connector 378"/>
          <p:cNvSpPr/>
          <p:nvPr/>
        </p:nvSpPr>
        <p:spPr>
          <a:xfrm>
            <a:off x="9226295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" name="Connector 379"/>
          <p:cNvSpPr/>
          <p:nvPr/>
        </p:nvSpPr>
        <p:spPr>
          <a:xfrm>
            <a:off x="9314688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" name="Connector 380"/>
          <p:cNvSpPr/>
          <p:nvPr/>
        </p:nvSpPr>
        <p:spPr>
          <a:xfrm>
            <a:off x="9403080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" name="Connector 381"/>
          <p:cNvSpPr/>
          <p:nvPr/>
        </p:nvSpPr>
        <p:spPr>
          <a:xfrm>
            <a:off x="9491471" y="4866894"/>
            <a:ext cx="88392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" name="Connector 382"/>
          <p:cNvSpPr/>
          <p:nvPr/>
        </p:nvSpPr>
        <p:spPr>
          <a:xfrm>
            <a:off x="9579863" y="4897120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" name="Connector 383"/>
          <p:cNvSpPr/>
          <p:nvPr/>
        </p:nvSpPr>
        <p:spPr>
          <a:xfrm>
            <a:off x="9668256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" name="Connector 384"/>
          <p:cNvSpPr/>
          <p:nvPr/>
        </p:nvSpPr>
        <p:spPr>
          <a:xfrm flipV="1">
            <a:off x="2331720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" name="Connector 385"/>
          <p:cNvSpPr/>
          <p:nvPr/>
        </p:nvSpPr>
        <p:spPr>
          <a:xfrm flipV="1">
            <a:off x="2420111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" name="Connector 386"/>
          <p:cNvSpPr/>
          <p:nvPr/>
        </p:nvSpPr>
        <p:spPr>
          <a:xfrm flipV="1">
            <a:off x="2508504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" name="Connector 387"/>
          <p:cNvSpPr/>
          <p:nvPr/>
        </p:nvSpPr>
        <p:spPr>
          <a:xfrm flipV="1">
            <a:off x="2596895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" name="Connector 388"/>
          <p:cNvSpPr/>
          <p:nvPr/>
        </p:nvSpPr>
        <p:spPr>
          <a:xfrm flipV="1">
            <a:off x="2685288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" name="Connector 389"/>
          <p:cNvSpPr/>
          <p:nvPr/>
        </p:nvSpPr>
        <p:spPr>
          <a:xfrm flipV="1">
            <a:off x="2773679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" name="Connector 390"/>
          <p:cNvSpPr/>
          <p:nvPr/>
        </p:nvSpPr>
        <p:spPr>
          <a:xfrm>
            <a:off x="2862072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" name="Connector 391"/>
          <p:cNvSpPr/>
          <p:nvPr/>
        </p:nvSpPr>
        <p:spPr>
          <a:xfrm>
            <a:off x="2950464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" name="Connector 392"/>
          <p:cNvSpPr/>
          <p:nvPr/>
        </p:nvSpPr>
        <p:spPr>
          <a:xfrm>
            <a:off x="3038855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" name="Connector 393"/>
          <p:cNvSpPr/>
          <p:nvPr/>
        </p:nvSpPr>
        <p:spPr>
          <a:xfrm>
            <a:off x="3127248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" name="Connector 394"/>
          <p:cNvSpPr/>
          <p:nvPr/>
        </p:nvSpPr>
        <p:spPr>
          <a:xfrm>
            <a:off x="3215639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" name="Connector 395"/>
          <p:cNvSpPr/>
          <p:nvPr/>
        </p:nvSpPr>
        <p:spPr>
          <a:xfrm>
            <a:off x="3304032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" name="Connector 396"/>
          <p:cNvSpPr/>
          <p:nvPr/>
        </p:nvSpPr>
        <p:spPr>
          <a:xfrm flipV="1">
            <a:off x="2331720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" name="Connector 397"/>
          <p:cNvSpPr/>
          <p:nvPr/>
        </p:nvSpPr>
        <p:spPr>
          <a:xfrm flipV="1">
            <a:off x="2508504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" name="Connector 398"/>
          <p:cNvSpPr/>
          <p:nvPr/>
        </p:nvSpPr>
        <p:spPr>
          <a:xfrm flipV="1">
            <a:off x="2685288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" name="Connector 399"/>
          <p:cNvSpPr/>
          <p:nvPr/>
        </p:nvSpPr>
        <p:spPr>
          <a:xfrm flipV="1">
            <a:off x="2862072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" name="Connector 400"/>
          <p:cNvSpPr/>
          <p:nvPr/>
        </p:nvSpPr>
        <p:spPr>
          <a:xfrm flipV="1">
            <a:off x="3038855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" name="Connector 401"/>
          <p:cNvSpPr/>
          <p:nvPr/>
        </p:nvSpPr>
        <p:spPr>
          <a:xfrm flipV="1">
            <a:off x="3215639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" name="Connector 402"/>
          <p:cNvSpPr/>
          <p:nvPr/>
        </p:nvSpPr>
        <p:spPr>
          <a:xfrm>
            <a:off x="3392423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" name="Connector 403"/>
          <p:cNvSpPr/>
          <p:nvPr/>
        </p:nvSpPr>
        <p:spPr>
          <a:xfrm>
            <a:off x="3569208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" name="Connector 404"/>
          <p:cNvSpPr/>
          <p:nvPr/>
        </p:nvSpPr>
        <p:spPr>
          <a:xfrm>
            <a:off x="3745991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" name="Connector 405"/>
          <p:cNvSpPr/>
          <p:nvPr/>
        </p:nvSpPr>
        <p:spPr>
          <a:xfrm>
            <a:off x="3922776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" name="Connector 406"/>
          <p:cNvSpPr/>
          <p:nvPr/>
        </p:nvSpPr>
        <p:spPr>
          <a:xfrm>
            <a:off x="4099559" y="5733796"/>
            <a:ext cx="176784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" name="Connector 407"/>
          <p:cNvSpPr/>
          <p:nvPr/>
        </p:nvSpPr>
        <p:spPr>
          <a:xfrm>
            <a:off x="4276342" y="5782943"/>
            <a:ext cx="176786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" name="Connector 408"/>
          <p:cNvSpPr/>
          <p:nvPr/>
        </p:nvSpPr>
        <p:spPr>
          <a:xfrm flipV="1">
            <a:off x="2331720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" name="Connector 409"/>
          <p:cNvSpPr/>
          <p:nvPr/>
        </p:nvSpPr>
        <p:spPr>
          <a:xfrm flipV="1">
            <a:off x="2596895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" name="Connector 410"/>
          <p:cNvSpPr/>
          <p:nvPr/>
        </p:nvSpPr>
        <p:spPr>
          <a:xfrm flipV="1">
            <a:off x="2862072" y="5664708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" name="Connector 411"/>
          <p:cNvSpPr/>
          <p:nvPr/>
        </p:nvSpPr>
        <p:spPr>
          <a:xfrm flipV="1">
            <a:off x="3127248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" name="Connector 412"/>
          <p:cNvSpPr/>
          <p:nvPr/>
        </p:nvSpPr>
        <p:spPr>
          <a:xfrm flipV="1">
            <a:off x="3392423" y="561187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" name="Connector 413"/>
          <p:cNvSpPr/>
          <p:nvPr/>
        </p:nvSpPr>
        <p:spPr>
          <a:xfrm flipV="1">
            <a:off x="3657598" y="5605271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" name="Connector 414"/>
          <p:cNvSpPr/>
          <p:nvPr/>
        </p:nvSpPr>
        <p:spPr>
          <a:xfrm>
            <a:off x="3922776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" name="Connector 415"/>
          <p:cNvSpPr/>
          <p:nvPr/>
        </p:nvSpPr>
        <p:spPr>
          <a:xfrm>
            <a:off x="4187952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" name="Connector 416"/>
          <p:cNvSpPr/>
          <p:nvPr/>
        </p:nvSpPr>
        <p:spPr>
          <a:xfrm>
            <a:off x="4453128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" name="Connector 417"/>
          <p:cNvSpPr/>
          <p:nvPr/>
        </p:nvSpPr>
        <p:spPr>
          <a:xfrm>
            <a:off x="4718303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" name="Connector 418"/>
          <p:cNvSpPr/>
          <p:nvPr/>
        </p:nvSpPr>
        <p:spPr>
          <a:xfrm>
            <a:off x="4983479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" name="Connector 419"/>
          <p:cNvSpPr/>
          <p:nvPr/>
        </p:nvSpPr>
        <p:spPr>
          <a:xfrm>
            <a:off x="5248655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" name="Connector 420"/>
          <p:cNvSpPr/>
          <p:nvPr/>
        </p:nvSpPr>
        <p:spPr>
          <a:xfrm flipV="1">
            <a:off x="2331720" y="5757798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" name="Connector 421"/>
          <p:cNvSpPr/>
          <p:nvPr/>
        </p:nvSpPr>
        <p:spPr>
          <a:xfrm flipV="1">
            <a:off x="2685287" y="568807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" name="Connector 422"/>
          <p:cNvSpPr/>
          <p:nvPr/>
        </p:nvSpPr>
        <p:spPr>
          <a:xfrm flipV="1">
            <a:off x="3038855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" name="Connector 423"/>
          <p:cNvSpPr/>
          <p:nvPr/>
        </p:nvSpPr>
        <p:spPr>
          <a:xfrm flipV="1">
            <a:off x="3392423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" name="Connector 424"/>
          <p:cNvSpPr/>
          <p:nvPr/>
        </p:nvSpPr>
        <p:spPr>
          <a:xfrm flipV="1">
            <a:off x="3745991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" name="Connector 425"/>
          <p:cNvSpPr/>
          <p:nvPr/>
        </p:nvSpPr>
        <p:spPr>
          <a:xfrm flipV="1">
            <a:off x="4099559" y="5564123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" name="Connector 426"/>
          <p:cNvSpPr/>
          <p:nvPr/>
        </p:nvSpPr>
        <p:spPr>
          <a:xfrm>
            <a:off x="4453128" y="5564123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" name="Connector 427"/>
          <p:cNvSpPr/>
          <p:nvPr/>
        </p:nvSpPr>
        <p:spPr>
          <a:xfrm>
            <a:off x="4806696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" name="Connector 428"/>
          <p:cNvSpPr/>
          <p:nvPr/>
        </p:nvSpPr>
        <p:spPr>
          <a:xfrm>
            <a:off x="5160264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" name="Connector 429"/>
          <p:cNvSpPr/>
          <p:nvPr/>
        </p:nvSpPr>
        <p:spPr>
          <a:xfrm>
            <a:off x="5513832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" name="Connector 430"/>
          <p:cNvSpPr/>
          <p:nvPr/>
        </p:nvSpPr>
        <p:spPr>
          <a:xfrm>
            <a:off x="5867399" y="568807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" name="Connector 431"/>
          <p:cNvSpPr/>
          <p:nvPr/>
        </p:nvSpPr>
        <p:spPr>
          <a:xfrm>
            <a:off x="6220967" y="5757798"/>
            <a:ext cx="353570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" name="Connector 432"/>
          <p:cNvSpPr/>
          <p:nvPr/>
        </p:nvSpPr>
        <p:spPr>
          <a:xfrm flipV="1">
            <a:off x="2331720" y="574522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" name="Connector 433"/>
          <p:cNvSpPr/>
          <p:nvPr/>
        </p:nvSpPr>
        <p:spPr>
          <a:xfrm flipV="1">
            <a:off x="2773678" y="566521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" name="Connector 434"/>
          <p:cNvSpPr/>
          <p:nvPr/>
        </p:nvSpPr>
        <p:spPr>
          <a:xfrm flipV="1">
            <a:off x="3215639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" name="Connector 435"/>
          <p:cNvSpPr/>
          <p:nvPr/>
        </p:nvSpPr>
        <p:spPr>
          <a:xfrm flipV="1">
            <a:off x="3657600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" name="Connector 436"/>
          <p:cNvSpPr/>
          <p:nvPr/>
        </p:nvSpPr>
        <p:spPr>
          <a:xfrm flipV="1">
            <a:off x="4099559" y="5531866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" name="Connector 437"/>
          <p:cNvSpPr/>
          <p:nvPr/>
        </p:nvSpPr>
        <p:spPr>
          <a:xfrm flipV="1">
            <a:off x="4541518" y="5522976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" name="Connector 438"/>
          <p:cNvSpPr/>
          <p:nvPr/>
        </p:nvSpPr>
        <p:spPr>
          <a:xfrm>
            <a:off x="4983479" y="552297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" name="Connector 439"/>
          <p:cNvSpPr/>
          <p:nvPr/>
        </p:nvSpPr>
        <p:spPr>
          <a:xfrm>
            <a:off x="5425440" y="5531865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" name="Connector 440"/>
          <p:cNvSpPr/>
          <p:nvPr/>
        </p:nvSpPr>
        <p:spPr>
          <a:xfrm>
            <a:off x="5867398" y="5558535"/>
            <a:ext cx="441962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" name="Connector 441"/>
          <p:cNvSpPr/>
          <p:nvPr/>
        </p:nvSpPr>
        <p:spPr>
          <a:xfrm>
            <a:off x="6309359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" name="Connector 442"/>
          <p:cNvSpPr/>
          <p:nvPr/>
        </p:nvSpPr>
        <p:spPr>
          <a:xfrm>
            <a:off x="6751319" y="5665215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" name="Connector 443"/>
          <p:cNvSpPr/>
          <p:nvPr/>
        </p:nvSpPr>
        <p:spPr>
          <a:xfrm>
            <a:off x="7193280" y="5745224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" name="Connector 444"/>
          <p:cNvSpPr/>
          <p:nvPr/>
        </p:nvSpPr>
        <p:spPr>
          <a:xfrm flipV="1">
            <a:off x="2331720" y="5732652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" name="Connector 445"/>
          <p:cNvSpPr/>
          <p:nvPr/>
        </p:nvSpPr>
        <p:spPr>
          <a:xfrm flipV="1">
            <a:off x="2862072" y="5642355"/>
            <a:ext cx="530352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" name="Connector 446"/>
          <p:cNvSpPr/>
          <p:nvPr/>
        </p:nvSpPr>
        <p:spPr>
          <a:xfrm flipV="1">
            <a:off x="3392423" y="557212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" name="Connector 447"/>
          <p:cNvSpPr/>
          <p:nvPr/>
        </p:nvSpPr>
        <p:spPr>
          <a:xfrm flipV="1">
            <a:off x="3922776" y="5521959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" name="Connector 448"/>
          <p:cNvSpPr/>
          <p:nvPr/>
        </p:nvSpPr>
        <p:spPr>
          <a:xfrm flipV="1">
            <a:off x="4453128" y="5491861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" name="Connector 449"/>
          <p:cNvSpPr/>
          <p:nvPr/>
        </p:nvSpPr>
        <p:spPr>
          <a:xfrm flipV="1">
            <a:off x="4983479" y="5481828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" name="Connector 450"/>
          <p:cNvSpPr/>
          <p:nvPr/>
        </p:nvSpPr>
        <p:spPr>
          <a:xfrm>
            <a:off x="5513832" y="5481828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" name="Connector 451"/>
          <p:cNvSpPr/>
          <p:nvPr/>
        </p:nvSpPr>
        <p:spPr>
          <a:xfrm>
            <a:off x="6044184" y="5491860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" name="Connector 452"/>
          <p:cNvSpPr/>
          <p:nvPr/>
        </p:nvSpPr>
        <p:spPr>
          <a:xfrm>
            <a:off x="6574535" y="5521959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" name="Connector 453"/>
          <p:cNvSpPr/>
          <p:nvPr/>
        </p:nvSpPr>
        <p:spPr>
          <a:xfrm>
            <a:off x="7104888" y="5572124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" name="Connector 454"/>
          <p:cNvSpPr/>
          <p:nvPr/>
        </p:nvSpPr>
        <p:spPr>
          <a:xfrm>
            <a:off x="7635240" y="564235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" name="Connector 455"/>
          <p:cNvSpPr/>
          <p:nvPr/>
        </p:nvSpPr>
        <p:spPr>
          <a:xfrm>
            <a:off x="8165592" y="5732652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" name="Connector 456"/>
          <p:cNvSpPr/>
          <p:nvPr/>
        </p:nvSpPr>
        <p:spPr>
          <a:xfrm flipV="1">
            <a:off x="2331720" y="5720079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" name="Connector 457"/>
          <p:cNvSpPr/>
          <p:nvPr/>
        </p:nvSpPr>
        <p:spPr>
          <a:xfrm flipV="1">
            <a:off x="2950462" y="5619496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" name="Connector 458"/>
          <p:cNvSpPr/>
          <p:nvPr/>
        </p:nvSpPr>
        <p:spPr>
          <a:xfrm flipV="1">
            <a:off x="3569208" y="5541264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2" name="Connector 459"/>
          <p:cNvSpPr/>
          <p:nvPr/>
        </p:nvSpPr>
        <p:spPr>
          <a:xfrm flipV="1">
            <a:off x="4187952" y="5485384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3" name="Connector 460"/>
          <p:cNvSpPr/>
          <p:nvPr/>
        </p:nvSpPr>
        <p:spPr>
          <a:xfrm flipV="1">
            <a:off x="4806696" y="5451854"/>
            <a:ext cx="618744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4" name="Connector 461"/>
          <p:cNvSpPr/>
          <p:nvPr/>
        </p:nvSpPr>
        <p:spPr>
          <a:xfrm flipV="1">
            <a:off x="5425438" y="5440679"/>
            <a:ext cx="618746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5" name="Connector 462"/>
          <p:cNvSpPr/>
          <p:nvPr/>
        </p:nvSpPr>
        <p:spPr>
          <a:xfrm>
            <a:off x="6044184" y="5440679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6" name="Connector 463"/>
          <p:cNvSpPr/>
          <p:nvPr/>
        </p:nvSpPr>
        <p:spPr>
          <a:xfrm>
            <a:off x="6662928" y="5451854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7" name="Connector 464"/>
          <p:cNvSpPr/>
          <p:nvPr/>
        </p:nvSpPr>
        <p:spPr>
          <a:xfrm>
            <a:off x="7281671" y="5485384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8" name="Connector 465"/>
          <p:cNvSpPr/>
          <p:nvPr/>
        </p:nvSpPr>
        <p:spPr>
          <a:xfrm>
            <a:off x="7900416" y="5541264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9" name="Connector 466"/>
          <p:cNvSpPr/>
          <p:nvPr/>
        </p:nvSpPr>
        <p:spPr>
          <a:xfrm>
            <a:off x="8519159" y="5619496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0" name="Connector 467"/>
          <p:cNvSpPr/>
          <p:nvPr/>
        </p:nvSpPr>
        <p:spPr>
          <a:xfrm>
            <a:off x="9137902" y="5720079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1" name="Connector 468"/>
          <p:cNvSpPr/>
          <p:nvPr/>
        </p:nvSpPr>
        <p:spPr>
          <a:xfrm flipV="1">
            <a:off x="3392423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2" name="Connector 469"/>
          <p:cNvSpPr/>
          <p:nvPr/>
        </p:nvSpPr>
        <p:spPr>
          <a:xfrm flipV="1">
            <a:off x="3480815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3" name="Connector 470"/>
          <p:cNvSpPr/>
          <p:nvPr/>
        </p:nvSpPr>
        <p:spPr>
          <a:xfrm flipV="1">
            <a:off x="3569208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4" name="Connector 471"/>
          <p:cNvSpPr/>
          <p:nvPr/>
        </p:nvSpPr>
        <p:spPr>
          <a:xfrm flipV="1">
            <a:off x="3657599" y="5704840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5" name="Connector 472"/>
          <p:cNvSpPr/>
          <p:nvPr/>
        </p:nvSpPr>
        <p:spPr>
          <a:xfrm flipV="1">
            <a:off x="3745991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" name="Connector 473"/>
          <p:cNvSpPr/>
          <p:nvPr/>
        </p:nvSpPr>
        <p:spPr>
          <a:xfrm flipV="1">
            <a:off x="3834384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" name="Connector 474"/>
          <p:cNvSpPr/>
          <p:nvPr/>
        </p:nvSpPr>
        <p:spPr>
          <a:xfrm>
            <a:off x="3922776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" name="Connector 475"/>
          <p:cNvSpPr/>
          <p:nvPr/>
        </p:nvSpPr>
        <p:spPr>
          <a:xfrm>
            <a:off x="4011167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" name="Connector 476"/>
          <p:cNvSpPr/>
          <p:nvPr/>
        </p:nvSpPr>
        <p:spPr>
          <a:xfrm>
            <a:off x="4099559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" name="Connector 477"/>
          <p:cNvSpPr/>
          <p:nvPr/>
        </p:nvSpPr>
        <p:spPr>
          <a:xfrm>
            <a:off x="4187952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" name="Connector 478"/>
          <p:cNvSpPr/>
          <p:nvPr/>
        </p:nvSpPr>
        <p:spPr>
          <a:xfrm>
            <a:off x="4276344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" name="Connector 479"/>
          <p:cNvSpPr/>
          <p:nvPr/>
        </p:nvSpPr>
        <p:spPr>
          <a:xfrm>
            <a:off x="4364735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" name="Connector 480"/>
          <p:cNvSpPr/>
          <p:nvPr/>
        </p:nvSpPr>
        <p:spPr>
          <a:xfrm flipV="1">
            <a:off x="3392423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" name="Connector 481"/>
          <p:cNvSpPr/>
          <p:nvPr/>
        </p:nvSpPr>
        <p:spPr>
          <a:xfrm flipV="1">
            <a:off x="3569208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" name="Connector 482"/>
          <p:cNvSpPr/>
          <p:nvPr/>
        </p:nvSpPr>
        <p:spPr>
          <a:xfrm flipV="1">
            <a:off x="3745991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" name="Connector 483"/>
          <p:cNvSpPr/>
          <p:nvPr/>
        </p:nvSpPr>
        <p:spPr>
          <a:xfrm flipV="1">
            <a:off x="3922776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" name="Connector 484"/>
          <p:cNvSpPr/>
          <p:nvPr/>
        </p:nvSpPr>
        <p:spPr>
          <a:xfrm flipV="1">
            <a:off x="4099559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" name="Connector 485"/>
          <p:cNvSpPr/>
          <p:nvPr/>
        </p:nvSpPr>
        <p:spPr>
          <a:xfrm flipV="1">
            <a:off x="4276342" y="564642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" name="Connector 486"/>
          <p:cNvSpPr/>
          <p:nvPr/>
        </p:nvSpPr>
        <p:spPr>
          <a:xfrm>
            <a:off x="4453128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" name="Connector 487"/>
          <p:cNvSpPr/>
          <p:nvPr/>
        </p:nvSpPr>
        <p:spPr>
          <a:xfrm>
            <a:off x="4629911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" name="Connector 488"/>
          <p:cNvSpPr/>
          <p:nvPr/>
        </p:nvSpPr>
        <p:spPr>
          <a:xfrm>
            <a:off x="4806696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" name="Connector 489"/>
          <p:cNvSpPr/>
          <p:nvPr/>
        </p:nvSpPr>
        <p:spPr>
          <a:xfrm>
            <a:off x="4983479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" name="Connector 490"/>
          <p:cNvSpPr/>
          <p:nvPr/>
        </p:nvSpPr>
        <p:spPr>
          <a:xfrm>
            <a:off x="5160264" y="5733796"/>
            <a:ext cx="176784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" name="Connector 491"/>
          <p:cNvSpPr/>
          <p:nvPr/>
        </p:nvSpPr>
        <p:spPr>
          <a:xfrm>
            <a:off x="5337047" y="5782943"/>
            <a:ext cx="176786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" name="Connector 492"/>
          <p:cNvSpPr/>
          <p:nvPr/>
        </p:nvSpPr>
        <p:spPr>
          <a:xfrm flipV="1">
            <a:off x="3392423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" name="Connector 493"/>
          <p:cNvSpPr/>
          <p:nvPr/>
        </p:nvSpPr>
        <p:spPr>
          <a:xfrm flipV="1">
            <a:off x="3657600" y="5710935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" name="Connector 494"/>
          <p:cNvSpPr/>
          <p:nvPr/>
        </p:nvSpPr>
        <p:spPr>
          <a:xfrm flipV="1">
            <a:off x="3922776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" name="Connector 495"/>
          <p:cNvSpPr/>
          <p:nvPr/>
        </p:nvSpPr>
        <p:spPr>
          <a:xfrm flipV="1">
            <a:off x="4187952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" name="Connector 496"/>
          <p:cNvSpPr/>
          <p:nvPr/>
        </p:nvSpPr>
        <p:spPr>
          <a:xfrm flipV="1">
            <a:off x="4453128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" name="Connector 497"/>
          <p:cNvSpPr/>
          <p:nvPr/>
        </p:nvSpPr>
        <p:spPr>
          <a:xfrm flipV="1">
            <a:off x="4718303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" name="Connector 498"/>
          <p:cNvSpPr/>
          <p:nvPr/>
        </p:nvSpPr>
        <p:spPr>
          <a:xfrm>
            <a:off x="4983479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" name="Connector 499"/>
          <p:cNvSpPr/>
          <p:nvPr/>
        </p:nvSpPr>
        <p:spPr>
          <a:xfrm>
            <a:off x="5248655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" name="Connector 500"/>
          <p:cNvSpPr/>
          <p:nvPr/>
        </p:nvSpPr>
        <p:spPr>
          <a:xfrm>
            <a:off x="5513832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" name="Connector 501"/>
          <p:cNvSpPr/>
          <p:nvPr/>
        </p:nvSpPr>
        <p:spPr>
          <a:xfrm>
            <a:off x="5779008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" name="Connector 502"/>
          <p:cNvSpPr/>
          <p:nvPr/>
        </p:nvSpPr>
        <p:spPr>
          <a:xfrm>
            <a:off x="6044184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" name="Connector 503"/>
          <p:cNvSpPr/>
          <p:nvPr/>
        </p:nvSpPr>
        <p:spPr>
          <a:xfrm>
            <a:off x="6309359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" name="Connector 504"/>
          <p:cNvSpPr/>
          <p:nvPr/>
        </p:nvSpPr>
        <p:spPr>
          <a:xfrm flipV="1">
            <a:off x="3392423" y="5757798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" name="Connector 505"/>
          <p:cNvSpPr/>
          <p:nvPr/>
        </p:nvSpPr>
        <p:spPr>
          <a:xfrm flipV="1">
            <a:off x="3745991" y="568807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" name="Connector 506"/>
          <p:cNvSpPr/>
          <p:nvPr/>
        </p:nvSpPr>
        <p:spPr>
          <a:xfrm flipV="1">
            <a:off x="4099559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" name="Connector 507"/>
          <p:cNvSpPr/>
          <p:nvPr/>
        </p:nvSpPr>
        <p:spPr>
          <a:xfrm flipV="1">
            <a:off x="4453128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" name="Connector 508"/>
          <p:cNvSpPr/>
          <p:nvPr/>
        </p:nvSpPr>
        <p:spPr>
          <a:xfrm flipV="1">
            <a:off x="4806696" y="5571869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" name="Connector 509"/>
          <p:cNvSpPr/>
          <p:nvPr/>
        </p:nvSpPr>
        <p:spPr>
          <a:xfrm flipV="1">
            <a:off x="5160262" y="5564123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" name="Connector 510"/>
          <p:cNvSpPr/>
          <p:nvPr/>
        </p:nvSpPr>
        <p:spPr>
          <a:xfrm>
            <a:off x="5513832" y="5564123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" name="Connector 511"/>
          <p:cNvSpPr/>
          <p:nvPr/>
        </p:nvSpPr>
        <p:spPr>
          <a:xfrm>
            <a:off x="5867399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" name="Connector 512"/>
          <p:cNvSpPr/>
          <p:nvPr/>
        </p:nvSpPr>
        <p:spPr>
          <a:xfrm>
            <a:off x="6220967" y="5595111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" name="Connector 513"/>
          <p:cNvSpPr/>
          <p:nvPr/>
        </p:nvSpPr>
        <p:spPr>
          <a:xfrm>
            <a:off x="6574535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" name="Connector 514"/>
          <p:cNvSpPr/>
          <p:nvPr/>
        </p:nvSpPr>
        <p:spPr>
          <a:xfrm>
            <a:off x="6928104" y="568807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" name="Connector 515"/>
          <p:cNvSpPr/>
          <p:nvPr/>
        </p:nvSpPr>
        <p:spPr>
          <a:xfrm>
            <a:off x="7281671" y="5757798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" name="Connector 516"/>
          <p:cNvSpPr/>
          <p:nvPr/>
        </p:nvSpPr>
        <p:spPr>
          <a:xfrm flipV="1">
            <a:off x="3392423" y="5745224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" name="Connector 517"/>
          <p:cNvSpPr/>
          <p:nvPr/>
        </p:nvSpPr>
        <p:spPr>
          <a:xfrm flipV="1">
            <a:off x="3834384" y="5665215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" name="Connector 518"/>
          <p:cNvSpPr/>
          <p:nvPr/>
        </p:nvSpPr>
        <p:spPr>
          <a:xfrm flipV="1">
            <a:off x="4276344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" name="Connector 519"/>
          <p:cNvSpPr/>
          <p:nvPr/>
        </p:nvSpPr>
        <p:spPr>
          <a:xfrm flipV="1">
            <a:off x="4718303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" name="Connector 520"/>
          <p:cNvSpPr/>
          <p:nvPr/>
        </p:nvSpPr>
        <p:spPr>
          <a:xfrm flipV="1">
            <a:off x="5160264" y="5531866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" name="Connector 521"/>
          <p:cNvSpPr/>
          <p:nvPr/>
        </p:nvSpPr>
        <p:spPr>
          <a:xfrm flipV="1">
            <a:off x="5602223" y="5522976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" name="Connector 522"/>
          <p:cNvSpPr/>
          <p:nvPr/>
        </p:nvSpPr>
        <p:spPr>
          <a:xfrm>
            <a:off x="6044184" y="552297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" name="Connector 523"/>
          <p:cNvSpPr/>
          <p:nvPr/>
        </p:nvSpPr>
        <p:spPr>
          <a:xfrm>
            <a:off x="6486144" y="553186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" name="Connector 524"/>
          <p:cNvSpPr/>
          <p:nvPr/>
        </p:nvSpPr>
        <p:spPr>
          <a:xfrm>
            <a:off x="6928104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" name="Connector 525"/>
          <p:cNvSpPr/>
          <p:nvPr/>
        </p:nvSpPr>
        <p:spPr>
          <a:xfrm>
            <a:off x="7370064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" name="Connector 526"/>
          <p:cNvSpPr/>
          <p:nvPr/>
        </p:nvSpPr>
        <p:spPr>
          <a:xfrm>
            <a:off x="7812023" y="5665215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" name="Connector 527"/>
          <p:cNvSpPr/>
          <p:nvPr/>
        </p:nvSpPr>
        <p:spPr>
          <a:xfrm>
            <a:off x="8253983" y="5745224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" name="Connector 528"/>
          <p:cNvSpPr/>
          <p:nvPr/>
        </p:nvSpPr>
        <p:spPr>
          <a:xfrm flipV="1">
            <a:off x="3392423" y="5732652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" name="Connector 529"/>
          <p:cNvSpPr/>
          <p:nvPr/>
        </p:nvSpPr>
        <p:spPr>
          <a:xfrm flipV="1">
            <a:off x="3922776" y="564235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" name="Connector 530"/>
          <p:cNvSpPr/>
          <p:nvPr/>
        </p:nvSpPr>
        <p:spPr>
          <a:xfrm flipV="1">
            <a:off x="4453128" y="557212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" name="Connector 531"/>
          <p:cNvSpPr/>
          <p:nvPr/>
        </p:nvSpPr>
        <p:spPr>
          <a:xfrm flipV="1">
            <a:off x="4983479" y="5521959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" name="Connector 532"/>
          <p:cNvSpPr/>
          <p:nvPr/>
        </p:nvSpPr>
        <p:spPr>
          <a:xfrm flipV="1">
            <a:off x="5513832" y="5491861"/>
            <a:ext cx="530352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" name="Connector 533"/>
          <p:cNvSpPr/>
          <p:nvPr/>
        </p:nvSpPr>
        <p:spPr>
          <a:xfrm flipV="1">
            <a:off x="6044183" y="5481828"/>
            <a:ext cx="530354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" name="Connector 534"/>
          <p:cNvSpPr/>
          <p:nvPr/>
        </p:nvSpPr>
        <p:spPr>
          <a:xfrm>
            <a:off x="6574535" y="5481828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" name="Connector 535"/>
          <p:cNvSpPr/>
          <p:nvPr/>
        </p:nvSpPr>
        <p:spPr>
          <a:xfrm>
            <a:off x="7104888" y="5491860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" name="Connector 536"/>
          <p:cNvSpPr/>
          <p:nvPr/>
        </p:nvSpPr>
        <p:spPr>
          <a:xfrm>
            <a:off x="7635240" y="5521959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" name="Connector 537"/>
          <p:cNvSpPr/>
          <p:nvPr/>
        </p:nvSpPr>
        <p:spPr>
          <a:xfrm>
            <a:off x="8165592" y="5572124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" name="Connector 538"/>
          <p:cNvSpPr/>
          <p:nvPr/>
        </p:nvSpPr>
        <p:spPr>
          <a:xfrm>
            <a:off x="8695943" y="564235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" name="Connector 539"/>
          <p:cNvSpPr/>
          <p:nvPr/>
        </p:nvSpPr>
        <p:spPr>
          <a:xfrm>
            <a:off x="9226295" y="5732652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" name="Connector 540"/>
          <p:cNvSpPr/>
          <p:nvPr/>
        </p:nvSpPr>
        <p:spPr>
          <a:xfrm flipV="1">
            <a:off x="4453128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" name="Connector 541"/>
          <p:cNvSpPr/>
          <p:nvPr/>
        </p:nvSpPr>
        <p:spPr>
          <a:xfrm flipV="1">
            <a:off x="4541518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" name="Connector 542"/>
          <p:cNvSpPr/>
          <p:nvPr/>
        </p:nvSpPr>
        <p:spPr>
          <a:xfrm flipV="1">
            <a:off x="4629911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" name="Connector 543"/>
          <p:cNvSpPr/>
          <p:nvPr/>
        </p:nvSpPr>
        <p:spPr>
          <a:xfrm flipV="1">
            <a:off x="4718303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" name="Connector 544"/>
          <p:cNvSpPr/>
          <p:nvPr/>
        </p:nvSpPr>
        <p:spPr>
          <a:xfrm flipV="1">
            <a:off x="4806696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" name="Connector 545"/>
          <p:cNvSpPr/>
          <p:nvPr/>
        </p:nvSpPr>
        <p:spPr>
          <a:xfrm flipV="1">
            <a:off x="4895086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" name="Connector 546"/>
          <p:cNvSpPr/>
          <p:nvPr/>
        </p:nvSpPr>
        <p:spPr>
          <a:xfrm>
            <a:off x="4983479" y="5687567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" name="Connector 547"/>
          <p:cNvSpPr/>
          <p:nvPr/>
        </p:nvSpPr>
        <p:spPr>
          <a:xfrm>
            <a:off x="5071871" y="5691885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" name="Connector 548"/>
          <p:cNvSpPr/>
          <p:nvPr/>
        </p:nvSpPr>
        <p:spPr>
          <a:xfrm>
            <a:off x="5160264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" name="Connector 549"/>
          <p:cNvSpPr/>
          <p:nvPr/>
        </p:nvSpPr>
        <p:spPr>
          <a:xfrm>
            <a:off x="5248655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" name="Connector 550"/>
          <p:cNvSpPr/>
          <p:nvPr/>
        </p:nvSpPr>
        <p:spPr>
          <a:xfrm>
            <a:off x="5337047" y="5756655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" name="Connector 551"/>
          <p:cNvSpPr/>
          <p:nvPr/>
        </p:nvSpPr>
        <p:spPr>
          <a:xfrm>
            <a:off x="5425438" y="5795517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" name="Connector 552"/>
          <p:cNvSpPr/>
          <p:nvPr/>
        </p:nvSpPr>
        <p:spPr>
          <a:xfrm flipV="1">
            <a:off x="4453128" y="5782943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" name="Connector 553"/>
          <p:cNvSpPr/>
          <p:nvPr/>
        </p:nvSpPr>
        <p:spPr>
          <a:xfrm flipV="1">
            <a:off x="4629910" y="573379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" name="Connector 554"/>
          <p:cNvSpPr/>
          <p:nvPr/>
        </p:nvSpPr>
        <p:spPr>
          <a:xfrm flipV="1">
            <a:off x="4806696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" name="Connector 555"/>
          <p:cNvSpPr/>
          <p:nvPr/>
        </p:nvSpPr>
        <p:spPr>
          <a:xfrm flipV="1">
            <a:off x="4983479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" name="Connector 556"/>
          <p:cNvSpPr/>
          <p:nvPr/>
        </p:nvSpPr>
        <p:spPr>
          <a:xfrm flipV="1">
            <a:off x="5160264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" name="Connector 557"/>
          <p:cNvSpPr/>
          <p:nvPr/>
        </p:nvSpPr>
        <p:spPr>
          <a:xfrm flipV="1">
            <a:off x="5337047" y="564642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" name="Connector 558"/>
          <p:cNvSpPr/>
          <p:nvPr/>
        </p:nvSpPr>
        <p:spPr>
          <a:xfrm>
            <a:off x="5513832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" name="Connector 559"/>
          <p:cNvSpPr/>
          <p:nvPr/>
        </p:nvSpPr>
        <p:spPr>
          <a:xfrm>
            <a:off x="5690615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" name="Connector 560"/>
          <p:cNvSpPr/>
          <p:nvPr/>
        </p:nvSpPr>
        <p:spPr>
          <a:xfrm>
            <a:off x="5867399" y="5668264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" name="Connector 561"/>
          <p:cNvSpPr/>
          <p:nvPr/>
        </p:nvSpPr>
        <p:spPr>
          <a:xfrm>
            <a:off x="6044184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" name="Connector 562"/>
          <p:cNvSpPr/>
          <p:nvPr/>
        </p:nvSpPr>
        <p:spPr>
          <a:xfrm>
            <a:off x="6220967" y="5733796"/>
            <a:ext cx="176784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" name="Connector 563"/>
          <p:cNvSpPr/>
          <p:nvPr/>
        </p:nvSpPr>
        <p:spPr>
          <a:xfrm>
            <a:off x="6397750" y="5782943"/>
            <a:ext cx="176786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" name="Connector 564"/>
          <p:cNvSpPr/>
          <p:nvPr/>
        </p:nvSpPr>
        <p:spPr>
          <a:xfrm flipV="1">
            <a:off x="4453128" y="577037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" name="Connector 565"/>
          <p:cNvSpPr/>
          <p:nvPr/>
        </p:nvSpPr>
        <p:spPr>
          <a:xfrm flipV="1">
            <a:off x="4718303" y="5710935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" name="Connector 566"/>
          <p:cNvSpPr/>
          <p:nvPr/>
        </p:nvSpPr>
        <p:spPr>
          <a:xfrm flipV="1">
            <a:off x="4983479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" name="Connector 567"/>
          <p:cNvSpPr/>
          <p:nvPr/>
        </p:nvSpPr>
        <p:spPr>
          <a:xfrm flipV="1">
            <a:off x="5248655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" name="Connector 568"/>
          <p:cNvSpPr/>
          <p:nvPr/>
        </p:nvSpPr>
        <p:spPr>
          <a:xfrm flipV="1">
            <a:off x="5513832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" name="Connector 569"/>
          <p:cNvSpPr/>
          <p:nvPr/>
        </p:nvSpPr>
        <p:spPr>
          <a:xfrm flipV="1">
            <a:off x="5779008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" name="Connector 570"/>
          <p:cNvSpPr/>
          <p:nvPr/>
        </p:nvSpPr>
        <p:spPr>
          <a:xfrm>
            <a:off x="6044184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" name="Connector 571"/>
          <p:cNvSpPr/>
          <p:nvPr/>
        </p:nvSpPr>
        <p:spPr>
          <a:xfrm>
            <a:off x="6309359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" name="Connector 572"/>
          <p:cNvSpPr/>
          <p:nvPr/>
        </p:nvSpPr>
        <p:spPr>
          <a:xfrm>
            <a:off x="6574535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" name="Connector 573"/>
          <p:cNvSpPr/>
          <p:nvPr/>
        </p:nvSpPr>
        <p:spPr>
          <a:xfrm>
            <a:off x="6839711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" name="Connector 574"/>
          <p:cNvSpPr/>
          <p:nvPr/>
        </p:nvSpPr>
        <p:spPr>
          <a:xfrm>
            <a:off x="7104888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" name="Connector 575"/>
          <p:cNvSpPr/>
          <p:nvPr/>
        </p:nvSpPr>
        <p:spPr>
          <a:xfrm>
            <a:off x="7370064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" name="Connector 576"/>
          <p:cNvSpPr/>
          <p:nvPr/>
        </p:nvSpPr>
        <p:spPr>
          <a:xfrm flipV="1">
            <a:off x="4453128" y="5757798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" name="Connector 577"/>
          <p:cNvSpPr/>
          <p:nvPr/>
        </p:nvSpPr>
        <p:spPr>
          <a:xfrm flipV="1">
            <a:off x="4806694" y="568807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" name="Connector 578"/>
          <p:cNvSpPr/>
          <p:nvPr/>
        </p:nvSpPr>
        <p:spPr>
          <a:xfrm flipV="1">
            <a:off x="5160264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" name="Connector 579"/>
          <p:cNvSpPr/>
          <p:nvPr/>
        </p:nvSpPr>
        <p:spPr>
          <a:xfrm flipV="1">
            <a:off x="5513832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" name="Connector 580"/>
          <p:cNvSpPr/>
          <p:nvPr/>
        </p:nvSpPr>
        <p:spPr>
          <a:xfrm flipV="1">
            <a:off x="5867399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" name="Connector 581"/>
          <p:cNvSpPr/>
          <p:nvPr/>
        </p:nvSpPr>
        <p:spPr>
          <a:xfrm flipV="1">
            <a:off x="6220967" y="5564123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" name="Connector 582"/>
          <p:cNvSpPr/>
          <p:nvPr/>
        </p:nvSpPr>
        <p:spPr>
          <a:xfrm>
            <a:off x="6574535" y="5564123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" name="Connector 583"/>
          <p:cNvSpPr/>
          <p:nvPr/>
        </p:nvSpPr>
        <p:spPr>
          <a:xfrm>
            <a:off x="6928104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" name="Connector 584"/>
          <p:cNvSpPr/>
          <p:nvPr/>
        </p:nvSpPr>
        <p:spPr>
          <a:xfrm>
            <a:off x="7281671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" name="Connector 585"/>
          <p:cNvSpPr/>
          <p:nvPr/>
        </p:nvSpPr>
        <p:spPr>
          <a:xfrm>
            <a:off x="7635240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" name="Connector 586"/>
          <p:cNvSpPr/>
          <p:nvPr/>
        </p:nvSpPr>
        <p:spPr>
          <a:xfrm>
            <a:off x="7988807" y="568807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" name="Connector 587"/>
          <p:cNvSpPr/>
          <p:nvPr/>
        </p:nvSpPr>
        <p:spPr>
          <a:xfrm>
            <a:off x="8342376" y="5757798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" name="Connector 588"/>
          <p:cNvSpPr/>
          <p:nvPr/>
        </p:nvSpPr>
        <p:spPr>
          <a:xfrm flipV="1">
            <a:off x="4453128" y="574522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" name="Connector 589"/>
          <p:cNvSpPr/>
          <p:nvPr/>
        </p:nvSpPr>
        <p:spPr>
          <a:xfrm flipV="1">
            <a:off x="4895086" y="566521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" name="Connector 590"/>
          <p:cNvSpPr/>
          <p:nvPr/>
        </p:nvSpPr>
        <p:spPr>
          <a:xfrm flipV="1">
            <a:off x="5337047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" name="Connector 591"/>
          <p:cNvSpPr/>
          <p:nvPr/>
        </p:nvSpPr>
        <p:spPr>
          <a:xfrm flipV="1">
            <a:off x="5779008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" name="Connector 592"/>
          <p:cNvSpPr/>
          <p:nvPr/>
        </p:nvSpPr>
        <p:spPr>
          <a:xfrm flipV="1">
            <a:off x="6220967" y="5531866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" name="Connector 593"/>
          <p:cNvSpPr/>
          <p:nvPr/>
        </p:nvSpPr>
        <p:spPr>
          <a:xfrm flipV="1">
            <a:off x="6662926" y="5522976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" name="Connector 594"/>
          <p:cNvSpPr/>
          <p:nvPr/>
        </p:nvSpPr>
        <p:spPr>
          <a:xfrm>
            <a:off x="7104888" y="552297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" name="Connector 595"/>
          <p:cNvSpPr/>
          <p:nvPr/>
        </p:nvSpPr>
        <p:spPr>
          <a:xfrm>
            <a:off x="7546847" y="553186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" name="Connector 596"/>
          <p:cNvSpPr/>
          <p:nvPr/>
        </p:nvSpPr>
        <p:spPr>
          <a:xfrm>
            <a:off x="7988807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" name="Connector 597"/>
          <p:cNvSpPr/>
          <p:nvPr/>
        </p:nvSpPr>
        <p:spPr>
          <a:xfrm>
            <a:off x="8430768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" name="Connector 598"/>
          <p:cNvSpPr/>
          <p:nvPr/>
        </p:nvSpPr>
        <p:spPr>
          <a:xfrm>
            <a:off x="8872728" y="5665215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" name="Connector 599"/>
          <p:cNvSpPr/>
          <p:nvPr/>
        </p:nvSpPr>
        <p:spPr>
          <a:xfrm>
            <a:off x="9314688" y="5745224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" name="Connector 600"/>
          <p:cNvSpPr/>
          <p:nvPr/>
        </p:nvSpPr>
        <p:spPr>
          <a:xfrm flipV="1">
            <a:off x="5513832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" name="Connector 601"/>
          <p:cNvSpPr/>
          <p:nvPr/>
        </p:nvSpPr>
        <p:spPr>
          <a:xfrm flipV="1">
            <a:off x="5602223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" name="Connector 602"/>
          <p:cNvSpPr/>
          <p:nvPr/>
        </p:nvSpPr>
        <p:spPr>
          <a:xfrm flipV="1">
            <a:off x="5690615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" name="Connector 603"/>
          <p:cNvSpPr/>
          <p:nvPr/>
        </p:nvSpPr>
        <p:spPr>
          <a:xfrm flipV="1">
            <a:off x="5779008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" name="Connector 604"/>
          <p:cNvSpPr/>
          <p:nvPr/>
        </p:nvSpPr>
        <p:spPr>
          <a:xfrm flipV="1">
            <a:off x="5867399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" name="Connector 605"/>
          <p:cNvSpPr/>
          <p:nvPr/>
        </p:nvSpPr>
        <p:spPr>
          <a:xfrm flipV="1">
            <a:off x="5955791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" name="Connector 606"/>
          <p:cNvSpPr/>
          <p:nvPr/>
        </p:nvSpPr>
        <p:spPr>
          <a:xfrm>
            <a:off x="6044184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" name="Connector 607"/>
          <p:cNvSpPr/>
          <p:nvPr/>
        </p:nvSpPr>
        <p:spPr>
          <a:xfrm>
            <a:off x="6132576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" name="Connector 608"/>
          <p:cNvSpPr/>
          <p:nvPr/>
        </p:nvSpPr>
        <p:spPr>
          <a:xfrm>
            <a:off x="6220967" y="5704840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" name="Connector 609"/>
          <p:cNvSpPr/>
          <p:nvPr/>
        </p:nvSpPr>
        <p:spPr>
          <a:xfrm>
            <a:off x="6309359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" name="Connector 610"/>
          <p:cNvSpPr/>
          <p:nvPr/>
        </p:nvSpPr>
        <p:spPr>
          <a:xfrm>
            <a:off x="6397752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" name="Connector 611"/>
          <p:cNvSpPr/>
          <p:nvPr/>
        </p:nvSpPr>
        <p:spPr>
          <a:xfrm>
            <a:off x="6486144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" name="Connector 612"/>
          <p:cNvSpPr/>
          <p:nvPr/>
        </p:nvSpPr>
        <p:spPr>
          <a:xfrm flipV="1">
            <a:off x="5513832" y="5782943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" name="Connector 613"/>
          <p:cNvSpPr/>
          <p:nvPr/>
        </p:nvSpPr>
        <p:spPr>
          <a:xfrm flipV="1">
            <a:off x="5690615" y="573379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" name="Connector 614"/>
          <p:cNvSpPr/>
          <p:nvPr/>
        </p:nvSpPr>
        <p:spPr>
          <a:xfrm flipV="1">
            <a:off x="5867399" y="5695569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" name="Connector 615"/>
          <p:cNvSpPr/>
          <p:nvPr/>
        </p:nvSpPr>
        <p:spPr>
          <a:xfrm flipV="1">
            <a:off x="6044184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" name="Connector 616"/>
          <p:cNvSpPr/>
          <p:nvPr/>
        </p:nvSpPr>
        <p:spPr>
          <a:xfrm flipV="1">
            <a:off x="6220967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" name="Connector 617"/>
          <p:cNvSpPr/>
          <p:nvPr/>
        </p:nvSpPr>
        <p:spPr>
          <a:xfrm flipV="1">
            <a:off x="6397750" y="564642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" name="Connector 618"/>
          <p:cNvSpPr/>
          <p:nvPr/>
        </p:nvSpPr>
        <p:spPr>
          <a:xfrm>
            <a:off x="6574535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" name="Connector 619"/>
          <p:cNvSpPr/>
          <p:nvPr/>
        </p:nvSpPr>
        <p:spPr>
          <a:xfrm>
            <a:off x="6751319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" name="Connector 620"/>
          <p:cNvSpPr/>
          <p:nvPr/>
        </p:nvSpPr>
        <p:spPr>
          <a:xfrm>
            <a:off x="6928104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" name="Connector 621"/>
          <p:cNvSpPr/>
          <p:nvPr/>
        </p:nvSpPr>
        <p:spPr>
          <a:xfrm>
            <a:off x="7104888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" name="Connector 622"/>
          <p:cNvSpPr/>
          <p:nvPr/>
        </p:nvSpPr>
        <p:spPr>
          <a:xfrm>
            <a:off x="7281671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" name="Connector 623"/>
          <p:cNvSpPr/>
          <p:nvPr/>
        </p:nvSpPr>
        <p:spPr>
          <a:xfrm>
            <a:off x="7458456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" name="Connector 624"/>
          <p:cNvSpPr/>
          <p:nvPr/>
        </p:nvSpPr>
        <p:spPr>
          <a:xfrm flipV="1">
            <a:off x="5513832" y="577037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" name="Connector 625"/>
          <p:cNvSpPr/>
          <p:nvPr/>
        </p:nvSpPr>
        <p:spPr>
          <a:xfrm flipV="1">
            <a:off x="5779006" y="5710935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" name="Connector 626"/>
          <p:cNvSpPr/>
          <p:nvPr/>
        </p:nvSpPr>
        <p:spPr>
          <a:xfrm flipV="1">
            <a:off x="6044184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" name="Connector 627"/>
          <p:cNvSpPr/>
          <p:nvPr/>
        </p:nvSpPr>
        <p:spPr>
          <a:xfrm flipV="1">
            <a:off x="6309359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" name="Connector 628"/>
          <p:cNvSpPr/>
          <p:nvPr/>
        </p:nvSpPr>
        <p:spPr>
          <a:xfrm flipV="1">
            <a:off x="6574535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" name="Connector 629"/>
          <p:cNvSpPr/>
          <p:nvPr/>
        </p:nvSpPr>
        <p:spPr>
          <a:xfrm flipV="1">
            <a:off x="6839711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" name="Connector 630"/>
          <p:cNvSpPr/>
          <p:nvPr/>
        </p:nvSpPr>
        <p:spPr>
          <a:xfrm>
            <a:off x="7104888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" name="Connector 631"/>
          <p:cNvSpPr/>
          <p:nvPr/>
        </p:nvSpPr>
        <p:spPr>
          <a:xfrm>
            <a:off x="7370064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" name="Connector 632"/>
          <p:cNvSpPr/>
          <p:nvPr/>
        </p:nvSpPr>
        <p:spPr>
          <a:xfrm>
            <a:off x="7635240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" name="Connector 633"/>
          <p:cNvSpPr/>
          <p:nvPr/>
        </p:nvSpPr>
        <p:spPr>
          <a:xfrm>
            <a:off x="7900416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" name="Connector 634"/>
          <p:cNvSpPr/>
          <p:nvPr/>
        </p:nvSpPr>
        <p:spPr>
          <a:xfrm>
            <a:off x="8165592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" name="Connector 635"/>
          <p:cNvSpPr/>
          <p:nvPr/>
        </p:nvSpPr>
        <p:spPr>
          <a:xfrm>
            <a:off x="8430768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" name="Connector 636"/>
          <p:cNvSpPr/>
          <p:nvPr/>
        </p:nvSpPr>
        <p:spPr>
          <a:xfrm flipV="1">
            <a:off x="5513832" y="5757798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" name="Connector 637"/>
          <p:cNvSpPr/>
          <p:nvPr/>
        </p:nvSpPr>
        <p:spPr>
          <a:xfrm flipV="1">
            <a:off x="5867398" y="568807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" name="Connector 638"/>
          <p:cNvSpPr/>
          <p:nvPr/>
        </p:nvSpPr>
        <p:spPr>
          <a:xfrm flipV="1">
            <a:off x="6220967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" name="Connector 639"/>
          <p:cNvSpPr/>
          <p:nvPr/>
        </p:nvSpPr>
        <p:spPr>
          <a:xfrm flipV="1">
            <a:off x="6574535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" name="Connector 640"/>
          <p:cNvSpPr/>
          <p:nvPr/>
        </p:nvSpPr>
        <p:spPr>
          <a:xfrm flipV="1">
            <a:off x="6928104" y="5571869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" name="Connector 641"/>
          <p:cNvSpPr/>
          <p:nvPr/>
        </p:nvSpPr>
        <p:spPr>
          <a:xfrm flipV="1">
            <a:off x="7281671" y="5564123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" name="Connector 642"/>
          <p:cNvSpPr/>
          <p:nvPr/>
        </p:nvSpPr>
        <p:spPr>
          <a:xfrm>
            <a:off x="7635240" y="5564123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" name="Connector 643"/>
          <p:cNvSpPr/>
          <p:nvPr/>
        </p:nvSpPr>
        <p:spPr>
          <a:xfrm>
            <a:off x="7988807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" name="Connector 644"/>
          <p:cNvSpPr/>
          <p:nvPr/>
        </p:nvSpPr>
        <p:spPr>
          <a:xfrm>
            <a:off x="8342376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" name="Connector 645"/>
          <p:cNvSpPr/>
          <p:nvPr/>
        </p:nvSpPr>
        <p:spPr>
          <a:xfrm>
            <a:off x="8695943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" name="Connector 646"/>
          <p:cNvSpPr/>
          <p:nvPr/>
        </p:nvSpPr>
        <p:spPr>
          <a:xfrm>
            <a:off x="9049511" y="568807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" name="Connector 647"/>
          <p:cNvSpPr/>
          <p:nvPr/>
        </p:nvSpPr>
        <p:spPr>
          <a:xfrm>
            <a:off x="9403080" y="5757798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" name="Connector 648"/>
          <p:cNvSpPr/>
          <p:nvPr/>
        </p:nvSpPr>
        <p:spPr>
          <a:xfrm flipV="1">
            <a:off x="6574535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" name="Connector 649"/>
          <p:cNvSpPr/>
          <p:nvPr/>
        </p:nvSpPr>
        <p:spPr>
          <a:xfrm flipV="1">
            <a:off x="6662926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" name="Connector 650"/>
          <p:cNvSpPr/>
          <p:nvPr/>
        </p:nvSpPr>
        <p:spPr>
          <a:xfrm flipV="1">
            <a:off x="6751319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" name="Connector 651"/>
          <p:cNvSpPr/>
          <p:nvPr/>
        </p:nvSpPr>
        <p:spPr>
          <a:xfrm flipV="1">
            <a:off x="6839711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" name="Connector 652"/>
          <p:cNvSpPr/>
          <p:nvPr/>
        </p:nvSpPr>
        <p:spPr>
          <a:xfrm flipV="1">
            <a:off x="6928104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" name="Connector 653"/>
          <p:cNvSpPr/>
          <p:nvPr/>
        </p:nvSpPr>
        <p:spPr>
          <a:xfrm flipV="1">
            <a:off x="7016495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" name="Connector 654"/>
          <p:cNvSpPr/>
          <p:nvPr/>
        </p:nvSpPr>
        <p:spPr>
          <a:xfrm>
            <a:off x="7104888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" name="Connector 655"/>
          <p:cNvSpPr/>
          <p:nvPr/>
        </p:nvSpPr>
        <p:spPr>
          <a:xfrm>
            <a:off x="7193280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" name="Connector 656"/>
          <p:cNvSpPr/>
          <p:nvPr/>
        </p:nvSpPr>
        <p:spPr>
          <a:xfrm>
            <a:off x="7281671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" name="Connector 657"/>
          <p:cNvSpPr/>
          <p:nvPr/>
        </p:nvSpPr>
        <p:spPr>
          <a:xfrm>
            <a:off x="7370064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" name="Connector 658"/>
          <p:cNvSpPr/>
          <p:nvPr/>
        </p:nvSpPr>
        <p:spPr>
          <a:xfrm>
            <a:off x="7458456" y="5756655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" name="Connector 659"/>
          <p:cNvSpPr/>
          <p:nvPr/>
        </p:nvSpPr>
        <p:spPr>
          <a:xfrm>
            <a:off x="7546847" y="5795517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" name="Connector 660"/>
          <p:cNvSpPr/>
          <p:nvPr/>
        </p:nvSpPr>
        <p:spPr>
          <a:xfrm flipV="1">
            <a:off x="6574535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" name="Connector 661"/>
          <p:cNvSpPr/>
          <p:nvPr/>
        </p:nvSpPr>
        <p:spPr>
          <a:xfrm flipV="1">
            <a:off x="6751319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" name="Connector 662"/>
          <p:cNvSpPr/>
          <p:nvPr/>
        </p:nvSpPr>
        <p:spPr>
          <a:xfrm flipV="1">
            <a:off x="6928104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" name="Connector 663"/>
          <p:cNvSpPr/>
          <p:nvPr/>
        </p:nvSpPr>
        <p:spPr>
          <a:xfrm flipV="1">
            <a:off x="7104888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" name="Connector 664"/>
          <p:cNvSpPr/>
          <p:nvPr/>
        </p:nvSpPr>
        <p:spPr>
          <a:xfrm flipV="1">
            <a:off x="7281671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" name="Connector 665"/>
          <p:cNvSpPr/>
          <p:nvPr/>
        </p:nvSpPr>
        <p:spPr>
          <a:xfrm flipV="1">
            <a:off x="7458454" y="564642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" name="Connector 666"/>
          <p:cNvSpPr/>
          <p:nvPr/>
        </p:nvSpPr>
        <p:spPr>
          <a:xfrm>
            <a:off x="7635240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" name="Connector 667"/>
          <p:cNvSpPr/>
          <p:nvPr/>
        </p:nvSpPr>
        <p:spPr>
          <a:xfrm>
            <a:off x="7812023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" name="Connector 668"/>
          <p:cNvSpPr/>
          <p:nvPr/>
        </p:nvSpPr>
        <p:spPr>
          <a:xfrm>
            <a:off x="7988807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" name="Connector 669"/>
          <p:cNvSpPr/>
          <p:nvPr/>
        </p:nvSpPr>
        <p:spPr>
          <a:xfrm>
            <a:off x="8165592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" name="Connector 670"/>
          <p:cNvSpPr/>
          <p:nvPr/>
        </p:nvSpPr>
        <p:spPr>
          <a:xfrm>
            <a:off x="8342376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" name="Connector 671"/>
          <p:cNvSpPr/>
          <p:nvPr/>
        </p:nvSpPr>
        <p:spPr>
          <a:xfrm>
            <a:off x="8519159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" name="Connector 672"/>
          <p:cNvSpPr/>
          <p:nvPr/>
        </p:nvSpPr>
        <p:spPr>
          <a:xfrm flipV="1">
            <a:off x="6574535" y="577037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" name="Connector 673"/>
          <p:cNvSpPr/>
          <p:nvPr/>
        </p:nvSpPr>
        <p:spPr>
          <a:xfrm flipV="1">
            <a:off x="6839711" y="5710935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" name="Connector 674"/>
          <p:cNvSpPr/>
          <p:nvPr/>
        </p:nvSpPr>
        <p:spPr>
          <a:xfrm flipV="1">
            <a:off x="7104888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" name="Connector 675"/>
          <p:cNvSpPr/>
          <p:nvPr/>
        </p:nvSpPr>
        <p:spPr>
          <a:xfrm flipV="1">
            <a:off x="7370064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" name="Connector 676"/>
          <p:cNvSpPr/>
          <p:nvPr/>
        </p:nvSpPr>
        <p:spPr>
          <a:xfrm flipV="1">
            <a:off x="7635240" y="561187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" name="Connector 677"/>
          <p:cNvSpPr/>
          <p:nvPr/>
        </p:nvSpPr>
        <p:spPr>
          <a:xfrm flipV="1">
            <a:off x="7900414" y="5605271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" name="Connector 678"/>
          <p:cNvSpPr/>
          <p:nvPr/>
        </p:nvSpPr>
        <p:spPr>
          <a:xfrm>
            <a:off x="8165592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" name="Connector 679"/>
          <p:cNvSpPr/>
          <p:nvPr/>
        </p:nvSpPr>
        <p:spPr>
          <a:xfrm>
            <a:off x="8430768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" name="Connector 680"/>
          <p:cNvSpPr/>
          <p:nvPr/>
        </p:nvSpPr>
        <p:spPr>
          <a:xfrm>
            <a:off x="8695943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" name="Connector 681"/>
          <p:cNvSpPr/>
          <p:nvPr/>
        </p:nvSpPr>
        <p:spPr>
          <a:xfrm>
            <a:off x="8961119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" name="Connector 682"/>
          <p:cNvSpPr/>
          <p:nvPr/>
        </p:nvSpPr>
        <p:spPr>
          <a:xfrm>
            <a:off x="9226295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" name="Connector 683"/>
          <p:cNvSpPr/>
          <p:nvPr/>
        </p:nvSpPr>
        <p:spPr>
          <a:xfrm>
            <a:off x="9491471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" name="Connector 684"/>
          <p:cNvSpPr/>
          <p:nvPr/>
        </p:nvSpPr>
        <p:spPr>
          <a:xfrm flipV="1">
            <a:off x="7635240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" name="Connector 685"/>
          <p:cNvSpPr/>
          <p:nvPr/>
        </p:nvSpPr>
        <p:spPr>
          <a:xfrm flipV="1">
            <a:off x="7723630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" name="Connector 686"/>
          <p:cNvSpPr/>
          <p:nvPr/>
        </p:nvSpPr>
        <p:spPr>
          <a:xfrm flipV="1">
            <a:off x="7812023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" name="Connector 687"/>
          <p:cNvSpPr/>
          <p:nvPr/>
        </p:nvSpPr>
        <p:spPr>
          <a:xfrm flipV="1">
            <a:off x="7900416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" name="Connector 688"/>
          <p:cNvSpPr/>
          <p:nvPr/>
        </p:nvSpPr>
        <p:spPr>
          <a:xfrm flipV="1">
            <a:off x="7988807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" name="Connector 689"/>
          <p:cNvSpPr/>
          <p:nvPr/>
        </p:nvSpPr>
        <p:spPr>
          <a:xfrm flipV="1">
            <a:off x="8077199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" name="Connector 690"/>
          <p:cNvSpPr/>
          <p:nvPr/>
        </p:nvSpPr>
        <p:spPr>
          <a:xfrm>
            <a:off x="8165592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" name="Connector 691"/>
          <p:cNvSpPr/>
          <p:nvPr/>
        </p:nvSpPr>
        <p:spPr>
          <a:xfrm>
            <a:off x="8253983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" name="Connector 692"/>
          <p:cNvSpPr/>
          <p:nvPr/>
        </p:nvSpPr>
        <p:spPr>
          <a:xfrm>
            <a:off x="8342376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" name="Connector 693"/>
          <p:cNvSpPr/>
          <p:nvPr/>
        </p:nvSpPr>
        <p:spPr>
          <a:xfrm>
            <a:off x="8430768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" name="Connector 694"/>
          <p:cNvSpPr/>
          <p:nvPr/>
        </p:nvSpPr>
        <p:spPr>
          <a:xfrm>
            <a:off x="8519159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" name="Connector 695"/>
          <p:cNvSpPr/>
          <p:nvPr/>
        </p:nvSpPr>
        <p:spPr>
          <a:xfrm>
            <a:off x="8607552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" name="Connector 696"/>
          <p:cNvSpPr/>
          <p:nvPr/>
        </p:nvSpPr>
        <p:spPr>
          <a:xfrm flipV="1">
            <a:off x="7635240" y="5782943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" name="Connector 697"/>
          <p:cNvSpPr/>
          <p:nvPr/>
        </p:nvSpPr>
        <p:spPr>
          <a:xfrm flipV="1">
            <a:off x="7812023" y="573379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" name="Connector 698"/>
          <p:cNvSpPr/>
          <p:nvPr/>
        </p:nvSpPr>
        <p:spPr>
          <a:xfrm flipV="1">
            <a:off x="7988807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" name="Connector 699"/>
          <p:cNvSpPr/>
          <p:nvPr/>
        </p:nvSpPr>
        <p:spPr>
          <a:xfrm flipV="1">
            <a:off x="8165592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" name="Connector 700"/>
          <p:cNvSpPr/>
          <p:nvPr/>
        </p:nvSpPr>
        <p:spPr>
          <a:xfrm flipV="1">
            <a:off x="8342376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" name="Connector 701"/>
          <p:cNvSpPr/>
          <p:nvPr/>
        </p:nvSpPr>
        <p:spPr>
          <a:xfrm flipV="1">
            <a:off x="8519159" y="564642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" name="Connector 702"/>
          <p:cNvSpPr/>
          <p:nvPr/>
        </p:nvSpPr>
        <p:spPr>
          <a:xfrm>
            <a:off x="8695943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" name="Connector 703"/>
          <p:cNvSpPr/>
          <p:nvPr/>
        </p:nvSpPr>
        <p:spPr>
          <a:xfrm>
            <a:off x="8872728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" name="Connector 704"/>
          <p:cNvSpPr/>
          <p:nvPr/>
        </p:nvSpPr>
        <p:spPr>
          <a:xfrm>
            <a:off x="9049511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" name="Connector 705"/>
          <p:cNvSpPr/>
          <p:nvPr/>
        </p:nvSpPr>
        <p:spPr>
          <a:xfrm>
            <a:off x="9226295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" name="Connector 706"/>
          <p:cNvSpPr/>
          <p:nvPr/>
        </p:nvSpPr>
        <p:spPr>
          <a:xfrm>
            <a:off x="9403080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" name="Connector 707"/>
          <p:cNvSpPr/>
          <p:nvPr/>
        </p:nvSpPr>
        <p:spPr>
          <a:xfrm>
            <a:off x="9579864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" name="Connector 708"/>
          <p:cNvSpPr/>
          <p:nvPr/>
        </p:nvSpPr>
        <p:spPr>
          <a:xfrm flipV="1">
            <a:off x="8695943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" name="Connector 709"/>
          <p:cNvSpPr/>
          <p:nvPr/>
        </p:nvSpPr>
        <p:spPr>
          <a:xfrm flipV="1">
            <a:off x="8784335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" name="Connector 710"/>
          <p:cNvSpPr/>
          <p:nvPr/>
        </p:nvSpPr>
        <p:spPr>
          <a:xfrm flipV="1">
            <a:off x="8872728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" name="Connector 711"/>
          <p:cNvSpPr/>
          <p:nvPr/>
        </p:nvSpPr>
        <p:spPr>
          <a:xfrm flipV="1">
            <a:off x="8961119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" name="Connector 712"/>
          <p:cNvSpPr/>
          <p:nvPr/>
        </p:nvSpPr>
        <p:spPr>
          <a:xfrm flipV="1">
            <a:off x="9049511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" name="Connector 713"/>
          <p:cNvSpPr/>
          <p:nvPr/>
        </p:nvSpPr>
        <p:spPr>
          <a:xfrm flipV="1">
            <a:off x="9137902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" name="Connector 714"/>
          <p:cNvSpPr/>
          <p:nvPr/>
        </p:nvSpPr>
        <p:spPr>
          <a:xfrm>
            <a:off x="9226295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" name="Connector 715"/>
          <p:cNvSpPr/>
          <p:nvPr/>
        </p:nvSpPr>
        <p:spPr>
          <a:xfrm>
            <a:off x="9314688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" name="Connector 716"/>
          <p:cNvSpPr/>
          <p:nvPr/>
        </p:nvSpPr>
        <p:spPr>
          <a:xfrm>
            <a:off x="9403080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" name="Connector 717"/>
          <p:cNvSpPr/>
          <p:nvPr/>
        </p:nvSpPr>
        <p:spPr>
          <a:xfrm>
            <a:off x="9491471" y="5726429"/>
            <a:ext cx="88392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" name="Connector 718"/>
          <p:cNvSpPr/>
          <p:nvPr/>
        </p:nvSpPr>
        <p:spPr>
          <a:xfrm>
            <a:off x="9579863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" name="Connector 719"/>
          <p:cNvSpPr/>
          <p:nvPr/>
        </p:nvSpPr>
        <p:spPr>
          <a:xfrm>
            <a:off x="9668256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" name="Connector 720"/>
          <p:cNvSpPr/>
          <p:nvPr/>
        </p:nvSpPr>
        <p:spPr>
          <a:xfrm flipV="1">
            <a:off x="2331720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" name="Connector 721"/>
          <p:cNvSpPr/>
          <p:nvPr/>
        </p:nvSpPr>
        <p:spPr>
          <a:xfrm flipV="1">
            <a:off x="2420111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" name="Connector 722"/>
          <p:cNvSpPr/>
          <p:nvPr/>
        </p:nvSpPr>
        <p:spPr>
          <a:xfrm flipV="1">
            <a:off x="2508504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" name="Connector 723"/>
          <p:cNvSpPr/>
          <p:nvPr/>
        </p:nvSpPr>
        <p:spPr>
          <a:xfrm flipV="1">
            <a:off x="2596895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" name="Connector 724"/>
          <p:cNvSpPr/>
          <p:nvPr/>
        </p:nvSpPr>
        <p:spPr>
          <a:xfrm flipV="1">
            <a:off x="2685288" y="6551421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" name="Connector 725"/>
          <p:cNvSpPr/>
          <p:nvPr/>
        </p:nvSpPr>
        <p:spPr>
          <a:xfrm flipV="1">
            <a:off x="2773679" y="6547104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" name="Connector 726"/>
          <p:cNvSpPr/>
          <p:nvPr/>
        </p:nvSpPr>
        <p:spPr>
          <a:xfrm>
            <a:off x="2862072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" name="Connector 727"/>
          <p:cNvSpPr/>
          <p:nvPr/>
        </p:nvSpPr>
        <p:spPr>
          <a:xfrm>
            <a:off x="2950464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" name="Connector 728"/>
          <p:cNvSpPr/>
          <p:nvPr/>
        </p:nvSpPr>
        <p:spPr>
          <a:xfrm>
            <a:off x="3038855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" name="Connector 729"/>
          <p:cNvSpPr/>
          <p:nvPr/>
        </p:nvSpPr>
        <p:spPr>
          <a:xfrm>
            <a:off x="3127248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" name="Connector 730"/>
          <p:cNvSpPr/>
          <p:nvPr/>
        </p:nvSpPr>
        <p:spPr>
          <a:xfrm>
            <a:off x="3215639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" name="Connector 731"/>
          <p:cNvSpPr/>
          <p:nvPr/>
        </p:nvSpPr>
        <p:spPr>
          <a:xfrm>
            <a:off x="3304032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" name="Connector 732"/>
          <p:cNvSpPr/>
          <p:nvPr/>
        </p:nvSpPr>
        <p:spPr>
          <a:xfrm flipV="1">
            <a:off x="2331720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" name="Connector 733"/>
          <p:cNvSpPr/>
          <p:nvPr/>
        </p:nvSpPr>
        <p:spPr>
          <a:xfrm flipV="1">
            <a:off x="2508504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" name="Connector 734"/>
          <p:cNvSpPr/>
          <p:nvPr/>
        </p:nvSpPr>
        <p:spPr>
          <a:xfrm flipV="1">
            <a:off x="2685288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" name="Connector 735"/>
          <p:cNvSpPr/>
          <p:nvPr/>
        </p:nvSpPr>
        <p:spPr>
          <a:xfrm flipV="1">
            <a:off x="2862072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" name="Connector 736"/>
          <p:cNvSpPr/>
          <p:nvPr/>
        </p:nvSpPr>
        <p:spPr>
          <a:xfrm flipV="1">
            <a:off x="3038855" y="6511415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" name="Connector 737"/>
          <p:cNvSpPr/>
          <p:nvPr/>
        </p:nvSpPr>
        <p:spPr>
          <a:xfrm flipV="1">
            <a:off x="3215639" y="6505956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" name="Connector 738"/>
          <p:cNvSpPr/>
          <p:nvPr/>
        </p:nvSpPr>
        <p:spPr>
          <a:xfrm>
            <a:off x="3392423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" name="Connector 739"/>
          <p:cNvSpPr/>
          <p:nvPr/>
        </p:nvSpPr>
        <p:spPr>
          <a:xfrm>
            <a:off x="3569208" y="6511417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" name="Connector 740"/>
          <p:cNvSpPr/>
          <p:nvPr/>
        </p:nvSpPr>
        <p:spPr>
          <a:xfrm>
            <a:off x="3745991" y="6527799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" name="Connector 741"/>
          <p:cNvSpPr/>
          <p:nvPr/>
        </p:nvSpPr>
        <p:spPr>
          <a:xfrm>
            <a:off x="3922776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" name="Connector 742"/>
          <p:cNvSpPr/>
          <p:nvPr/>
        </p:nvSpPr>
        <p:spPr>
          <a:xfrm>
            <a:off x="4099559" y="6593331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" name="Connector 743"/>
          <p:cNvSpPr/>
          <p:nvPr/>
        </p:nvSpPr>
        <p:spPr>
          <a:xfrm>
            <a:off x="4276342" y="6642481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" name="Connector 744"/>
          <p:cNvSpPr/>
          <p:nvPr/>
        </p:nvSpPr>
        <p:spPr>
          <a:xfrm flipV="1">
            <a:off x="2331720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" name="Connector 745"/>
          <p:cNvSpPr/>
          <p:nvPr/>
        </p:nvSpPr>
        <p:spPr>
          <a:xfrm flipV="1">
            <a:off x="2596895" y="657047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" name="Connector 746"/>
          <p:cNvSpPr/>
          <p:nvPr/>
        </p:nvSpPr>
        <p:spPr>
          <a:xfrm flipV="1">
            <a:off x="2862072" y="6524243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" name="Connector 747"/>
          <p:cNvSpPr/>
          <p:nvPr/>
        </p:nvSpPr>
        <p:spPr>
          <a:xfrm flipV="1">
            <a:off x="3127248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" name="Connector 748"/>
          <p:cNvSpPr/>
          <p:nvPr/>
        </p:nvSpPr>
        <p:spPr>
          <a:xfrm flipV="1">
            <a:off x="3392423" y="647141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" name="Connector 749"/>
          <p:cNvSpPr/>
          <p:nvPr/>
        </p:nvSpPr>
        <p:spPr>
          <a:xfrm flipV="1">
            <a:off x="3657598" y="646480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" name="Connector 750"/>
          <p:cNvSpPr/>
          <p:nvPr/>
        </p:nvSpPr>
        <p:spPr>
          <a:xfrm>
            <a:off x="3922776" y="646480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" name="Connector 751"/>
          <p:cNvSpPr/>
          <p:nvPr/>
        </p:nvSpPr>
        <p:spPr>
          <a:xfrm>
            <a:off x="4187952" y="6471411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" name="Connector 752"/>
          <p:cNvSpPr/>
          <p:nvPr/>
        </p:nvSpPr>
        <p:spPr>
          <a:xfrm>
            <a:off x="4453128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" name="Connector 753"/>
          <p:cNvSpPr/>
          <p:nvPr/>
        </p:nvSpPr>
        <p:spPr>
          <a:xfrm>
            <a:off x="4718303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" name="Connector 754"/>
          <p:cNvSpPr/>
          <p:nvPr/>
        </p:nvSpPr>
        <p:spPr>
          <a:xfrm>
            <a:off x="4983479" y="6570471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" name="Connector 755"/>
          <p:cNvSpPr/>
          <p:nvPr/>
        </p:nvSpPr>
        <p:spPr>
          <a:xfrm>
            <a:off x="5248655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" name="Connector 756"/>
          <p:cNvSpPr/>
          <p:nvPr/>
        </p:nvSpPr>
        <p:spPr>
          <a:xfrm flipV="1">
            <a:off x="2331720" y="6617334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" name="Connector 757"/>
          <p:cNvSpPr/>
          <p:nvPr/>
        </p:nvSpPr>
        <p:spPr>
          <a:xfrm flipV="1">
            <a:off x="2685287" y="6547611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" name="Connector 758"/>
          <p:cNvSpPr/>
          <p:nvPr/>
        </p:nvSpPr>
        <p:spPr>
          <a:xfrm flipV="1">
            <a:off x="3038855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" name="Connector 759"/>
          <p:cNvSpPr/>
          <p:nvPr/>
        </p:nvSpPr>
        <p:spPr>
          <a:xfrm flipV="1">
            <a:off x="3392423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" name="Connector 760"/>
          <p:cNvSpPr/>
          <p:nvPr/>
        </p:nvSpPr>
        <p:spPr>
          <a:xfrm flipV="1">
            <a:off x="3745991" y="6431405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" name="Connector 761"/>
          <p:cNvSpPr/>
          <p:nvPr/>
        </p:nvSpPr>
        <p:spPr>
          <a:xfrm flipV="1">
            <a:off x="4099559" y="6423659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" name="Connector 762"/>
          <p:cNvSpPr/>
          <p:nvPr/>
        </p:nvSpPr>
        <p:spPr>
          <a:xfrm>
            <a:off x="4453128" y="6423659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" name="Connector 763"/>
          <p:cNvSpPr/>
          <p:nvPr/>
        </p:nvSpPr>
        <p:spPr>
          <a:xfrm>
            <a:off x="4806696" y="6431407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" name="Connector 764"/>
          <p:cNvSpPr/>
          <p:nvPr/>
        </p:nvSpPr>
        <p:spPr>
          <a:xfrm>
            <a:off x="5160264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" name="Connector 765"/>
          <p:cNvSpPr/>
          <p:nvPr/>
        </p:nvSpPr>
        <p:spPr>
          <a:xfrm>
            <a:off x="5513832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" name="Connector 766"/>
          <p:cNvSpPr/>
          <p:nvPr/>
        </p:nvSpPr>
        <p:spPr>
          <a:xfrm>
            <a:off x="5867399" y="6547611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" name="Connector 767"/>
          <p:cNvSpPr/>
          <p:nvPr/>
        </p:nvSpPr>
        <p:spPr>
          <a:xfrm>
            <a:off x="6220967" y="6617334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" name="Connector 768"/>
          <p:cNvSpPr/>
          <p:nvPr/>
        </p:nvSpPr>
        <p:spPr>
          <a:xfrm flipV="1">
            <a:off x="2331720" y="6604761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" name="Connector 769"/>
          <p:cNvSpPr/>
          <p:nvPr/>
        </p:nvSpPr>
        <p:spPr>
          <a:xfrm flipV="1">
            <a:off x="2773678" y="6524752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" name="Connector 770"/>
          <p:cNvSpPr/>
          <p:nvPr/>
        </p:nvSpPr>
        <p:spPr>
          <a:xfrm flipV="1">
            <a:off x="3215639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" name="Connector 771"/>
          <p:cNvSpPr/>
          <p:nvPr/>
        </p:nvSpPr>
        <p:spPr>
          <a:xfrm flipV="1">
            <a:off x="3657600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" name="Connector 772"/>
          <p:cNvSpPr/>
          <p:nvPr/>
        </p:nvSpPr>
        <p:spPr>
          <a:xfrm flipV="1">
            <a:off x="4099559" y="6391400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" name="Connector 773"/>
          <p:cNvSpPr/>
          <p:nvPr/>
        </p:nvSpPr>
        <p:spPr>
          <a:xfrm flipV="1">
            <a:off x="4541518" y="6382511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" name="Connector 774"/>
          <p:cNvSpPr/>
          <p:nvPr/>
        </p:nvSpPr>
        <p:spPr>
          <a:xfrm>
            <a:off x="4983479" y="6382511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" name="Connector 775"/>
          <p:cNvSpPr/>
          <p:nvPr/>
        </p:nvSpPr>
        <p:spPr>
          <a:xfrm>
            <a:off x="5425440" y="6391402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" name="Connector 776"/>
          <p:cNvSpPr/>
          <p:nvPr/>
        </p:nvSpPr>
        <p:spPr>
          <a:xfrm>
            <a:off x="5867398" y="6418071"/>
            <a:ext cx="441962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" name="Connector 777"/>
          <p:cNvSpPr/>
          <p:nvPr/>
        </p:nvSpPr>
        <p:spPr>
          <a:xfrm>
            <a:off x="6309359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" name="Connector 778"/>
          <p:cNvSpPr/>
          <p:nvPr/>
        </p:nvSpPr>
        <p:spPr>
          <a:xfrm>
            <a:off x="6751319" y="6524752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" name="Connector 779"/>
          <p:cNvSpPr/>
          <p:nvPr/>
        </p:nvSpPr>
        <p:spPr>
          <a:xfrm>
            <a:off x="7193280" y="6604761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" name="Connector 780"/>
          <p:cNvSpPr/>
          <p:nvPr/>
        </p:nvSpPr>
        <p:spPr>
          <a:xfrm flipV="1">
            <a:off x="2331720" y="6592190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" name="Connector 781"/>
          <p:cNvSpPr/>
          <p:nvPr/>
        </p:nvSpPr>
        <p:spPr>
          <a:xfrm flipV="1">
            <a:off x="2862072" y="6501891"/>
            <a:ext cx="530352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" name="Connector 782"/>
          <p:cNvSpPr/>
          <p:nvPr/>
        </p:nvSpPr>
        <p:spPr>
          <a:xfrm flipV="1">
            <a:off x="3392423" y="6431660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" name="Connector 783"/>
          <p:cNvSpPr/>
          <p:nvPr/>
        </p:nvSpPr>
        <p:spPr>
          <a:xfrm flipV="1">
            <a:off x="3922776" y="638149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" name="Connector 784"/>
          <p:cNvSpPr/>
          <p:nvPr/>
        </p:nvSpPr>
        <p:spPr>
          <a:xfrm flipV="1">
            <a:off x="4453128" y="6351396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" name="Connector 785"/>
          <p:cNvSpPr/>
          <p:nvPr/>
        </p:nvSpPr>
        <p:spPr>
          <a:xfrm flipV="1">
            <a:off x="4983479" y="6341364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" name="Connector 786"/>
          <p:cNvSpPr/>
          <p:nvPr/>
        </p:nvSpPr>
        <p:spPr>
          <a:xfrm>
            <a:off x="5513832" y="6341364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" name="Connector 787"/>
          <p:cNvSpPr/>
          <p:nvPr/>
        </p:nvSpPr>
        <p:spPr>
          <a:xfrm>
            <a:off x="6044184" y="6351396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" name="Connector 788"/>
          <p:cNvSpPr/>
          <p:nvPr/>
        </p:nvSpPr>
        <p:spPr>
          <a:xfrm>
            <a:off x="6574535" y="638149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" name="Connector 789"/>
          <p:cNvSpPr/>
          <p:nvPr/>
        </p:nvSpPr>
        <p:spPr>
          <a:xfrm>
            <a:off x="7104888" y="6431660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" name="Connector 790"/>
          <p:cNvSpPr/>
          <p:nvPr/>
        </p:nvSpPr>
        <p:spPr>
          <a:xfrm>
            <a:off x="7635240" y="650189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" name="Connector 791"/>
          <p:cNvSpPr/>
          <p:nvPr/>
        </p:nvSpPr>
        <p:spPr>
          <a:xfrm>
            <a:off x="8165592" y="6592189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" name="Connector 792"/>
          <p:cNvSpPr/>
          <p:nvPr/>
        </p:nvSpPr>
        <p:spPr>
          <a:xfrm flipV="1">
            <a:off x="2331720" y="6579614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" name="Connector 793"/>
          <p:cNvSpPr/>
          <p:nvPr/>
        </p:nvSpPr>
        <p:spPr>
          <a:xfrm flipV="1">
            <a:off x="2950462" y="6479032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" name="Connector 794"/>
          <p:cNvSpPr/>
          <p:nvPr/>
        </p:nvSpPr>
        <p:spPr>
          <a:xfrm flipV="1">
            <a:off x="3569208" y="6400799"/>
            <a:ext cx="618745" cy="782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" name="Connector 795"/>
          <p:cNvSpPr/>
          <p:nvPr/>
        </p:nvSpPr>
        <p:spPr>
          <a:xfrm flipV="1">
            <a:off x="4187952" y="6344920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" name="Connector 796"/>
          <p:cNvSpPr/>
          <p:nvPr/>
        </p:nvSpPr>
        <p:spPr>
          <a:xfrm flipV="1">
            <a:off x="4806696" y="6311391"/>
            <a:ext cx="618744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" name="Connector 797"/>
          <p:cNvSpPr/>
          <p:nvPr/>
        </p:nvSpPr>
        <p:spPr>
          <a:xfrm flipV="1">
            <a:off x="5425438" y="6300215"/>
            <a:ext cx="618746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" name="Connector 798"/>
          <p:cNvSpPr/>
          <p:nvPr/>
        </p:nvSpPr>
        <p:spPr>
          <a:xfrm>
            <a:off x="6044184" y="6300215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" name="Connector 799"/>
          <p:cNvSpPr/>
          <p:nvPr/>
        </p:nvSpPr>
        <p:spPr>
          <a:xfrm>
            <a:off x="6662928" y="6311391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" name="Connector 800"/>
          <p:cNvSpPr/>
          <p:nvPr/>
        </p:nvSpPr>
        <p:spPr>
          <a:xfrm>
            <a:off x="7281671" y="6344920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" name="Connector 801"/>
          <p:cNvSpPr/>
          <p:nvPr/>
        </p:nvSpPr>
        <p:spPr>
          <a:xfrm>
            <a:off x="7900416" y="6400799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" name="Connector 802"/>
          <p:cNvSpPr/>
          <p:nvPr/>
        </p:nvSpPr>
        <p:spPr>
          <a:xfrm>
            <a:off x="8519159" y="6479032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" name="Connector 803"/>
          <p:cNvSpPr/>
          <p:nvPr/>
        </p:nvSpPr>
        <p:spPr>
          <a:xfrm>
            <a:off x="9137902" y="6579614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" name="Connector 804"/>
          <p:cNvSpPr/>
          <p:nvPr/>
        </p:nvSpPr>
        <p:spPr>
          <a:xfrm flipV="1">
            <a:off x="3392423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" name="Connector 805"/>
          <p:cNvSpPr/>
          <p:nvPr/>
        </p:nvSpPr>
        <p:spPr>
          <a:xfrm flipV="1">
            <a:off x="3480815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" name="Connector 806"/>
          <p:cNvSpPr/>
          <p:nvPr/>
        </p:nvSpPr>
        <p:spPr>
          <a:xfrm flipV="1">
            <a:off x="3569208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" name="Connector 807"/>
          <p:cNvSpPr/>
          <p:nvPr/>
        </p:nvSpPr>
        <p:spPr>
          <a:xfrm flipV="1">
            <a:off x="3657599" y="6564376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" name="Connector 808"/>
          <p:cNvSpPr/>
          <p:nvPr/>
        </p:nvSpPr>
        <p:spPr>
          <a:xfrm flipV="1">
            <a:off x="3745991" y="6551421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" name="Connector 809"/>
          <p:cNvSpPr/>
          <p:nvPr/>
        </p:nvSpPr>
        <p:spPr>
          <a:xfrm flipV="1">
            <a:off x="3834384" y="6547104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" name="Connector 810"/>
          <p:cNvSpPr/>
          <p:nvPr/>
        </p:nvSpPr>
        <p:spPr>
          <a:xfrm>
            <a:off x="3922776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" name="Connector 811"/>
          <p:cNvSpPr/>
          <p:nvPr/>
        </p:nvSpPr>
        <p:spPr>
          <a:xfrm>
            <a:off x="4011167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" name="Connector 812"/>
          <p:cNvSpPr/>
          <p:nvPr/>
        </p:nvSpPr>
        <p:spPr>
          <a:xfrm>
            <a:off x="4099559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" name="Connector 813"/>
          <p:cNvSpPr/>
          <p:nvPr/>
        </p:nvSpPr>
        <p:spPr>
          <a:xfrm>
            <a:off x="4187952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" name="Connector 814"/>
          <p:cNvSpPr/>
          <p:nvPr/>
        </p:nvSpPr>
        <p:spPr>
          <a:xfrm>
            <a:off x="4276344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" name="Connector 815"/>
          <p:cNvSpPr/>
          <p:nvPr/>
        </p:nvSpPr>
        <p:spPr>
          <a:xfrm>
            <a:off x="4364735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" name="Connector 816"/>
          <p:cNvSpPr/>
          <p:nvPr/>
        </p:nvSpPr>
        <p:spPr>
          <a:xfrm flipV="1">
            <a:off x="3392423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" name="Connector 817"/>
          <p:cNvSpPr/>
          <p:nvPr/>
        </p:nvSpPr>
        <p:spPr>
          <a:xfrm flipV="1">
            <a:off x="3569208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" name="Connector 818"/>
          <p:cNvSpPr/>
          <p:nvPr/>
        </p:nvSpPr>
        <p:spPr>
          <a:xfrm flipV="1">
            <a:off x="3745991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" name="Connector 819"/>
          <p:cNvSpPr/>
          <p:nvPr/>
        </p:nvSpPr>
        <p:spPr>
          <a:xfrm flipV="1">
            <a:off x="3922776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" name="Connector 820"/>
          <p:cNvSpPr/>
          <p:nvPr/>
        </p:nvSpPr>
        <p:spPr>
          <a:xfrm flipV="1">
            <a:off x="4099559" y="6511415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" name="Connector 821"/>
          <p:cNvSpPr/>
          <p:nvPr/>
        </p:nvSpPr>
        <p:spPr>
          <a:xfrm flipV="1">
            <a:off x="4276342" y="6505956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" name="Connector 822"/>
          <p:cNvSpPr/>
          <p:nvPr/>
        </p:nvSpPr>
        <p:spPr>
          <a:xfrm>
            <a:off x="4453128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" name="Connector 823"/>
          <p:cNvSpPr/>
          <p:nvPr/>
        </p:nvSpPr>
        <p:spPr>
          <a:xfrm>
            <a:off x="4629911" y="6511417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" name="Connector 824"/>
          <p:cNvSpPr/>
          <p:nvPr/>
        </p:nvSpPr>
        <p:spPr>
          <a:xfrm>
            <a:off x="4806696" y="6527799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" name="Connector 825"/>
          <p:cNvSpPr/>
          <p:nvPr/>
        </p:nvSpPr>
        <p:spPr>
          <a:xfrm>
            <a:off x="4983479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" name="Connector 826"/>
          <p:cNvSpPr/>
          <p:nvPr/>
        </p:nvSpPr>
        <p:spPr>
          <a:xfrm>
            <a:off x="5160264" y="6593331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" name="Connector 827"/>
          <p:cNvSpPr/>
          <p:nvPr/>
        </p:nvSpPr>
        <p:spPr>
          <a:xfrm>
            <a:off x="5337047" y="6642481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" name="Connector 828"/>
          <p:cNvSpPr/>
          <p:nvPr/>
        </p:nvSpPr>
        <p:spPr>
          <a:xfrm flipV="1">
            <a:off x="3392423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" name="Connector 829"/>
          <p:cNvSpPr/>
          <p:nvPr/>
        </p:nvSpPr>
        <p:spPr>
          <a:xfrm flipV="1">
            <a:off x="3657600" y="6570472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" name="Connector 830"/>
          <p:cNvSpPr/>
          <p:nvPr/>
        </p:nvSpPr>
        <p:spPr>
          <a:xfrm flipV="1">
            <a:off x="3922776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" name="Connector 831"/>
          <p:cNvSpPr/>
          <p:nvPr/>
        </p:nvSpPr>
        <p:spPr>
          <a:xfrm flipV="1">
            <a:off x="4187952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" name="Connector 832"/>
          <p:cNvSpPr/>
          <p:nvPr/>
        </p:nvSpPr>
        <p:spPr>
          <a:xfrm flipV="1">
            <a:off x="4453128" y="647141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" name="Connector 833"/>
          <p:cNvSpPr/>
          <p:nvPr/>
        </p:nvSpPr>
        <p:spPr>
          <a:xfrm flipV="1">
            <a:off x="4718303" y="646480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" name="Connector 834"/>
          <p:cNvSpPr/>
          <p:nvPr/>
        </p:nvSpPr>
        <p:spPr>
          <a:xfrm>
            <a:off x="4983479" y="646480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" name="Connector 835"/>
          <p:cNvSpPr/>
          <p:nvPr/>
        </p:nvSpPr>
        <p:spPr>
          <a:xfrm>
            <a:off x="5248655" y="6471411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" name="Connector 836"/>
          <p:cNvSpPr/>
          <p:nvPr/>
        </p:nvSpPr>
        <p:spPr>
          <a:xfrm>
            <a:off x="5513832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" name="Connector 837"/>
          <p:cNvSpPr/>
          <p:nvPr/>
        </p:nvSpPr>
        <p:spPr>
          <a:xfrm>
            <a:off x="5779008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" name="Connector 838"/>
          <p:cNvSpPr/>
          <p:nvPr/>
        </p:nvSpPr>
        <p:spPr>
          <a:xfrm>
            <a:off x="6044184" y="6570471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" name="Connector 839"/>
          <p:cNvSpPr/>
          <p:nvPr/>
        </p:nvSpPr>
        <p:spPr>
          <a:xfrm>
            <a:off x="6309359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" name="Connector 840"/>
          <p:cNvSpPr/>
          <p:nvPr/>
        </p:nvSpPr>
        <p:spPr>
          <a:xfrm flipV="1">
            <a:off x="3392423" y="6617334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" name="Connector 841"/>
          <p:cNvSpPr/>
          <p:nvPr/>
        </p:nvSpPr>
        <p:spPr>
          <a:xfrm flipV="1">
            <a:off x="3745991" y="6547611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" name="Connector 842"/>
          <p:cNvSpPr/>
          <p:nvPr/>
        </p:nvSpPr>
        <p:spPr>
          <a:xfrm flipV="1">
            <a:off x="4099559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" name="Connector 843"/>
          <p:cNvSpPr/>
          <p:nvPr/>
        </p:nvSpPr>
        <p:spPr>
          <a:xfrm flipV="1">
            <a:off x="4453128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" name="Connector 844"/>
          <p:cNvSpPr/>
          <p:nvPr/>
        </p:nvSpPr>
        <p:spPr>
          <a:xfrm flipV="1">
            <a:off x="4806696" y="6431405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" name="Connector 845"/>
          <p:cNvSpPr/>
          <p:nvPr/>
        </p:nvSpPr>
        <p:spPr>
          <a:xfrm flipV="1">
            <a:off x="5160262" y="6423659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" name="Connector 846"/>
          <p:cNvSpPr/>
          <p:nvPr/>
        </p:nvSpPr>
        <p:spPr>
          <a:xfrm>
            <a:off x="5513832" y="6423659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" name="Connector 847"/>
          <p:cNvSpPr/>
          <p:nvPr/>
        </p:nvSpPr>
        <p:spPr>
          <a:xfrm>
            <a:off x="5867399" y="6431407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" name="Connector 848"/>
          <p:cNvSpPr/>
          <p:nvPr/>
        </p:nvSpPr>
        <p:spPr>
          <a:xfrm>
            <a:off x="6220967" y="6454647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" name="Connector 849"/>
          <p:cNvSpPr/>
          <p:nvPr/>
        </p:nvSpPr>
        <p:spPr>
          <a:xfrm>
            <a:off x="6574535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" name="Connector 850"/>
          <p:cNvSpPr/>
          <p:nvPr/>
        </p:nvSpPr>
        <p:spPr>
          <a:xfrm>
            <a:off x="6928104" y="6547611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" name="Connector 851"/>
          <p:cNvSpPr/>
          <p:nvPr/>
        </p:nvSpPr>
        <p:spPr>
          <a:xfrm>
            <a:off x="7281671" y="6617334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" name="Connector 852"/>
          <p:cNvSpPr/>
          <p:nvPr/>
        </p:nvSpPr>
        <p:spPr>
          <a:xfrm flipV="1">
            <a:off x="3392423" y="6604761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" name="Connector 853"/>
          <p:cNvSpPr/>
          <p:nvPr/>
        </p:nvSpPr>
        <p:spPr>
          <a:xfrm flipV="1">
            <a:off x="3834384" y="6524752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" name="Connector 854"/>
          <p:cNvSpPr/>
          <p:nvPr/>
        </p:nvSpPr>
        <p:spPr>
          <a:xfrm flipV="1">
            <a:off x="4276344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" name="Connector 855"/>
          <p:cNvSpPr/>
          <p:nvPr/>
        </p:nvSpPr>
        <p:spPr>
          <a:xfrm flipV="1">
            <a:off x="4718303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" name="Connector 856"/>
          <p:cNvSpPr/>
          <p:nvPr/>
        </p:nvSpPr>
        <p:spPr>
          <a:xfrm flipV="1">
            <a:off x="5160264" y="6391400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" name="Connector 857"/>
          <p:cNvSpPr/>
          <p:nvPr/>
        </p:nvSpPr>
        <p:spPr>
          <a:xfrm flipV="1">
            <a:off x="5602223" y="6382511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" name="Connector 858"/>
          <p:cNvSpPr/>
          <p:nvPr/>
        </p:nvSpPr>
        <p:spPr>
          <a:xfrm>
            <a:off x="6044184" y="6382511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" name="Connector 859"/>
          <p:cNvSpPr/>
          <p:nvPr/>
        </p:nvSpPr>
        <p:spPr>
          <a:xfrm>
            <a:off x="6486144" y="6391402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" name="Connector 860"/>
          <p:cNvSpPr/>
          <p:nvPr/>
        </p:nvSpPr>
        <p:spPr>
          <a:xfrm>
            <a:off x="6928104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" name="Connector 861"/>
          <p:cNvSpPr/>
          <p:nvPr/>
        </p:nvSpPr>
        <p:spPr>
          <a:xfrm>
            <a:off x="7370064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" name="Connector 862"/>
          <p:cNvSpPr/>
          <p:nvPr/>
        </p:nvSpPr>
        <p:spPr>
          <a:xfrm>
            <a:off x="7812023" y="6524752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" name="Connector 863"/>
          <p:cNvSpPr/>
          <p:nvPr/>
        </p:nvSpPr>
        <p:spPr>
          <a:xfrm>
            <a:off x="8253983" y="6604761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" name="Connector 864"/>
          <p:cNvSpPr/>
          <p:nvPr/>
        </p:nvSpPr>
        <p:spPr>
          <a:xfrm flipV="1">
            <a:off x="3392423" y="6592190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" name="Connector 865"/>
          <p:cNvSpPr/>
          <p:nvPr/>
        </p:nvSpPr>
        <p:spPr>
          <a:xfrm flipV="1">
            <a:off x="3922776" y="650189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" name="Connector 866"/>
          <p:cNvSpPr/>
          <p:nvPr/>
        </p:nvSpPr>
        <p:spPr>
          <a:xfrm flipV="1">
            <a:off x="4453128" y="6431660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" name="Connector 867"/>
          <p:cNvSpPr/>
          <p:nvPr/>
        </p:nvSpPr>
        <p:spPr>
          <a:xfrm flipV="1">
            <a:off x="4983479" y="638149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" name="Connector 868"/>
          <p:cNvSpPr/>
          <p:nvPr/>
        </p:nvSpPr>
        <p:spPr>
          <a:xfrm flipV="1">
            <a:off x="5513832" y="6351396"/>
            <a:ext cx="530352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" name="Connector 869"/>
          <p:cNvSpPr/>
          <p:nvPr/>
        </p:nvSpPr>
        <p:spPr>
          <a:xfrm flipV="1">
            <a:off x="6044183" y="6341364"/>
            <a:ext cx="530354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" name="Connector 870"/>
          <p:cNvSpPr/>
          <p:nvPr/>
        </p:nvSpPr>
        <p:spPr>
          <a:xfrm>
            <a:off x="6574535" y="6341364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" name="Connector 871"/>
          <p:cNvSpPr/>
          <p:nvPr/>
        </p:nvSpPr>
        <p:spPr>
          <a:xfrm>
            <a:off x="7104888" y="6351396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" name="Connector 872"/>
          <p:cNvSpPr/>
          <p:nvPr/>
        </p:nvSpPr>
        <p:spPr>
          <a:xfrm>
            <a:off x="7635240" y="638149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" name="Connector 873"/>
          <p:cNvSpPr/>
          <p:nvPr/>
        </p:nvSpPr>
        <p:spPr>
          <a:xfrm>
            <a:off x="8165592" y="6431660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" name="Connector 874"/>
          <p:cNvSpPr/>
          <p:nvPr/>
        </p:nvSpPr>
        <p:spPr>
          <a:xfrm>
            <a:off x="8695943" y="650189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" name="Connector 875"/>
          <p:cNvSpPr/>
          <p:nvPr/>
        </p:nvSpPr>
        <p:spPr>
          <a:xfrm>
            <a:off x="9226295" y="6592189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" name="Connector 876"/>
          <p:cNvSpPr/>
          <p:nvPr/>
        </p:nvSpPr>
        <p:spPr>
          <a:xfrm flipV="1">
            <a:off x="4453128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" name="Connector 877"/>
          <p:cNvSpPr/>
          <p:nvPr/>
        </p:nvSpPr>
        <p:spPr>
          <a:xfrm flipV="1">
            <a:off x="4541518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" name="Connector 878"/>
          <p:cNvSpPr/>
          <p:nvPr/>
        </p:nvSpPr>
        <p:spPr>
          <a:xfrm flipV="1">
            <a:off x="4629911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" name="Connector 879"/>
          <p:cNvSpPr/>
          <p:nvPr/>
        </p:nvSpPr>
        <p:spPr>
          <a:xfrm flipV="1">
            <a:off x="4718303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" name="Connector 880"/>
          <p:cNvSpPr/>
          <p:nvPr/>
        </p:nvSpPr>
        <p:spPr>
          <a:xfrm flipV="1">
            <a:off x="4806696" y="6551421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" name="Connector 881"/>
          <p:cNvSpPr/>
          <p:nvPr/>
        </p:nvSpPr>
        <p:spPr>
          <a:xfrm flipV="1">
            <a:off x="4895086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" name="Connector 882"/>
          <p:cNvSpPr/>
          <p:nvPr/>
        </p:nvSpPr>
        <p:spPr>
          <a:xfrm>
            <a:off x="4983479" y="6547104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" name="Connector 883"/>
          <p:cNvSpPr/>
          <p:nvPr/>
        </p:nvSpPr>
        <p:spPr>
          <a:xfrm>
            <a:off x="5071871" y="6551421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" name="Connector 884"/>
          <p:cNvSpPr/>
          <p:nvPr/>
        </p:nvSpPr>
        <p:spPr>
          <a:xfrm>
            <a:off x="5160264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" name="Connector 885"/>
          <p:cNvSpPr/>
          <p:nvPr/>
        </p:nvSpPr>
        <p:spPr>
          <a:xfrm>
            <a:off x="5248655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" name="Connector 886"/>
          <p:cNvSpPr/>
          <p:nvPr/>
        </p:nvSpPr>
        <p:spPr>
          <a:xfrm>
            <a:off x="5337047" y="6616192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" name="Connector 887"/>
          <p:cNvSpPr/>
          <p:nvPr/>
        </p:nvSpPr>
        <p:spPr>
          <a:xfrm>
            <a:off x="5425438" y="6655054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" name="Connector 888"/>
          <p:cNvSpPr/>
          <p:nvPr/>
        </p:nvSpPr>
        <p:spPr>
          <a:xfrm flipV="1">
            <a:off x="4453128" y="6642481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" name="Connector 889"/>
          <p:cNvSpPr/>
          <p:nvPr/>
        </p:nvSpPr>
        <p:spPr>
          <a:xfrm flipV="1">
            <a:off x="4629910" y="659333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" name="Connector 890"/>
          <p:cNvSpPr/>
          <p:nvPr/>
        </p:nvSpPr>
        <p:spPr>
          <a:xfrm flipV="1">
            <a:off x="4806696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" name="Connector 891"/>
          <p:cNvSpPr/>
          <p:nvPr/>
        </p:nvSpPr>
        <p:spPr>
          <a:xfrm flipV="1">
            <a:off x="4983479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" name="Connector 892"/>
          <p:cNvSpPr/>
          <p:nvPr/>
        </p:nvSpPr>
        <p:spPr>
          <a:xfrm flipV="1">
            <a:off x="5160264" y="6511415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" name="Connector 893"/>
          <p:cNvSpPr/>
          <p:nvPr/>
        </p:nvSpPr>
        <p:spPr>
          <a:xfrm flipV="1">
            <a:off x="5337047" y="6505956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" name="Connector 894"/>
          <p:cNvSpPr/>
          <p:nvPr/>
        </p:nvSpPr>
        <p:spPr>
          <a:xfrm>
            <a:off x="5513832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" name="Connector 895"/>
          <p:cNvSpPr/>
          <p:nvPr/>
        </p:nvSpPr>
        <p:spPr>
          <a:xfrm>
            <a:off x="5690615" y="6511417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" name="Connector 896"/>
          <p:cNvSpPr/>
          <p:nvPr/>
        </p:nvSpPr>
        <p:spPr>
          <a:xfrm>
            <a:off x="5867399" y="6527799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" name="Connector 897"/>
          <p:cNvSpPr/>
          <p:nvPr/>
        </p:nvSpPr>
        <p:spPr>
          <a:xfrm>
            <a:off x="6044184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" name="Connector 898"/>
          <p:cNvSpPr/>
          <p:nvPr/>
        </p:nvSpPr>
        <p:spPr>
          <a:xfrm>
            <a:off x="6220967" y="6593331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" name="Connector 899"/>
          <p:cNvSpPr/>
          <p:nvPr/>
        </p:nvSpPr>
        <p:spPr>
          <a:xfrm>
            <a:off x="6397750" y="6642481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" name="Connector 900"/>
          <p:cNvSpPr/>
          <p:nvPr/>
        </p:nvSpPr>
        <p:spPr>
          <a:xfrm flipV="1">
            <a:off x="4453128" y="6629907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" name="Connector 901"/>
          <p:cNvSpPr/>
          <p:nvPr/>
        </p:nvSpPr>
        <p:spPr>
          <a:xfrm flipV="1">
            <a:off x="4718303" y="6570472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" name="Connector 902"/>
          <p:cNvSpPr/>
          <p:nvPr/>
        </p:nvSpPr>
        <p:spPr>
          <a:xfrm flipV="1">
            <a:off x="4983479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" name="Connector 903"/>
          <p:cNvSpPr/>
          <p:nvPr/>
        </p:nvSpPr>
        <p:spPr>
          <a:xfrm flipV="1">
            <a:off x="5248655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" name="Connector 904"/>
          <p:cNvSpPr/>
          <p:nvPr/>
        </p:nvSpPr>
        <p:spPr>
          <a:xfrm flipV="1">
            <a:off x="5513832" y="647141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" name="Connector 905"/>
          <p:cNvSpPr/>
          <p:nvPr/>
        </p:nvSpPr>
        <p:spPr>
          <a:xfrm flipV="1">
            <a:off x="5779008" y="646480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" name="Connector 906"/>
          <p:cNvSpPr/>
          <p:nvPr/>
        </p:nvSpPr>
        <p:spPr>
          <a:xfrm>
            <a:off x="6044184" y="646480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" name="Connector 907"/>
          <p:cNvSpPr/>
          <p:nvPr/>
        </p:nvSpPr>
        <p:spPr>
          <a:xfrm>
            <a:off x="6309359" y="6471411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" name="Connector 908"/>
          <p:cNvSpPr/>
          <p:nvPr/>
        </p:nvSpPr>
        <p:spPr>
          <a:xfrm>
            <a:off x="6574535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" name="Connector 909"/>
          <p:cNvSpPr/>
          <p:nvPr/>
        </p:nvSpPr>
        <p:spPr>
          <a:xfrm>
            <a:off x="6839711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" name="Connector 910"/>
          <p:cNvSpPr/>
          <p:nvPr/>
        </p:nvSpPr>
        <p:spPr>
          <a:xfrm>
            <a:off x="7104888" y="6570471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" name="Connector 911"/>
          <p:cNvSpPr/>
          <p:nvPr/>
        </p:nvSpPr>
        <p:spPr>
          <a:xfrm>
            <a:off x="7370064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" name="Connector 912"/>
          <p:cNvSpPr/>
          <p:nvPr/>
        </p:nvSpPr>
        <p:spPr>
          <a:xfrm flipV="1">
            <a:off x="4453128" y="6617334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" name="Connector 913"/>
          <p:cNvSpPr/>
          <p:nvPr/>
        </p:nvSpPr>
        <p:spPr>
          <a:xfrm flipV="1">
            <a:off x="4806694" y="6547611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" name="Connector 914"/>
          <p:cNvSpPr/>
          <p:nvPr/>
        </p:nvSpPr>
        <p:spPr>
          <a:xfrm flipV="1">
            <a:off x="5160264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" name="Connector 915"/>
          <p:cNvSpPr/>
          <p:nvPr/>
        </p:nvSpPr>
        <p:spPr>
          <a:xfrm flipV="1">
            <a:off x="5513832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" name="Connector 916"/>
          <p:cNvSpPr/>
          <p:nvPr/>
        </p:nvSpPr>
        <p:spPr>
          <a:xfrm flipV="1">
            <a:off x="5867399" y="6431405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" name="Connector 917"/>
          <p:cNvSpPr/>
          <p:nvPr/>
        </p:nvSpPr>
        <p:spPr>
          <a:xfrm flipV="1">
            <a:off x="6220967" y="6423659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" name="Connector 918"/>
          <p:cNvSpPr/>
          <p:nvPr/>
        </p:nvSpPr>
        <p:spPr>
          <a:xfrm>
            <a:off x="6574535" y="6423659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" name="Connector 919"/>
          <p:cNvSpPr/>
          <p:nvPr/>
        </p:nvSpPr>
        <p:spPr>
          <a:xfrm>
            <a:off x="6928104" y="6431407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" name="Connector 920"/>
          <p:cNvSpPr/>
          <p:nvPr/>
        </p:nvSpPr>
        <p:spPr>
          <a:xfrm>
            <a:off x="7281671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" name="Connector 921"/>
          <p:cNvSpPr/>
          <p:nvPr/>
        </p:nvSpPr>
        <p:spPr>
          <a:xfrm>
            <a:off x="7635240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" name="Connector 922"/>
          <p:cNvSpPr/>
          <p:nvPr/>
        </p:nvSpPr>
        <p:spPr>
          <a:xfrm>
            <a:off x="7988807" y="6547611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" name="Connector 923"/>
          <p:cNvSpPr/>
          <p:nvPr/>
        </p:nvSpPr>
        <p:spPr>
          <a:xfrm>
            <a:off x="8342376" y="6617334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" name="Connector 924"/>
          <p:cNvSpPr/>
          <p:nvPr/>
        </p:nvSpPr>
        <p:spPr>
          <a:xfrm flipV="1">
            <a:off x="4453128" y="6604761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" name="Connector 925"/>
          <p:cNvSpPr/>
          <p:nvPr/>
        </p:nvSpPr>
        <p:spPr>
          <a:xfrm flipV="1">
            <a:off x="4895086" y="6524752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" name="Connector 926"/>
          <p:cNvSpPr/>
          <p:nvPr/>
        </p:nvSpPr>
        <p:spPr>
          <a:xfrm flipV="1">
            <a:off x="5337047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" name="Connector 927"/>
          <p:cNvSpPr/>
          <p:nvPr/>
        </p:nvSpPr>
        <p:spPr>
          <a:xfrm flipV="1">
            <a:off x="5779008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" name="Connector 928"/>
          <p:cNvSpPr/>
          <p:nvPr/>
        </p:nvSpPr>
        <p:spPr>
          <a:xfrm flipV="1">
            <a:off x="6220967" y="6391400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" name="Connector 929"/>
          <p:cNvSpPr/>
          <p:nvPr/>
        </p:nvSpPr>
        <p:spPr>
          <a:xfrm flipV="1">
            <a:off x="6662926" y="6382511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" name="Connector 930"/>
          <p:cNvSpPr/>
          <p:nvPr/>
        </p:nvSpPr>
        <p:spPr>
          <a:xfrm>
            <a:off x="7104888" y="6382511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" name="Connector 931"/>
          <p:cNvSpPr/>
          <p:nvPr/>
        </p:nvSpPr>
        <p:spPr>
          <a:xfrm>
            <a:off x="7546847" y="6391402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" name="Connector 932"/>
          <p:cNvSpPr/>
          <p:nvPr/>
        </p:nvSpPr>
        <p:spPr>
          <a:xfrm>
            <a:off x="7988807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" name="Connector 933"/>
          <p:cNvSpPr/>
          <p:nvPr/>
        </p:nvSpPr>
        <p:spPr>
          <a:xfrm>
            <a:off x="8430768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" name="Connector 934"/>
          <p:cNvSpPr/>
          <p:nvPr/>
        </p:nvSpPr>
        <p:spPr>
          <a:xfrm>
            <a:off x="8872728" y="6524752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" name="Connector 935"/>
          <p:cNvSpPr/>
          <p:nvPr/>
        </p:nvSpPr>
        <p:spPr>
          <a:xfrm>
            <a:off x="9314688" y="6604761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" name="Connector 936"/>
          <p:cNvSpPr/>
          <p:nvPr/>
        </p:nvSpPr>
        <p:spPr>
          <a:xfrm flipV="1">
            <a:off x="5513832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" name="Connector 937"/>
          <p:cNvSpPr/>
          <p:nvPr/>
        </p:nvSpPr>
        <p:spPr>
          <a:xfrm flipV="1">
            <a:off x="5602223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" name="Connector 938"/>
          <p:cNvSpPr/>
          <p:nvPr/>
        </p:nvSpPr>
        <p:spPr>
          <a:xfrm flipV="1">
            <a:off x="5690615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" name="Connector 939"/>
          <p:cNvSpPr/>
          <p:nvPr/>
        </p:nvSpPr>
        <p:spPr>
          <a:xfrm flipV="1">
            <a:off x="5779008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" name="Connector 940"/>
          <p:cNvSpPr/>
          <p:nvPr/>
        </p:nvSpPr>
        <p:spPr>
          <a:xfrm flipV="1">
            <a:off x="5867399" y="6551421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" name="Connector 941"/>
          <p:cNvSpPr/>
          <p:nvPr/>
        </p:nvSpPr>
        <p:spPr>
          <a:xfrm flipV="1">
            <a:off x="5955791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" name="Connector 942"/>
          <p:cNvSpPr/>
          <p:nvPr/>
        </p:nvSpPr>
        <p:spPr>
          <a:xfrm>
            <a:off x="6044184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" name="Connector 943"/>
          <p:cNvSpPr/>
          <p:nvPr/>
        </p:nvSpPr>
        <p:spPr>
          <a:xfrm>
            <a:off x="6132576" y="6551421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" name="Connector 944"/>
          <p:cNvSpPr/>
          <p:nvPr/>
        </p:nvSpPr>
        <p:spPr>
          <a:xfrm>
            <a:off x="6220967" y="6564376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" name="Connector 945"/>
          <p:cNvSpPr/>
          <p:nvPr/>
        </p:nvSpPr>
        <p:spPr>
          <a:xfrm>
            <a:off x="6309359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" name="Connector 946"/>
          <p:cNvSpPr/>
          <p:nvPr/>
        </p:nvSpPr>
        <p:spPr>
          <a:xfrm>
            <a:off x="6397752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" name="Connector 947"/>
          <p:cNvSpPr/>
          <p:nvPr/>
        </p:nvSpPr>
        <p:spPr>
          <a:xfrm>
            <a:off x="6486144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" name="Connector 948"/>
          <p:cNvSpPr/>
          <p:nvPr/>
        </p:nvSpPr>
        <p:spPr>
          <a:xfrm flipV="1">
            <a:off x="5513832" y="6642481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" name="Connector 949"/>
          <p:cNvSpPr/>
          <p:nvPr/>
        </p:nvSpPr>
        <p:spPr>
          <a:xfrm flipV="1">
            <a:off x="5690615" y="659333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" name="Connector 950"/>
          <p:cNvSpPr/>
          <p:nvPr/>
        </p:nvSpPr>
        <p:spPr>
          <a:xfrm flipV="1">
            <a:off x="5867399" y="6555105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" name="Connector 951"/>
          <p:cNvSpPr/>
          <p:nvPr/>
        </p:nvSpPr>
        <p:spPr>
          <a:xfrm flipV="1">
            <a:off x="6044184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" name="Connector 952"/>
          <p:cNvSpPr/>
          <p:nvPr/>
        </p:nvSpPr>
        <p:spPr>
          <a:xfrm flipV="1">
            <a:off x="6220967" y="6511415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" name="Connector 953"/>
          <p:cNvSpPr/>
          <p:nvPr/>
        </p:nvSpPr>
        <p:spPr>
          <a:xfrm flipV="1">
            <a:off x="6397750" y="6505956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" name="Connector 954"/>
          <p:cNvSpPr/>
          <p:nvPr/>
        </p:nvSpPr>
        <p:spPr>
          <a:xfrm>
            <a:off x="6574535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" name="Connector 955"/>
          <p:cNvSpPr/>
          <p:nvPr/>
        </p:nvSpPr>
        <p:spPr>
          <a:xfrm>
            <a:off x="6751319" y="6511417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" name="Connector 956"/>
          <p:cNvSpPr/>
          <p:nvPr/>
        </p:nvSpPr>
        <p:spPr>
          <a:xfrm>
            <a:off x="6928104" y="6527799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" name="Connector 957"/>
          <p:cNvSpPr/>
          <p:nvPr/>
        </p:nvSpPr>
        <p:spPr>
          <a:xfrm>
            <a:off x="7104888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" name="Connector 958"/>
          <p:cNvSpPr/>
          <p:nvPr/>
        </p:nvSpPr>
        <p:spPr>
          <a:xfrm>
            <a:off x="7281671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" name="Connector 959"/>
          <p:cNvSpPr/>
          <p:nvPr/>
        </p:nvSpPr>
        <p:spPr>
          <a:xfrm>
            <a:off x="7458456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" name="Connector 960"/>
          <p:cNvSpPr/>
          <p:nvPr/>
        </p:nvSpPr>
        <p:spPr>
          <a:xfrm flipV="1">
            <a:off x="5513832" y="6629907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" name="Connector 961"/>
          <p:cNvSpPr/>
          <p:nvPr/>
        </p:nvSpPr>
        <p:spPr>
          <a:xfrm flipV="1">
            <a:off x="5779006" y="6570472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" name="Connector 962"/>
          <p:cNvSpPr/>
          <p:nvPr/>
        </p:nvSpPr>
        <p:spPr>
          <a:xfrm flipV="1">
            <a:off x="6044184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" name="Connector 963"/>
          <p:cNvSpPr/>
          <p:nvPr/>
        </p:nvSpPr>
        <p:spPr>
          <a:xfrm flipV="1">
            <a:off x="6309359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" name="Connector 964"/>
          <p:cNvSpPr/>
          <p:nvPr/>
        </p:nvSpPr>
        <p:spPr>
          <a:xfrm flipV="1">
            <a:off x="6574535" y="647141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" name="Connector 965"/>
          <p:cNvSpPr/>
          <p:nvPr/>
        </p:nvSpPr>
        <p:spPr>
          <a:xfrm flipV="1">
            <a:off x="6839711" y="646480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" name="Connector 966"/>
          <p:cNvSpPr/>
          <p:nvPr/>
        </p:nvSpPr>
        <p:spPr>
          <a:xfrm>
            <a:off x="7104888" y="646480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" name="Connector 967"/>
          <p:cNvSpPr/>
          <p:nvPr/>
        </p:nvSpPr>
        <p:spPr>
          <a:xfrm>
            <a:off x="7370064" y="6471411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" name="Connector 968"/>
          <p:cNvSpPr/>
          <p:nvPr/>
        </p:nvSpPr>
        <p:spPr>
          <a:xfrm>
            <a:off x="7635240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" name="Connector 969"/>
          <p:cNvSpPr/>
          <p:nvPr/>
        </p:nvSpPr>
        <p:spPr>
          <a:xfrm>
            <a:off x="7900416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" name="Connector 970"/>
          <p:cNvSpPr/>
          <p:nvPr/>
        </p:nvSpPr>
        <p:spPr>
          <a:xfrm>
            <a:off x="8165592" y="6570471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" name="Connector 971"/>
          <p:cNvSpPr/>
          <p:nvPr/>
        </p:nvSpPr>
        <p:spPr>
          <a:xfrm>
            <a:off x="8430768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" name="Connector 972"/>
          <p:cNvSpPr/>
          <p:nvPr/>
        </p:nvSpPr>
        <p:spPr>
          <a:xfrm flipV="1">
            <a:off x="5513832" y="6617334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" name="Connector 973"/>
          <p:cNvSpPr/>
          <p:nvPr/>
        </p:nvSpPr>
        <p:spPr>
          <a:xfrm flipV="1">
            <a:off x="5867398" y="6547611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" name="Connector 974"/>
          <p:cNvSpPr/>
          <p:nvPr/>
        </p:nvSpPr>
        <p:spPr>
          <a:xfrm flipV="1">
            <a:off x="6220967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" name="Connector 975"/>
          <p:cNvSpPr/>
          <p:nvPr/>
        </p:nvSpPr>
        <p:spPr>
          <a:xfrm flipV="1">
            <a:off x="6574535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" name="Connector 976"/>
          <p:cNvSpPr/>
          <p:nvPr/>
        </p:nvSpPr>
        <p:spPr>
          <a:xfrm flipV="1">
            <a:off x="6928104" y="6431405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" name="Connector 977"/>
          <p:cNvSpPr/>
          <p:nvPr/>
        </p:nvSpPr>
        <p:spPr>
          <a:xfrm flipV="1">
            <a:off x="7281671" y="6423659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" name="Connector 978"/>
          <p:cNvSpPr/>
          <p:nvPr/>
        </p:nvSpPr>
        <p:spPr>
          <a:xfrm>
            <a:off x="7635240" y="6423659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" name="Connector 979"/>
          <p:cNvSpPr/>
          <p:nvPr/>
        </p:nvSpPr>
        <p:spPr>
          <a:xfrm>
            <a:off x="7988807" y="6431407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" name="Connector 980"/>
          <p:cNvSpPr/>
          <p:nvPr/>
        </p:nvSpPr>
        <p:spPr>
          <a:xfrm>
            <a:off x="8342376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" name="Connector 981"/>
          <p:cNvSpPr/>
          <p:nvPr/>
        </p:nvSpPr>
        <p:spPr>
          <a:xfrm>
            <a:off x="8695943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" name="Connector 982"/>
          <p:cNvSpPr/>
          <p:nvPr/>
        </p:nvSpPr>
        <p:spPr>
          <a:xfrm>
            <a:off x="9049511" y="6547611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" name="Connector 983"/>
          <p:cNvSpPr/>
          <p:nvPr/>
        </p:nvSpPr>
        <p:spPr>
          <a:xfrm>
            <a:off x="9403080" y="6617334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" name="Connector 984"/>
          <p:cNvSpPr/>
          <p:nvPr/>
        </p:nvSpPr>
        <p:spPr>
          <a:xfrm flipV="1">
            <a:off x="6574535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" name="Connector 985"/>
          <p:cNvSpPr/>
          <p:nvPr/>
        </p:nvSpPr>
        <p:spPr>
          <a:xfrm flipV="1">
            <a:off x="6662926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" name="Connector 986"/>
          <p:cNvSpPr/>
          <p:nvPr/>
        </p:nvSpPr>
        <p:spPr>
          <a:xfrm flipV="1">
            <a:off x="6751319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" name="Connector 987"/>
          <p:cNvSpPr/>
          <p:nvPr/>
        </p:nvSpPr>
        <p:spPr>
          <a:xfrm flipV="1">
            <a:off x="6839711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" name="Connector 988"/>
          <p:cNvSpPr/>
          <p:nvPr/>
        </p:nvSpPr>
        <p:spPr>
          <a:xfrm flipV="1">
            <a:off x="6928104" y="6551421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" name="Connector 989"/>
          <p:cNvSpPr/>
          <p:nvPr/>
        </p:nvSpPr>
        <p:spPr>
          <a:xfrm flipV="1">
            <a:off x="7016495" y="6547104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" name="Connector 990"/>
          <p:cNvSpPr/>
          <p:nvPr/>
        </p:nvSpPr>
        <p:spPr>
          <a:xfrm>
            <a:off x="7104888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" name="Connector 991"/>
          <p:cNvSpPr/>
          <p:nvPr/>
        </p:nvSpPr>
        <p:spPr>
          <a:xfrm>
            <a:off x="7193280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" name="Connector 992"/>
          <p:cNvSpPr/>
          <p:nvPr/>
        </p:nvSpPr>
        <p:spPr>
          <a:xfrm>
            <a:off x="7281671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" name="Connector 993"/>
          <p:cNvSpPr/>
          <p:nvPr/>
        </p:nvSpPr>
        <p:spPr>
          <a:xfrm>
            <a:off x="7370064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" name="Connector 994"/>
          <p:cNvSpPr/>
          <p:nvPr/>
        </p:nvSpPr>
        <p:spPr>
          <a:xfrm>
            <a:off x="7458456" y="6616192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" name="Connector 995"/>
          <p:cNvSpPr/>
          <p:nvPr/>
        </p:nvSpPr>
        <p:spPr>
          <a:xfrm>
            <a:off x="7546847" y="6655054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" name="Connector 996"/>
          <p:cNvSpPr/>
          <p:nvPr/>
        </p:nvSpPr>
        <p:spPr>
          <a:xfrm flipV="1">
            <a:off x="6574535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" name="Connector 997"/>
          <p:cNvSpPr/>
          <p:nvPr/>
        </p:nvSpPr>
        <p:spPr>
          <a:xfrm flipV="1">
            <a:off x="6751319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" name="Connector 998"/>
          <p:cNvSpPr/>
          <p:nvPr/>
        </p:nvSpPr>
        <p:spPr>
          <a:xfrm flipV="1">
            <a:off x="6928104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" name="Connector 999"/>
          <p:cNvSpPr/>
          <p:nvPr/>
        </p:nvSpPr>
        <p:spPr>
          <a:xfrm flipV="1">
            <a:off x="7104888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" name="Connector 1000"/>
          <p:cNvSpPr/>
          <p:nvPr/>
        </p:nvSpPr>
        <p:spPr>
          <a:xfrm flipV="1">
            <a:off x="7281671" y="6511415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" name="Connector 1001"/>
          <p:cNvSpPr/>
          <p:nvPr/>
        </p:nvSpPr>
        <p:spPr>
          <a:xfrm flipV="1">
            <a:off x="7458454" y="6505956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" name="Connector 1002"/>
          <p:cNvSpPr/>
          <p:nvPr/>
        </p:nvSpPr>
        <p:spPr>
          <a:xfrm>
            <a:off x="7635240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" name="Connector 1003"/>
          <p:cNvSpPr/>
          <p:nvPr/>
        </p:nvSpPr>
        <p:spPr>
          <a:xfrm>
            <a:off x="7812023" y="6511417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" name="Connector 1004"/>
          <p:cNvSpPr/>
          <p:nvPr/>
        </p:nvSpPr>
        <p:spPr>
          <a:xfrm>
            <a:off x="7988807" y="6527799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" name="Connector 1005"/>
          <p:cNvSpPr/>
          <p:nvPr/>
        </p:nvSpPr>
        <p:spPr>
          <a:xfrm>
            <a:off x="8165592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" name="Connector 1006"/>
          <p:cNvSpPr/>
          <p:nvPr/>
        </p:nvSpPr>
        <p:spPr>
          <a:xfrm>
            <a:off x="8342376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" name="Connector 1007"/>
          <p:cNvSpPr/>
          <p:nvPr/>
        </p:nvSpPr>
        <p:spPr>
          <a:xfrm>
            <a:off x="8519159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" name="Connector 1008"/>
          <p:cNvSpPr/>
          <p:nvPr/>
        </p:nvSpPr>
        <p:spPr>
          <a:xfrm flipV="1">
            <a:off x="6574535" y="6629907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" name="Connector 1009"/>
          <p:cNvSpPr/>
          <p:nvPr/>
        </p:nvSpPr>
        <p:spPr>
          <a:xfrm flipV="1">
            <a:off x="6839711" y="6570472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" name="Connector 1010"/>
          <p:cNvSpPr/>
          <p:nvPr/>
        </p:nvSpPr>
        <p:spPr>
          <a:xfrm flipV="1">
            <a:off x="7104888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4" name="Connector 1011"/>
          <p:cNvSpPr/>
          <p:nvPr/>
        </p:nvSpPr>
        <p:spPr>
          <a:xfrm flipV="1">
            <a:off x="7370064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5" name="Connector 1012"/>
          <p:cNvSpPr/>
          <p:nvPr/>
        </p:nvSpPr>
        <p:spPr>
          <a:xfrm flipV="1">
            <a:off x="7635240" y="647141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6" name="Connector 1013"/>
          <p:cNvSpPr/>
          <p:nvPr/>
        </p:nvSpPr>
        <p:spPr>
          <a:xfrm flipV="1">
            <a:off x="7900414" y="646480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7" name="Connector 1014"/>
          <p:cNvSpPr/>
          <p:nvPr/>
        </p:nvSpPr>
        <p:spPr>
          <a:xfrm>
            <a:off x="8165592" y="646480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8" name="Connector 1015"/>
          <p:cNvSpPr/>
          <p:nvPr/>
        </p:nvSpPr>
        <p:spPr>
          <a:xfrm>
            <a:off x="8430768" y="6471411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9" name="Connector 1016"/>
          <p:cNvSpPr/>
          <p:nvPr/>
        </p:nvSpPr>
        <p:spPr>
          <a:xfrm>
            <a:off x="8695943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0" name="Connector 1017"/>
          <p:cNvSpPr/>
          <p:nvPr/>
        </p:nvSpPr>
        <p:spPr>
          <a:xfrm>
            <a:off x="8961119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1" name="Connector 1018"/>
          <p:cNvSpPr/>
          <p:nvPr/>
        </p:nvSpPr>
        <p:spPr>
          <a:xfrm>
            <a:off x="9226295" y="6570471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2" name="Connector 1019"/>
          <p:cNvSpPr/>
          <p:nvPr/>
        </p:nvSpPr>
        <p:spPr>
          <a:xfrm>
            <a:off x="9491471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3" name="Connector 1020"/>
          <p:cNvSpPr/>
          <p:nvPr/>
        </p:nvSpPr>
        <p:spPr>
          <a:xfrm flipV="1">
            <a:off x="7635240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4" name="Connector 1021"/>
          <p:cNvSpPr/>
          <p:nvPr/>
        </p:nvSpPr>
        <p:spPr>
          <a:xfrm flipV="1">
            <a:off x="7723630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5" name="Connector 1022"/>
          <p:cNvSpPr/>
          <p:nvPr/>
        </p:nvSpPr>
        <p:spPr>
          <a:xfrm flipV="1">
            <a:off x="7812023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6" name="Connector 1023"/>
          <p:cNvSpPr/>
          <p:nvPr/>
        </p:nvSpPr>
        <p:spPr>
          <a:xfrm flipV="1">
            <a:off x="7900416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7" name="Connector 1024"/>
          <p:cNvSpPr/>
          <p:nvPr/>
        </p:nvSpPr>
        <p:spPr>
          <a:xfrm flipV="1">
            <a:off x="7988807" y="6551421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8" name="Connector 1025"/>
          <p:cNvSpPr/>
          <p:nvPr/>
        </p:nvSpPr>
        <p:spPr>
          <a:xfrm flipV="1">
            <a:off x="8077199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" name="Connector 1026"/>
          <p:cNvSpPr/>
          <p:nvPr/>
        </p:nvSpPr>
        <p:spPr>
          <a:xfrm>
            <a:off x="8165592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" name="Connector 1027"/>
          <p:cNvSpPr/>
          <p:nvPr/>
        </p:nvSpPr>
        <p:spPr>
          <a:xfrm>
            <a:off x="8253983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" name="Connector 1028"/>
          <p:cNvSpPr/>
          <p:nvPr/>
        </p:nvSpPr>
        <p:spPr>
          <a:xfrm>
            <a:off x="8342376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" name="Connector 1029"/>
          <p:cNvSpPr/>
          <p:nvPr/>
        </p:nvSpPr>
        <p:spPr>
          <a:xfrm>
            <a:off x="8430768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" name="Connector 1030"/>
          <p:cNvSpPr/>
          <p:nvPr/>
        </p:nvSpPr>
        <p:spPr>
          <a:xfrm>
            <a:off x="8519159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" name="Connector 1031"/>
          <p:cNvSpPr/>
          <p:nvPr/>
        </p:nvSpPr>
        <p:spPr>
          <a:xfrm>
            <a:off x="8607552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" name="Connector 1032"/>
          <p:cNvSpPr/>
          <p:nvPr/>
        </p:nvSpPr>
        <p:spPr>
          <a:xfrm flipV="1">
            <a:off x="7635240" y="6642481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" name="Connector 1033"/>
          <p:cNvSpPr/>
          <p:nvPr/>
        </p:nvSpPr>
        <p:spPr>
          <a:xfrm flipV="1">
            <a:off x="7812023" y="659333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" name="Connector 1034"/>
          <p:cNvSpPr/>
          <p:nvPr/>
        </p:nvSpPr>
        <p:spPr>
          <a:xfrm flipV="1">
            <a:off x="7988807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" name="Connector 1035"/>
          <p:cNvSpPr/>
          <p:nvPr/>
        </p:nvSpPr>
        <p:spPr>
          <a:xfrm flipV="1">
            <a:off x="8165592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" name="Connector 1036"/>
          <p:cNvSpPr/>
          <p:nvPr/>
        </p:nvSpPr>
        <p:spPr>
          <a:xfrm flipV="1">
            <a:off x="8342376" y="6511415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" name="Connector 1037"/>
          <p:cNvSpPr/>
          <p:nvPr/>
        </p:nvSpPr>
        <p:spPr>
          <a:xfrm flipV="1">
            <a:off x="8519159" y="6505956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" name="Connector 1038"/>
          <p:cNvSpPr/>
          <p:nvPr/>
        </p:nvSpPr>
        <p:spPr>
          <a:xfrm>
            <a:off x="8695943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" name="Connector 1039"/>
          <p:cNvSpPr/>
          <p:nvPr/>
        </p:nvSpPr>
        <p:spPr>
          <a:xfrm>
            <a:off x="8872728" y="6511417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" name="Connector 1040"/>
          <p:cNvSpPr/>
          <p:nvPr/>
        </p:nvSpPr>
        <p:spPr>
          <a:xfrm>
            <a:off x="9049511" y="6527799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" name="Connector 1041"/>
          <p:cNvSpPr/>
          <p:nvPr/>
        </p:nvSpPr>
        <p:spPr>
          <a:xfrm>
            <a:off x="9226295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" name="Connector 1042"/>
          <p:cNvSpPr/>
          <p:nvPr/>
        </p:nvSpPr>
        <p:spPr>
          <a:xfrm>
            <a:off x="9403080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" name="Connector 1043"/>
          <p:cNvSpPr/>
          <p:nvPr/>
        </p:nvSpPr>
        <p:spPr>
          <a:xfrm>
            <a:off x="9579864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" name="Connector 1044"/>
          <p:cNvSpPr/>
          <p:nvPr/>
        </p:nvSpPr>
        <p:spPr>
          <a:xfrm flipV="1">
            <a:off x="8695943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" name="Connector 1045"/>
          <p:cNvSpPr/>
          <p:nvPr/>
        </p:nvSpPr>
        <p:spPr>
          <a:xfrm flipV="1">
            <a:off x="8784335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" name="Connector 1046"/>
          <p:cNvSpPr/>
          <p:nvPr/>
        </p:nvSpPr>
        <p:spPr>
          <a:xfrm flipV="1">
            <a:off x="8872728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" name="Connector 1047"/>
          <p:cNvSpPr/>
          <p:nvPr/>
        </p:nvSpPr>
        <p:spPr>
          <a:xfrm flipV="1">
            <a:off x="8961119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" name="Connector 1048"/>
          <p:cNvSpPr/>
          <p:nvPr/>
        </p:nvSpPr>
        <p:spPr>
          <a:xfrm flipV="1">
            <a:off x="9049511" y="6551421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" name="Connector 1049"/>
          <p:cNvSpPr/>
          <p:nvPr/>
        </p:nvSpPr>
        <p:spPr>
          <a:xfrm flipV="1">
            <a:off x="9137902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" name="Connector 1050"/>
          <p:cNvSpPr/>
          <p:nvPr/>
        </p:nvSpPr>
        <p:spPr>
          <a:xfrm>
            <a:off x="9226295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" name="Connector 1051"/>
          <p:cNvSpPr/>
          <p:nvPr/>
        </p:nvSpPr>
        <p:spPr>
          <a:xfrm>
            <a:off x="9314688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" name="Connector 1052"/>
          <p:cNvSpPr/>
          <p:nvPr/>
        </p:nvSpPr>
        <p:spPr>
          <a:xfrm>
            <a:off x="9403080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" name="Connector 1053"/>
          <p:cNvSpPr/>
          <p:nvPr/>
        </p:nvSpPr>
        <p:spPr>
          <a:xfrm>
            <a:off x="9491471" y="6585966"/>
            <a:ext cx="88392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" name="Connector 1054"/>
          <p:cNvSpPr/>
          <p:nvPr/>
        </p:nvSpPr>
        <p:spPr>
          <a:xfrm>
            <a:off x="9579863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" name="Connector 1055"/>
          <p:cNvSpPr/>
          <p:nvPr/>
        </p:nvSpPr>
        <p:spPr>
          <a:xfrm>
            <a:off x="9668256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" name="Connector 1056"/>
          <p:cNvSpPr/>
          <p:nvPr/>
        </p:nvSpPr>
        <p:spPr>
          <a:xfrm flipV="1">
            <a:off x="2331720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" name="Connector 1057"/>
          <p:cNvSpPr/>
          <p:nvPr/>
        </p:nvSpPr>
        <p:spPr>
          <a:xfrm flipV="1">
            <a:off x="2420111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" name="Connector 1058"/>
          <p:cNvSpPr/>
          <p:nvPr/>
        </p:nvSpPr>
        <p:spPr>
          <a:xfrm flipV="1">
            <a:off x="2508504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" name="Connector 1059"/>
          <p:cNvSpPr/>
          <p:nvPr/>
        </p:nvSpPr>
        <p:spPr>
          <a:xfrm flipV="1">
            <a:off x="2596895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" name="Connector 1060"/>
          <p:cNvSpPr/>
          <p:nvPr/>
        </p:nvSpPr>
        <p:spPr>
          <a:xfrm flipV="1">
            <a:off x="2685288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" name="Connector 1061"/>
          <p:cNvSpPr/>
          <p:nvPr/>
        </p:nvSpPr>
        <p:spPr>
          <a:xfrm flipV="1">
            <a:off x="2773679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" name="Connector 1062"/>
          <p:cNvSpPr/>
          <p:nvPr/>
        </p:nvSpPr>
        <p:spPr>
          <a:xfrm>
            <a:off x="2862072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" name="Connector 1063"/>
          <p:cNvSpPr/>
          <p:nvPr/>
        </p:nvSpPr>
        <p:spPr>
          <a:xfrm>
            <a:off x="2950464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" name="Connector 1064"/>
          <p:cNvSpPr/>
          <p:nvPr/>
        </p:nvSpPr>
        <p:spPr>
          <a:xfrm>
            <a:off x="3038855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" name="Connector 1065"/>
          <p:cNvSpPr/>
          <p:nvPr/>
        </p:nvSpPr>
        <p:spPr>
          <a:xfrm>
            <a:off x="3127248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" name="Connector 1066"/>
          <p:cNvSpPr/>
          <p:nvPr/>
        </p:nvSpPr>
        <p:spPr>
          <a:xfrm>
            <a:off x="3215639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" name="Connector 1067"/>
          <p:cNvSpPr/>
          <p:nvPr/>
        </p:nvSpPr>
        <p:spPr>
          <a:xfrm>
            <a:off x="3304032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" name="Connector 1068"/>
          <p:cNvSpPr/>
          <p:nvPr/>
        </p:nvSpPr>
        <p:spPr>
          <a:xfrm flipV="1">
            <a:off x="2331720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" name="Connector 1069"/>
          <p:cNvSpPr/>
          <p:nvPr/>
        </p:nvSpPr>
        <p:spPr>
          <a:xfrm flipV="1">
            <a:off x="2508504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" name="Connector 1070"/>
          <p:cNvSpPr/>
          <p:nvPr/>
        </p:nvSpPr>
        <p:spPr>
          <a:xfrm flipV="1">
            <a:off x="2685288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" name="Connector 1071"/>
          <p:cNvSpPr/>
          <p:nvPr/>
        </p:nvSpPr>
        <p:spPr>
          <a:xfrm flipV="1">
            <a:off x="2862072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" name="Connector 1072"/>
          <p:cNvSpPr/>
          <p:nvPr/>
        </p:nvSpPr>
        <p:spPr>
          <a:xfrm flipV="1">
            <a:off x="3038855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" name="Connector 1073"/>
          <p:cNvSpPr/>
          <p:nvPr/>
        </p:nvSpPr>
        <p:spPr>
          <a:xfrm flipV="1">
            <a:off x="3215639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" name="Connector 1074"/>
          <p:cNvSpPr/>
          <p:nvPr/>
        </p:nvSpPr>
        <p:spPr>
          <a:xfrm>
            <a:off x="3392423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" name="Connector 1075"/>
          <p:cNvSpPr/>
          <p:nvPr/>
        </p:nvSpPr>
        <p:spPr>
          <a:xfrm>
            <a:off x="3569208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" name="Connector 1076"/>
          <p:cNvSpPr/>
          <p:nvPr/>
        </p:nvSpPr>
        <p:spPr>
          <a:xfrm>
            <a:off x="3745991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" name="Connector 1077"/>
          <p:cNvSpPr/>
          <p:nvPr/>
        </p:nvSpPr>
        <p:spPr>
          <a:xfrm>
            <a:off x="3922776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" name="Connector 1078"/>
          <p:cNvSpPr/>
          <p:nvPr/>
        </p:nvSpPr>
        <p:spPr>
          <a:xfrm>
            <a:off x="4099559" y="7452868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" name="Connector 1079"/>
          <p:cNvSpPr/>
          <p:nvPr/>
        </p:nvSpPr>
        <p:spPr>
          <a:xfrm>
            <a:off x="4276342" y="7502017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" name="Connector 1080"/>
          <p:cNvSpPr/>
          <p:nvPr/>
        </p:nvSpPr>
        <p:spPr>
          <a:xfrm flipV="1">
            <a:off x="2331720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" name="Connector 1081"/>
          <p:cNvSpPr/>
          <p:nvPr/>
        </p:nvSpPr>
        <p:spPr>
          <a:xfrm flipV="1">
            <a:off x="2596895" y="7430008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" name="Connector 1082"/>
          <p:cNvSpPr/>
          <p:nvPr/>
        </p:nvSpPr>
        <p:spPr>
          <a:xfrm flipV="1">
            <a:off x="2862072" y="7383778"/>
            <a:ext cx="265176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" name="Connector 1083"/>
          <p:cNvSpPr/>
          <p:nvPr/>
        </p:nvSpPr>
        <p:spPr>
          <a:xfrm flipV="1">
            <a:off x="3127248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" name="Connector 1084"/>
          <p:cNvSpPr/>
          <p:nvPr/>
        </p:nvSpPr>
        <p:spPr>
          <a:xfrm flipV="1">
            <a:off x="3392423" y="7330947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" name="Connector 1085"/>
          <p:cNvSpPr/>
          <p:nvPr/>
        </p:nvSpPr>
        <p:spPr>
          <a:xfrm flipV="1">
            <a:off x="3657598" y="7324343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" name="Connector 1086"/>
          <p:cNvSpPr/>
          <p:nvPr/>
        </p:nvSpPr>
        <p:spPr>
          <a:xfrm>
            <a:off x="3922776" y="7324343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" name="Connector 1087"/>
          <p:cNvSpPr/>
          <p:nvPr/>
        </p:nvSpPr>
        <p:spPr>
          <a:xfrm>
            <a:off x="4187952" y="7330947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" name="Connector 1088"/>
          <p:cNvSpPr/>
          <p:nvPr/>
        </p:nvSpPr>
        <p:spPr>
          <a:xfrm>
            <a:off x="4453128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" name="Connector 1089"/>
          <p:cNvSpPr/>
          <p:nvPr/>
        </p:nvSpPr>
        <p:spPr>
          <a:xfrm>
            <a:off x="4718303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" name="Connector 1090"/>
          <p:cNvSpPr/>
          <p:nvPr/>
        </p:nvSpPr>
        <p:spPr>
          <a:xfrm>
            <a:off x="4983479" y="7430007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" name="Connector 1091"/>
          <p:cNvSpPr/>
          <p:nvPr/>
        </p:nvSpPr>
        <p:spPr>
          <a:xfrm>
            <a:off x="5248655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" name="Connector 1092"/>
          <p:cNvSpPr/>
          <p:nvPr/>
        </p:nvSpPr>
        <p:spPr>
          <a:xfrm flipV="1">
            <a:off x="2331720" y="7476870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" name="Connector 1093"/>
          <p:cNvSpPr/>
          <p:nvPr/>
        </p:nvSpPr>
        <p:spPr>
          <a:xfrm flipV="1">
            <a:off x="2685287" y="7407147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" name="Connector 1094"/>
          <p:cNvSpPr/>
          <p:nvPr/>
        </p:nvSpPr>
        <p:spPr>
          <a:xfrm flipV="1">
            <a:off x="3038855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" name="Connector 1095"/>
          <p:cNvSpPr/>
          <p:nvPr/>
        </p:nvSpPr>
        <p:spPr>
          <a:xfrm flipV="1">
            <a:off x="3392423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" name="Connector 1096"/>
          <p:cNvSpPr/>
          <p:nvPr/>
        </p:nvSpPr>
        <p:spPr>
          <a:xfrm flipV="1">
            <a:off x="3745991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" name="Connector 1097"/>
          <p:cNvSpPr/>
          <p:nvPr/>
        </p:nvSpPr>
        <p:spPr>
          <a:xfrm flipV="1">
            <a:off x="4099559" y="7283195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" name="Connector 1098"/>
          <p:cNvSpPr/>
          <p:nvPr/>
        </p:nvSpPr>
        <p:spPr>
          <a:xfrm>
            <a:off x="4453128" y="7283195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" name="Connector 1099"/>
          <p:cNvSpPr/>
          <p:nvPr/>
        </p:nvSpPr>
        <p:spPr>
          <a:xfrm>
            <a:off x="4806696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" name="Connector 1100"/>
          <p:cNvSpPr/>
          <p:nvPr/>
        </p:nvSpPr>
        <p:spPr>
          <a:xfrm>
            <a:off x="5160264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" name="Connector 1101"/>
          <p:cNvSpPr/>
          <p:nvPr/>
        </p:nvSpPr>
        <p:spPr>
          <a:xfrm>
            <a:off x="5513832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" name="Connector 1102"/>
          <p:cNvSpPr/>
          <p:nvPr/>
        </p:nvSpPr>
        <p:spPr>
          <a:xfrm>
            <a:off x="5867399" y="7407147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" name="Connector 1103"/>
          <p:cNvSpPr/>
          <p:nvPr/>
        </p:nvSpPr>
        <p:spPr>
          <a:xfrm>
            <a:off x="6220967" y="7476870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" name="Connector 1104"/>
          <p:cNvSpPr/>
          <p:nvPr/>
        </p:nvSpPr>
        <p:spPr>
          <a:xfrm flipV="1">
            <a:off x="2331720" y="7464297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" name="Connector 1105"/>
          <p:cNvSpPr/>
          <p:nvPr/>
        </p:nvSpPr>
        <p:spPr>
          <a:xfrm flipV="1">
            <a:off x="2773678" y="7384288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" name="Connector 1106"/>
          <p:cNvSpPr/>
          <p:nvPr/>
        </p:nvSpPr>
        <p:spPr>
          <a:xfrm flipV="1">
            <a:off x="3215639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" name="Connector 1107"/>
          <p:cNvSpPr/>
          <p:nvPr/>
        </p:nvSpPr>
        <p:spPr>
          <a:xfrm flipV="1">
            <a:off x="3657600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" name="Connector 1108"/>
          <p:cNvSpPr/>
          <p:nvPr/>
        </p:nvSpPr>
        <p:spPr>
          <a:xfrm flipV="1">
            <a:off x="4099559" y="7250939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" name="Connector 1109"/>
          <p:cNvSpPr/>
          <p:nvPr/>
        </p:nvSpPr>
        <p:spPr>
          <a:xfrm flipV="1">
            <a:off x="4541518" y="7242047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" name="Connector 1110"/>
          <p:cNvSpPr/>
          <p:nvPr/>
        </p:nvSpPr>
        <p:spPr>
          <a:xfrm>
            <a:off x="4983479" y="7242047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" name="Connector 1111"/>
          <p:cNvSpPr/>
          <p:nvPr/>
        </p:nvSpPr>
        <p:spPr>
          <a:xfrm>
            <a:off x="5425440" y="7250938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" name="Connector 1112"/>
          <p:cNvSpPr/>
          <p:nvPr/>
        </p:nvSpPr>
        <p:spPr>
          <a:xfrm>
            <a:off x="5867398" y="7277607"/>
            <a:ext cx="441962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" name="Connector 1113"/>
          <p:cNvSpPr/>
          <p:nvPr/>
        </p:nvSpPr>
        <p:spPr>
          <a:xfrm>
            <a:off x="6309359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" name="Connector 1114"/>
          <p:cNvSpPr/>
          <p:nvPr/>
        </p:nvSpPr>
        <p:spPr>
          <a:xfrm>
            <a:off x="6751319" y="7384288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" name="Connector 1115"/>
          <p:cNvSpPr/>
          <p:nvPr/>
        </p:nvSpPr>
        <p:spPr>
          <a:xfrm>
            <a:off x="7193280" y="7464297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" name="Connector 1116"/>
          <p:cNvSpPr/>
          <p:nvPr/>
        </p:nvSpPr>
        <p:spPr>
          <a:xfrm flipV="1">
            <a:off x="2331720" y="7451725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" name="Connector 1117"/>
          <p:cNvSpPr/>
          <p:nvPr/>
        </p:nvSpPr>
        <p:spPr>
          <a:xfrm flipV="1">
            <a:off x="2862072" y="7361428"/>
            <a:ext cx="530352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" name="Connector 1118"/>
          <p:cNvSpPr/>
          <p:nvPr/>
        </p:nvSpPr>
        <p:spPr>
          <a:xfrm flipV="1">
            <a:off x="3392423" y="7291196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" name="Connector 1119"/>
          <p:cNvSpPr/>
          <p:nvPr/>
        </p:nvSpPr>
        <p:spPr>
          <a:xfrm flipV="1">
            <a:off x="3922776" y="7241031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" name="Connector 1120"/>
          <p:cNvSpPr/>
          <p:nvPr/>
        </p:nvSpPr>
        <p:spPr>
          <a:xfrm flipV="1">
            <a:off x="4453128" y="7210933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" name="Connector 1121"/>
          <p:cNvSpPr/>
          <p:nvPr/>
        </p:nvSpPr>
        <p:spPr>
          <a:xfrm flipV="1">
            <a:off x="4983479" y="7200900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" name="Connector 1122"/>
          <p:cNvSpPr/>
          <p:nvPr/>
        </p:nvSpPr>
        <p:spPr>
          <a:xfrm>
            <a:off x="5513832" y="7200899"/>
            <a:ext cx="530353" cy="100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" name="Connector 1123"/>
          <p:cNvSpPr/>
          <p:nvPr/>
        </p:nvSpPr>
        <p:spPr>
          <a:xfrm>
            <a:off x="6044184" y="7210932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" name="Connector 1124"/>
          <p:cNvSpPr/>
          <p:nvPr/>
        </p:nvSpPr>
        <p:spPr>
          <a:xfrm>
            <a:off x="6574535" y="7241031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" name="Connector 1125"/>
          <p:cNvSpPr/>
          <p:nvPr/>
        </p:nvSpPr>
        <p:spPr>
          <a:xfrm>
            <a:off x="7104888" y="7291196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" name="Connector 1126"/>
          <p:cNvSpPr/>
          <p:nvPr/>
        </p:nvSpPr>
        <p:spPr>
          <a:xfrm>
            <a:off x="7635240" y="7361428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" name="Connector 1127"/>
          <p:cNvSpPr/>
          <p:nvPr/>
        </p:nvSpPr>
        <p:spPr>
          <a:xfrm>
            <a:off x="8165592" y="7451724"/>
            <a:ext cx="530353" cy="1103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" name="Connector 1128"/>
          <p:cNvSpPr/>
          <p:nvPr/>
        </p:nvSpPr>
        <p:spPr>
          <a:xfrm flipV="1">
            <a:off x="2331720" y="7439152"/>
            <a:ext cx="618744" cy="12293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" name="Connector 1129"/>
          <p:cNvSpPr/>
          <p:nvPr/>
        </p:nvSpPr>
        <p:spPr>
          <a:xfrm flipV="1">
            <a:off x="2950462" y="7338568"/>
            <a:ext cx="618746" cy="100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" name="Connector 1130"/>
          <p:cNvSpPr/>
          <p:nvPr/>
        </p:nvSpPr>
        <p:spPr>
          <a:xfrm flipV="1">
            <a:off x="3569208" y="7260335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" name="Connector 1131"/>
          <p:cNvSpPr/>
          <p:nvPr/>
        </p:nvSpPr>
        <p:spPr>
          <a:xfrm flipV="1">
            <a:off x="4187952" y="7204456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" name="Connector 1132"/>
          <p:cNvSpPr/>
          <p:nvPr/>
        </p:nvSpPr>
        <p:spPr>
          <a:xfrm flipV="1">
            <a:off x="4806696" y="7170926"/>
            <a:ext cx="618744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" name="Connector 1133"/>
          <p:cNvSpPr/>
          <p:nvPr/>
        </p:nvSpPr>
        <p:spPr>
          <a:xfrm flipV="1">
            <a:off x="5425438" y="7159752"/>
            <a:ext cx="618746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" name="Connector 1134"/>
          <p:cNvSpPr/>
          <p:nvPr/>
        </p:nvSpPr>
        <p:spPr>
          <a:xfrm>
            <a:off x="6044184" y="7159752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" name="Connector 1135"/>
          <p:cNvSpPr/>
          <p:nvPr/>
        </p:nvSpPr>
        <p:spPr>
          <a:xfrm>
            <a:off x="6662928" y="7170926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" name="Connector 1136"/>
          <p:cNvSpPr/>
          <p:nvPr/>
        </p:nvSpPr>
        <p:spPr>
          <a:xfrm>
            <a:off x="7281671" y="7204456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" name="Connector 1137"/>
          <p:cNvSpPr/>
          <p:nvPr/>
        </p:nvSpPr>
        <p:spPr>
          <a:xfrm>
            <a:off x="7900416" y="7260335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" name="Connector 1138"/>
          <p:cNvSpPr/>
          <p:nvPr/>
        </p:nvSpPr>
        <p:spPr>
          <a:xfrm>
            <a:off x="8519159" y="7338568"/>
            <a:ext cx="618744" cy="100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" name="Connector 1139"/>
          <p:cNvSpPr/>
          <p:nvPr/>
        </p:nvSpPr>
        <p:spPr>
          <a:xfrm>
            <a:off x="9137902" y="7439152"/>
            <a:ext cx="618746" cy="12293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" name="Connector 1140"/>
          <p:cNvSpPr/>
          <p:nvPr/>
        </p:nvSpPr>
        <p:spPr>
          <a:xfrm flipV="1">
            <a:off x="3392423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" name="Connector 1141"/>
          <p:cNvSpPr/>
          <p:nvPr/>
        </p:nvSpPr>
        <p:spPr>
          <a:xfrm flipV="1">
            <a:off x="3480815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" name="Connector 1142"/>
          <p:cNvSpPr/>
          <p:nvPr/>
        </p:nvSpPr>
        <p:spPr>
          <a:xfrm flipV="1">
            <a:off x="3569208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" name="Connector 1143"/>
          <p:cNvSpPr/>
          <p:nvPr/>
        </p:nvSpPr>
        <p:spPr>
          <a:xfrm flipV="1">
            <a:off x="3657599" y="7423911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" name="Connector 1144"/>
          <p:cNvSpPr/>
          <p:nvPr/>
        </p:nvSpPr>
        <p:spPr>
          <a:xfrm flipV="1">
            <a:off x="3745991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" name="Connector 1145"/>
          <p:cNvSpPr/>
          <p:nvPr/>
        </p:nvSpPr>
        <p:spPr>
          <a:xfrm flipV="1">
            <a:off x="3834384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" name="Connector 1146"/>
          <p:cNvSpPr/>
          <p:nvPr/>
        </p:nvSpPr>
        <p:spPr>
          <a:xfrm>
            <a:off x="3922776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" name="Connector 1147"/>
          <p:cNvSpPr/>
          <p:nvPr/>
        </p:nvSpPr>
        <p:spPr>
          <a:xfrm>
            <a:off x="4011167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" name="Connector 1148"/>
          <p:cNvSpPr/>
          <p:nvPr/>
        </p:nvSpPr>
        <p:spPr>
          <a:xfrm>
            <a:off x="4099559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" name="Connector 1149"/>
          <p:cNvSpPr/>
          <p:nvPr/>
        </p:nvSpPr>
        <p:spPr>
          <a:xfrm>
            <a:off x="4187952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" name="Connector 1150"/>
          <p:cNvSpPr/>
          <p:nvPr/>
        </p:nvSpPr>
        <p:spPr>
          <a:xfrm>
            <a:off x="4276344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" name="Connector 1151"/>
          <p:cNvSpPr/>
          <p:nvPr/>
        </p:nvSpPr>
        <p:spPr>
          <a:xfrm>
            <a:off x="4364735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" name="Connector 1152"/>
          <p:cNvSpPr/>
          <p:nvPr/>
        </p:nvSpPr>
        <p:spPr>
          <a:xfrm flipV="1">
            <a:off x="3392423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" name="Connector 1153"/>
          <p:cNvSpPr/>
          <p:nvPr/>
        </p:nvSpPr>
        <p:spPr>
          <a:xfrm flipV="1">
            <a:off x="3569208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" name="Connector 1154"/>
          <p:cNvSpPr/>
          <p:nvPr/>
        </p:nvSpPr>
        <p:spPr>
          <a:xfrm flipV="1">
            <a:off x="3745991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" name="Connector 1155"/>
          <p:cNvSpPr/>
          <p:nvPr/>
        </p:nvSpPr>
        <p:spPr>
          <a:xfrm flipV="1">
            <a:off x="3922776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" name="Connector 1156"/>
          <p:cNvSpPr/>
          <p:nvPr/>
        </p:nvSpPr>
        <p:spPr>
          <a:xfrm flipV="1">
            <a:off x="4099559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" name="Connector 1157"/>
          <p:cNvSpPr/>
          <p:nvPr/>
        </p:nvSpPr>
        <p:spPr>
          <a:xfrm flipV="1">
            <a:off x="4276342" y="7365492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" name="Connector 1158"/>
          <p:cNvSpPr/>
          <p:nvPr/>
        </p:nvSpPr>
        <p:spPr>
          <a:xfrm>
            <a:off x="4453128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" name="Connector 1159"/>
          <p:cNvSpPr/>
          <p:nvPr/>
        </p:nvSpPr>
        <p:spPr>
          <a:xfrm>
            <a:off x="4629911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" name="Connector 1160"/>
          <p:cNvSpPr/>
          <p:nvPr/>
        </p:nvSpPr>
        <p:spPr>
          <a:xfrm>
            <a:off x="4806696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" name="Connector 1161"/>
          <p:cNvSpPr/>
          <p:nvPr/>
        </p:nvSpPr>
        <p:spPr>
          <a:xfrm>
            <a:off x="4983479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" name="Connector 1162"/>
          <p:cNvSpPr/>
          <p:nvPr/>
        </p:nvSpPr>
        <p:spPr>
          <a:xfrm>
            <a:off x="5160264" y="7452868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" name="Connector 1163"/>
          <p:cNvSpPr/>
          <p:nvPr/>
        </p:nvSpPr>
        <p:spPr>
          <a:xfrm>
            <a:off x="5337047" y="7502017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" name="Connector 1164"/>
          <p:cNvSpPr/>
          <p:nvPr/>
        </p:nvSpPr>
        <p:spPr>
          <a:xfrm flipV="1">
            <a:off x="3392423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" name="Connector 1165"/>
          <p:cNvSpPr/>
          <p:nvPr/>
        </p:nvSpPr>
        <p:spPr>
          <a:xfrm flipV="1">
            <a:off x="3657600" y="7430008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" name="Connector 1166"/>
          <p:cNvSpPr/>
          <p:nvPr/>
        </p:nvSpPr>
        <p:spPr>
          <a:xfrm flipV="1">
            <a:off x="3922776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" name="Connector 1167"/>
          <p:cNvSpPr/>
          <p:nvPr/>
        </p:nvSpPr>
        <p:spPr>
          <a:xfrm flipV="1">
            <a:off x="4187952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" name="Connector 1168"/>
          <p:cNvSpPr/>
          <p:nvPr/>
        </p:nvSpPr>
        <p:spPr>
          <a:xfrm flipV="1">
            <a:off x="4453128" y="7330947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" name="Connector 1169"/>
          <p:cNvSpPr/>
          <p:nvPr/>
        </p:nvSpPr>
        <p:spPr>
          <a:xfrm flipV="1">
            <a:off x="4718303" y="7324343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" name="Connector 1170"/>
          <p:cNvSpPr/>
          <p:nvPr/>
        </p:nvSpPr>
        <p:spPr>
          <a:xfrm>
            <a:off x="4983479" y="7324343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" name="Connector 1171"/>
          <p:cNvSpPr/>
          <p:nvPr/>
        </p:nvSpPr>
        <p:spPr>
          <a:xfrm>
            <a:off x="5248655" y="7330947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" name="Connector 1172"/>
          <p:cNvSpPr/>
          <p:nvPr/>
        </p:nvSpPr>
        <p:spPr>
          <a:xfrm>
            <a:off x="5513832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" name="Connector 1173"/>
          <p:cNvSpPr/>
          <p:nvPr/>
        </p:nvSpPr>
        <p:spPr>
          <a:xfrm>
            <a:off x="5779008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" name="Connector 1174"/>
          <p:cNvSpPr/>
          <p:nvPr/>
        </p:nvSpPr>
        <p:spPr>
          <a:xfrm>
            <a:off x="6044184" y="7430007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" name="Connector 1175"/>
          <p:cNvSpPr/>
          <p:nvPr/>
        </p:nvSpPr>
        <p:spPr>
          <a:xfrm>
            <a:off x="6309359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" name="Connector 1176"/>
          <p:cNvSpPr/>
          <p:nvPr/>
        </p:nvSpPr>
        <p:spPr>
          <a:xfrm flipV="1">
            <a:off x="3392423" y="7476870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" name="Connector 1177"/>
          <p:cNvSpPr/>
          <p:nvPr/>
        </p:nvSpPr>
        <p:spPr>
          <a:xfrm flipV="1">
            <a:off x="3745991" y="7407147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" name="Connector 1178"/>
          <p:cNvSpPr/>
          <p:nvPr/>
        </p:nvSpPr>
        <p:spPr>
          <a:xfrm flipV="1">
            <a:off x="4099559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" name="Connector 1179"/>
          <p:cNvSpPr/>
          <p:nvPr/>
        </p:nvSpPr>
        <p:spPr>
          <a:xfrm flipV="1">
            <a:off x="4453128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" name="Connector 1180"/>
          <p:cNvSpPr/>
          <p:nvPr/>
        </p:nvSpPr>
        <p:spPr>
          <a:xfrm flipV="1">
            <a:off x="4806696" y="7290943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" name="Connector 1181"/>
          <p:cNvSpPr/>
          <p:nvPr/>
        </p:nvSpPr>
        <p:spPr>
          <a:xfrm flipV="1">
            <a:off x="5160262" y="7283195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" name="Connector 1182"/>
          <p:cNvSpPr/>
          <p:nvPr/>
        </p:nvSpPr>
        <p:spPr>
          <a:xfrm>
            <a:off x="5513832" y="7283195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" name="Connector 1183"/>
          <p:cNvSpPr/>
          <p:nvPr/>
        </p:nvSpPr>
        <p:spPr>
          <a:xfrm>
            <a:off x="5867399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" name="Connector 1184"/>
          <p:cNvSpPr/>
          <p:nvPr/>
        </p:nvSpPr>
        <p:spPr>
          <a:xfrm>
            <a:off x="6220967" y="7314183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" name="Connector 1185"/>
          <p:cNvSpPr/>
          <p:nvPr/>
        </p:nvSpPr>
        <p:spPr>
          <a:xfrm>
            <a:off x="6574535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" name="Connector 1186"/>
          <p:cNvSpPr/>
          <p:nvPr/>
        </p:nvSpPr>
        <p:spPr>
          <a:xfrm>
            <a:off x="6928104" y="7407147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" name="Connector 1187"/>
          <p:cNvSpPr/>
          <p:nvPr/>
        </p:nvSpPr>
        <p:spPr>
          <a:xfrm>
            <a:off x="7281671" y="7476870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" name="Connector 1188"/>
          <p:cNvSpPr/>
          <p:nvPr/>
        </p:nvSpPr>
        <p:spPr>
          <a:xfrm flipV="1">
            <a:off x="3392423" y="7464297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" name="Connector 1189"/>
          <p:cNvSpPr/>
          <p:nvPr/>
        </p:nvSpPr>
        <p:spPr>
          <a:xfrm flipV="1">
            <a:off x="3834384" y="7384288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" name="Connector 1190"/>
          <p:cNvSpPr/>
          <p:nvPr/>
        </p:nvSpPr>
        <p:spPr>
          <a:xfrm flipV="1">
            <a:off x="4276344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" name="Connector 1191"/>
          <p:cNvSpPr/>
          <p:nvPr/>
        </p:nvSpPr>
        <p:spPr>
          <a:xfrm flipV="1">
            <a:off x="4718303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" name="Connector 1192"/>
          <p:cNvSpPr/>
          <p:nvPr/>
        </p:nvSpPr>
        <p:spPr>
          <a:xfrm flipV="1">
            <a:off x="5160264" y="7250939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" name="Connector 1193"/>
          <p:cNvSpPr/>
          <p:nvPr/>
        </p:nvSpPr>
        <p:spPr>
          <a:xfrm flipV="1">
            <a:off x="5602223" y="7242047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" name="Connector 1194"/>
          <p:cNvSpPr/>
          <p:nvPr/>
        </p:nvSpPr>
        <p:spPr>
          <a:xfrm>
            <a:off x="6044184" y="7242047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" name="Connector 1195"/>
          <p:cNvSpPr/>
          <p:nvPr/>
        </p:nvSpPr>
        <p:spPr>
          <a:xfrm>
            <a:off x="6486144" y="7250938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" name="Connector 1196"/>
          <p:cNvSpPr/>
          <p:nvPr/>
        </p:nvSpPr>
        <p:spPr>
          <a:xfrm>
            <a:off x="6928104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" name="Connector 1197"/>
          <p:cNvSpPr/>
          <p:nvPr/>
        </p:nvSpPr>
        <p:spPr>
          <a:xfrm>
            <a:off x="7370064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" name="Connector 1198"/>
          <p:cNvSpPr/>
          <p:nvPr/>
        </p:nvSpPr>
        <p:spPr>
          <a:xfrm>
            <a:off x="7812023" y="7384288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" name="Connector 1199"/>
          <p:cNvSpPr/>
          <p:nvPr/>
        </p:nvSpPr>
        <p:spPr>
          <a:xfrm>
            <a:off x="8253983" y="7464297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" name="Connector 1200"/>
          <p:cNvSpPr/>
          <p:nvPr/>
        </p:nvSpPr>
        <p:spPr>
          <a:xfrm flipV="1">
            <a:off x="3392423" y="7451725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" name="Connector 1201"/>
          <p:cNvSpPr/>
          <p:nvPr/>
        </p:nvSpPr>
        <p:spPr>
          <a:xfrm flipV="1">
            <a:off x="3922776" y="7361428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" name="Connector 1202"/>
          <p:cNvSpPr/>
          <p:nvPr/>
        </p:nvSpPr>
        <p:spPr>
          <a:xfrm flipV="1">
            <a:off x="4453128" y="7291196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" name="Connector 1203"/>
          <p:cNvSpPr/>
          <p:nvPr/>
        </p:nvSpPr>
        <p:spPr>
          <a:xfrm flipV="1">
            <a:off x="4983479" y="7241031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" name="Connector 1204"/>
          <p:cNvSpPr/>
          <p:nvPr/>
        </p:nvSpPr>
        <p:spPr>
          <a:xfrm flipV="1">
            <a:off x="5513832" y="7210933"/>
            <a:ext cx="530352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" name="Connector 1205"/>
          <p:cNvSpPr/>
          <p:nvPr/>
        </p:nvSpPr>
        <p:spPr>
          <a:xfrm flipV="1">
            <a:off x="6044183" y="7200900"/>
            <a:ext cx="530354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" name="Connector 1206"/>
          <p:cNvSpPr/>
          <p:nvPr/>
        </p:nvSpPr>
        <p:spPr>
          <a:xfrm>
            <a:off x="6574535" y="7200899"/>
            <a:ext cx="530353" cy="100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" name="Connector 1207"/>
          <p:cNvSpPr/>
          <p:nvPr/>
        </p:nvSpPr>
        <p:spPr>
          <a:xfrm>
            <a:off x="7104888" y="7210932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" name="Connector 1208"/>
          <p:cNvSpPr/>
          <p:nvPr/>
        </p:nvSpPr>
        <p:spPr>
          <a:xfrm>
            <a:off x="7635240" y="7241031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" name="Connector 1209"/>
          <p:cNvSpPr/>
          <p:nvPr/>
        </p:nvSpPr>
        <p:spPr>
          <a:xfrm>
            <a:off x="8165592" y="7291196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" name="Connector 1210"/>
          <p:cNvSpPr/>
          <p:nvPr/>
        </p:nvSpPr>
        <p:spPr>
          <a:xfrm>
            <a:off x="8695943" y="7361428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" name="Connector 1211"/>
          <p:cNvSpPr/>
          <p:nvPr/>
        </p:nvSpPr>
        <p:spPr>
          <a:xfrm>
            <a:off x="9226295" y="7451724"/>
            <a:ext cx="530353" cy="1103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" name="Connector 1212"/>
          <p:cNvSpPr/>
          <p:nvPr/>
        </p:nvSpPr>
        <p:spPr>
          <a:xfrm flipV="1">
            <a:off x="4453128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" name="Connector 1213"/>
          <p:cNvSpPr/>
          <p:nvPr/>
        </p:nvSpPr>
        <p:spPr>
          <a:xfrm flipV="1">
            <a:off x="4541518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" name="Connector 1214"/>
          <p:cNvSpPr/>
          <p:nvPr/>
        </p:nvSpPr>
        <p:spPr>
          <a:xfrm flipV="1">
            <a:off x="4629911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" name="Connector 1215"/>
          <p:cNvSpPr/>
          <p:nvPr/>
        </p:nvSpPr>
        <p:spPr>
          <a:xfrm flipV="1">
            <a:off x="4718303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" name="Connector 1216"/>
          <p:cNvSpPr/>
          <p:nvPr/>
        </p:nvSpPr>
        <p:spPr>
          <a:xfrm flipV="1">
            <a:off x="4806696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" name="Connector 1217"/>
          <p:cNvSpPr/>
          <p:nvPr/>
        </p:nvSpPr>
        <p:spPr>
          <a:xfrm flipV="1">
            <a:off x="4895086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" name="Connector 1218"/>
          <p:cNvSpPr/>
          <p:nvPr/>
        </p:nvSpPr>
        <p:spPr>
          <a:xfrm>
            <a:off x="4983479" y="7406640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" name="Connector 1219"/>
          <p:cNvSpPr/>
          <p:nvPr/>
        </p:nvSpPr>
        <p:spPr>
          <a:xfrm>
            <a:off x="5071871" y="7410957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" name="Connector 1220"/>
          <p:cNvSpPr/>
          <p:nvPr/>
        </p:nvSpPr>
        <p:spPr>
          <a:xfrm>
            <a:off x="5160264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" name="Connector 1221"/>
          <p:cNvSpPr/>
          <p:nvPr/>
        </p:nvSpPr>
        <p:spPr>
          <a:xfrm>
            <a:off x="5248655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" name="Connector 1222"/>
          <p:cNvSpPr/>
          <p:nvPr/>
        </p:nvSpPr>
        <p:spPr>
          <a:xfrm>
            <a:off x="5337047" y="7475728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" name="Connector 1223"/>
          <p:cNvSpPr/>
          <p:nvPr/>
        </p:nvSpPr>
        <p:spPr>
          <a:xfrm>
            <a:off x="5425438" y="7514589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" name="Connector 1224"/>
          <p:cNvSpPr/>
          <p:nvPr/>
        </p:nvSpPr>
        <p:spPr>
          <a:xfrm flipV="1">
            <a:off x="4453128" y="7502017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" name="Connector 1225"/>
          <p:cNvSpPr/>
          <p:nvPr/>
        </p:nvSpPr>
        <p:spPr>
          <a:xfrm flipV="1">
            <a:off x="4629910" y="7452868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" name="Connector 1226"/>
          <p:cNvSpPr/>
          <p:nvPr/>
        </p:nvSpPr>
        <p:spPr>
          <a:xfrm flipV="1">
            <a:off x="4806696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" name="Connector 1227"/>
          <p:cNvSpPr/>
          <p:nvPr/>
        </p:nvSpPr>
        <p:spPr>
          <a:xfrm flipV="1">
            <a:off x="4983479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" name="Connector 1228"/>
          <p:cNvSpPr/>
          <p:nvPr/>
        </p:nvSpPr>
        <p:spPr>
          <a:xfrm flipV="1">
            <a:off x="5160264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" name="Connector 1229"/>
          <p:cNvSpPr/>
          <p:nvPr/>
        </p:nvSpPr>
        <p:spPr>
          <a:xfrm flipV="1">
            <a:off x="5337047" y="7365492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" name="Connector 1230"/>
          <p:cNvSpPr/>
          <p:nvPr/>
        </p:nvSpPr>
        <p:spPr>
          <a:xfrm>
            <a:off x="5513832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" name="Connector 1231"/>
          <p:cNvSpPr/>
          <p:nvPr/>
        </p:nvSpPr>
        <p:spPr>
          <a:xfrm>
            <a:off x="5690615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" name="Connector 1232"/>
          <p:cNvSpPr/>
          <p:nvPr/>
        </p:nvSpPr>
        <p:spPr>
          <a:xfrm>
            <a:off x="5867399" y="7387335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" name="Connector 1233"/>
          <p:cNvSpPr/>
          <p:nvPr/>
        </p:nvSpPr>
        <p:spPr>
          <a:xfrm>
            <a:off x="6044184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" name="Connector 1234"/>
          <p:cNvSpPr/>
          <p:nvPr/>
        </p:nvSpPr>
        <p:spPr>
          <a:xfrm>
            <a:off x="6220967" y="7452868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" name="Connector 1235"/>
          <p:cNvSpPr/>
          <p:nvPr/>
        </p:nvSpPr>
        <p:spPr>
          <a:xfrm>
            <a:off x="6397750" y="7502017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" name="Connector 1236"/>
          <p:cNvSpPr/>
          <p:nvPr/>
        </p:nvSpPr>
        <p:spPr>
          <a:xfrm flipV="1">
            <a:off x="4453128" y="7489443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" name="Connector 1237"/>
          <p:cNvSpPr/>
          <p:nvPr/>
        </p:nvSpPr>
        <p:spPr>
          <a:xfrm flipV="1">
            <a:off x="4718303" y="7430008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" name="Connector 1238"/>
          <p:cNvSpPr/>
          <p:nvPr/>
        </p:nvSpPr>
        <p:spPr>
          <a:xfrm flipV="1">
            <a:off x="4983479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" name="Connector 1239"/>
          <p:cNvSpPr/>
          <p:nvPr/>
        </p:nvSpPr>
        <p:spPr>
          <a:xfrm flipV="1">
            <a:off x="5248655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" name="Connector 1240"/>
          <p:cNvSpPr/>
          <p:nvPr/>
        </p:nvSpPr>
        <p:spPr>
          <a:xfrm flipV="1">
            <a:off x="5513832" y="7330947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" name="Connector 1241"/>
          <p:cNvSpPr/>
          <p:nvPr/>
        </p:nvSpPr>
        <p:spPr>
          <a:xfrm flipV="1">
            <a:off x="5779008" y="7324343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" name="Connector 1242"/>
          <p:cNvSpPr/>
          <p:nvPr/>
        </p:nvSpPr>
        <p:spPr>
          <a:xfrm>
            <a:off x="6044184" y="7324343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" name="Connector 1243"/>
          <p:cNvSpPr/>
          <p:nvPr/>
        </p:nvSpPr>
        <p:spPr>
          <a:xfrm>
            <a:off x="6309359" y="7330947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" name="Connector 1244"/>
          <p:cNvSpPr/>
          <p:nvPr/>
        </p:nvSpPr>
        <p:spPr>
          <a:xfrm>
            <a:off x="6574535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" name="Connector 1245"/>
          <p:cNvSpPr/>
          <p:nvPr/>
        </p:nvSpPr>
        <p:spPr>
          <a:xfrm>
            <a:off x="6839711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" name="Connector 1246"/>
          <p:cNvSpPr/>
          <p:nvPr/>
        </p:nvSpPr>
        <p:spPr>
          <a:xfrm>
            <a:off x="7104888" y="7430007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" name="Connector 1247"/>
          <p:cNvSpPr/>
          <p:nvPr/>
        </p:nvSpPr>
        <p:spPr>
          <a:xfrm>
            <a:off x="7370064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" name="Connector 1248"/>
          <p:cNvSpPr/>
          <p:nvPr/>
        </p:nvSpPr>
        <p:spPr>
          <a:xfrm flipV="1">
            <a:off x="4453128" y="7476870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" name="Connector 1249"/>
          <p:cNvSpPr/>
          <p:nvPr/>
        </p:nvSpPr>
        <p:spPr>
          <a:xfrm flipV="1">
            <a:off x="4806694" y="7407147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" name="Connector 1250"/>
          <p:cNvSpPr/>
          <p:nvPr/>
        </p:nvSpPr>
        <p:spPr>
          <a:xfrm flipV="1">
            <a:off x="5160264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" name="Connector 1251"/>
          <p:cNvSpPr/>
          <p:nvPr/>
        </p:nvSpPr>
        <p:spPr>
          <a:xfrm flipV="1">
            <a:off x="5513832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" name="Connector 1252"/>
          <p:cNvSpPr/>
          <p:nvPr/>
        </p:nvSpPr>
        <p:spPr>
          <a:xfrm flipV="1">
            <a:off x="5867399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" name="Connector 1253"/>
          <p:cNvSpPr/>
          <p:nvPr/>
        </p:nvSpPr>
        <p:spPr>
          <a:xfrm flipV="1">
            <a:off x="6220967" y="7283195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" name="Connector 1254"/>
          <p:cNvSpPr/>
          <p:nvPr/>
        </p:nvSpPr>
        <p:spPr>
          <a:xfrm>
            <a:off x="6574535" y="7283195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" name="Connector 1255"/>
          <p:cNvSpPr/>
          <p:nvPr/>
        </p:nvSpPr>
        <p:spPr>
          <a:xfrm>
            <a:off x="6928104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" name="Connector 1256"/>
          <p:cNvSpPr/>
          <p:nvPr/>
        </p:nvSpPr>
        <p:spPr>
          <a:xfrm>
            <a:off x="7281671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" name="Connector 1257"/>
          <p:cNvSpPr/>
          <p:nvPr/>
        </p:nvSpPr>
        <p:spPr>
          <a:xfrm>
            <a:off x="7635240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" name="Connector 1258"/>
          <p:cNvSpPr/>
          <p:nvPr/>
        </p:nvSpPr>
        <p:spPr>
          <a:xfrm>
            <a:off x="7988807" y="7407147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" name="Connector 1259"/>
          <p:cNvSpPr/>
          <p:nvPr/>
        </p:nvSpPr>
        <p:spPr>
          <a:xfrm>
            <a:off x="8342376" y="7476870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" name="Connector 1260"/>
          <p:cNvSpPr/>
          <p:nvPr/>
        </p:nvSpPr>
        <p:spPr>
          <a:xfrm flipV="1">
            <a:off x="4453128" y="7464297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" name="Connector 1261"/>
          <p:cNvSpPr/>
          <p:nvPr/>
        </p:nvSpPr>
        <p:spPr>
          <a:xfrm flipV="1">
            <a:off x="4895086" y="7384288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" name="Connector 1262"/>
          <p:cNvSpPr/>
          <p:nvPr/>
        </p:nvSpPr>
        <p:spPr>
          <a:xfrm flipV="1">
            <a:off x="5337047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" name="Connector 1263"/>
          <p:cNvSpPr/>
          <p:nvPr/>
        </p:nvSpPr>
        <p:spPr>
          <a:xfrm flipV="1">
            <a:off x="5779008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" name="Connector 1264"/>
          <p:cNvSpPr/>
          <p:nvPr/>
        </p:nvSpPr>
        <p:spPr>
          <a:xfrm flipV="1">
            <a:off x="6220967" y="7250939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" name="Connector 1265"/>
          <p:cNvSpPr/>
          <p:nvPr/>
        </p:nvSpPr>
        <p:spPr>
          <a:xfrm flipV="1">
            <a:off x="6662926" y="7242047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" name="Connector 1266"/>
          <p:cNvSpPr/>
          <p:nvPr/>
        </p:nvSpPr>
        <p:spPr>
          <a:xfrm>
            <a:off x="7104888" y="7242047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" name="Connector 1267"/>
          <p:cNvSpPr/>
          <p:nvPr/>
        </p:nvSpPr>
        <p:spPr>
          <a:xfrm>
            <a:off x="7546847" y="7250938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" name="Connector 1268"/>
          <p:cNvSpPr/>
          <p:nvPr/>
        </p:nvSpPr>
        <p:spPr>
          <a:xfrm>
            <a:off x="7988807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" name="Connector 1269"/>
          <p:cNvSpPr/>
          <p:nvPr/>
        </p:nvSpPr>
        <p:spPr>
          <a:xfrm>
            <a:off x="8430768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" name="Connector 1270"/>
          <p:cNvSpPr/>
          <p:nvPr/>
        </p:nvSpPr>
        <p:spPr>
          <a:xfrm>
            <a:off x="8872728" y="7384288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" name="Connector 1271"/>
          <p:cNvSpPr/>
          <p:nvPr/>
        </p:nvSpPr>
        <p:spPr>
          <a:xfrm>
            <a:off x="9314688" y="7464297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" name="Connector 1272"/>
          <p:cNvSpPr/>
          <p:nvPr/>
        </p:nvSpPr>
        <p:spPr>
          <a:xfrm flipV="1">
            <a:off x="5513832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" name="Connector 1273"/>
          <p:cNvSpPr/>
          <p:nvPr/>
        </p:nvSpPr>
        <p:spPr>
          <a:xfrm flipV="1">
            <a:off x="5602223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" name="Connector 1274"/>
          <p:cNvSpPr/>
          <p:nvPr/>
        </p:nvSpPr>
        <p:spPr>
          <a:xfrm flipV="1">
            <a:off x="5690615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" name="Connector 1275"/>
          <p:cNvSpPr/>
          <p:nvPr/>
        </p:nvSpPr>
        <p:spPr>
          <a:xfrm flipV="1">
            <a:off x="5779008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" name="Connector 1276"/>
          <p:cNvSpPr/>
          <p:nvPr/>
        </p:nvSpPr>
        <p:spPr>
          <a:xfrm flipV="1">
            <a:off x="5867399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" name="Connector 1277"/>
          <p:cNvSpPr/>
          <p:nvPr/>
        </p:nvSpPr>
        <p:spPr>
          <a:xfrm flipV="1">
            <a:off x="5955791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" name="Connector 1278"/>
          <p:cNvSpPr/>
          <p:nvPr/>
        </p:nvSpPr>
        <p:spPr>
          <a:xfrm>
            <a:off x="6044184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" name="Connector 1279"/>
          <p:cNvSpPr/>
          <p:nvPr/>
        </p:nvSpPr>
        <p:spPr>
          <a:xfrm>
            <a:off x="6132576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" name="Connector 1280"/>
          <p:cNvSpPr/>
          <p:nvPr/>
        </p:nvSpPr>
        <p:spPr>
          <a:xfrm>
            <a:off x="6220967" y="7423911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" name="Connector 1281"/>
          <p:cNvSpPr/>
          <p:nvPr/>
        </p:nvSpPr>
        <p:spPr>
          <a:xfrm>
            <a:off x="6309359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" name="Connector 1282"/>
          <p:cNvSpPr/>
          <p:nvPr/>
        </p:nvSpPr>
        <p:spPr>
          <a:xfrm>
            <a:off x="6397752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" name="Connector 1283"/>
          <p:cNvSpPr/>
          <p:nvPr/>
        </p:nvSpPr>
        <p:spPr>
          <a:xfrm>
            <a:off x="6486144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" name="Connector 1284"/>
          <p:cNvSpPr/>
          <p:nvPr/>
        </p:nvSpPr>
        <p:spPr>
          <a:xfrm flipV="1">
            <a:off x="5513832" y="7502017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" name="Connector 1285"/>
          <p:cNvSpPr/>
          <p:nvPr/>
        </p:nvSpPr>
        <p:spPr>
          <a:xfrm flipV="1">
            <a:off x="5690615" y="7452868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" name="Connector 1286"/>
          <p:cNvSpPr/>
          <p:nvPr/>
        </p:nvSpPr>
        <p:spPr>
          <a:xfrm flipV="1">
            <a:off x="5867399" y="7414641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" name="Connector 1287"/>
          <p:cNvSpPr/>
          <p:nvPr/>
        </p:nvSpPr>
        <p:spPr>
          <a:xfrm flipV="1">
            <a:off x="6044184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" name="Connector 1288"/>
          <p:cNvSpPr/>
          <p:nvPr/>
        </p:nvSpPr>
        <p:spPr>
          <a:xfrm flipV="1">
            <a:off x="6220967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" name="Connector 1289"/>
          <p:cNvSpPr/>
          <p:nvPr/>
        </p:nvSpPr>
        <p:spPr>
          <a:xfrm flipV="1">
            <a:off x="6397750" y="7365492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" name="Connector 1290"/>
          <p:cNvSpPr/>
          <p:nvPr/>
        </p:nvSpPr>
        <p:spPr>
          <a:xfrm>
            <a:off x="6574535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" name="Connector 1291"/>
          <p:cNvSpPr/>
          <p:nvPr/>
        </p:nvSpPr>
        <p:spPr>
          <a:xfrm>
            <a:off x="6751319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" name="Connector 1292"/>
          <p:cNvSpPr/>
          <p:nvPr/>
        </p:nvSpPr>
        <p:spPr>
          <a:xfrm>
            <a:off x="6928104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" name="Connector 1293"/>
          <p:cNvSpPr/>
          <p:nvPr/>
        </p:nvSpPr>
        <p:spPr>
          <a:xfrm>
            <a:off x="7104888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" name="Connector 1294"/>
          <p:cNvSpPr/>
          <p:nvPr/>
        </p:nvSpPr>
        <p:spPr>
          <a:xfrm>
            <a:off x="7281671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" name="Connector 1295"/>
          <p:cNvSpPr/>
          <p:nvPr/>
        </p:nvSpPr>
        <p:spPr>
          <a:xfrm>
            <a:off x="7458456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" name="Connector 1296"/>
          <p:cNvSpPr/>
          <p:nvPr/>
        </p:nvSpPr>
        <p:spPr>
          <a:xfrm flipV="1">
            <a:off x="5513832" y="7489443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" name="Connector 1297"/>
          <p:cNvSpPr/>
          <p:nvPr/>
        </p:nvSpPr>
        <p:spPr>
          <a:xfrm flipV="1">
            <a:off x="5779006" y="7430008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" name="Connector 1298"/>
          <p:cNvSpPr/>
          <p:nvPr/>
        </p:nvSpPr>
        <p:spPr>
          <a:xfrm flipV="1">
            <a:off x="6044184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" name="Connector 1299"/>
          <p:cNvSpPr/>
          <p:nvPr/>
        </p:nvSpPr>
        <p:spPr>
          <a:xfrm flipV="1">
            <a:off x="6309359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" name="Connector 1300"/>
          <p:cNvSpPr/>
          <p:nvPr/>
        </p:nvSpPr>
        <p:spPr>
          <a:xfrm flipV="1">
            <a:off x="6574535" y="7330947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" name="Connector 1301"/>
          <p:cNvSpPr/>
          <p:nvPr/>
        </p:nvSpPr>
        <p:spPr>
          <a:xfrm flipV="1">
            <a:off x="6839711" y="7324343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" name="Connector 1302"/>
          <p:cNvSpPr/>
          <p:nvPr/>
        </p:nvSpPr>
        <p:spPr>
          <a:xfrm>
            <a:off x="7104888" y="7324343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" name="Connector 1303"/>
          <p:cNvSpPr/>
          <p:nvPr/>
        </p:nvSpPr>
        <p:spPr>
          <a:xfrm>
            <a:off x="7370064" y="7330947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" name="Connector 1304"/>
          <p:cNvSpPr/>
          <p:nvPr/>
        </p:nvSpPr>
        <p:spPr>
          <a:xfrm>
            <a:off x="7635240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" name="Connector 1305"/>
          <p:cNvSpPr/>
          <p:nvPr/>
        </p:nvSpPr>
        <p:spPr>
          <a:xfrm>
            <a:off x="7900416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" name="Connector 1306"/>
          <p:cNvSpPr/>
          <p:nvPr/>
        </p:nvSpPr>
        <p:spPr>
          <a:xfrm>
            <a:off x="8165592" y="7430007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" name="Connector 1307"/>
          <p:cNvSpPr/>
          <p:nvPr/>
        </p:nvSpPr>
        <p:spPr>
          <a:xfrm>
            <a:off x="8430768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" name="Connector 1308"/>
          <p:cNvSpPr/>
          <p:nvPr/>
        </p:nvSpPr>
        <p:spPr>
          <a:xfrm flipV="1">
            <a:off x="5513832" y="7476870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" name="Connector 1309"/>
          <p:cNvSpPr/>
          <p:nvPr/>
        </p:nvSpPr>
        <p:spPr>
          <a:xfrm flipV="1">
            <a:off x="5867398" y="7407147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" name="Connector 1310"/>
          <p:cNvSpPr/>
          <p:nvPr/>
        </p:nvSpPr>
        <p:spPr>
          <a:xfrm flipV="1">
            <a:off x="6220967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" name="Connector 1311"/>
          <p:cNvSpPr/>
          <p:nvPr/>
        </p:nvSpPr>
        <p:spPr>
          <a:xfrm flipV="1">
            <a:off x="6574535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" name="Connector 1312"/>
          <p:cNvSpPr/>
          <p:nvPr/>
        </p:nvSpPr>
        <p:spPr>
          <a:xfrm flipV="1">
            <a:off x="6928104" y="7290943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" name="Connector 1313"/>
          <p:cNvSpPr/>
          <p:nvPr/>
        </p:nvSpPr>
        <p:spPr>
          <a:xfrm flipV="1">
            <a:off x="7281671" y="7283195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" name="Connector 1314"/>
          <p:cNvSpPr/>
          <p:nvPr/>
        </p:nvSpPr>
        <p:spPr>
          <a:xfrm>
            <a:off x="7635240" y="7283195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" name="Connector 1315"/>
          <p:cNvSpPr/>
          <p:nvPr/>
        </p:nvSpPr>
        <p:spPr>
          <a:xfrm>
            <a:off x="7988807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" name="Connector 1316"/>
          <p:cNvSpPr/>
          <p:nvPr/>
        </p:nvSpPr>
        <p:spPr>
          <a:xfrm>
            <a:off x="8342376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" name="Connector 1317"/>
          <p:cNvSpPr/>
          <p:nvPr/>
        </p:nvSpPr>
        <p:spPr>
          <a:xfrm>
            <a:off x="8695943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" name="Connector 1318"/>
          <p:cNvSpPr/>
          <p:nvPr/>
        </p:nvSpPr>
        <p:spPr>
          <a:xfrm>
            <a:off x="9049511" y="7407147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" name="Connector 1319"/>
          <p:cNvSpPr/>
          <p:nvPr/>
        </p:nvSpPr>
        <p:spPr>
          <a:xfrm>
            <a:off x="9403080" y="7476870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" name="Connector 1320"/>
          <p:cNvSpPr/>
          <p:nvPr/>
        </p:nvSpPr>
        <p:spPr>
          <a:xfrm flipV="1">
            <a:off x="6574535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" name="Connector 1321"/>
          <p:cNvSpPr/>
          <p:nvPr/>
        </p:nvSpPr>
        <p:spPr>
          <a:xfrm flipV="1">
            <a:off x="6662926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" name="Connector 1322"/>
          <p:cNvSpPr/>
          <p:nvPr/>
        </p:nvSpPr>
        <p:spPr>
          <a:xfrm flipV="1">
            <a:off x="6751319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" name="Connector 1323"/>
          <p:cNvSpPr/>
          <p:nvPr/>
        </p:nvSpPr>
        <p:spPr>
          <a:xfrm flipV="1">
            <a:off x="6839711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" name="Connector 1324"/>
          <p:cNvSpPr/>
          <p:nvPr/>
        </p:nvSpPr>
        <p:spPr>
          <a:xfrm flipV="1">
            <a:off x="6928104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" name="Connector 1325"/>
          <p:cNvSpPr/>
          <p:nvPr/>
        </p:nvSpPr>
        <p:spPr>
          <a:xfrm flipV="1">
            <a:off x="7016495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" name="Connector 1326"/>
          <p:cNvSpPr/>
          <p:nvPr/>
        </p:nvSpPr>
        <p:spPr>
          <a:xfrm>
            <a:off x="7104888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" name="Connector 1327"/>
          <p:cNvSpPr/>
          <p:nvPr/>
        </p:nvSpPr>
        <p:spPr>
          <a:xfrm>
            <a:off x="7193280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" name="Connector 1328"/>
          <p:cNvSpPr/>
          <p:nvPr/>
        </p:nvSpPr>
        <p:spPr>
          <a:xfrm>
            <a:off x="7281671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" name="Connector 1329"/>
          <p:cNvSpPr/>
          <p:nvPr/>
        </p:nvSpPr>
        <p:spPr>
          <a:xfrm>
            <a:off x="7370064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" name="Connector 1330"/>
          <p:cNvSpPr/>
          <p:nvPr/>
        </p:nvSpPr>
        <p:spPr>
          <a:xfrm>
            <a:off x="7458456" y="7475728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" name="Connector 1331"/>
          <p:cNvSpPr/>
          <p:nvPr/>
        </p:nvSpPr>
        <p:spPr>
          <a:xfrm>
            <a:off x="7546847" y="7514589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" name="Connector 1332"/>
          <p:cNvSpPr/>
          <p:nvPr/>
        </p:nvSpPr>
        <p:spPr>
          <a:xfrm flipV="1">
            <a:off x="6574535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" name="Connector 1333"/>
          <p:cNvSpPr/>
          <p:nvPr/>
        </p:nvSpPr>
        <p:spPr>
          <a:xfrm flipV="1">
            <a:off x="6751319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" name="Connector 1334"/>
          <p:cNvSpPr/>
          <p:nvPr/>
        </p:nvSpPr>
        <p:spPr>
          <a:xfrm flipV="1">
            <a:off x="6928104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" name="Connector 1335"/>
          <p:cNvSpPr/>
          <p:nvPr/>
        </p:nvSpPr>
        <p:spPr>
          <a:xfrm flipV="1">
            <a:off x="7104888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" name="Connector 1336"/>
          <p:cNvSpPr/>
          <p:nvPr/>
        </p:nvSpPr>
        <p:spPr>
          <a:xfrm flipV="1">
            <a:off x="7281671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" name="Connector 1337"/>
          <p:cNvSpPr/>
          <p:nvPr/>
        </p:nvSpPr>
        <p:spPr>
          <a:xfrm flipV="1">
            <a:off x="7458454" y="7365492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" name="Connector 1338"/>
          <p:cNvSpPr/>
          <p:nvPr/>
        </p:nvSpPr>
        <p:spPr>
          <a:xfrm>
            <a:off x="7635240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" name="Connector 1339"/>
          <p:cNvSpPr/>
          <p:nvPr/>
        </p:nvSpPr>
        <p:spPr>
          <a:xfrm>
            <a:off x="7812023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" name="Connector 1340"/>
          <p:cNvSpPr/>
          <p:nvPr/>
        </p:nvSpPr>
        <p:spPr>
          <a:xfrm>
            <a:off x="7988807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" name="Connector 1341"/>
          <p:cNvSpPr/>
          <p:nvPr/>
        </p:nvSpPr>
        <p:spPr>
          <a:xfrm>
            <a:off x="8165592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" name="Connector 1342"/>
          <p:cNvSpPr/>
          <p:nvPr/>
        </p:nvSpPr>
        <p:spPr>
          <a:xfrm>
            <a:off x="8342376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" name="Connector 1343"/>
          <p:cNvSpPr/>
          <p:nvPr/>
        </p:nvSpPr>
        <p:spPr>
          <a:xfrm>
            <a:off x="8519159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" name="Connector 1344"/>
          <p:cNvSpPr/>
          <p:nvPr/>
        </p:nvSpPr>
        <p:spPr>
          <a:xfrm flipV="1">
            <a:off x="6574535" y="7489443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" name="Connector 1345"/>
          <p:cNvSpPr/>
          <p:nvPr/>
        </p:nvSpPr>
        <p:spPr>
          <a:xfrm flipV="1">
            <a:off x="6839711" y="7430008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" name="Connector 1346"/>
          <p:cNvSpPr/>
          <p:nvPr/>
        </p:nvSpPr>
        <p:spPr>
          <a:xfrm flipV="1">
            <a:off x="7104888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" name="Connector 1347"/>
          <p:cNvSpPr/>
          <p:nvPr/>
        </p:nvSpPr>
        <p:spPr>
          <a:xfrm flipV="1">
            <a:off x="7370064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" name="Connector 1348"/>
          <p:cNvSpPr/>
          <p:nvPr/>
        </p:nvSpPr>
        <p:spPr>
          <a:xfrm flipV="1">
            <a:off x="7635240" y="7330947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" name="Connector 1349"/>
          <p:cNvSpPr/>
          <p:nvPr/>
        </p:nvSpPr>
        <p:spPr>
          <a:xfrm flipV="1">
            <a:off x="7900414" y="7324343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" name="Connector 1350"/>
          <p:cNvSpPr/>
          <p:nvPr/>
        </p:nvSpPr>
        <p:spPr>
          <a:xfrm>
            <a:off x="8165592" y="7324343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" name="Connector 1351"/>
          <p:cNvSpPr/>
          <p:nvPr/>
        </p:nvSpPr>
        <p:spPr>
          <a:xfrm>
            <a:off x="8430768" y="7330947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" name="Connector 1352"/>
          <p:cNvSpPr/>
          <p:nvPr/>
        </p:nvSpPr>
        <p:spPr>
          <a:xfrm>
            <a:off x="8695943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" name="Connector 1353"/>
          <p:cNvSpPr/>
          <p:nvPr/>
        </p:nvSpPr>
        <p:spPr>
          <a:xfrm>
            <a:off x="8961119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" name="Connector 1354"/>
          <p:cNvSpPr/>
          <p:nvPr/>
        </p:nvSpPr>
        <p:spPr>
          <a:xfrm>
            <a:off x="9226295" y="7430007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" name="Connector 1355"/>
          <p:cNvSpPr/>
          <p:nvPr/>
        </p:nvSpPr>
        <p:spPr>
          <a:xfrm>
            <a:off x="9491471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" name="Connector 1356"/>
          <p:cNvSpPr/>
          <p:nvPr/>
        </p:nvSpPr>
        <p:spPr>
          <a:xfrm flipV="1">
            <a:off x="7635240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" name="Connector 1357"/>
          <p:cNvSpPr/>
          <p:nvPr/>
        </p:nvSpPr>
        <p:spPr>
          <a:xfrm flipV="1">
            <a:off x="7723630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" name="Connector 1358"/>
          <p:cNvSpPr/>
          <p:nvPr/>
        </p:nvSpPr>
        <p:spPr>
          <a:xfrm flipV="1">
            <a:off x="7812023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" name="Connector 1359"/>
          <p:cNvSpPr/>
          <p:nvPr/>
        </p:nvSpPr>
        <p:spPr>
          <a:xfrm flipV="1">
            <a:off x="7900416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" name="Connector 1360"/>
          <p:cNvSpPr/>
          <p:nvPr/>
        </p:nvSpPr>
        <p:spPr>
          <a:xfrm flipV="1">
            <a:off x="7988807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" name="Connector 1361"/>
          <p:cNvSpPr/>
          <p:nvPr/>
        </p:nvSpPr>
        <p:spPr>
          <a:xfrm flipV="1">
            <a:off x="8077199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" name="Connector 1362"/>
          <p:cNvSpPr/>
          <p:nvPr/>
        </p:nvSpPr>
        <p:spPr>
          <a:xfrm>
            <a:off x="8165592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" name="Connector 1363"/>
          <p:cNvSpPr/>
          <p:nvPr/>
        </p:nvSpPr>
        <p:spPr>
          <a:xfrm>
            <a:off x="8253983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" name="Connector 1364"/>
          <p:cNvSpPr/>
          <p:nvPr/>
        </p:nvSpPr>
        <p:spPr>
          <a:xfrm>
            <a:off x="8342376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" name="Connector 1365"/>
          <p:cNvSpPr/>
          <p:nvPr/>
        </p:nvSpPr>
        <p:spPr>
          <a:xfrm>
            <a:off x="8430768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" name="Connector 1366"/>
          <p:cNvSpPr/>
          <p:nvPr/>
        </p:nvSpPr>
        <p:spPr>
          <a:xfrm>
            <a:off x="8519159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" name="Connector 1367"/>
          <p:cNvSpPr/>
          <p:nvPr/>
        </p:nvSpPr>
        <p:spPr>
          <a:xfrm>
            <a:off x="8607552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" name="Connector 1368"/>
          <p:cNvSpPr/>
          <p:nvPr/>
        </p:nvSpPr>
        <p:spPr>
          <a:xfrm flipV="1">
            <a:off x="7635240" y="7502017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" name="Connector 1369"/>
          <p:cNvSpPr/>
          <p:nvPr/>
        </p:nvSpPr>
        <p:spPr>
          <a:xfrm flipV="1">
            <a:off x="7812023" y="7452868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" name="Connector 1370"/>
          <p:cNvSpPr/>
          <p:nvPr/>
        </p:nvSpPr>
        <p:spPr>
          <a:xfrm flipV="1">
            <a:off x="7988807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" name="Connector 1371"/>
          <p:cNvSpPr/>
          <p:nvPr/>
        </p:nvSpPr>
        <p:spPr>
          <a:xfrm flipV="1">
            <a:off x="8165592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" name="Connector 1372"/>
          <p:cNvSpPr/>
          <p:nvPr/>
        </p:nvSpPr>
        <p:spPr>
          <a:xfrm flipV="1">
            <a:off x="8342376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" name="Connector 1373"/>
          <p:cNvSpPr/>
          <p:nvPr/>
        </p:nvSpPr>
        <p:spPr>
          <a:xfrm flipV="1">
            <a:off x="8519159" y="7365492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" name="Connector 1374"/>
          <p:cNvSpPr/>
          <p:nvPr/>
        </p:nvSpPr>
        <p:spPr>
          <a:xfrm>
            <a:off x="8695943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" name="Connector 1375"/>
          <p:cNvSpPr/>
          <p:nvPr/>
        </p:nvSpPr>
        <p:spPr>
          <a:xfrm>
            <a:off x="8872728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" name="Connector 1376"/>
          <p:cNvSpPr/>
          <p:nvPr/>
        </p:nvSpPr>
        <p:spPr>
          <a:xfrm>
            <a:off x="9049511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" name="Connector 1377"/>
          <p:cNvSpPr/>
          <p:nvPr/>
        </p:nvSpPr>
        <p:spPr>
          <a:xfrm>
            <a:off x="9226295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" name="Connector 1378"/>
          <p:cNvSpPr/>
          <p:nvPr/>
        </p:nvSpPr>
        <p:spPr>
          <a:xfrm>
            <a:off x="9403080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" name="Connector 1379"/>
          <p:cNvSpPr/>
          <p:nvPr/>
        </p:nvSpPr>
        <p:spPr>
          <a:xfrm>
            <a:off x="9579864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" name="Connector 1380"/>
          <p:cNvSpPr/>
          <p:nvPr/>
        </p:nvSpPr>
        <p:spPr>
          <a:xfrm flipV="1">
            <a:off x="8695943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" name="Connector 1381"/>
          <p:cNvSpPr/>
          <p:nvPr/>
        </p:nvSpPr>
        <p:spPr>
          <a:xfrm flipV="1">
            <a:off x="8784335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" name="Connector 1382"/>
          <p:cNvSpPr/>
          <p:nvPr/>
        </p:nvSpPr>
        <p:spPr>
          <a:xfrm flipV="1">
            <a:off x="8872728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" name="Connector 1383"/>
          <p:cNvSpPr/>
          <p:nvPr/>
        </p:nvSpPr>
        <p:spPr>
          <a:xfrm flipV="1">
            <a:off x="8961119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" name="Connector 1384"/>
          <p:cNvSpPr/>
          <p:nvPr/>
        </p:nvSpPr>
        <p:spPr>
          <a:xfrm flipV="1">
            <a:off x="9049511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" name="Connector 1385"/>
          <p:cNvSpPr/>
          <p:nvPr/>
        </p:nvSpPr>
        <p:spPr>
          <a:xfrm flipV="1">
            <a:off x="9137902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" name="Connector 1386"/>
          <p:cNvSpPr/>
          <p:nvPr/>
        </p:nvSpPr>
        <p:spPr>
          <a:xfrm>
            <a:off x="9226295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" name="Connector 1387"/>
          <p:cNvSpPr/>
          <p:nvPr/>
        </p:nvSpPr>
        <p:spPr>
          <a:xfrm>
            <a:off x="9314688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" name="Connector 1388"/>
          <p:cNvSpPr/>
          <p:nvPr/>
        </p:nvSpPr>
        <p:spPr>
          <a:xfrm>
            <a:off x="9403080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" name="Connector 1389"/>
          <p:cNvSpPr/>
          <p:nvPr/>
        </p:nvSpPr>
        <p:spPr>
          <a:xfrm>
            <a:off x="9491471" y="7445502"/>
            <a:ext cx="88392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" name="Connector 1390"/>
          <p:cNvSpPr/>
          <p:nvPr/>
        </p:nvSpPr>
        <p:spPr>
          <a:xfrm>
            <a:off x="9579863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" name="Connector 1391"/>
          <p:cNvSpPr/>
          <p:nvPr/>
        </p:nvSpPr>
        <p:spPr>
          <a:xfrm>
            <a:off x="9668256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" name="Connector 1392"/>
          <p:cNvSpPr/>
          <p:nvPr/>
        </p:nvSpPr>
        <p:spPr>
          <a:xfrm flipV="1">
            <a:off x="2331720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" name="Connector 1393"/>
          <p:cNvSpPr/>
          <p:nvPr/>
        </p:nvSpPr>
        <p:spPr>
          <a:xfrm flipV="1">
            <a:off x="2420111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" name="Connector 1394"/>
          <p:cNvSpPr/>
          <p:nvPr/>
        </p:nvSpPr>
        <p:spPr>
          <a:xfrm flipV="1">
            <a:off x="2508504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" name="Connector 1395"/>
          <p:cNvSpPr/>
          <p:nvPr/>
        </p:nvSpPr>
        <p:spPr>
          <a:xfrm flipV="1">
            <a:off x="2596895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" name="Connector 1396"/>
          <p:cNvSpPr/>
          <p:nvPr/>
        </p:nvSpPr>
        <p:spPr>
          <a:xfrm flipV="1">
            <a:off x="2685288" y="8270492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" name="Connector 1397"/>
          <p:cNvSpPr/>
          <p:nvPr/>
        </p:nvSpPr>
        <p:spPr>
          <a:xfrm flipV="1">
            <a:off x="2773679" y="8266175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" name="Connector 1398"/>
          <p:cNvSpPr/>
          <p:nvPr/>
        </p:nvSpPr>
        <p:spPr>
          <a:xfrm>
            <a:off x="2862072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" name="Connector 1399"/>
          <p:cNvSpPr/>
          <p:nvPr/>
        </p:nvSpPr>
        <p:spPr>
          <a:xfrm>
            <a:off x="2950464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" name="Connector 1400"/>
          <p:cNvSpPr/>
          <p:nvPr/>
        </p:nvSpPr>
        <p:spPr>
          <a:xfrm>
            <a:off x="3038855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" name="Connector 1401"/>
          <p:cNvSpPr/>
          <p:nvPr/>
        </p:nvSpPr>
        <p:spPr>
          <a:xfrm>
            <a:off x="3127248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" name="Connector 1402"/>
          <p:cNvSpPr/>
          <p:nvPr/>
        </p:nvSpPr>
        <p:spPr>
          <a:xfrm>
            <a:off x="3215639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" name="Connector 1403"/>
          <p:cNvSpPr/>
          <p:nvPr/>
        </p:nvSpPr>
        <p:spPr>
          <a:xfrm>
            <a:off x="3304032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" name="Connector 1404"/>
          <p:cNvSpPr/>
          <p:nvPr/>
        </p:nvSpPr>
        <p:spPr>
          <a:xfrm flipV="1">
            <a:off x="2331720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" name="Connector 1405"/>
          <p:cNvSpPr/>
          <p:nvPr/>
        </p:nvSpPr>
        <p:spPr>
          <a:xfrm flipV="1">
            <a:off x="2508504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" name="Connector 1406"/>
          <p:cNvSpPr/>
          <p:nvPr/>
        </p:nvSpPr>
        <p:spPr>
          <a:xfrm flipV="1">
            <a:off x="2685288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" name="Connector 1407"/>
          <p:cNvSpPr/>
          <p:nvPr/>
        </p:nvSpPr>
        <p:spPr>
          <a:xfrm flipV="1">
            <a:off x="2862072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" name="Connector 1408"/>
          <p:cNvSpPr/>
          <p:nvPr/>
        </p:nvSpPr>
        <p:spPr>
          <a:xfrm flipV="1">
            <a:off x="3038855" y="8230488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" name="Connector 1409"/>
          <p:cNvSpPr/>
          <p:nvPr/>
        </p:nvSpPr>
        <p:spPr>
          <a:xfrm flipV="1">
            <a:off x="3215639" y="822502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" name="Connector 1410"/>
          <p:cNvSpPr/>
          <p:nvPr/>
        </p:nvSpPr>
        <p:spPr>
          <a:xfrm>
            <a:off x="3392423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" name="Connector 1411"/>
          <p:cNvSpPr/>
          <p:nvPr/>
        </p:nvSpPr>
        <p:spPr>
          <a:xfrm>
            <a:off x="3569208" y="8230489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" name="Connector 1412"/>
          <p:cNvSpPr/>
          <p:nvPr/>
        </p:nvSpPr>
        <p:spPr>
          <a:xfrm>
            <a:off x="3745991" y="8246871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" name="Connector 1413"/>
          <p:cNvSpPr/>
          <p:nvPr/>
        </p:nvSpPr>
        <p:spPr>
          <a:xfrm>
            <a:off x="3922776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" name="Connector 1414"/>
          <p:cNvSpPr/>
          <p:nvPr/>
        </p:nvSpPr>
        <p:spPr>
          <a:xfrm>
            <a:off x="4099559" y="8312404"/>
            <a:ext cx="176784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" name="Connector 1415"/>
          <p:cNvSpPr/>
          <p:nvPr/>
        </p:nvSpPr>
        <p:spPr>
          <a:xfrm>
            <a:off x="4276342" y="8361551"/>
            <a:ext cx="176786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" name="Connector 1416"/>
          <p:cNvSpPr/>
          <p:nvPr/>
        </p:nvSpPr>
        <p:spPr>
          <a:xfrm flipV="1">
            <a:off x="2331720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" name="Connector 1417"/>
          <p:cNvSpPr/>
          <p:nvPr/>
        </p:nvSpPr>
        <p:spPr>
          <a:xfrm flipV="1">
            <a:off x="2596895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" name="Connector 1418"/>
          <p:cNvSpPr/>
          <p:nvPr/>
        </p:nvSpPr>
        <p:spPr>
          <a:xfrm flipV="1">
            <a:off x="2862072" y="8243316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" name="Connector 1419"/>
          <p:cNvSpPr/>
          <p:nvPr/>
        </p:nvSpPr>
        <p:spPr>
          <a:xfrm flipV="1">
            <a:off x="3127248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" name="Connector 1420"/>
          <p:cNvSpPr/>
          <p:nvPr/>
        </p:nvSpPr>
        <p:spPr>
          <a:xfrm flipV="1">
            <a:off x="3392423" y="8190483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" name="Connector 1421"/>
          <p:cNvSpPr/>
          <p:nvPr/>
        </p:nvSpPr>
        <p:spPr>
          <a:xfrm flipV="1">
            <a:off x="3657598" y="8183878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" name="Connector 1422"/>
          <p:cNvSpPr/>
          <p:nvPr/>
        </p:nvSpPr>
        <p:spPr>
          <a:xfrm>
            <a:off x="3922776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" name="Connector 1423"/>
          <p:cNvSpPr/>
          <p:nvPr/>
        </p:nvSpPr>
        <p:spPr>
          <a:xfrm>
            <a:off x="4187952" y="8190483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" name="Connector 1424"/>
          <p:cNvSpPr/>
          <p:nvPr/>
        </p:nvSpPr>
        <p:spPr>
          <a:xfrm>
            <a:off x="4453128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" name="Connector 1425"/>
          <p:cNvSpPr/>
          <p:nvPr/>
        </p:nvSpPr>
        <p:spPr>
          <a:xfrm>
            <a:off x="4718303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" name="Connector 1426"/>
          <p:cNvSpPr/>
          <p:nvPr/>
        </p:nvSpPr>
        <p:spPr>
          <a:xfrm>
            <a:off x="4983479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" name="Connector 1427"/>
          <p:cNvSpPr/>
          <p:nvPr/>
        </p:nvSpPr>
        <p:spPr>
          <a:xfrm>
            <a:off x="5248655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" name="Connector 1428"/>
          <p:cNvSpPr/>
          <p:nvPr/>
        </p:nvSpPr>
        <p:spPr>
          <a:xfrm flipV="1">
            <a:off x="2331720" y="8336405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" name="Connector 1429"/>
          <p:cNvSpPr/>
          <p:nvPr/>
        </p:nvSpPr>
        <p:spPr>
          <a:xfrm flipV="1">
            <a:off x="2685287" y="8266683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" name="Connector 1430"/>
          <p:cNvSpPr/>
          <p:nvPr/>
        </p:nvSpPr>
        <p:spPr>
          <a:xfrm flipV="1">
            <a:off x="3038855" y="8212453"/>
            <a:ext cx="353569" cy="54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" name="Connector 1431"/>
          <p:cNvSpPr/>
          <p:nvPr/>
        </p:nvSpPr>
        <p:spPr>
          <a:xfrm flipV="1">
            <a:off x="3392423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" name="Connector 1432"/>
          <p:cNvSpPr/>
          <p:nvPr/>
        </p:nvSpPr>
        <p:spPr>
          <a:xfrm flipV="1">
            <a:off x="3745991" y="8150477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" name="Connector 1433"/>
          <p:cNvSpPr/>
          <p:nvPr/>
        </p:nvSpPr>
        <p:spPr>
          <a:xfrm flipV="1">
            <a:off x="4099559" y="8142730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" name="Connector 1434"/>
          <p:cNvSpPr/>
          <p:nvPr/>
        </p:nvSpPr>
        <p:spPr>
          <a:xfrm>
            <a:off x="4453128" y="8142730"/>
            <a:ext cx="353569" cy="77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" name="Connector 1435"/>
          <p:cNvSpPr/>
          <p:nvPr/>
        </p:nvSpPr>
        <p:spPr>
          <a:xfrm>
            <a:off x="4806696" y="8150479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" name="Connector 1436"/>
          <p:cNvSpPr/>
          <p:nvPr/>
        </p:nvSpPr>
        <p:spPr>
          <a:xfrm>
            <a:off x="5160264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" name="Connector 1437"/>
          <p:cNvSpPr/>
          <p:nvPr/>
        </p:nvSpPr>
        <p:spPr>
          <a:xfrm>
            <a:off x="5513832" y="821245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" name="Connector 1438"/>
          <p:cNvSpPr/>
          <p:nvPr/>
        </p:nvSpPr>
        <p:spPr>
          <a:xfrm>
            <a:off x="5867399" y="8266683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" name="Connector 1439"/>
          <p:cNvSpPr/>
          <p:nvPr/>
        </p:nvSpPr>
        <p:spPr>
          <a:xfrm>
            <a:off x="6220967" y="8336405"/>
            <a:ext cx="353570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" name="Connector 1440"/>
          <p:cNvSpPr/>
          <p:nvPr/>
        </p:nvSpPr>
        <p:spPr>
          <a:xfrm flipV="1">
            <a:off x="2331720" y="8323833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" name="Connector 1441"/>
          <p:cNvSpPr/>
          <p:nvPr/>
        </p:nvSpPr>
        <p:spPr>
          <a:xfrm flipV="1">
            <a:off x="2773678" y="8243823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" name="Connector 1442"/>
          <p:cNvSpPr/>
          <p:nvPr/>
        </p:nvSpPr>
        <p:spPr>
          <a:xfrm flipV="1">
            <a:off x="3215639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" name="Connector 1443"/>
          <p:cNvSpPr/>
          <p:nvPr/>
        </p:nvSpPr>
        <p:spPr>
          <a:xfrm flipV="1">
            <a:off x="3657600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" name="Connector 1444"/>
          <p:cNvSpPr/>
          <p:nvPr/>
        </p:nvSpPr>
        <p:spPr>
          <a:xfrm flipV="1">
            <a:off x="4099559" y="8110473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" name="Connector 1445"/>
          <p:cNvSpPr/>
          <p:nvPr/>
        </p:nvSpPr>
        <p:spPr>
          <a:xfrm flipV="1">
            <a:off x="4541518" y="8101583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" name="Connector 1446"/>
          <p:cNvSpPr/>
          <p:nvPr/>
        </p:nvSpPr>
        <p:spPr>
          <a:xfrm>
            <a:off x="4983479" y="8101583"/>
            <a:ext cx="441961" cy="88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" name="Connector 1447"/>
          <p:cNvSpPr/>
          <p:nvPr/>
        </p:nvSpPr>
        <p:spPr>
          <a:xfrm>
            <a:off x="5425440" y="8110473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" name="Connector 1448"/>
          <p:cNvSpPr/>
          <p:nvPr/>
        </p:nvSpPr>
        <p:spPr>
          <a:xfrm>
            <a:off x="5867398" y="8137143"/>
            <a:ext cx="441962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" name="Connector 1449"/>
          <p:cNvSpPr/>
          <p:nvPr/>
        </p:nvSpPr>
        <p:spPr>
          <a:xfrm>
            <a:off x="6309359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" name="Connector 1450"/>
          <p:cNvSpPr/>
          <p:nvPr/>
        </p:nvSpPr>
        <p:spPr>
          <a:xfrm>
            <a:off x="6751319" y="8243823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" name="Connector 1451"/>
          <p:cNvSpPr/>
          <p:nvPr/>
        </p:nvSpPr>
        <p:spPr>
          <a:xfrm>
            <a:off x="7193280" y="8323833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" name="Connector 1452"/>
          <p:cNvSpPr/>
          <p:nvPr/>
        </p:nvSpPr>
        <p:spPr>
          <a:xfrm flipV="1">
            <a:off x="2331720" y="8311260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" name="Connector 1453"/>
          <p:cNvSpPr/>
          <p:nvPr/>
        </p:nvSpPr>
        <p:spPr>
          <a:xfrm flipV="1">
            <a:off x="2862072" y="8220964"/>
            <a:ext cx="530352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" name="Connector 1454"/>
          <p:cNvSpPr/>
          <p:nvPr/>
        </p:nvSpPr>
        <p:spPr>
          <a:xfrm flipV="1">
            <a:off x="3392423" y="8150732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" name="Connector 1455"/>
          <p:cNvSpPr/>
          <p:nvPr/>
        </p:nvSpPr>
        <p:spPr>
          <a:xfrm flipV="1">
            <a:off x="3922776" y="8100568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" name="Connector 1456"/>
          <p:cNvSpPr/>
          <p:nvPr/>
        </p:nvSpPr>
        <p:spPr>
          <a:xfrm flipV="1">
            <a:off x="4453128" y="8070467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" name="Connector 1457"/>
          <p:cNvSpPr/>
          <p:nvPr/>
        </p:nvSpPr>
        <p:spPr>
          <a:xfrm flipV="1">
            <a:off x="4983479" y="8060435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" name="Connector 1458"/>
          <p:cNvSpPr/>
          <p:nvPr/>
        </p:nvSpPr>
        <p:spPr>
          <a:xfrm>
            <a:off x="5513832" y="8060435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" name="Connector 1459"/>
          <p:cNvSpPr/>
          <p:nvPr/>
        </p:nvSpPr>
        <p:spPr>
          <a:xfrm>
            <a:off x="6044184" y="8070468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" name="Connector 1460"/>
          <p:cNvSpPr/>
          <p:nvPr/>
        </p:nvSpPr>
        <p:spPr>
          <a:xfrm>
            <a:off x="6574535" y="8100568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" name="Connector 1461"/>
          <p:cNvSpPr/>
          <p:nvPr/>
        </p:nvSpPr>
        <p:spPr>
          <a:xfrm>
            <a:off x="7104888" y="8150732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" name="Connector 1462"/>
          <p:cNvSpPr/>
          <p:nvPr/>
        </p:nvSpPr>
        <p:spPr>
          <a:xfrm>
            <a:off x="7635240" y="8220964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" name="Connector 1463"/>
          <p:cNvSpPr/>
          <p:nvPr/>
        </p:nvSpPr>
        <p:spPr>
          <a:xfrm>
            <a:off x="8165592" y="8311260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" name="Connector 1464"/>
          <p:cNvSpPr/>
          <p:nvPr/>
        </p:nvSpPr>
        <p:spPr>
          <a:xfrm flipV="1">
            <a:off x="2331720" y="8298687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" name="Connector 1465"/>
          <p:cNvSpPr/>
          <p:nvPr/>
        </p:nvSpPr>
        <p:spPr>
          <a:xfrm flipV="1">
            <a:off x="2950462" y="8198104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" name="Connector 1466"/>
          <p:cNvSpPr/>
          <p:nvPr/>
        </p:nvSpPr>
        <p:spPr>
          <a:xfrm flipV="1">
            <a:off x="3569208" y="8119871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" name="Connector 1467"/>
          <p:cNvSpPr/>
          <p:nvPr/>
        </p:nvSpPr>
        <p:spPr>
          <a:xfrm flipV="1">
            <a:off x="4187952" y="8063992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" name="Connector 1468"/>
          <p:cNvSpPr/>
          <p:nvPr/>
        </p:nvSpPr>
        <p:spPr>
          <a:xfrm flipV="1">
            <a:off x="4806696" y="8030463"/>
            <a:ext cx="618744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" name="Connector 1469"/>
          <p:cNvSpPr/>
          <p:nvPr/>
        </p:nvSpPr>
        <p:spPr>
          <a:xfrm flipV="1">
            <a:off x="5425438" y="8019288"/>
            <a:ext cx="618746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" name="Connector 1470"/>
          <p:cNvSpPr/>
          <p:nvPr/>
        </p:nvSpPr>
        <p:spPr>
          <a:xfrm>
            <a:off x="6044184" y="8019288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" name="Connector 1471"/>
          <p:cNvSpPr/>
          <p:nvPr/>
        </p:nvSpPr>
        <p:spPr>
          <a:xfrm>
            <a:off x="6662928" y="8030464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" name="Connector 1472"/>
          <p:cNvSpPr/>
          <p:nvPr/>
        </p:nvSpPr>
        <p:spPr>
          <a:xfrm>
            <a:off x="7281671" y="8063992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" name="Connector 1473"/>
          <p:cNvSpPr/>
          <p:nvPr/>
        </p:nvSpPr>
        <p:spPr>
          <a:xfrm>
            <a:off x="7900416" y="8119871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" name="Connector 1474"/>
          <p:cNvSpPr/>
          <p:nvPr/>
        </p:nvSpPr>
        <p:spPr>
          <a:xfrm>
            <a:off x="8519159" y="8198104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" name="Connector 1475"/>
          <p:cNvSpPr/>
          <p:nvPr/>
        </p:nvSpPr>
        <p:spPr>
          <a:xfrm>
            <a:off x="9137902" y="8298687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" name="Connector 1476"/>
          <p:cNvSpPr/>
          <p:nvPr/>
        </p:nvSpPr>
        <p:spPr>
          <a:xfrm flipV="1">
            <a:off x="3392423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" name="Connector 1477"/>
          <p:cNvSpPr/>
          <p:nvPr/>
        </p:nvSpPr>
        <p:spPr>
          <a:xfrm flipV="1">
            <a:off x="3480815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" name="Connector 1478"/>
          <p:cNvSpPr/>
          <p:nvPr/>
        </p:nvSpPr>
        <p:spPr>
          <a:xfrm flipV="1">
            <a:off x="3569208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" name="Connector 1479"/>
          <p:cNvSpPr/>
          <p:nvPr/>
        </p:nvSpPr>
        <p:spPr>
          <a:xfrm flipV="1">
            <a:off x="3657599" y="8283447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" name="Connector 1480"/>
          <p:cNvSpPr/>
          <p:nvPr/>
        </p:nvSpPr>
        <p:spPr>
          <a:xfrm flipV="1">
            <a:off x="3745991" y="8270492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" name="Connector 1481"/>
          <p:cNvSpPr/>
          <p:nvPr/>
        </p:nvSpPr>
        <p:spPr>
          <a:xfrm flipV="1">
            <a:off x="3834384" y="8266175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" name="Connector 1482"/>
          <p:cNvSpPr/>
          <p:nvPr/>
        </p:nvSpPr>
        <p:spPr>
          <a:xfrm>
            <a:off x="3922776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" name="Connector 1483"/>
          <p:cNvSpPr/>
          <p:nvPr/>
        </p:nvSpPr>
        <p:spPr>
          <a:xfrm>
            <a:off x="4011167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" name="Connector 1484"/>
          <p:cNvSpPr/>
          <p:nvPr/>
        </p:nvSpPr>
        <p:spPr>
          <a:xfrm>
            <a:off x="4099559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" name="Connector 1485"/>
          <p:cNvSpPr/>
          <p:nvPr/>
        </p:nvSpPr>
        <p:spPr>
          <a:xfrm>
            <a:off x="4187952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" name="Connector 1486"/>
          <p:cNvSpPr/>
          <p:nvPr/>
        </p:nvSpPr>
        <p:spPr>
          <a:xfrm>
            <a:off x="4276344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" name="Connector 1487"/>
          <p:cNvSpPr/>
          <p:nvPr/>
        </p:nvSpPr>
        <p:spPr>
          <a:xfrm>
            <a:off x="4364735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" name="Connector 1488"/>
          <p:cNvSpPr/>
          <p:nvPr/>
        </p:nvSpPr>
        <p:spPr>
          <a:xfrm flipV="1">
            <a:off x="3392423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" name="Connector 1489"/>
          <p:cNvSpPr/>
          <p:nvPr/>
        </p:nvSpPr>
        <p:spPr>
          <a:xfrm flipV="1">
            <a:off x="3569208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" name="Connector 1490"/>
          <p:cNvSpPr/>
          <p:nvPr/>
        </p:nvSpPr>
        <p:spPr>
          <a:xfrm flipV="1">
            <a:off x="3745991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" name="Connector 1491"/>
          <p:cNvSpPr/>
          <p:nvPr/>
        </p:nvSpPr>
        <p:spPr>
          <a:xfrm flipV="1">
            <a:off x="3922776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" name="Connector 1492"/>
          <p:cNvSpPr/>
          <p:nvPr/>
        </p:nvSpPr>
        <p:spPr>
          <a:xfrm flipV="1">
            <a:off x="4099559" y="8230488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" name="Connector 1493"/>
          <p:cNvSpPr/>
          <p:nvPr/>
        </p:nvSpPr>
        <p:spPr>
          <a:xfrm flipV="1">
            <a:off x="4276342" y="8225026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" name="Connector 1494"/>
          <p:cNvSpPr/>
          <p:nvPr/>
        </p:nvSpPr>
        <p:spPr>
          <a:xfrm>
            <a:off x="4453128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" name="Connector 1495"/>
          <p:cNvSpPr/>
          <p:nvPr/>
        </p:nvSpPr>
        <p:spPr>
          <a:xfrm>
            <a:off x="4629911" y="8230489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" name="Connector 1496"/>
          <p:cNvSpPr/>
          <p:nvPr/>
        </p:nvSpPr>
        <p:spPr>
          <a:xfrm>
            <a:off x="4806696" y="8246871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" name="Connector 1497"/>
          <p:cNvSpPr/>
          <p:nvPr/>
        </p:nvSpPr>
        <p:spPr>
          <a:xfrm>
            <a:off x="4983479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" name="Connector 1498"/>
          <p:cNvSpPr/>
          <p:nvPr/>
        </p:nvSpPr>
        <p:spPr>
          <a:xfrm>
            <a:off x="5160264" y="8312404"/>
            <a:ext cx="176784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" name="Connector 1499"/>
          <p:cNvSpPr/>
          <p:nvPr/>
        </p:nvSpPr>
        <p:spPr>
          <a:xfrm>
            <a:off x="5337047" y="8361551"/>
            <a:ext cx="176786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" name="Connector 1500"/>
          <p:cNvSpPr/>
          <p:nvPr/>
        </p:nvSpPr>
        <p:spPr>
          <a:xfrm flipV="1">
            <a:off x="3392423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" name="Connector 1501"/>
          <p:cNvSpPr/>
          <p:nvPr/>
        </p:nvSpPr>
        <p:spPr>
          <a:xfrm flipV="1">
            <a:off x="3657600" y="8289543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" name="Connector 1502"/>
          <p:cNvSpPr/>
          <p:nvPr/>
        </p:nvSpPr>
        <p:spPr>
          <a:xfrm flipV="1">
            <a:off x="3922776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" name="Connector 1503"/>
          <p:cNvSpPr/>
          <p:nvPr/>
        </p:nvSpPr>
        <p:spPr>
          <a:xfrm flipV="1">
            <a:off x="4187952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" name="Connector 1504"/>
          <p:cNvSpPr/>
          <p:nvPr/>
        </p:nvSpPr>
        <p:spPr>
          <a:xfrm flipV="1">
            <a:off x="4453128" y="8190483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" name="Connector 1505"/>
          <p:cNvSpPr/>
          <p:nvPr/>
        </p:nvSpPr>
        <p:spPr>
          <a:xfrm flipV="1">
            <a:off x="4718303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" name="Connector 1506"/>
          <p:cNvSpPr/>
          <p:nvPr/>
        </p:nvSpPr>
        <p:spPr>
          <a:xfrm>
            <a:off x="4983479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" name="Connector 1507"/>
          <p:cNvSpPr/>
          <p:nvPr/>
        </p:nvSpPr>
        <p:spPr>
          <a:xfrm>
            <a:off x="5248655" y="8190483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" name="Connector 1508"/>
          <p:cNvSpPr/>
          <p:nvPr/>
        </p:nvSpPr>
        <p:spPr>
          <a:xfrm>
            <a:off x="5513832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" name="Connector 1509"/>
          <p:cNvSpPr/>
          <p:nvPr/>
        </p:nvSpPr>
        <p:spPr>
          <a:xfrm>
            <a:off x="5779008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" name="Connector 1510"/>
          <p:cNvSpPr/>
          <p:nvPr/>
        </p:nvSpPr>
        <p:spPr>
          <a:xfrm>
            <a:off x="6044184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" name="Connector 1511"/>
          <p:cNvSpPr/>
          <p:nvPr/>
        </p:nvSpPr>
        <p:spPr>
          <a:xfrm>
            <a:off x="6309359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" name="Connector 1512"/>
          <p:cNvSpPr/>
          <p:nvPr/>
        </p:nvSpPr>
        <p:spPr>
          <a:xfrm flipV="1">
            <a:off x="3392423" y="8336405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" name="Connector 1513"/>
          <p:cNvSpPr/>
          <p:nvPr/>
        </p:nvSpPr>
        <p:spPr>
          <a:xfrm flipV="1">
            <a:off x="3745991" y="8266683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" name="Connector 1514"/>
          <p:cNvSpPr/>
          <p:nvPr/>
        </p:nvSpPr>
        <p:spPr>
          <a:xfrm flipV="1">
            <a:off x="4099559" y="8212453"/>
            <a:ext cx="353569" cy="54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" name="Connector 1515"/>
          <p:cNvSpPr/>
          <p:nvPr/>
        </p:nvSpPr>
        <p:spPr>
          <a:xfrm flipV="1">
            <a:off x="4453128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" name="Connector 1516"/>
          <p:cNvSpPr/>
          <p:nvPr/>
        </p:nvSpPr>
        <p:spPr>
          <a:xfrm flipV="1">
            <a:off x="4806696" y="8150477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" name="Connector 1517"/>
          <p:cNvSpPr/>
          <p:nvPr/>
        </p:nvSpPr>
        <p:spPr>
          <a:xfrm flipV="1">
            <a:off x="5160262" y="814273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" name="Connector 1518"/>
          <p:cNvSpPr/>
          <p:nvPr/>
        </p:nvSpPr>
        <p:spPr>
          <a:xfrm>
            <a:off x="5513832" y="8142730"/>
            <a:ext cx="353569" cy="77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" name="Connector 1519"/>
          <p:cNvSpPr/>
          <p:nvPr/>
        </p:nvSpPr>
        <p:spPr>
          <a:xfrm>
            <a:off x="5867399" y="8150479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" name="Connector 1520"/>
          <p:cNvSpPr/>
          <p:nvPr/>
        </p:nvSpPr>
        <p:spPr>
          <a:xfrm>
            <a:off x="6220967" y="8173719"/>
            <a:ext cx="353570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" name="Connector 1521"/>
          <p:cNvSpPr/>
          <p:nvPr/>
        </p:nvSpPr>
        <p:spPr>
          <a:xfrm>
            <a:off x="6574535" y="821245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" name="Connector 1522"/>
          <p:cNvSpPr/>
          <p:nvPr/>
        </p:nvSpPr>
        <p:spPr>
          <a:xfrm>
            <a:off x="6928104" y="8266683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" name="Connector 1523"/>
          <p:cNvSpPr/>
          <p:nvPr/>
        </p:nvSpPr>
        <p:spPr>
          <a:xfrm>
            <a:off x="7281671" y="8336405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" name="Connector 1524"/>
          <p:cNvSpPr/>
          <p:nvPr/>
        </p:nvSpPr>
        <p:spPr>
          <a:xfrm flipV="1">
            <a:off x="3392423" y="8323833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" name="Connector 1525"/>
          <p:cNvSpPr/>
          <p:nvPr/>
        </p:nvSpPr>
        <p:spPr>
          <a:xfrm flipV="1">
            <a:off x="3834384" y="8243823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" name="Connector 1526"/>
          <p:cNvSpPr/>
          <p:nvPr/>
        </p:nvSpPr>
        <p:spPr>
          <a:xfrm flipV="1">
            <a:off x="4276344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" name="Connector 1527"/>
          <p:cNvSpPr/>
          <p:nvPr/>
        </p:nvSpPr>
        <p:spPr>
          <a:xfrm flipV="1">
            <a:off x="4718303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" name="Connector 1528"/>
          <p:cNvSpPr/>
          <p:nvPr/>
        </p:nvSpPr>
        <p:spPr>
          <a:xfrm flipV="1">
            <a:off x="5160264" y="8110473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" name="Connector 1529"/>
          <p:cNvSpPr/>
          <p:nvPr/>
        </p:nvSpPr>
        <p:spPr>
          <a:xfrm flipV="1">
            <a:off x="5602223" y="8101583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" name="Connector 1530"/>
          <p:cNvSpPr/>
          <p:nvPr/>
        </p:nvSpPr>
        <p:spPr>
          <a:xfrm>
            <a:off x="6044184" y="8101583"/>
            <a:ext cx="441961" cy="88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" name="Connector 1531"/>
          <p:cNvSpPr/>
          <p:nvPr/>
        </p:nvSpPr>
        <p:spPr>
          <a:xfrm>
            <a:off x="6486144" y="8110473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" name="Connector 1532"/>
          <p:cNvSpPr/>
          <p:nvPr/>
        </p:nvSpPr>
        <p:spPr>
          <a:xfrm>
            <a:off x="6928104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" name="Connector 1533"/>
          <p:cNvSpPr/>
          <p:nvPr/>
        </p:nvSpPr>
        <p:spPr>
          <a:xfrm>
            <a:off x="7370064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" name="Connector 1534"/>
          <p:cNvSpPr/>
          <p:nvPr/>
        </p:nvSpPr>
        <p:spPr>
          <a:xfrm>
            <a:off x="7812023" y="8243823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" name="Connector 1535"/>
          <p:cNvSpPr/>
          <p:nvPr/>
        </p:nvSpPr>
        <p:spPr>
          <a:xfrm>
            <a:off x="8253983" y="8323833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" name="Connector 1536"/>
          <p:cNvSpPr/>
          <p:nvPr/>
        </p:nvSpPr>
        <p:spPr>
          <a:xfrm flipV="1">
            <a:off x="3392423" y="8311260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" name="Connector 1537"/>
          <p:cNvSpPr/>
          <p:nvPr/>
        </p:nvSpPr>
        <p:spPr>
          <a:xfrm flipV="1">
            <a:off x="3922776" y="8220964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" name="Connector 1538"/>
          <p:cNvSpPr/>
          <p:nvPr/>
        </p:nvSpPr>
        <p:spPr>
          <a:xfrm flipV="1">
            <a:off x="4453128" y="8150732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" name="Connector 1539"/>
          <p:cNvSpPr/>
          <p:nvPr/>
        </p:nvSpPr>
        <p:spPr>
          <a:xfrm flipV="1">
            <a:off x="4983479" y="8100568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" name="Connector 1540"/>
          <p:cNvSpPr/>
          <p:nvPr/>
        </p:nvSpPr>
        <p:spPr>
          <a:xfrm flipV="1">
            <a:off x="5513832" y="8070467"/>
            <a:ext cx="530352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" name="Connector 1541"/>
          <p:cNvSpPr/>
          <p:nvPr/>
        </p:nvSpPr>
        <p:spPr>
          <a:xfrm flipV="1">
            <a:off x="6044183" y="8060435"/>
            <a:ext cx="530354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" name="Connector 1542"/>
          <p:cNvSpPr/>
          <p:nvPr/>
        </p:nvSpPr>
        <p:spPr>
          <a:xfrm>
            <a:off x="6574535" y="8060435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" name="Connector 1543"/>
          <p:cNvSpPr/>
          <p:nvPr/>
        </p:nvSpPr>
        <p:spPr>
          <a:xfrm>
            <a:off x="7104888" y="8070468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" name="Connector 1544"/>
          <p:cNvSpPr/>
          <p:nvPr/>
        </p:nvSpPr>
        <p:spPr>
          <a:xfrm>
            <a:off x="7635240" y="8100568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" name="Connector 1545"/>
          <p:cNvSpPr/>
          <p:nvPr/>
        </p:nvSpPr>
        <p:spPr>
          <a:xfrm>
            <a:off x="8165592" y="8150732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" name="Connector 1546"/>
          <p:cNvSpPr/>
          <p:nvPr/>
        </p:nvSpPr>
        <p:spPr>
          <a:xfrm>
            <a:off x="8695943" y="8220964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" name="Connector 1547"/>
          <p:cNvSpPr/>
          <p:nvPr/>
        </p:nvSpPr>
        <p:spPr>
          <a:xfrm>
            <a:off x="9226295" y="8311260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" name="Connector 1548"/>
          <p:cNvSpPr/>
          <p:nvPr/>
        </p:nvSpPr>
        <p:spPr>
          <a:xfrm flipV="1">
            <a:off x="4453128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" name="Connector 1549"/>
          <p:cNvSpPr/>
          <p:nvPr/>
        </p:nvSpPr>
        <p:spPr>
          <a:xfrm flipV="1">
            <a:off x="4541518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" name="Connector 1550"/>
          <p:cNvSpPr/>
          <p:nvPr/>
        </p:nvSpPr>
        <p:spPr>
          <a:xfrm flipV="1">
            <a:off x="4629911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" name="Connector 1551"/>
          <p:cNvSpPr/>
          <p:nvPr/>
        </p:nvSpPr>
        <p:spPr>
          <a:xfrm flipV="1">
            <a:off x="4718303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" name="Connector 1552"/>
          <p:cNvSpPr/>
          <p:nvPr/>
        </p:nvSpPr>
        <p:spPr>
          <a:xfrm flipV="1">
            <a:off x="4806696" y="8270492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" name="Connector 1553"/>
          <p:cNvSpPr/>
          <p:nvPr/>
        </p:nvSpPr>
        <p:spPr>
          <a:xfrm flipV="1">
            <a:off x="4895086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" name="Connector 1554"/>
          <p:cNvSpPr/>
          <p:nvPr/>
        </p:nvSpPr>
        <p:spPr>
          <a:xfrm>
            <a:off x="4983479" y="8266175"/>
            <a:ext cx="88392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" name="Connector 1555"/>
          <p:cNvSpPr/>
          <p:nvPr/>
        </p:nvSpPr>
        <p:spPr>
          <a:xfrm>
            <a:off x="5071871" y="8270493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" name="Connector 1556"/>
          <p:cNvSpPr/>
          <p:nvPr/>
        </p:nvSpPr>
        <p:spPr>
          <a:xfrm>
            <a:off x="5160264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" name="Connector 1557"/>
          <p:cNvSpPr/>
          <p:nvPr/>
        </p:nvSpPr>
        <p:spPr>
          <a:xfrm>
            <a:off x="5248655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" name="Connector 1558"/>
          <p:cNvSpPr/>
          <p:nvPr/>
        </p:nvSpPr>
        <p:spPr>
          <a:xfrm>
            <a:off x="5337047" y="8335264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" name="Connector 1559"/>
          <p:cNvSpPr/>
          <p:nvPr/>
        </p:nvSpPr>
        <p:spPr>
          <a:xfrm>
            <a:off x="5425438" y="8374126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" name="Connector 1560"/>
          <p:cNvSpPr/>
          <p:nvPr/>
        </p:nvSpPr>
        <p:spPr>
          <a:xfrm flipV="1">
            <a:off x="4453128" y="8361551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" name="Connector 1561"/>
          <p:cNvSpPr/>
          <p:nvPr/>
        </p:nvSpPr>
        <p:spPr>
          <a:xfrm flipV="1">
            <a:off x="4629910" y="8312404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" name="Connector 1562"/>
          <p:cNvSpPr/>
          <p:nvPr/>
        </p:nvSpPr>
        <p:spPr>
          <a:xfrm flipV="1">
            <a:off x="4806696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6" name="Connector 1563"/>
          <p:cNvSpPr/>
          <p:nvPr/>
        </p:nvSpPr>
        <p:spPr>
          <a:xfrm flipV="1">
            <a:off x="4983479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7" name="Connector 1564"/>
          <p:cNvSpPr/>
          <p:nvPr/>
        </p:nvSpPr>
        <p:spPr>
          <a:xfrm flipV="1">
            <a:off x="5160264" y="8230488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8" name="Connector 1565"/>
          <p:cNvSpPr/>
          <p:nvPr/>
        </p:nvSpPr>
        <p:spPr>
          <a:xfrm flipV="1">
            <a:off x="5337047" y="8225026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9" name="Connector 1566"/>
          <p:cNvSpPr/>
          <p:nvPr/>
        </p:nvSpPr>
        <p:spPr>
          <a:xfrm>
            <a:off x="5513832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0" name="Connector 1567"/>
          <p:cNvSpPr/>
          <p:nvPr/>
        </p:nvSpPr>
        <p:spPr>
          <a:xfrm>
            <a:off x="5690615" y="8230489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1" name="Connector 1568"/>
          <p:cNvSpPr/>
          <p:nvPr/>
        </p:nvSpPr>
        <p:spPr>
          <a:xfrm>
            <a:off x="5867399" y="8246871"/>
            <a:ext cx="176786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2" name="Connector 1569"/>
          <p:cNvSpPr/>
          <p:nvPr/>
        </p:nvSpPr>
        <p:spPr>
          <a:xfrm>
            <a:off x="6044184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3" name="Connector 1570"/>
          <p:cNvSpPr/>
          <p:nvPr/>
        </p:nvSpPr>
        <p:spPr>
          <a:xfrm>
            <a:off x="6220967" y="8312404"/>
            <a:ext cx="176784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4" name="Connector 1571"/>
          <p:cNvSpPr/>
          <p:nvPr/>
        </p:nvSpPr>
        <p:spPr>
          <a:xfrm>
            <a:off x="6397750" y="8361551"/>
            <a:ext cx="176786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5" name="Connector 1572"/>
          <p:cNvSpPr/>
          <p:nvPr/>
        </p:nvSpPr>
        <p:spPr>
          <a:xfrm flipV="1">
            <a:off x="4453128" y="8348978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6" name="Connector 1573"/>
          <p:cNvSpPr/>
          <p:nvPr/>
        </p:nvSpPr>
        <p:spPr>
          <a:xfrm flipV="1">
            <a:off x="4718303" y="828954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7" name="Connector 1574"/>
          <p:cNvSpPr/>
          <p:nvPr/>
        </p:nvSpPr>
        <p:spPr>
          <a:xfrm flipV="1">
            <a:off x="4983479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8" name="Connector 1575"/>
          <p:cNvSpPr/>
          <p:nvPr/>
        </p:nvSpPr>
        <p:spPr>
          <a:xfrm flipV="1">
            <a:off x="5248655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9" name="Connector 1576"/>
          <p:cNvSpPr/>
          <p:nvPr/>
        </p:nvSpPr>
        <p:spPr>
          <a:xfrm flipV="1">
            <a:off x="5513832" y="8190483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0" name="Connector 1577"/>
          <p:cNvSpPr/>
          <p:nvPr/>
        </p:nvSpPr>
        <p:spPr>
          <a:xfrm flipV="1">
            <a:off x="5779008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1" name="Connector 1578"/>
          <p:cNvSpPr/>
          <p:nvPr/>
        </p:nvSpPr>
        <p:spPr>
          <a:xfrm>
            <a:off x="6044184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" name="Connector 1579"/>
          <p:cNvSpPr/>
          <p:nvPr/>
        </p:nvSpPr>
        <p:spPr>
          <a:xfrm>
            <a:off x="6309359" y="8190483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" name="Connector 1580"/>
          <p:cNvSpPr/>
          <p:nvPr/>
        </p:nvSpPr>
        <p:spPr>
          <a:xfrm>
            <a:off x="6574535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4" name="Connector 1581"/>
          <p:cNvSpPr/>
          <p:nvPr/>
        </p:nvSpPr>
        <p:spPr>
          <a:xfrm>
            <a:off x="6839711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5" name="Connector 1582"/>
          <p:cNvSpPr/>
          <p:nvPr/>
        </p:nvSpPr>
        <p:spPr>
          <a:xfrm>
            <a:off x="7104888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6" name="Connector 1583"/>
          <p:cNvSpPr/>
          <p:nvPr/>
        </p:nvSpPr>
        <p:spPr>
          <a:xfrm>
            <a:off x="7370064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" name="Connector 1584"/>
          <p:cNvSpPr/>
          <p:nvPr/>
        </p:nvSpPr>
        <p:spPr>
          <a:xfrm flipV="1">
            <a:off x="4453128" y="8336405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" name="Connector 1585"/>
          <p:cNvSpPr/>
          <p:nvPr/>
        </p:nvSpPr>
        <p:spPr>
          <a:xfrm flipV="1">
            <a:off x="4806694" y="8266683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" name="Connector 1586"/>
          <p:cNvSpPr/>
          <p:nvPr/>
        </p:nvSpPr>
        <p:spPr>
          <a:xfrm flipV="1">
            <a:off x="5160264" y="8212453"/>
            <a:ext cx="353569" cy="54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" name="Connector 1587"/>
          <p:cNvSpPr/>
          <p:nvPr/>
        </p:nvSpPr>
        <p:spPr>
          <a:xfrm flipV="1">
            <a:off x="5513832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" name="Connector 1588"/>
          <p:cNvSpPr/>
          <p:nvPr/>
        </p:nvSpPr>
        <p:spPr>
          <a:xfrm flipV="1">
            <a:off x="5867399" y="8150477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" name="Connector 1589"/>
          <p:cNvSpPr/>
          <p:nvPr/>
        </p:nvSpPr>
        <p:spPr>
          <a:xfrm flipV="1">
            <a:off x="6220967" y="814273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" name="Connector 1590"/>
          <p:cNvSpPr/>
          <p:nvPr/>
        </p:nvSpPr>
        <p:spPr>
          <a:xfrm>
            <a:off x="6574535" y="8142730"/>
            <a:ext cx="353569" cy="77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" name="Connector 1591"/>
          <p:cNvSpPr/>
          <p:nvPr/>
        </p:nvSpPr>
        <p:spPr>
          <a:xfrm>
            <a:off x="6928104" y="8150479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" name="Connector 1592"/>
          <p:cNvSpPr/>
          <p:nvPr/>
        </p:nvSpPr>
        <p:spPr>
          <a:xfrm>
            <a:off x="7281671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" name="Connector 1593"/>
          <p:cNvSpPr/>
          <p:nvPr/>
        </p:nvSpPr>
        <p:spPr>
          <a:xfrm>
            <a:off x="7635240" y="821245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" name="Connector 1594"/>
          <p:cNvSpPr/>
          <p:nvPr/>
        </p:nvSpPr>
        <p:spPr>
          <a:xfrm>
            <a:off x="7988807" y="8266683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" name="Connector 1595"/>
          <p:cNvSpPr/>
          <p:nvPr/>
        </p:nvSpPr>
        <p:spPr>
          <a:xfrm>
            <a:off x="8342376" y="8336405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" name="Connector 1596"/>
          <p:cNvSpPr/>
          <p:nvPr/>
        </p:nvSpPr>
        <p:spPr>
          <a:xfrm flipV="1">
            <a:off x="4453128" y="8323833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" name="Connector 1597"/>
          <p:cNvSpPr/>
          <p:nvPr/>
        </p:nvSpPr>
        <p:spPr>
          <a:xfrm flipV="1">
            <a:off x="4895086" y="8243823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" name="Connector 1598"/>
          <p:cNvSpPr/>
          <p:nvPr/>
        </p:nvSpPr>
        <p:spPr>
          <a:xfrm flipV="1">
            <a:off x="5337047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" name="Connector 1599"/>
          <p:cNvSpPr/>
          <p:nvPr/>
        </p:nvSpPr>
        <p:spPr>
          <a:xfrm flipV="1">
            <a:off x="5779008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" name="Connector 1600"/>
          <p:cNvSpPr/>
          <p:nvPr/>
        </p:nvSpPr>
        <p:spPr>
          <a:xfrm flipV="1">
            <a:off x="6220967" y="8110473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" name="Connector 1601"/>
          <p:cNvSpPr/>
          <p:nvPr/>
        </p:nvSpPr>
        <p:spPr>
          <a:xfrm flipV="1">
            <a:off x="6662926" y="8101583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" name="Connector 1602"/>
          <p:cNvSpPr/>
          <p:nvPr/>
        </p:nvSpPr>
        <p:spPr>
          <a:xfrm>
            <a:off x="7104888" y="8101583"/>
            <a:ext cx="441961" cy="88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" name="Connector 1603"/>
          <p:cNvSpPr/>
          <p:nvPr/>
        </p:nvSpPr>
        <p:spPr>
          <a:xfrm>
            <a:off x="7546847" y="8110473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" name="Connector 1604"/>
          <p:cNvSpPr/>
          <p:nvPr/>
        </p:nvSpPr>
        <p:spPr>
          <a:xfrm>
            <a:off x="7988807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" name="Connector 1605"/>
          <p:cNvSpPr/>
          <p:nvPr/>
        </p:nvSpPr>
        <p:spPr>
          <a:xfrm>
            <a:off x="8430768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" name="Connector 1606"/>
          <p:cNvSpPr/>
          <p:nvPr/>
        </p:nvSpPr>
        <p:spPr>
          <a:xfrm>
            <a:off x="8872728" y="8243823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" name="Connector 1607"/>
          <p:cNvSpPr/>
          <p:nvPr/>
        </p:nvSpPr>
        <p:spPr>
          <a:xfrm>
            <a:off x="9314688" y="8323833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" name="Connector 1608"/>
          <p:cNvSpPr/>
          <p:nvPr/>
        </p:nvSpPr>
        <p:spPr>
          <a:xfrm flipV="1">
            <a:off x="5513832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" name="Connector 1609"/>
          <p:cNvSpPr/>
          <p:nvPr/>
        </p:nvSpPr>
        <p:spPr>
          <a:xfrm flipV="1">
            <a:off x="5602223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" name="Connector 1610"/>
          <p:cNvSpPr/>
          <p:nvPr/>
        </p:nvSpPr>
        <p:spPr>
          <a:xfrm flipV="1">
            <a:off x="5690615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" name="Connector 1611"/>
          <p:cNvSpPr/>
          <p:nvPr/>
        </p:nvSpPr>
        <p:spPr>
          <a:xfrm flipV="1">
            <a:off x="5779008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" name="Connector 1612"/>
          <p:cNvSpPr/>
          <p:nvPr/>
        </p:nvSpPr>
        <p:spPr>
          <a:xfrm flipV="1">
            <a:off x="5867399" y="8270492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" name="Connector 1613"/>
          <p:cNvSpPr/>
          <p:nvPr/>
        </p:nvSpPr>
        <p:spPr>
          <a:xfrm flipV="1">
            <a:off x="5955791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" name="Connector 1614"/>
          <p:cNvSpPr/>
          <p:nvPr/>
        </p:nvSpPr>
        <p:spPr>
          <a:xfrm>
            <a:off x="6044184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" name="Connector 1615"/>
          <p:cNvSpPr/>
          <p:nvPr/>
        </p:nvSpPr>
        <p:spPr>
          <a:xfrm>
            <a:off x="6132576" y="8270493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" name="Connector 1616"/>
          <p:cNvSpPr/>
          <p:nvPr/>
        </p:nvSpPr>
        <p:spPr>
          <a:xfrm>
            <a:off x="6220967" y="8283447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0" name="Connector 1617"/>
          <p:cNvSpPr/>
          <p:nvPr/>
        </p:nvSpPr>
        <p:spPr>
          <a:xfrm>
            <a:off x="6309359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1" name="Connector 1618"/>
          <p:cNvSpPr/>
          <p:nvPr/>
        </p:nvSpPr>
        <p:spPr>
          <a:xfrm>
            <a:off x="6397752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" name="Connector 1619"/>
          <p:cNvSpPr/>
          <p:nvPr/>
        </p:nvSpPr>
        <p:spPr>
          <a:xfrm>
            <a:off x="6486144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" name="Connector 1620"/>
          <p:cNvSpPr/>
          <p:nvPr/>
        </p:nvSpPr>
        <p:spPr>
          <a:xfrm flipV="1">
            <a:off x="5513832" y="8361551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" name="Connector 1621"/>
          <p:cNvSpPr/>
          <p:nvPr/>
        </p:nvSpPr>
        <p:spPr>
          <a:xfrm flipV="1">
            <a:off x="5690615" y="8312404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" name="Connector 1622"/>
          <p:cNvSpPr/>
          <p:nvPr/>
        </p:nvSpPr>
        <p:spPr>
          <a:xfrm flipV="1">
            <a:off x="5867399" y="8274177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" name="Connector 1623"/>
          <p:cNvSpPr/>
          <p:nvPr/>
        </p:nvSpPr>
        <p:spPr>
          <a:xfrm flipV="1">
            <a:off x="6044184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" name="Connector 1624"/>
          <p:cNvSpPr/>
          <p:nvPr/>
        </p:nvSpPr>
        <p:spPr>
          <a:xfrm flipV="1">
            <a:off x="6220967" y="8230488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" name="Connector 1625"/>
          <p:cNvSpPr/>
          <p:nvPr/>
        </p:nvSpPr>
        <p:spPr>
          <a:xfrm flipV="1">
            <a:off x="6397750" y="8225026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" name="Connector 1626"/>
          <p:cNvSpPr/>
          <p:nvPr/>
        </p:nvSpPr>
        <p:spPr>
          <a:xfrm>
            <a:off x="6574535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" name="Connector 1627"/>
          <p:cNvSpPr/>
          <p:nvPr/>
        </p:nvSpPr>
        <p:spPr>
          <a:xfrm>
            <a:off x="6751319" y="8230489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" name="Connector 1628"/>
          <p:cNvSpPr/>
          <p:nvPr/>
        </p:nvSpPr>
        <p:spPr>
          <a:xfrm>
            <a:off x="6928104" y="8246871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" name="Connector 1629"/>
          <p:cNvSpPr/>
          <p:nvPr/>
        </p:nvSpPr>
        <p:spPr>
          <a:xfrm>
            <a:off x="7104888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" name="Connector 1630"/>
          <p:cNvSpPr/>
          <p:nvPr/>
        </p:nvSpPr>
        <p:spPr>
          <a:xfrm>
            <a:off x="7281671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" name="Connector 1631"/>
          <p:cNvSpPr/>
          <p:nvPr/>
        </p:nvSpPr>
        <p:spPr>
          <a:xfrm>
            <a:off x="7458456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" name="Connector 1632"/>
          <p:cNvSpPr/>
          <p:nvPr/>
        </p:nvSpPr>
        <p:spPr>
          <a:xfrm flipV="1">
            <a:off x="5513832" y="8348978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" name="Connector 1633"/>
          <p:cNvSpPr/>
          <p:nvPr/>
        </p:nvSpPr>
        <p:spPr>
          <a:xfrm flipV="1">
            <a:off x="5779006" y="828954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" name="Connector 1634"/>
          <p:cNvSpPr/>
          <p:nvPr/>
        </p:nvSpPr>
        <p:spPr>
          <a:xfrm flipV="1">
            <a:off x="6044184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" name="Connector 1635"/>
          <p:cNvSpPr/>
          <p:nvPr/>
        </p:nvSpPr>
        <p:spPr>
          <a:xfrm flipV="1">
            <a:off x="6309359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" name="Connector 1636"/>
          <p:cNvSpPr/>
          <p:nvPr/>
        </p:nvSpPr>
        <p:spPr>
          <a:xfrm flipV="1">
            <a:off x="6574535" y="8190483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" name="Connector 1637"/>
          <p:cNvSpPr/>
          <p:nvPr/>
        </p:nvSpPr>
        <p:spPr>
          <a:xfrm flipV="1">
            <a:off x="6839711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" name="Connector 1638"/>
          <p:cNvSpPr/>
          <p:nvPr/>
        </p:nvSpPr>
        <p:spPr>
          <a:xfrm>
            <a:off x="7104888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" name="Connector 1639"/>
          <p:cNvSpPr/>
          <p:nvPr/>
        </p:nvSpPr>
        <p:spPr>
          <a:xfrm>
            <a:off x="7370064" y="8190483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" name="Connector 1640"/>
          <p:cNvSpPr/>
          <p:nvPr/>
        </p:nvSpPr>
        <p:spPr>
          <a:xfrm>
            <a:off x="7635240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" name="Connector 1641"/>
          <p:cNvSpPr/>
          <p:nvPr/>
        </p:nvSpPr>
        <p:spPr>
          <a:xfrm>
            <a:off x="7900416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" name="Connector 1642"/>
          <p:cNvSpPr/>
          <p:nvPr/>
        </p:nvSpPr>
        <p:spPr>
          <a:xfrm>
            <a:off x="8165592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" name="Connector 1643"/>
          <p:cNvSpPr/>
          <p:nvPr/>
        </p:nvSpPr>
        <p:spPr>
          <a:xfrm>
            <a:off x="8430768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" name="Connector 1644"/>
          <p:cNvSpPr/>
          <p:nvPr/>
        </p:nvSpPr>
        <p:spPr>
          <a:xfrm flipV="1">
            <a:off x="5513832" y="8336405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" name="Connector 1645"/>
          <p:cNvSpPr/>
          <p:nvPr/>
        </p:nvSpPr>
        <p:spPr>
          <a:xfrm flipV="1">
            <a:off x="5867398" y="8266683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" name="Connector 1646"/>
          <p:cNvSpPr/>
          <p:nvPr/>
        </p:nvSpPr>
        <p:spPr>
          <a:xfrm flipV="1">
            <a:off x="6220967" y="8212453"/>
            <a:ext cx="353569" cy="54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" name="Connector 1647"/>
          <p:cNvSpPr/>
          <p:nvPr/>
        </p:nvSpPr>
        <p:spPr>
          <a:xfrm flipV="1">
            <a:off x="6574535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" name="Connector 1648"/>
          <p:cNvSpPr/>
          <p:nvPr/>
        </p:nvSpPr>
        <p:spPr>
          <a:xfrm flipV="1">
            <a:off x="6928104" y="8150477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" name="Connector 1649"/>
          <p:cNvSpPr/>
          <p:nvPr/>
        </p:nvSpPr>
        <p:spPr>
          <a:xfrm flipV="1">
            <a:off x="7281671" y="814273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" name="Connector 1650"/>
          <p:cNvSpPr/>
          <p:nvPr/>
        </p:nvSpPr>
        <p:spPr>
          <a:xfrm>
            <a:off x="7635240" y="8142730"/>
            <a:ext cx="353569" cy="77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" name="Connector 1651"/>
          <p:cNvSpPr/>
          <p:nvPr/>
        </p:nvSpPr>
        <p:spPr>
          <a:xfrm>
            <a:off x="7988807" y="8150479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" name="Connector 1652"/>
          <p:cNvSpPr/>
          <p:nvPr/>
        </p:nvSpPr>
        <p:spPr>
          <a:xfrm>
            <a:off x="8342376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6" name="Connector 1653"/>
          <p:cNvSpPr/>
          <p:nvPr/>
        </p:nvSpPr>
        <p:spPr>
          <a:xfrm>
            <a:off x="8695943" y="821245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7" name="Connector 1654"/>
          <p:cNvSpPr/>
          <p:nvPr/>
        </p:nvSpPr>
        <p:spPr>
          <a:xfrm>
            <a:off x="9049511" y="8266683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8" name="Connector 1655"/>
          <p:cNvSpPr/>
          <p:nvPr/>
        </p:nvSpPr>
        <p:spPr>
          <a:xfrm>
            <a:off x="9403080" y="8336405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9" name="Connector 1656"/>
          <p:cNvSpPr/>
          <p:nvPr/>
        </p:nvSpPr>
        <p:spPr>
          <a:xfrm flipV="1">
            <a:off x="6574535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0" name="Connector 1657"/>
          <p:cNvSpPr/>
          <p:nvPr/>
        </p:nvSpPr>
        <p:spPr>
          <a:xfrm flipV="1">
            <a:off x="6662926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1" name="Connector 1658"/>
          <p:cNvSpPr/>
          <p:nvPr/>
        </p:nvSpPr>
        <p:spPr>
          <a:xfrm flipV="1">
            <a:off x="6751319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2" name="Connector 1659"/>
          <p:cNvSpPr/>
          <p:nvPr/>
        </p:nvSpPr>
        <p:spPr>
          <a:xfrm flipV="1">
            <a:off x="6839711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3" name="Connector 1660"/>
          <p:cNvSpPr/>
          <p:nvPr/>
        </p:nvSpPr>
        <p:spPr>
          <a:xfrm flipV="1">
            <a:off x="6928104" y="8270492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4" name="Connector 1661"/>
          <p:cNvSpPr/>
          <p:nvPr/>
        </p:nvSpPr>
        <p:spPr>
          <a:xfrm flipV="1">
            <a:off x="7016495" y="8266175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5" name="Connector 1662"/>
          <p:cNvSpPr/>
          <p:nvPr/>
        </p:nvSpPr>
        <p:spPr>
          <a:xfrm>
            <a:off x="7104888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6" name="Connector 1663"/>
          <p:cNvSpPr/>
          <p:nvPr/>
        </p:nvSpPr>
        <p:spPr>
          <a:xfrm>
            <a:off x="7193280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7" name="Connector 1664"/>
          <p:cNvSpPr/>
          <p:nvPr/>
        </p:nvSpPr>
        <p:spPr>
          <a:xfrm>
            <a:off x="7281671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8" name="Connector 1665"/>
          <p:cNvSpPr/>
          <p:nvPr/>
        </p:nvSpPr>
        <p:spPr>
          <a:xfrm>
            <a:off x="7370064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9" name="Connector 1666"/>
          <p:cNvSpPr/>
          <p:nvPr/>
        </p:nvSpPr>
        <p:spPr>
          <a:xfrm>
            <a:off x="7458456" y="8335264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0" name="Connector 1667"/>
          <p:cNvSpPr/>
          <p:nvPr/>
        </p:nvSpPr>
        <p:spPr>
          <a:xfrm>
            <a:off x="7546847" y="8374126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1" name="Connector 1668"/>
          <p:cNvSpPr/>
          <p:nvPr/>
        </p:nvSpPr>
        <p:spPr>
          <a:xfrm flipV="1">
            <a:off x="6574535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" name="Connector 1669"/>
          <p:cNvSpPr/>
          <p:nvPr/>
        </p:nvSpPr>
        <p:spPr>
          <a:xfrm flipV="1">
            <a:off x="6751319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" name="Connector 1670"/>
          <p:cNvSpPr/>
          <p:nvPr/>
        </p:nvSpPr>
        <p:spPr>
          <a:xfrm flipV="1">
            <a:off x="6928104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" name="Connector 1671"/>
          <p:cNvSpPr/>
          <p:nvPr/>
        </p:nvSpPr>
        <p:spPr>
          <a:xfrm flipV="1">
            <a:off x="7104888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" name="Connector 1672"/>
          <p:cNvSpPr/>
          <p:nvPr/>
        </p:nvSpPr>
        <p:spPr>
          <a:xfrm flipV="1">
            <a:off x="7281671" y="8230488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" name="Connector 1673"/>
          <p:cNvSpPr/>
          <p:nvPr/>
        </p:nvSpPr>
        <p:spPr>
          <a:xfrm flipV="1">
            <a:off x="7458454" y="8225026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" name="Connector 1674"/>
          <p:cNvSpPr/>
          <p:nvPr/>
        </p:nvSpPr>
        <p:spPr>
          <a:xfrm>
            <a:off x="7635240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" name="Connector 1675"/>
          <p:cNvSpPr/>
          <p:nvPr/>
        </p:nvSpPr>
        <p:spPr>
          <a:xfrm>
            <a:off x="7812023" y="8230489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" name="Connector 1676"/>
          <p:cNvSpPr/>
          <p:nvPr/>
        </p:nvSpPr>
        <p:spPr>
          <a:xfrm>
            <a:off x="7988807" y="8246871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" name="Connector 1677"/>
          <p:cNvSpPr/>
          <p:nvPr/>
        </p:nvSpPr>
        <p:spPr>
          <a:xfrm>
            <a:off x="8165592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" name="Connector 1678"/>
          <p:cNvSpPr/>
          <p:nvPr/>
        </p:nvSpPr>
        <p:spPr>
          <a:xfrm>
            <a:off x="8342376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" name="Connector 1679"/>
          <p:cNvSpPr/>
          <p:nvPr/>
        </p:nvSpPr>
        <p:spPr>
          <a:xfrm>
            <a:off x="8519159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" name="Connector 1680"/>
          <p:cNvSpPr/>
          <p:nvPr/>
        </p:nvSpPr>
        <p:spPr>
          <a:xfrm flipV="1">
            <a:off x="6574535" y="8348978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4" name="Connector 1681"/>
          <p:cNvSpPr/>
          <p:nvPr/>
        </p:nvSpPr>
        <p:spPr>
          <a:xfrm flipV="1">
            <a:off x="6839711" y="828954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5" name="Connector 1682"/>
          <p:cNvSpPr/>
          <p:nvPr/>
        </p:nvSpPr>
        <p:spPr>
          <a:xfrm flipV="1">
            <a:off x="7104888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6" name="Connector 1683"/>
          <p:cNvSpPr/>
          <p:nvPr/>
        </p:nvSpPr>
        <p:spPr>
          <a:xfrm flipV="1">
            <a:off x="7370064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7" name="Connector 1684"/>
          <p:cNvSpPr/>
          <p:nvPr/>
        </p:nvSpPr>
        <p:spPr>
          <a:xfrm flipV="1">
            <a:off x="7635240" y="8190483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8" name="Connector 1685"/>
          <p:cNvSpPr/>
          <p:nvPr/>
        </p:nvSpPr>
        <p:spPr>
          <a:xfrm flipV="1">
            <a:off x="7900414" y="8183878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9" name="Connector 1686"/>
          <p:cNvSpPr/>
          <p:nvPr/>
        </p:nvSpPr>
        <p:spPr>
          <a:xfrm>
            <a:off x="8165592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0" name="Connector 1687"/>
          <p:cNvSpPr/>
          <p:nvPr/>
        </p:nvSpPr>
        <p:spPr>
          <a:xfrm>
            <a:off x="8430768" y="8190483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1" name="Connector 1688"/>
          <p:cNvSpPr/>
          <p:nvPr/>
        </p:nvSpPr>
        <p:spPr>
          <a:xfrm>
            <a:off x="8695943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2" name="Connector 1689"/>
          <p:cNvSpPr/>
          <p:nvPr/>
        </p:nvSpPr>
        <p:spPr>
          <a:xfrm>
            <a:off x="8961119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3" name="Connector 1690"/>
          <p:cNvSpPr/>
          <p:nvPr/>
        </p:nvSpPr>
        <p:spPr>
          <a:xfrm>
            <a:off x="9226295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4" name="Connector 1691"/>
          <p:cNvSpPr/>
          <p:nvPr/>
        </p:nvSpPr>
        <p:spPr>
          <a:xfrm>
            <a:off x="9491471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5" name="Connector 1692"/>
          <p:cNvSpPr/>
          <p:nvPr/>
        </p:nvSpPr>
        <p:spPr>
          <a:xfrm flipV="1">
            <a:off x="7635240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6" name="Connector 1693"/>
          <p:cNvSpPr/>
          <p:nvPr/>
        </p:nvSpPr>
        <p:spPr>
          <a:xfrm flipV="1">
            <a:off x="7723630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7" name="Connector 1694"/>
          <p:cNvSpPr/>
          <p:nvPr/>
        </p:nvSpPr>
        <p:spPr>
          <a:xfrm flipV="1">
            <a:off x="7812023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8" name="Connector 1695"/>
          <p:cNvSpPr/>
          <p:nvPr/>
        </p:nvSpPr>
        <p:spPr>
          <a:xfrm flipV="1">
            <a:off x="7900416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9" name="Connector 1696"/>
          <p:cNvSpPr/>
          <p:nvPr/>
        </p:nvSpPr>
        <p:spPr>
          <a:xfrm flipV="1">
            <a:off x="7988807" y="8270492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0" name="Connector 1697"/>
          <p:cNvSpPr/>
          <p:nvPr/>
        </p:nvSpPr>
        <p:spPr>
          <a:xfrm flipV="1">
            <a:off x="8077199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1" name="Connector 1698"/>
          <p:cNvSpPr/>
          <p:nvPr/>
        </p:nvSpPr>
        <p:spPr>
          <a:xfrm>
            <a:off x="8165592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2" name="Connector 1699"/>
          <p:cNvSpPr/>
          <p:nvPr/>
        </p:nvSpPr>
        <p:spPr>
          <a:xfrm>
            <a:off x="8253983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3" name="Connector 1700"/>
          <p:cNvSpPr/>
          <p:nvPr/>
        </p:nvSpPr>
        <p:spPr>
          <a:xfrm>
            <a:off x="8342376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4" name="Connector 1701"/>
          <p:cNvSpPr/>
          <p:nvPr/>
        </p:nvSpPr>
        <p:spPr>
          <a:xfrm>
            <a:off x="8430768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5" name="Connector 1702"/>
          <p:cNvSpPr/>
          <p:nvPr/>
        </p:nvSpPr>
        <p:spPr>
          <a:xfrm>
            <a:off x="8519159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6" name="Connector 1703"/>
          <p:cNvSpPr/>
          <p:nvPr/>
        </p:nvSpPr>
        <p:spPr>
          <a:xfrm>
            <a:off x="8607552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7" name="Connector 1704"/>
          <p:cNvSpPr/>
          <p:nvPr/>
        </p:nvSpPr>
        <p:spPr>
          <a:xfrm flipV="1">
            <a:off x="7635240" y="8361551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8" name="Connector 1705"/>
          <p:cNvSpPr/>
          <p:nvPr/>
        </p:nvSpPr>
        <p:spPr>
          <a:xfrm flipV="1">
            <a:off x="7812023" y="8312404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9" name="Connector 1706"/>
          <p:cNvSpPr/>
          <p:nvPr/>
        </p:nvSpPr>
        <p:spPr>
          <a:xfrm flipV="1">
            <a:off x="7988807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0" name="Connector 1707"/>
          <p:cNvSpPr/>
          <p:nvPr/>
        </p:nvSpPr>
        <p:spPr>
          <a:xfrm flipV="1">
            <a:off x="8165592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1" name="Connector 1708"/>
          <p:cNvSpPr/>
          <p:nvPr/>
        </p:nvSpPr>
        <p:spPr>
          <a:xfrm flipV="1">
            <a:off x="8342376" y="8230488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2" name="Connector 1709"/>
          <p:cNvSpPr/>
          <p:nvPr/>
        </p:nvSpPr>
        <p:spPr>
          <a:xfrm flipV="1">
            <a:off x="8519159" y="8225026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3" name="Connector 1710"/>
          <p:cNvSpPr/>
          <p:nvPr/>
        </p:nvSpPr>
        <p:spPr>
          <a:xfrm>
            <a:off x="8695943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4" name="Connector 1711"/>
          <p:cNvSpPr/>
          <p:nvPr/>
        </p:nvSpPr>
        <p:spPr>
          <a:xfrm>
            <a:off x="8872728" y="8230489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5" name="Connector 1712"/>
          <p:cNvSpPr/>
          <p:nvPr/>
        </p:nvSpPr>
        <p:spPr>
          <a:xfrm>
            <a:off x="9049511" y="8246871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6" name="Connector 1713"/>
          <p:cNvSpPr/>
          <p:nvPr/>
        </p:nvSpPr>
        <p:spPr>
          <a:xfrm>
            <a:off x="9226295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7" name="Connector 1714"/>
          <p:cNvSpPr/>
          <p:nvPr/>
        </p:nvSpPr>
        <p:spPr>
          <a:xfrm>
            <a:off x="9403080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8" name="Connector 1715"/>
          <p:cNvSpPr/>
          <p:nvPr/>
        </p:nvSpPr>
        <p:spPr>
          <a:xfrm>
            <a:off x="9579864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9" name="Connector 1716"/>
          <p:cNvSpPr/>
          <p:nvPr/>
        </p:nvSpPr>
        <p:spPr>
          <a:xfrm flipV="1">
            <a:off x="8695943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0" name="Connector 1717"/>
          <p:cNvSpPr/>
          <p:nvPr/>
        </p:nvSpPr>
        <p:spPr>
          <a:xfrm flipV="1">
            <a:off x="8784335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1" name="Connector 1718"/>
          <p:cNvSpPr/>
          <p:nvPr/>
        </p:nvSpPr>
        <p:spPr>
          <a:xfrm flipV="1">
            <a:off x="8872728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2" name="Connector 1719"/>
          <p:cNvSpPr/>
          <p:nvPr/>
        </p:nvSpPr>
        <p:spPr>
          <a:xfrm flipV="1">
            <a:off x="8961119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3" name="Connector 1720"/>
          <p:cNvSpPr/>
          <p:nvPr/>
        </p:nvSpPr>
        <p:spPr>
          <a:xfrm flipV="1">
            <a:off x="9049511" y="8270492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4" name="Connector 1721"/>
          <p:cNvSpPr/>
          <p:nvPr/>
        </p:nvSpPr>
        <p:spPr>
          <a:xfrm flipV="1">
            <a:off x="9137902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5" name="Connector 1722"/>
          <p:cNvSpPr/>
          <p:nvPr/>
        </p:nvSpPr>
        <p:spPr>
          <a:xfrm>
            <a:off x="9226295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6" name="Connector 1723"/>
          <p:cNvSpPr/>
          <p:nvPr/>
        </p:nvSpPr>
        <p:spPr>
          <a:xfrm>
            <a:off x="9314688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7" name="Connector 1724"/>
          <p:cNvSpPr/>
          <p:nvPr/>
        </p:nvSpPr>
        <p:spPr>
          <a:xfrm>
            <a:off x="9403080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8" name="Connector 1725"/>
          <p:cNvSpPr/>
          <p:nvPr/>
        </p:nvSpPr>
        <p:spPr>
          <a:xfrm>
            <a:off x="9491471" y="8305038"/>
            <a:ext cx="88392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9" name="Connector 1726"/>
          <p:cNvSpPr/>
          <p:nvPr/>
        </p:nvSpPr>
        <p:spPr>
          <a:xfrm>
            <a:off x="9579863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0" name="Connector 1727"/>
          <p:cNvSpPr/>
          <p:nvPr/>
        </p:nvSpPr>
        <p:spPr>
          <a:xfrm>
            <a:off x="9668256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1" name="Connector 1728"/>
          <p:cNvSpPr/>
          <p:nvPr/>
        </p:nvSpPr>
        <p:spPr>
          <a:xfrm flipV="1">
            <a:off x="2331720" y="9233661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2" name="Connector 1729"/>
          <p:cNvSpPr/>
          <p:nvPr/>
        </p:nvSpPr>
        <p:spPr>
          <a:xfrm flipV="1">
            <a:off x="2420111" y="9194799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3" name="Connector 1730"/>
          <p:cNvSpPr/>
          <p:nvPr/>
        </p:nvSpPr>
        <p:spPr>
          <a:xfrm flipV="1">
            <a:off x="2508504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4" name="Connector 1731"/>
          <p:cNvSpPr/>
          <p:nvPr/>
        </p:nvSpPr>
        <p:spPr>
          <a:xfrm flipV="1">
            <a:off x="2596895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5" name="Connector 1732"/>
          <p:cNvSpPr/>
          <p:nvPr/>
        </p:nvSpPr>
        <p:spPr>
          <a:xfrm flipV="1">
            <a:off x="2685288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6" name="Connector 1733"/>
          <p:cNvSpPr/>
          <p:nvPr/>
        </p:nvSpPr>
        <p:spPr>
          <a:xfrm flipV="1">
            <a:off x="2773679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7" name="Connector 1734"/>
          <p:cNvSpPr/>
          <p:nvPr/>
        </p:nvSpPr>
        <p:spPr>
          <a:xfrm>
            <a:off x="2862072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8" name="Connector 1735"/>
          <p:cNvSpPr/>
          <p:nvPr/>
        </p:nvSpPr>
        <p:spPr>
          <a:xfrm>
            <a:off x="2950464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9" name="Connector 1736"/>
          <p:cNvSpPr/>
          <p:nvPr/>
        </p:nvSpPr>
        <p:spPr>
          <a:xfrm>
            <a:off x="3038855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0" name="Connector 1737"/>
          <p:cNvSpPr/>
          <p:nvPr/>
        </p:nvSpPr>
        <p:spPr>
          <a:xfrm>
            <a:off x="3127248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1" name="Connector 1738"/>
          <p:cNvSpPr/>
          <p:nvPr/>
        </p:nvSpPr>
        <p:spPr>
          <a:xfrm>
            <a:off x="3215639" y="919480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2" name="Connector 1739"/>
          <p:cNvSpPr/>
          <p:nvPr/>
        </p:nvSpPr>
        <p:spPr>
          <a:xfrm>
            <a:off x="3304032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3" name="Connector 1740"/>
          <p:cNvSpPr/>
          <p:nvPr/>
        </p:nvSpPr>
        <p:spPr>
          <a:xfrm flipV="1">
            <a:off x="2331720" y="9221088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4" name="Connector 1741"/>
          <p:cNvSpPr/>
          <p:nvPr/>
        </p:nvSpPr>
        <p:spPr>
          <a:xfrm flipV="1">
            <a:off x="2508504" y="9171940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5" name="Connector 1742"/>
          <p:cNvSpPr/>
          <p:nvPr/>
        </p:nvSpPr>
        <p:spPr>
          <a:xfrm flipV="1">
            <a:off x="2685288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6" name="Connector 1743"/>
          <p:cNvSpPr/>
          <p:nvPr/>
        </p:nvSpPr>
        <p:spPr>
          <a:xfrm flipV="1">
            <a:off x="2862072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7" name="Connector 1744"/>
          <p:cNvSpPr/>
          <p:nvPr/>
        </p:nvSpPr>
        <p:spPr>
          <a:xfrm flipV="1">
            <a:off x="3038855" y="9090024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8" name="Connector 1745"/>
          <p:cNvSpPr/>
          <p:nvPr/>
        </p:nvSpPr>
        <p:spPr>
          <a:xfrm flipV="1">
            <a:off x="3215639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9" name="Connector 1746"/>
          <p:cNvSpPr/>
          <p:nvPr/>
        </p:nvSpPr>
        <p:spPr>
          <a:xfrm>
            <a:off x="3392423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0" name="Connector 1747"/>
          <p:cNvSpPr/>
          <p:nvPr/>
        </p:nvSpPr>
        <p:spPr>
          <a:xfrm>
            <a:off x="3569208" y="909002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1" name="Connector 1748"/>
          <p:cNvSpPr/>
          <p:nvPr/>
        </p:nvSpPr>
        <p:spPr>
          <a:xfrm>
            <a:off x="3745991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2" name="Connector 1749"/>
          <p:cNvSpPr/>
          <p:nvPr/>
        </p:nvSpPr>
        <p:spPr>
          <a:xfrm>
            <a:off x="3922776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3" name="Connector 1750"/>
          <p:cNvSpPr/>
          <p:nvPr/>
        </p:nvSpPr>
        <p:spPr>
          <a:xfrm>
            <a:off x="4099559" y="9171940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4" name="Connector 1751"/>
          <p:cNvSpPr/>
          <p:nvPr/>
        </p:nvSpPr>
        <p:spPr>
          <a:xfrm>
            <a:off x="4276342" y="9221089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5" name="Connector 1752"/>
          <p:cNvSpPr/>
          <p:nvPr/>
        </p:nvSpPr>
        <p:spPr>
          <a:xfrm flipV="1">
            <a:off x="2331720" y="9208514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6" name="Connector 1753"/>
          <p:cNvSpPr/>
          <p:nvPr/>
        </p:nvSpPr>
        <p:spPr>
          <a:xfrm flipV="1">
            <a:off x="2596895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7" name="Connector 1754"/>
          <p:cNvSpPr/>
          <p:nvPr/>
        </p:nvSpPr>
        <p:spPr>
          <a:xfrm flipV="1">
            <a:off x="2862072" y="9102852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8" name="Connector 1755"/>
          <p:cNvSpPr/>
          <p:nvPr/>
        </p:nvSpPr>
        <p:spPr>
          <a:xfrm flipV="1">
            <a:off x="3127248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9" name="Connector 1756"/>
          <p:cNvSpPr/>
          <p:nvPr/>
        </p:nvSpPr>
        <p:spPr>
          <a:xfrm flipV="1">
            <a:off x="3392423" y="9050019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0" name="Connector 1757"/>
          <p:cNvSpPr/>
          <p:nvPr/>
        </p:nvSpPr>
        <p:spPr>
          <a:xfrm flipV="1">
            <a:off x="3657598" y="9043416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1" name="Connector 1758"/>
          <p:cNvSpPr/>
          <p:nvPr/>
        </p:nvSpPr>
        <p:spPr>
          <a:xfrm>
            <a:off x="3922776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2" name="Connector 1759"/>
          <p:cNvSpPr/>
          <p:nvPr/>
        </p:nvSpPr>
        <p:spPr>
          <a:xfrm>
            <a:off x="4187952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3" name="Connector 1760"/>
          <p:cNvSpPr/>
          <p:nvPr/>
        </p:nvSpPr>
        <p:spPr>
          <a:xfrm>
            <a:off x="4453128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4" name="Connector 1761"/>
          <p:cNvSpPr/>
          <p:nvPr/>
        </p:nvSpPr>
        <p:spPr>
          <a:xfrm>
            <a:off x="4718303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5" name="Connector 1762"/>
          <p:cNvSpPr/>
          <p:nvPr/>
        </p:nvSpPr>
        <p:spPr>
          <a:xfrm>
            <a:off x="4983479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6" name="Connector 1763"/>
          <p:cNvSpPr/>
          <p:nvPr/>
        </p:nvSpPr>
        <p:spPr>
          <a:xfrm>
            <a:off x="5248655" y="9208516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7" name="Connector 1764"/>
          <p:cNvSpPr/>
          <p:nvPr/>
        </p:nvSpPr>
        <p:spPr>
          <a:xfrm flipV="1">
            <a:off x="2331720" y="919594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8" name="Connector 1765"/>
          <p:cNvSpPr/>
          <p:nvPr/>
        </p:nvSpPr>
        <p:spPr>
          <a:xfrm flipV="1">
            <a:off x="2685287" y="9126219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9" name="Connector 1766"/>
          <p:cNvSpPr/>
          <p:nvPr/>
        </p:nvSpPr>
        <p:spPr>
          <a:xfrm flipV="1">
            <a:off x="3038855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0" name="Connector 1767"/>
          <p:cNvSpPr/>
          <p:nvPr/>
        </p:nvSpPr>
        <p:spPr>
          <a:xfrm flipV="1">
            <a:off x="3392423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1" name="Connector 1768"/>
          <p:cNvSpPr/>
          <p:nvPr/>
        </p:nvSpPr>
        <p:spPr>
          <a:xfrm flipV="1">
            <a:off x="3745991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2" name="Connector 1769"/>
          <p:cNvSpPr/>
          <p:nvPr/>
        </p:nvSpPr>
        <p:spPr>
          <a:xfrm flipV="1">
            <a:off x="4099559" y="9002268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3" name="Connector 1770"/>
          <p:cNvSpPr/>
          <p:nvPr/>
        </p:nvSpPr>
        <p:spPr>
          <a:xfrm>
            <a:off x="4453128" y="9002268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4" name="Connector 1771"/>
          <p:cNvSpPr/>
          <p:nvPr/>
        </p:nvSpPr>
        <p:spPr>
          <a:xfrm>
            <a:off x="4806696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5" name="Connector 1772"/>
          <p:cNvSpPr/>
          <p:nvPr/>
        </p:nvSpPr>
        <p:spPr>
          <a:xfrm>
            <a:off x="5160264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6" name="Connector 1773"/>
          <p:cNvSpPr/>
          <p:nvPr/>
        </p:nvSpPr>
        <p:spPr>
          <a:xfrm>
            <a:off x="5513832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7" name="Connector 1774"/>
          <p:cNvSpPr/>
          <p:nvPr/>
        </p:nvSpPr>
        <p:spPr>
          <a:xfrm>
            <a:off x="5867399" y="9126219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8" name="Connector 1775"/>
          <p:cNvSpPr/>
          <p:nvPr/>
        </p:nvSpPr>
        <p:spPr>
          <a:xfrm>
            <a:off x="6220967" y="9195943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9" name="Connector 1776"/>
          <p:cNvSpPr/>
          <p:nvPr/>
        </p:nvSpPr>
        <p:spPr>
          <a:xfrm flipV="1">
            <a:off x="2331720" y="918336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0" name="Connector 1777"/>
          <p:cNvSpPr/>
          <p:nvPr/>
        </p:nvSpPr>
        <p:spPr>
          <a:xfrm flipV="1">
            <a:off x="2773678" y="910335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1" name="Connector 1778"/>
          <p:cNvSpPr/>
          <p:nvPr/>
        </p:nvSpPr>
        <p:spPr>
          <a:xfrm flipV="1">
            <a:off x="3215639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2" name="Connector 1779"/>
          <p:cNvSpPr/>
          <p:nvPr/>
        </p:nvSpPr>
        <p:spPr>
          <a:xfrm flipV="1">
            <a:off x="3657600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3" name="Connector 1780"/>
          <p:cNvSpPr/>
          <p:nvPr/>
        </p:nvSpPr>
        <p:spPr>
          <a:xfrm flipV="1">
            <a:off x="4099559" y="8970010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4" name="Connector 1781"/>
          <p:cNvSpPr/>
          <p:nvPr/>
        </p:nvSpPr>
        <p:spPr>
          <a:xfrm flipV="1">
            <a:off x="4541518" y="8961119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5" name="Connector 1782"/>
          <p:cNvSpPr/>
          <p:nvPr/>
        </p:nvSpPr>
        <p:spPr>
          <a:xfrm>
            <a:off x="4983479" y="8961119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6" name="Connector 1783"/>
          <p:cNvSpPr/>
          <p:nvPr/>
        </p:nvSpPr>
        <p:spPr>
          <a:xfrm>
            <a:off x="5425440" y="8970009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7" name="Connector 1784"/>
          <p:cNvSpPr/>
          <p:nvPr/>
        </p:nvSpPr>
        <p:spPr>
          <a:xfrm>
            <a:off x="5867398" y="8996680"/>
            <a:ext cx="441962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8" name="Connector 1785"/>
          <p:cNvSpPr/>
          <p:nvPr/>
        </p:nvSpPr>
        <p:spPr>
          <a:xfrm>
            <a:off x="6309359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9" name="Connector 1786"/>
          <p:cNvSpPr/>
          <p:nvPr/>
        </p:nvSpPr>
        <p:spPr>
          <a:xfrm>
            <a:off x="6751319" y="9103359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0" name="Connector 1787"/>
          <p:cNvSpPr/>
          <p:nvPr/>
        </p:nvSpPr>
        <p:spPr>
          <a:xfrm>
            <a:off x="7193280" y="9183369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1" name="Connector 1788"/>
          <p:cNvSpPr/>
          <p:nvPr/>
        </p:nvSpPr>
        <p:spPr>
          <a:xfrm flipV="1">
            <a:off x="2331720" y="9170796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2" name="Connector 1789"/>
          <p:cNvSpPr/>
          <p:nvPr/>
        </p:nvSpPr>
        <p:spPr>
          <a:xfrm flipV="1">
            <a:off x="2862072" y="9080500"/>
            <a:ext cx="530352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3" name="Connector 1790"/>
          <p:cNvSpPr/>
          <p:nvPr/>
        </p:nvSpPr>
        <p:spPr>
          <a:xfrm flipV="1">
            <a:off x="3392423" y="9010268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4" name="Connector 1791"/>
          <p:cNvSpPr/>
          <p:nvPr/>
        </p:nvSpPr>
        <p:spPr>
          <a:xfrm flipV="1">
            <a:off x="3922776" y="8960104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5" name="Connector 1792"/>
          <p:cNvSpPr/>
          <p:nvPr/>
        </p:nvSpPr>
        <p:spPr>
          <a:xfrm flipV="1">
            <a:off x="4453128" y="8930006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6" name="Connector 1793"/>
          <p:cNvSpPr/>
          <p:nvPr/>
        </p:nvSpPr>
        <p:spPr>
          <a:xfrm flipV="1">
            <a:off x="4983479" y="891997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7" name="Connector 1794"/>
          <p:cNvSpPr/>
          <p:nvPr/>
        </p:nvSpPr>
        <p:spPr>
          <a:xfrm>
            <a:off x="5513832" y="891997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8" name="Connector 1795"/>
          <p:cNvSpPr/>
          <p:nvPr/>
        </p:nvSpPr>
        <p:spPr>
          <a:xfrm>
            <a:off x="6044184" y="8930005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9" name="Connector 1796"/>
          <p:cNvSpPr/>
          <p:nvPr/>
        </p:nvSpPr>
        <p:spPr>
          <a:xfrm>
            <a:off x="6574535" y="8960104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0" name="Connector 1797"/>
          <p:cNvSpPr/>
          <p:nvPr/>
        </p:nvSpPr>
        <p:spPr>
          <a:xfrm>
            <a:off x="7104888" y="9010268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1" name="Connector 1798"/>
          <p:cNvSpPr/>
          <p:nvPr/>
        </p:nvSpPr>
        <p:spPr>
          <a:xfrm>
            <a:off x="7635240" y="9080499"/>
            <a:ext cx="530353" cy="902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2" name="Connector 1799"/>
          <p:cNvSpPr/>
          <p:nvPr/>
        </p:nvSpPr>
        <p:spPr>
          <a:xfrm>
            <a:off x="8165592" y="9170796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3" name="Connector 1800"/>
          <p:cNvSpPr/>
          <p:nvPr/>
        </p:nvSpPr>
        <p:spPr>
          <a:xfrm flipV="1">
            <a:off x="2331720" y="9158223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4" name="Connector 1801"/>
          <p:cNvSpPr/>
          <p:nvPr/>
        </p:nvSpPr>
        <p:spPr>
          <a:xfrm flipV="1">
            <a:off x="2950462" y="9057640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5" name="Connector 1802"/>
          <p:cNvSpPr/>
          <p:nvPr/>
        </p:nvSpPr>
        <p:spPr>
          <a:xfrm flipV="1">
            <a:off x="3569208" y="8979407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6" name="Connector 1803"/>
          <p:cNvSpPr/>
          <p:nvPr/>
        </p:nvSpPr>
        <p:spPr>
          <a:xfrm flipV="1">
            <a:off x="4187952" y="8923528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7" name="Connector 1804"/>
          <p:cNvSpPr/>
          <p:nvPr/>
        </p:nvSpPr>
        <p:spPr>
          <a:xfrm flipV="1">
            <a:off x="4806696" y="8890000"/>
            <a:ext cx="618744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8" name="Connector 1805"/>
          <p:cNvSpPr/>
          <p:nvPr/>
        </p:nvSpPr>
        <p:spPr>
          <a:xfrm flipV="1">
            <a:off x="5425438" y="8878823"/>
            <a:ext cx="618746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9" name="Connector 1806"/>
          <p:cNvSpPr/>
          <p:nvPr/>
        </p:nvSpPr>
        <p:spPr>
          <a:xfrm>
            <a:off x="6044184" y="8878823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0" name="Connector 1807"/>
          <p:cNvSpPr/>
          <p:nvPr/>
        </p:nvSpPr>
        <p:spPr>
          <a:xfrm>
            <a:off x="6662928" y="8889999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1" name="Connector 1808"/>
          <p:cNvSpPr/>
          <p:nvPr/>
        </p:nvSpPr>
        <p:spPr>
          <a:xfrm>
            <a:off x="7281671" y="8923528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2" name="Connector 1809"/>
          <p:cNvSpPr/>
          <p:nvPr/>
        </p:nvSpPr>
        <p:spPr>
          <a:xfrm>
            <a:off x="7900416" y="8979407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3" name="Connector 1810"/>
          <p:cNvSpPr/>
          <p:nvPr/>
        </p:nvSpPr>
        <p:spPr>
          <a:xfrm>
            <a:off x="8519159" y="9057640"/>
            <a:ext cx="618744" cy="100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4" name="Connector 1811"/>
          <p:cNvSpPr/>
          <p:nvPr/>
        </p:nvSpPr>
        <p:spPr>
          <a:xfrm>
            <a:off x="9137902" y="9158223"/>
            <a:ext cx="618746" cy="12293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5" name="Connector 1812"/>
          <p:cNvSpPr/>
          <p:nvPr/>
        </p:nvSpPr>
        <p:spPr>
          <a:xfrm flipV="1">
            <a:off x="3392423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6" name="Connector 1813"/>
          <p:cNvSpPr/>
          <p:nvPr/>
        </p:nvSpPr>
        <p:spPr>
          <a:xfrm flipV="1">
            <a:off x="3480815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7" name="Connector 1814"/>
          <p:cNvSpPr/>
          <p:nvPr/>
        </p:nvSpPr>
        <p:spPr>
          <a:xfrm flipV="1">
            <a:off x="3569208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8" name="Connector 1815"/>
          <p:cNvSpPr/>
          <p:nvPr/>
        </p:nvSpPr>
        <p:spPr>
          <a:xfrm flipV="1">
            <a:off x="3657599" y="9142983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9" name="Connector 1816"/>
          <p:cNvSpPr/>
          <p:nvPr/>
        </p:nvSpPr>
        <p:spPr>
          <a:xfrm flipV="1">
            <a:off x="3745991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0" name="Connector 1817"/>
          <p:cNvSpPr/>
          <p:nvPr/>
        </p:nvSpPr>
        <p:spPr>
          <a:xfrm flipV="1">
            <a:off x="3834384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1" name="Connector 1818"/>
          <p:cNvSpPr/>
          <p:nvPr/>
        </p:nvSpPr>
        <p:spPr>
          <a:xfrm>
            <a:off x="3922776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2" name="Connector 1819"/>
          <p:cNvSpPr/>
          <p:nvPr/>
        </p:nvSpPr>
        <p:spPr>
          <a:xfrm>
            <a:off x="4011167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3" name="Connector 1820"/>
          <p:cNvSpPr/>
          <p:nvPr/>
        </p:nvSpPr>
        <p:spPr>
          <a:xfrm>
            <a:off x="4099559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4" name="Connector 1821"/>
          <p:cNvSpPr/>
          <p:nvPr/>
        </p:nvSpPr>
        <p:spPr>
          <a:xfrm>
            <a:off x="4187952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5" name="Connector 1822"/>
          <p:cNvSpPr/>
          <p:nvPr/>
        </p:nvSpPr>
        <p:spPr>
          <a:xfrm>
            <a:off x="4276344" y="919480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6" name="Connector 1823"/>
          <p:cNvSpPr/>
          <p:nvPr/>
        </p:nvSpPr>
        <p:spPr>
          <a:xfrm>
            <a:off x="4364735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7" name="Connector 1824"/>
          <p:cNvSpPr/>
          <p:nvPr/>
        </p:nvSpPr>
        <p:spPr>
          <a:xfrm flipV="1">
            <a:off x="3392423" y="9221088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8" name="Connector 1825"/>
          <p:cNvSpPr/>
          <p:nvPr/>
        </p:nvSpPr>
        <p:spPr>
          <a:xfrm flipV="1">
            <a:off x="3569208" y="9171940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9" name="Connector 1826"/>
          <p:cNvSpPr/>
          <p:nvPr/>
        </p:nvSpPr>
        <p:spPr>
          <a:xfrm flipV="1">
            <a:off x="3745991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0" name="Connector 1827"/>
          <p:cNvSpPr/>
          <p:nvPr/>
        </p:nvSpPr>
        <p:spPr>
          <a:xfrm flipV="1">
            <a:off x="3922776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1" name="Connector 1828"/>
          <p:cNvSpPr/>
          <p:nvPr/>
        </p:nvSpPr>
        <p:spPr>
          <a:xfrm flipV="1">
            <a:off x="4099559" y="9090024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2" name="Connector 1829"/>
          <p:cNvSpPr/>
          <p:nvPr/>
        </p:nvSpPr>
        <p:spPr>
          <a:xfrm flipV="1">
            <a:off x="4276342" y="908456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3" name="Connector 1830"/>
          <p:cNvSpPr/>
          <p:nvPr/>
        </p:nvSpPr>
        <p:spPr>
          <a:xfrm>
            <a:off x="4453128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4" name="Connector 1831"/>
          <p:cNvSpPr/>
          <p:nvPr/>
        </p:nvSpPr>
        <p:spPr>
          <a:xfrm>
            <a:off x="4629911" y="909002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5" name="Connector 1832"/>
          <p:cNvSpPr/>
          <p:nvPr/>
        </p:nvSpPr>
        <p:spPr>
          <a:xfrm>
            <a:off x="4806696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6" name="Connector 1833"/>
          <p:cNvSpPr/>
          <p:nvPr/>
        </p:nvSpPr>
        <p:spPr>
          <a:xfrm>
            <a:off x="4983479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7" name="Connector 1834"/>
          <p:cNvSpPr/>
          <p:nvPr/>
        </p:nvSpPr>
        <p:spPr>
          <a:xfrm>
            <a:off x="5160264" y="9171940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8" name="Connector 1835"/>
          <p:cNvSpPr/>
          <p:nvPr/>
        </p:nvSpPr>
        <p:spPr>
          <a:xfrm>
            <a:off x="5337047" y="9221089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9" name="Connector 1836"/>
          <p:cNvSpPr/>
          <p:nvPr/>
        </p:nvSpPr>
        <p:spPr>
          <a:xfrm flipV="1">
            <a:off x="3392423" y="9208514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0" name="Connector 1837"/>
          <p:cNvSpPr/>
          <p:nvPr/>
        </p:nvSpPr>
        <p:spPr>
          <a:xfrm flipV="1">
            <a:off x="3657600" y="9149080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1" name="Connector 1838"/>
          <p:cNvSpPr/>
          <p:nvPr/>
        </p:nvSpPr>
        <p:spPr>
          <a:xfrm flipV="1">
            <a:off x="3922776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2" name="Connector 1839"/>
          <p:cNvSpPr/>
          <p:nvPr/>
        </p:nvSpPr>
        <p:spPr>
          <a:xfrm flipV="1">
            <a:off x="4187952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3" name="Connector 1840"/>
          <p:cNvSpPr/>
          <p:nvPr/>
        </p:nvSpPr>
        <p:spPr>
          <a:xfrm flipV="1">
            <a:off x="4453128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4" name="Connector 1841"/>
          <p:cNvSpPr/>
          <p:nvPr/>
        </p:nvSpPr>
        <p:spPr>
          <a:xfrm flipV="1">
            <a:off x="4718303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5" name="Connector 1842"/>
          <p:cNvSpPr/>
          <p:nvPr/>
        </p:nvSpPr>
        <p:spPr>
          <a:xfrm>
            <a:off x="4983479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6" name="Connector 1843"/>
          <p:cNvSpPr/>
          <p:nvPr/>
        </p:nvSpPr>
        <p:spPr>
          <a:xfrm>
            <a:off x="5248655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7" name="Connector 1844"/>
          <p:cNvSpPr/>
          <p:nvPr/>
        </p:nvSpPr>
        <p:spPr>
          <a:xfrm>
            <a:off x="5513832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8" name="Connector 1845"/>
          <p:cNvSpPr/>
          <p:nvPr/>
        </p:nvSpPr>
        <p:spPr>
          <a:xfrm>
            <a:off x="5779008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9" name="Connector 1846"/>
          <p:cNvSpPr/>
          <p:nvPr/>
        </p:nvSpPr>
        <p:spPr>
          <a:xfrm>
            <a:off x="6044184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0" name="Connector 1847"/>
          <p:cNvSpPr/>
          <p:nvPr/>
        </p:nvSpPr>
        <p:spPr>
          <a:xfrm>
            <a:off x="6309359" y="9208516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1" name="Connector 1848"/>
          <p:cNvSpPr/>
          <p:nvPr/>
        </p:nvSpPr>
        <p:spPr>
          <a:xfrm flipV="1">
            <a:off x="3392423" y="9195941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2" name="Connector 1849"/>
          <p:cNvSpPr/>
          <p:nvPr/>
        </p:nvSpPr>
        <p:spPr>
          <a:xfrm flipV="1">
            <a:off x="3745991" y="9126219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3" name="Connector 1850"/>
          <p:cNvSpPr/>
          <p:nvPr/>
        </p:nvSpPr>
        <p:spPr>
          <a:xfrm flipV="1">
            <a:off x="4099559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4" name="Connector 1851"/>
          <p:cNvSpPr/>
          <p:nvPr/>
        </p:nvSpPr>
        <p:spPr>
          <a:xfrm flipV="1">
            <a:off x="4453128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5" name="Connector 1852"/>
          <p:cNvSpPr/>
          <p:nvPr/>
        </p:nvSpPr>
        <p:spPr>
          <a:xfrm flipV="1">
            <a:off x="4806696" y="9010014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6" name="Connector 1853"/>
          <p:cNvSpPr/>
          <p:nvPr/>
        </p:nvSpPr>
        <p:spPr>
          <a:xfrm flipV="1">
            <a:off x="5160262" y="9002268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7" name="Connector 1854"/>
          <p:cNvSpPr/>
          <p:nvPr/>
        </p:nvSpPr>
        <p:spPr>
          <a:xfrm>
            <a:off x="5513832" y="9002268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8" name="Connector 1855"/>
          <p:cNvSpPr/>
          <p:nvPr/>
        </p:nvSpPr>
        <p:spPr>
          <a:xfrm>
            <a:off x="5867399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9" name="Connector 1856"/>
          <p:cNvSpPr/>
          <p:nvPr/>
        </p:nvSpPr>
        <p:spPr>
          <a:xfrm>
            <a:off x="6220967" y="9033256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0" name="Connector 1857"/>
          <p:cNvSpPr/>
          <p:nvPr/>
        </p:nvSpPr>
        <p:spPr>
          <a:xfrm>
            <a:off x="6574535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1" name="Connector 1858"/>
          <p:cNvSpPr/>
          <p:nvPr/>
        </p:nvSpPr>
        <p:spPr>
          <a:xfrm>
            <a:off x="6928104" y="9126219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2" name="Connector 1859"/>
          <p:cNvSpPr/>
          <p:nvPr/>
        </p:nvSpPr>
        <p:spPr>
          <a:xfrm>
            <a:off x="7281671" y="919594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3" name="Connector 1860"/>
          <p:cNvSpPr/>
          <p:nvPr/>
        </p:nvSpPr>
        <p:spPr>
          <a:xfrm flipV="1">
            <a:off x="3392423" y="9183368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4" name="Connector 1861"/>
          <p:cNvSpPr/>
          <p:nvPr/>
        </p:nvSpPr>
        <p:spPr>
          <a:xfrm flipV="1">
            <a:off x="3834384" y="9103359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5" name="Connector 1862"/>
          <p:cNvSpPr/>
          <p:nvPr/>
        </p:nvSpPr>
        <p:spPr>
          <a:xfrm flipV="1">
            <a:off x="4276344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6" name="Connector 1863"/>
          <p:cNvSpPr/>
          <p:nvPr/>
        </p:nvSpPr>
        <p:spPr>
          <a:xfrm flipV="1">
            <a:off x="4718303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7" name="Connector 1864"/>
          <p:cNvSpPr/>
          <p:nvPr/>
        </p:nvSpPr>
        <p:spPr>
          <a:xfrm flipV="1">
            <a:off x="5160264" y="8970010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8" name="Connector 1865"/>
          <p:cNvSpPr/>
          <p:nvPr/>
        </p:nvSpPr>
        <p:spPr>
          <a:xfrm flipV="1">
            <a:off x="5602223" y="8961119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9" name="Connector 1866"/>
          <p:cNvSpPr/>
          <p:nvPr/>
        </p:nvSpPr>
        <p:spPr>
          <a:xfrm>
            <a:off x="6044184" y="8961119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0" name="Connector 1867"/>
          <p:cNvSpPr/>
          <p:nvPr/>
        </p:nvSpPr>
        <p:spPr>
          <a:xfrm>
            <a:off x="6486144" y="897000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1" name="Connector 1868"/>
          <p:cNvSpPr/>
          <p:nvPr/>
        </p:nvSpPr>
        <p:spPr>
          <a:xfrm>
            <a:off x="6928104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2" name="Connector 1869"/>
          <p:cNvSpPr/>
          <p:nvPr/>
        </p:nvSpPr>
        <p:spPr>
          <a:xfrm>
            <a:off x="7370064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3" name="Connector 1870"/>
          <p:cNvSpPr/>
          <p:nvPr/>
        </p:nvSpPr>
        <p:spPr>
          <a:xfrm>
            <a:off x="7812023" y="9103359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4" name="Connector 1871"/>
          <p:cNvSpPr/>
          <p:nvPr/>
        </p:nvSpPr>
        <p:spPr>
          <a:xfrm>
            <a:off x="8253983" y="9183369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5" name="Connector 1872"/>
          <p:cNvSpPr/>
          <p:nvPr/>
        </p:nvSpPr>
        <p:spPr>
          <a:xfrm flipV="1">
            <a:off x="3392423" y="9170796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6" name="Connector 1873"/>
          <p:cNvSpPr/>
          <p:nvPr/>
        </p:nvSpPr>
        <p:spPr>
          <a:xfrm flipV="1">
            <a:off x="3922776" y="9080500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7" name="Connector 1874"/>
          <p:cNvSpPr/>
          <p:nvPr/>
        </p:nvSpPr>
        <p:spPr>
          <a:xfrm flipV="1">
            <a:off x="4453128" y="9010268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8" name="Connector 1875"/>
          <p:cNvSpPr/>
          <p:nvPr/>
        </p:nvSpPr>
        <p:spPr>
          <a:xfrm flipV="1">
            <a:off x="4983479" y="8960104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9" name="Connector 1876"/>
          <p:cNvSpPr/>
          <p:nvPr/>
        </p:nvSpPr>
        <p:spPr>
          <a:xfrm flipV="1">
            <a:off x="5513832" y="8930006"/>
            <a:ext cx="530352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0" name="Connector 1877"/>
          <p:cNvSpPr/>
          <p:nvPr/>
        </p:nvSpPr>
        <p:spPr>
          <a:xfrm flipV="1">
            <a:off x="6044183" y="8919971"/>
            <a:ext cx="530354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1" name="Connector 1878"/>
          <p:cNvSpPr/>
          <p:nvPr/>
        </p:nvSpPr>
        <p:spPr>
          <a:xfrm>
            <a:off x="6574535" y="891997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2" name="Connector 1879"/>
          <p:cNvSpPr/>
          <p:nvPr/>
        </p:nvSpPr>
        <p:spPr>
          <a:xfrm>
            <a:off x="7104888" y="8930005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3" name="Connector 1880"/>
          <p:cNvSpPr/>
          <p:nvPr/>
        </p:nvSpPr>
        <p:spPr>
          <a:xfrm>
            <a:off x="7635240" y="8960104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4" name="Connector 1881"/>
          <p:cNvSpPr/>
          <p:nvPr/>
        </p:nvSpPr>
        <p:spPr>
          <a:xfrm>
            <a:off x="8165592" y="9010268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5" name="Connector 1882"/>
          <p:cNvSpPr/>
          <p:nvPr/>
        </p:nvSpPr>
        <p:spPr>
          <a:xfrm>
            <a:off x="8695943" y="9080499"/>
            <a:ext cx="530353" cy="902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6" name="Connector 1883"/>
          <p:cNvSpPr/>
          <p:nvPr/>
        </p:nvSpPr>
        <p:spPr>
          <a:xfrm>
            <a:off x="9226295" y="9170796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7" name="Connector 1884"/>
          <p:cNvSpPr/>
          <p:nvPr/>
        </p:nvSpPr>
        <p:spPr>
          <a:xfrm flipV="1">
            <a:off x="4453128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8" name="Connector 1885"/>
          <p:cNvSpPr/>
          <p:nvPr/>
        </p:nvSpPr>
        <p:spPr>
          <a:xfrm flipV="1">
            <a:off x="4541518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9" name="Connector 1886"/>
          <p:cNvSpPr/>
          <p:nvPr/>
        </p:nvSpPr>
        <p:spPr>
          <a:xfrm flipV="1">
            <a:off x="4629911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0" name="Connector 1887"/>
          <p:cNvSpPr/>
          <p:nvPr/>
        </p:nvSpPr>
        <p:spPr>
          <a:xfrm flipV="1">
            <a:off x="4718303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1" name="Connector 1888"/>
          <p:cNvSpPr/>
          <p:nvPr/>
        </p:nvSpPr>
        <p:spPr>
          <a:xfrm flipV="1">
            <a:off x="4806696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2" name="Connector 1889"/>
          <p:cNvSpPr/>
          <p:nvPr/>
        </p:nvSpPr>
        <p:spPr>
          <a:xfrm flipV="1">
            <a:off x="4895086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3" name="Connector 1890"/>
          <p:cNvSpPr/>
          <p:nvPr/>
        </p:nvSpPr>
        <p:spPr>
          <a:xfrm>
            <a:off x="4983479" y="9125711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4" name="Connector 1891"/>
          <p:cNvSpPr/>
          <p:nvPr/>
        </p:nvSpPr>
        <p:spPr>
          <a:xfrm>
            <a:off x="5071871" y="9130030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5" name="Connector 1892"/>
          <p:cNvSpPr/>
          <p:nvPr/>
        </p:nvSpPr>
        <p:spPr>
          <a:xfrm>
            <a:off x="5160264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6" name="Connector 1893"/>
          <p:cNvSpPr/>
          <p:nvPr/>
        </p:nvSpPr>
        <p:spPr>
          <a:xfrm>
            <a:off x="5248655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7" name="Connector 1894"/>
          <p:cNvSpPr/>
          <p:nvPr/>
        </p:nvSpPr>
        <p:spPr>
          <a:xfrm>
            <a:off x="5337047" y="9194800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8" name="Connector 1895"/>
          <p:cNvSpPr/>
          <p:nvPr/>
        </p:nvSpPr>
        <p:spPr>
          <a:xfrm>
            <a:off x="5425438" y="9233661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9" name="Connector 1896"/>
          <p:cNvSpPr/>
          <p:nvPr/>
        </p:nvSpPr>
        <p:spPr>
          <a:xfrm flipV="1">
            <a:off x="4453128" y="922108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0" name="Connector 1897"/>
          <p:cNvSpPr/>
          <p:nvPr/>
        </p:nvSpPr>
        <p:spPr>
          <a:xfrm flipV="1">
            <a:off x="4629910" y="9171940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1" name="Connector 1898"/>
          <p:cNvSpPr/>
          <p:nvPr/>
        </p:nvSpPr>
        <p:spPr>
          <a:xfrm flipV="1">
            <a:off x="4806696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2" name="Connector 1899"/>
          <p:cNvSpPr/>
          <p:nvPr/>
        </p:nvSpPr>
        <p:spPr>
          <a:xfrm flipV="1">
            <a:off x="4983479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3" name="Connector 1900"/>
          <p:cNvSpPr/>
          <p:nvPr/>
        </p:nvSpPr>
        <p:spPr>
          <a:xfrm flipV="1">
            <a:off x="5160264" y="9090024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4" name="Connector 1901"/>
          <p:cNvSpPr/>
          <p:nvPr/>
        </p:nvSpPr>
        <p:spPr>
          <a:xfrm flipV="1">
            <a:off x="5337047" y="908456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5" name="Connector 1902"/>
          <p:cNvSpPr/>
          <p:nvPr/>
        </p:nvSpPr>
        <p:spPr>
          <a:xfrm>
            <a:off x="5513832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6" name="Connector 1903"/>
          <p:cNvSpPr/>
          <p:nvPr/>
        </p:nvSpPr>
        <p:spPr>
          <a:xfrm>
            <a:off x="5690615" y="909002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7" name="Connector 1904"/>
          <p:cNvSpPr/>
          <p:nvPr/>
        </p:nvSpPr>
        <p:spPr>
          <a:xfrm>
            <a:off x="5867399" y="9106407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8" name="Connector 1905"/>
          <p:cNvSpPr/>
          <p:nvPr/>
        </p:nvSpPr>
        <p:spPr>
          <a:xfrm>
            <a:off x="6044184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9" name="Connector 1906"/>
          <p:cNvSpPr/>
          <p:nvPr/>
        </p:nvSpPr>
        <p:spPr>
          <a:xfrm>
            <a:off x="6220967" y="9171940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0" name="Connector 1907"/>
          <p:cNvSpPr/>
          <p:nvPr/>
        </p:nvSpPr>
        <p:spPr>
          <a:xfrm>
            <a:off x="6397750" y="9221089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1" name="Connector 1908"/>
          <p:cNvSpPr/>
          <p:nvPr/>
        </p:nvSpPr>
        <p:spPr>
          <a:xfrm flipV="1">
            <a:off x="4453128" y="9208514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2" name="Connector 1909"/>
          <p:cNvSpPr/>
          <p:nvPr/>
        </p:nvSpPr>
        <p:spPr>
          <a:xfrm flipV="1">
            <a:off x="4718303" y="9149080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3" name="Connector 1910"/>
          <p:cNvSpPr/>
          <p:nvPr/>
        </p:nvSpPr>
        <p:spPr>
          <a:xfrm flipV="1">
            <a:off x="4983479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4" name="Connector 1911"/>
          <p:cNvSpPr/>
          <p:nvPr/>
        </p:nvSpPr>
        <p:spPr>
          <a:xfrm flipV="1">
            <a:off x="5248655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5" name="Connector 1912"/>
          <p:cNvSpPr/>
          <p:nvPr/>
        </p:nvSpPr>
        <p:spPr>
          <a:xfrm flipV="1">
            <a:off x="5513832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6" name="Connector 1913"/>
          <p:cNvSpPr/>
          <p:nvPr/>
        </p:nvSpPr>
        <p:spPr>
          <a:xfrm flipV="1">
            <a:off x="5779008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7" name="Connector 1914"/>
          <p:cNvSpPr/>
          <p:nvPr/>
        </p:nvSpPr>
        <p:spPr>
          <a:xfrm>
            <a:off x="6044184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8" name="Connector 1915"/>
          <p:cNvSpPr/>
          <p:nvPr/>
        </p:nvSpPr>
        <p:spPr>
          <a:xfrm>
            <a:off x="6309359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9" name="Connector 1916"/>
          <p:cNvSpPr/>
          <p:nvPr/>
        </p:nvSpPr>
        <p:spPr>
          <a:xfrm>
            <a:off x="6574535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0" name="Connector 1917"/>
          <p:cNvSpPr/>
          <p:nvPr/>
        </p:nvSpPr>
        <p:spPr>
          <a:xfrm>
            <a:off x="6839711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1" name="Connector 1918"/>
          <p:cNvSpPr/>
          <p:nvPr/>
        </p:nvSpPr>
        <p:spPr>
          <a:xfrm>
            <a:off x="7104888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2" name="Connector 1919"/>
          <p:cNvSpPr/>
          <p:nvPr/>
        </p:nvSpPr>
        <p:spPr>
          <a:xfrm>
            <a:off x="7370064" y="9208516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3" name="Connector 1920"/>
          <p:cNvSpPr/>
          <p:nvPr/>
        </p:nvSpPr>
        <p:spPr>
          <a:xfrm flipV="1">
            <a:off x="4453128" y="919594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4" name="Connector 1921"/>
          <p:cNvSpPr/>
          <p:nvPr/>
        </p:nvSpPr>
        <p:spPr>
          <a:xfrm flipV="1">
            <a:off x="4806694" y="9126219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5" name="Connector 1922"/>
          <p:cNvSpPr/>
          <p:nvPr/>
        </p:nvSpPr>
        <p:spPr>
          <a:xfrm flipV="1">
            <a:off x="5160264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6" name="Connector 1923"/>
          <p:cNvSpPr/>
          <p:nvPr/>
        </p:nvSpPr>
        <p:spPr>
          <a:xfrm flipV="1">
            <a:off x="5513832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7" name="Connector 1924"/>
          <p:cNvSpPr/>
          <p:nvPr/>
        </p:nvSpPr>
        <p:spPr>
          <a:xfrm flipV="1">
            <a:off x="5867399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8" name="Connector 1925"/>
          <p:cNvSpPr/>
          <p:nvPr/>
        </p:nvSpPr>
        <p:spPr>
          <a:xfrm flipV="1">
            <a:off x="6220967" y="9002268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9" name="Connector 1926"/>
          <p:cNvSpPr/>
          <p:nvPr/>
        </p:nvSpPr>
        <p:spPr>
          <a:xfrm>
            <a:off x="6574535" y="9002268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0" name="Connector 1927"/>
          <p:cNvSpPr/>
          <p:nvPr/>
        </p:nvSpPr>
        <p:spPr>
          <a:xfrm>
            <a:off x="6928104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1" name="Connector 1928"/>
          <p:cNvSpPr/>
          <p:nvPr/>
        </p:nvSpPr>
        <p:spPr>
          <a:xfrm>
            <a:off x="7281671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2" name="Connector 1929"/>
          <p:cNvSpPr/>
          <p:nvPr/>
        </p:nvSpPr>
        <p:spPr>
          <a:xfrm>
            <a:off x="7635240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3" name="Connector 1930"/>
          <p:cNvSpPr/>
          <p:nvPr/>
        </p:nvSpPr>
        <p:spPr>
          <a:xfrm>
            <a:off x="7988807" y="9126219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4" name="Connector 1931"/>
          <p:cNvSpPr/>
          <p:nvPr/>
        </p:nvSpPr>
        <p:spPr>
          <a:xfrm>
            <a:off x="8342376" y="919594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5" name="Connector 1932"/>
          <p:cNvSpPr/>
          <p:nvPr/>
        </p:nvSpPr>
        <p:spPr>
          <a:xfrm flipV="1">
            <a:off x="4453128" y="918336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6" name="Connector 1933"/>
          <p:cNvSpPr/>
          <p:nvPr/>
        </p:nvSpPr>
        <p:spPr>
          <a:xfrm flipV="1">
            <a:off x="4895086" y="910335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7" name="Connector 1934"/>
          <p:cNvSpPr/>
          <p:nvPr/>
        </p:nvSpPr>
        <p:spPr>
          <a:xfrm flipV="1">
            <a:off x="5337047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8" name="Connector 1935"/>
          <p:cNvSpPr/>
          <p:nvPr/>
        </p:nvSpPr>
        <p:spPr>
          <a:xfrm flipV="1">
            <a:off x="5779008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9" name="Connector 1936"/>
          <p:cNvSpPr/>
          <p:nvPr/>
        </p:nvSpPr>
        <p:spPr>
          <a:xfrm flipV="1">
            <a:off x="6220967" y="8970010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0" name="Connector 1937"/>
          <p:cNvSpPr/>
          <p:nvPr/>
        </p:nvSpPr>
        <p:spPr>
          <a:xfrm flipV="1">
            <a:off x="6662926" y="8961119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1" name="Connector 1938"/>
          <p:cNvSpPr/>
          <p:nvPr/>
        </p:nvSpPr>
        <p:spPr>
          <a:xfrm>
            <a:off x="7104888" y="8961119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2" name="Connector 1939"/>
          <p:cNvSpPr/>
          <p:nvPr/>
        </p:nvSpPr>
        <p:spPr>
          <a:xfrm>
            <a:off x="7546847" y="897000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3" name="Connector 1940"/>
          <p:cNvSpPr/>
          <p:nvPr/>
        </p:nvSpPr>
        <p:spPr>
          <a:xfrm>
            <a:off x="7988807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4" name="Connector 1941"/>
          <p:cNvSpPr/>
          <p:nvPr/>
        </p:nvSpPr>
        <p:spPr>
          <a:xfrm>
            <a:off x="8430768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5" name="Connector 1942"/>
          <p:cNvSpPr/>
          <p:nvPr/>
        </p:nvSpPr>
        <p:spPr>
          <a:xfrm>
            <a:off x="8872728" y="9103359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6" name="Connector 1943"/>
          <p:cNvSpPr/>
          <p:nvPr/>
        </p:nvSpPr>
        <p:spPr>
          <a:xfrm>
            <a:off x="9314688" y="9183369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7" name="Connector 1944"/>
          <p:cNvSpPr/>
          <p:nvPr/>
        </p:nvSpPr>
        <p:spPr>
          <a:xfrm flipV="1">
            <a:off x="5513832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8" name="Connector 1945"/>
          <p:cNvSpPr/>
          <p:nvPr/>
        </p:nvSpPr>
        <p:spPr>
          <a:xfrm flipV="1">
            <a:off x="5602223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9" name="Connector 1946"/>
          <p:cNvSpPr/>
          <p:nvPr/>
        </p:nvSpPr>
        <p:spPr>
          <a:xfrm flipV="1">
            <a:off x="5690615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0" name="Connector 1947"/>
          <p:cNvSpPr/>
          <p:nvPr/>
        </p:nvSpPr>
        <p:spPr>
          <a:xfrm flipV="1">
            <a:off x="5779008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1" name="Connector 1948"/>
          <p:cNvSpPr/>
          <p:nvPr/>
        </p:nvSpPr>
        <p:spPr>
          <a:xfrm flipV="1">
            <a:off x="5867399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2" name="Connector 1949"/>
          <p:cNvSpPr/>
          <p:nvPr/>
        </p:nvSpPr>
        <p:spPr>
          <a:xfrm flipV="1">
            <a:off x="5955791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3" name="Connector 1950"/>
          <p:cNvSpPr/>
          <p:nvPr/>
        </p:nvSpPr>
        <p:spPr>
          <a:xfrm>
            <a:off x="6044184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4" name="Connector 1951"/>
          <p:cNvSpPr/>
          <p:nvPr/>
        </p:nvSpPr>
        <p:spPr>
          <a:xfrm>
            <a:off x="6132576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5" name="Connector 1952"/>
          <p:cNvSpPr/>
          <p:nvPr/>
        </p:nvSpPr>
        <p:spPr>
          <a:xfrm>
            <a:off x="6220967" y="9142983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6" name="Connector 1953"/>
          <p:cNvSpPr/>
          <p:nvPr/>
        </p:nvSpPr>
        <p:spPr>
          <a:xfrm>
            <a:off x="6309359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7" name="Connector 1954"/>
          <p:cNvSpPr/>
          <p:nvPr/>
        </p:nvSpPr>
        <p:spPr>
          <a:xfrm>
            <a:off x="6397752" y="919480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8" name="Connector 1955"/>
          <p:cNvSpPr/>
          <p:nvPr/>
        </p:nvSpPr>
        <p:spPr>
          <a:xfrm>
            <a:off x="6486144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9" name="Connector 1956"/>
          <p:cNvSpPr/>
          <p:nvPr/>
        </p:nvSpPr>
        <p:spPr>
          <a:xfrm flipV="1">
            <a:off x="5513832" y="922108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0" name="Connector 1957"/>
          <p:cNvSpPr/>
          <p:nvPr/>
        </p:nvSpPr>
        <p:spPr>
          <a:xfrm flipV="1">
            <a:off x="5690615" y="9171940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1" name="Connector 1958"/>
          <p:cNvSpPr/>
          <p:nvPr/>
        </p:nvSpPr>
        <p:spPr>
          <a:xfrm flipV="1">
            <a:off x="5867399" y="9133713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2" name="Connector 1959"/>
          <p:cNvSpPr/>
          <p:nvPr/>
        </p:nvSpPr>
        <p:spPr>
          <a:xfrm flipV="1">
            <a:off x="6044184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3" name="Connector 1960"/>
          <p:cNvSpPr/>
          <p:nvPr/>
        </p:nvSpPr>
        <p:spPr>
          <a:xfrm flipV="1">
            <a:off x="6220967" y="9090024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4" name="Connector 1961"/>
          <p:cNvSpPr/>
          <p:nvPr/>
        </p:nvSpPr>
        <p:spPr>
          <a:xfrm flipV="1">
            <a:off x="6397750" y="908456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5" name="Connector 1962"/>
          <p:cNvSpPr/>
          <p:nvPr/>
        </p:nvSpPr>
        <p:spPr>
          <a:xfrm>
            <a:off x="6574535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6" name="Connector 1963"/>
          <p:cNvSpPr/>
          <p:nvPr/>
        </p:nvSpPr>
        <p:spPr>
          <a:xfrm>
            <a:off x="6751319" y="909002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7" name="Connector 1964"/>
          <p:cNvSpPr/>
          <p:nvPr/>
        </p:nvSpPr>
        <p:spPr>
          <a:xfrm>
            <a:off x="6928104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8" name="Connector 1965"/>
          <p:cNvSpPr/>
          <p:nvPr/>
        </p:nvSpPr>
        <p:spPr>
          <a:xfrm>
            <a:off x="7104888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9" name="Connector 1966"/>
          <p:cNvSpPr/>
          <p:nvPr/>
        </p:nvSpPr>
        <p:spPr>
          <a:xfrm>
            <a:off x="7281671" y="9171940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0" name="Connector 1967"/>
          <p:cNvSpPr/>
          <p:nvPr/>
        </p:nvSpPr>
        <p:spPr>
          <a:xfrm>
            <a:off x="7458456" y="922108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1" name="Connector 1968"/>
          <p:cNvSpPr/>
          <p:nvPr/>
        </p:nvSpPr>
        <p:spPr>
          <a:xfrm flipV="1">
            <a:off x="5513832" y="9208514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2" name="Connector 1969"/>
          <p:cNvSpPr/>
          <p:nvPr/>
        </p:nvSpPr>
        <p:spPr>
          <a:xfrm flipV="1">
            <a:off x="5779006" y="9149080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3" name="Connector 1970"/>
          <p:cNvSpPr/>
          <p:nvPr/>
        </p:nvSpPr>
        <p:spPr>
          <a:xfrm flipV="1">
            <a:off x="6044184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4" name="Connector 1971"/>
          <p:cNvSpPr/>
          <p:nvPr/>
        </p:nvSpPr>
        <p:spPr>
          <a:xfrm flipV="1">
            <a:off x="6309359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5" name="Connector 1972"/>
          <p:cNvSpPr/>
          <p:nvPr/>
        </p:nvSpPr>
        <p:spPr>
          <a:xfrm flipV="1">
            <a:off x="6574535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6" name="Connector 1973"/>
          <p:cNvSpPr/>
          <p:nvPr/>
        </p:nvSpPr>
        <p:spPr>
          <a:xfrm flipV="1">
            <a:off x="6839711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7" name="Connector 1974"/>
          <p:cNvSpPr/>
          <p:nvPr/>
        </p:nvSpPr>
        <p:spPr>
          <a:xfrm>
            <a:off x="7104888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8" name="Connector 1975"/>
          <p:cNvSpPr/>
          <p:nvPr/>
        </p:nvSpPr>
        <p:spPr>
          <a:xfrm>
            <a:off x="7370064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9" name="Connector 1976"/>
          <p:cNvSpPr/>
          <p:nvPr/>
        </p:nvSpPr>
        <p:spPr>
          <a:xfrm>
            <a:off x="7635240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0" name="Connector 1977"/>
          <p:cNvSpPr/>
          <p:nvPr/>
        </p:nvSpPr>
        <p:spPr>
          <a:xfrm>
            <a:off x="7900416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1" name="Connector 1978"/>
          <p:cNvSpPr/>
          <p:nvPr/>
        </p:nvSpPr>
        <p:spPr>
          <a:xfrm>
            <a:off x="8165592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2" name="Connector 1979"/>
          <p:cNvSpPr/>
          <p:nvPr/>
        </p:nvSpPr>
        <p:spPr>
          <a:xfrm>
            <a:off x="8430768" y="9208516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3" name="Connector 1980"/>
          <p:cNvSpPr/>
          <p:nvPr/>
        </p:nvSpPr>
        <p:spPr>
          <a:xfrm flipV="1">
            <a:off x="5513832" y="919594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4" name="Connector 1981"/>
          <p:cNvSpPr/>
          <p:nvPr/>
        </p:nvSpPr>
        <p:spPr>
          <a:xfrm flipV="1">
            <a:off x="5867398" y="9126219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5" name="Connector 1982"/>
          <p:cNvSpPr/>
          <p:nvPr/>
        </p:nvSpPr>
        <p:spPr>
          <a:xfrm flipV="1">
            <a:off x="6220967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6" name="Connector 1983"/>
          <p:cNvSpPr/>
          <p:nvPr/>
        </p:nvSpPr>
        <p:spPr>
          <a:xfrm flipV="1">
            <a:off x="6574535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7" name="Connector 1984"/>
          <p:cNvSpPr/>
          <p:nvPr/>
        </p:nvSpPr>
        <p:spPr>
          <a:xfrm flipV="1">
            <a:off x="6928104" y="9010014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8" name="Connector 1985"/>
          <p:cNvSpPr/>
          <p:nvPr/>
        </p:nvSpPr>
        <p:spPr>
          <a:xfrm flipV="1">
            <a:off x="7281671" y="9002268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9" name="Connector 1986"/>
          <p:cNvSpPr/>
          <p:nvPr/>
        </p:nvSpPr>
        <p:spPr>
          <a:xfrm>
            <a:off x="7635240" y="9002268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0" name="Connector 1987"/>
          <p:cNvSpPr/>
          <p:nvPr/>
        </p:nvSpPr>
        <p:spPr>
          <a:xfrm>
            <a:off x="7988807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1" name="Connector 1988"/>
          <p:cNvSpPr/>
          <p:nvPr/>
        </p:nvSpPr>
        <p:spPr>
          <a:xfrm>
            <a:off x="8342376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2" name="Connector 1989"/>
          <p:cNvSpPr/>
          <p:nvPr/>
        </p:nvSpPr>
        <p:spPr>
          <a:xfrm>
            <a:off x="8695943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3" name="Connector 1990"/>
          <p:cNvSpPr/>
          <p:nvPr/>
        </p:nvSpPr>
        <p:spPr>
          <a:xfrm>
            <a:off x="9049511" y="9126219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4" name="Connector 1991"/>
          <p:cNvSpPr/>
          <p:nvPr/>
        </p:nvSpPr>
        <p:spPr>
          <a:xfrm>
            <a:off x="9403080" y="919594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5" name="Connector 1992"/>
          <p:cNvSpPr/>
          <p:nvPr/>
        </p:nvSpPr>
        <p:spPr>
          <a:xfrm flipV="1">
            <a:off x="6574535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6" name="Connector 1993"/>
          <p:cNvSpPr/>
          <p:nvPr/>
        </p:nvSpPr>
        <p:spPr>
          <a:xfrm flipV="1">
            <a:off x="6662926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7" name="Connector 1994"/>
          <p:cNvSpPr/>
          <p:nvPr/>
        </p:nvSpPr>
        <p:spPr>
          <a:xfrm flipV="1">
            <a:off x="6751319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8" name="Connector 1995"/>
          <p:cNvSpPr/>
          <p:nvPr/>
        </p:nvSpPr>
        <p:spPr>
          <a:xfrm flipV="1">
            <a:off x="6839711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9" name="Connector 1996"/>
          <p:cNvSpPr/>
          <p:nvPr/>
        </p:nvSpPr>
        <p:spPr>
          <a:xfrm flipV="1">
            <a:off x="6928104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0" name="Connector 1997"/>
          <p:cNvSpPr/>
          <p:nvPr/>
        </p:nvSpPr>
        <p:spPr>
          <a:xfrm flipV="1">
            <a:off x="7016495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1" name="Connector 1998"/>
          <p:cNvSpPr/>
          <p:nvPr/>
        </p:nvSpPr>
        <p:spPr>
          <a:xfrm>
            <a:off x="7104888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2" name="Connector 1999"/>
          <p:cNvSpPr/>
          <p:nvPr/>
        </p:nvSpPr>
        <p:spPr>
          <a:xfrm>
            <a:off x="7193280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3" name="Connector 2000"/>
          <p:cNvSpPr/>
          <p:nvPr/>
        </p:nvSpPr>
        <p:spPr>
          <a:xfrm>
            <a:off x="7281671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4" name="Connector 2001"/>
          <p:cNvSpPr/>
          <p:nvPr/>
        </p:nvSpPr>
        <p:spPr>
          <a:xfrm>
            <a:off x="7370064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5" name="Connector 2002"/>
          <p:cNvSpPr/>
          <p:nvPr/>
        </p:nvSpPr>
        <p:spPr>
          <a:xfrm>
            <a:off x="7458456" y="9194800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6" name="Connector 2003"/>
          <p:cNvSpPr/>
          <p:nvPr/>
        </p:nvSpPr>
        <p:spPr>
          <a:xfrm>
            <a:off x="7546847" y="9233661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7" name="Connector 2004"/>
          <p:cNvSpPr/>
          <p:nvPr/>
        </p:nvSpPr>
        <p:spPr>
          <a:xfrm flipV="1">
            <a:off x="6574535" y="9221088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8" name="Connector 2005"/>
          <p:cNvSpPr/>
          <p:nvPr/>
        </p:nvSpPr>
        <p:spPr>
          <a:xfrm flipV="1">
            <a:off x="6751319" y="9171940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9" name="Connector 2006"/>
          <p:cNvSpPr/>
          <p:nvPr/>
        </p:nvSpPr>
        <p:spPr>
          <a:xfrm flipV="1">
            <a:off x="6928104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0" name="Connector 2007"/>
          <p:cNvSpPr/>
          <p:nvPr/>
        </p:nvSpPr>
        <p:spPr>
          <a:xfrm flipV="1">
            <a:off x="7104888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1" name="Connector 2008"/>
          <p:cNvSpPr/>
          <p:nvPr/>
        </p:nvSpPr>
        <p:spPr>
          <a:xfrm flipV="1">
            <a:off x="7281671" y="9090024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2" name="Connector 2009"/>
          <p:cNvSpPr/>
          <p:nvPr/>
        </p:nvSpPr>
        <p:spPr>
          <a:xfrm flipV="1">
            <a:off x="7458454" y="908456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3" name="Connector 2010"/>
          <p:cNvSpPr/>
          <p:nvPr/>
        </p:nvSpPr>
        <p:spPr>
          <a:xfrm>
            <a:off x="7635240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4" name="Connector 2011"/>
          <p:cNvSpPr/>
          <p:nvPr/>
        </p:nvSpPr>
        <p:spPr>
          <a:xfrm>
            <a:off x="7812023" y="909002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5" name="Connector 2012"/>
          <p:cNvSpPr/>
          <p:nvPr/>
        </p:nvSpPr>
        <p:spPr>
          <a:xfrm>
            <a:off x="7988807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6" name="Connector 2013"/>
          <p:cNvSpPr/>
          <p:nvPr/>
        </p:nvSpPr>
        <p:spPr>
          <a:xfrm>
            <a:off x="8165592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7" name="Connector 2014"/>
          <p:cNvSpPr/>
          <p:nvPr/>
        </p:nvSpPr>
        <p:spPr>
          <a:xfrm>
            <a:off x="8342376" y="9171940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8" name="Connector 2015"/>
          <p:cNvSpPr/>
          <p:nvPr/>
        </p:nvSpPr>
        <p:spPr>
          <a:xfrm>
            <a:off x="8519159" y="922108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9" name="Connector 2016"/>
          <p:cNvSpPr/>
          <p:nvPr/>
        </p:nvSpPr>
        <p:spPr>
          <a:xfrm flipV="1">
            <a:off x="6574535" y="9208514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0" name="Connector 2017"/>
          <p:cNvSpPr/>
          <p:nvPr/>
        </p:nvSpPr>
        <p:spPr>
          <a:xfrm flipV="1">
            <a:off x="6839711" y="9149080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1" name="Connector 2018"/>
          <p:cNvSpPr/>
          <p:nvPr/>
        </p:nvSpPr>
        <p:spPr>
          <a:xfrm flipV="1">
            <a:off x="7104888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2" name="Connector 2019"/>
          <p:cNvSpPr/>
          <p:nvPr/>
        </p:nvSpPr>
        <p:spPr>
          <a:xfrm flipV="1">
            <a:off x="7370064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3" name="Connector 2020"/>
          <p:cNvSpPr/>
          <p:nvPr/>
        </p:nvSpPr>
        <p:spPr>
          <a:xfrm flipV="1">
            <a:off x="7635240" y="9050019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4" name="Connector 2021"/>
          <p:cNvSpPr/>
          <p:nvPr/>
        </p:nvSpPr>
        <p:spPr>
          <a:xfrm flipV="1">
            <a:off x="7900414" y="9043416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5" name="Connector 2022"/>
          <p:cNvSpPr/>
          <p:nvPr/>
        </p:nvSpPr>
        <p:spPr>
          <a:xfrm>
            <a:off x="8165592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6" name="Connector 2023"/>
          <p:cNvSpPr/>
          <p:nvPr/>
        </p:nvSpPr>
        <p:spPr>
          <a:xfrm>
            <a:off x="8430768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7" name="Connector 2024"/>
          <p:cNvSpPr/>
          <p:nvPr/>
        </p:nvSpPr>
        <p:spPr>
          <a:xfrm>
            <a:off x="8695943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8" name="Connector 2025"/>
          <p:cNvSpPr/>
          <p:nvPr/>
        </p:nvSpPr>
        <p:spPr>
          <a:xfrm>
            <a:off x="8961119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9" name="Connector 2026"/>
          <p:cNvSpPr/>
          <p:nvPr/>
        </p:nvSpPr>
        <p:spPr>
          <a:xfrm>
            <a:off x="9226295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0" name="Connector 2027"/>
          <p:cNvSpPr/>
          <p:nvPr/>
        </p:nvSpPr>
        <p:spPr>
          <a:xfrm>
            <a:off x="9491471" y="9208516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1" name="Connector 2028"/>
          <p:cNvSpPr/>
          <p:nvPr/>
        </p:nvSpPr>
        <p:spPr>
          <a:xfrm flipV="1">
            <a:off x="7635240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2" name="Connector 2029"/>
          <p:cNvSpPr/>
          <p:nvPr/>
        </p:nvSpPr>
        <p:spPr>
          <a:xfrm flipV="1">
            <a:off x="7723630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3" name="Connector 2030"/>
          <p:cNvSpPr/>
          <p:nvPr/>
        </p:nvSpPr>
        <p:spPr>
          <a:xfrm flipV="1">
            <a:off x="7812023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4" name="Connector 2031"/>
          <p:cNvSpPr/>
          <p:nvPr/>
        </p:nvSpPr>
        <p:spPr>
          <a:xfrm flipV="1">
            <a:off x="7900416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5" name="Connector 2032"/>
          <p:cNvSpPr/>
          <p:nvPr/>
        </p:nvSpPr>
        <p:spPr>
          <a:xfrm flipV="1">
            <a:off x="7988807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6" name="Connector 2033"/>
          <p:cNvSpPr/>
          <p:nvPr/>
        </p:nvSpPr>
        <p:spPr>
          <a:xfrm flipV="1">
            <a:off x="8077199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7" name="Connector 2034"/>
          <p:cNvSpPr/>
          <p:nvPr/>
        </p:nvSpPr>
        <p:spPr>
          <a:xfrm>
            <a:off x="8165592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8" name="Connector 2035"/>
          <p:cNvSpPr/>
          <p:nvPr/>
        </p:nvSpPr>
        <p:spPr>
          <a:xfrm>
            <a:off x="8253983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9" name="Connector 2036"/>
          <p:cNvSpPr/>
          <p:nvPr/>
        </p:nvSpPr>
        <p:spPr>
          <a:xfrm>
            <a:off x="8342376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0" name="Connector 2037"/>
          <p:cNvSpPr/>
          <p:nvPr/>
        </p:nvSpPr>
        <p:spPr>
          <a:xfrm>
            <a:off x="8430768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1" name="Connector 2038"/>
          <p:cNvSpPr/>
          <p:nvPr/>
        </p:nvSpPr>
        <p:spPr>
          <a:xfrm>
            <a:off x="8519159" y="919480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2" name="Connector 2039"/>
          <p:cNvSpPr/>
          <p:nvPr/>
        </p:nvSpPr>
        <p:spPr>
          <a:xfrm>
            <a:off x="8607552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3" name="Connector 2040"/>
          <p:cNvSpPr/>
          <p:nvPr/>
        </p:nvSpPr>
        <p:spPr>
          <a:xfrm flipV="1">
            <a:off x="7635240" y="922108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4" name="Connector 2041"/>
          <p:cNvSpPr/>
          <p:nvPr/>
        </p:nvSpPr>
        <p:spPr>
          <a:xfrm flipV="1">
            <a:off x="7812023" y="9171940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5" name="Connector 2042"/>
          <p:cNvSpPr/>
          <p:nvPr/>
        </p:nvSpPr>
        <p:spPr>
          <a:xfrm flipV="1">
            <a:off x="7988807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6" name="Connector 2043"/>
          <p:cNvSpPr/>
          <p:nvPr/>
        </p:nvSpPr>
        <p:spPr>
          <a:xfrm flipV="1">
            <a:off x="8165592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7" name="Connector 2044"/>
          <p:cNvSpPr/>
          <p:nvPr/>
        </p:nvSpPr>
        <p:spPr>
          <a:xfrm flipV="1">
            <a:off x="8342376" y="9090024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8" name="Connector 2045"/>
          <p:cNvSpPr/>
          <p:nvPr/>
        </p:nvSpPr>
        <p:spPr>
          <a:xfrm flipV="1">
            <a:off x="8519159" y="908456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9" name="Connector 2046"/>
          <p:cNvSpPr/>
          <p:nvPr/>
        </p:nvSpPr>
        <p:spPr>
          <a:xfrm>
            <a:off x="8695943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0" name="Connector 2047"/>
          <p:cNvSpPr/>
          <p:nvPr/>
        </p:nvSpPr>
        <p:spPr>
          <a:xfrm>
            <a:off x="8872728" y="909002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1" name="Connector 2048"/>
          <p:cNvSpPr/>
          <p:nvPr/>
        </p:nvSpPr>
        <p:spPr>
          <a:xfrm>
            <a:off x="9049511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2" name="Connector 2049"/>
          <p:cNvSpPr/>
          <p:nvPr/>
        </p:nvSpPr>
        <p:spPr>
          <a:xfrm>
            <a:off x="9226295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3" name="Connector 2050"/>
          <p:cNvSpPr/>
          <p:nvPr/>
        </p:nvSpPr>
        <p:spPr>
          <a:xfrm>
            <a:off x="9403080" y="9171940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4" name="Connector 2051"/>
          <p:cNvSpPr/>
          <p:nvPr/>
        </p:nvSpPr>
        <p:spPr>
          <a:xfrm>
            <a:off x="9579864" y="922108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5" name="Connector 2052"/>
          <p:cNvSpPr/>
          <p:nvPr/>
        </p:nvSpPr>
        <p:spPr>
          <a:xfrm flipV="1">
            <a:off x="8695943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6" name="Connector 2053"/>
          <p:cNvSpPr/>
          <p:nvPr/>
        </p:nvSpPr>
        <p:spPr>
          <a:xfrm flipV="1">
            <a:off x="8784335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7" name="Connector 2054"/>
          <p:cNvSpPr/>
          <p:nvPr/>
        </p:nvSpPr>
        <p:spPr>
          <a:xfrm flipV="1">
            <a:off x="8872728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8" name="Connector 2055"/>
          <p:cNvSpPr/>
          <p:nvPr/>
        </p:nvSpPr>
        <p:spPr>
          <a:xfrm flipV="1">
            <a:off x="8961119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9" name="Connector 2056"/>
          <p:cNvSpPr/>
          <p:nvPr/>
        </p:nvSpPr>
        <p:spPr>
          <a:xfrm flipV="1">
            <a:off x="9049511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0" name="Connector 2057"/>
          <p:cNvSpPr/>
          <p:nvPr/>
        </p:nvSpPr>
        <p:spPr>
          <a:xfrm flipV="1">
            <a:off x="9137902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1" name="Connector 2058"/>
          <p:cNvSpPr/>
          <p:nvPr/>
        </p:nvSpPr>
        <p:spPr>
          <a:xfrm>
            <a:off x="9226295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2" name="Connector 2059"/>
          <p:cNvSpPr/>
          <p:nvPr/>
        </p:nvSpPr>
        <p:spPr>
          <a:xfrm>
            <a:off x="9314688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3" name="Connector 2060"/>
          <p:cNvSpPr/>
          <p:nvPr/>
        </p:nvSpPr>
        <p:spPr>
          <a:xfrm>
            <a:off x="9403080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4" name="Connector 2061"/>
          <p:cNvSpPr/>
          <p:nvPr/>
        </p:nvSpPr>
        <p:spPr>
          <a:xfrm>
            <a:off x="9491471" y="9164573"/>
            <a:ext cx="88392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5" name="Connector 2062"/>
          <p:cNvSpPr/>
          <p:nvPr/>
        </p:nvSpPr>
        <p:spPr>
          <a:xfrm>
            <a:off x="9579863" y="9194800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6" name="Connector 2063"/>
          <p:cNvSpPr/>
          <p:nvPr/>
        </p:nvSpPr>
        <p:spPr>
          <a:xfrm>
            <a:off x="9668256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7" name="Connector 2064"/>
          <p:cNvSpPr/>
          <p:nvPr/>
        </p:nvSpPr>
        <p:spPr>
          <a:xfrm flipV="1">
            <a:off x="2331720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8" name="Connector 2065"/>
          <p:cNvSpPr/>
          <p:nvPr/>
        </p:nvSpPr>
        <p:spPr>
          <a:xfrm flipV="1">
            <a:off x="2420111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9" name="Connector 2066"/>
          <p:cNvSpPr/>
          <p:nvPr/>
        </p:nvSpPr>
        <p:spPr>
          <a:xfrm flipV="1">
            <a:off x="2508504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0" name="Connector 2067"/>
          <p:cNvSpPr/>
          <p:nvPr/>
        </p:nvSpPr>
        <p:spPr>
          <a:xfrm flipV="1">
            <a:off x="2596895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1" name="Connector 2068"/>
          <p:cNvSpPr/>
          <p:nvPr/>
        </p:nvSpPr>
        <p:spPr>
          <a:xfrm flipV="1">
            <a:off x="2685288" y="9989564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2" name="Connector 2069"/>
          <p:cNvSpPr/>
          <p:nvPr/>
        </p:nvSpPr>
        <p:spPr>
          <a:xfrm flipV="1">
            <a:off x="2773679" y="9985247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3" name="Connector 2070"/>
          <p:cNvSpPr/>
          <p:nvPr/>
        </p:nvSpPr>
        <p:spPr>
          <a:xfrm>
            <a:off x="2862072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4" name="Connector 2071"/>
          <p:cNvSpPr/>
          <p:nvPr/>
        </p:nvSpPr>
        <p:spPr>
          <a:xfrm>
            <a:off x="2950464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5" name="Connector 2072"/>
          <p:cNvSpPr/>
          <p:nvPr/>
        </p:nvSpPr>
        <p:spPr>
          <a:xfrm>
            <a:off x="3038855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6" name="Connector 2073"/>
          <p:cNvSpPr/>
          <p:nvPr/>
        </p:nvSpPr>
        <p:spPr>
          <a:xfrm>
            <a:off x="3127248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7" name="Connector 2074"/>
          <p:cNvSpPr/>
          <p:nvPr/>
        </p:nvSpPr>
        <p:spPr>
          <a:xfrm>
            <a:off x="3215639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8" name="Connector 2075"/>
          <p:cNvSpPr/>
          <p:nvPr/>
        </p:nvSpPr>
        <p:spPr>
          <a:xfrm>
            <a:off x="3304032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9" name="Connector 2076"/>
          <p:cNvSpPr/>
          <p:nvPr/>
        </p:nvSpPr>
        <p:spPr>
          <a:xfrm flipV="1">
            <a:off x="2331720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0" name="Connector 2077"/>
          <p:cNvSpPr/>
          <p:nvPr/>
        </p:nvSpPr>
        <p:spPr>
          <a:xfrm flipV="1">
            <a:off x="2508504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1" name="Connector 2078"/>
          <p:cNvSpPr/>
          <p:nvPr/>
        </p:nvSpPr>
        <p:spPr>
          <a:xfrm flipV="1">
            <a:off x="2685288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2" name="Connector 2079"/>
          <p:cNvSpPr/>
          <p:nvPr/>
        </p:nvSpPr>
        <p:spPr>
          <a:xfrm flipV="1">
            <a:off x="2862072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3" name="Connector 2080"/>
          <p:cNvSpPr/>
          <p:nvPr/>
        </p:nvSpPr>
        <p:spPr>
          <a:xfrm flipV="1">
            <a:off x="3038855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4" name="Connector 2081"/>
          <p:cNvSpPr/>
          <p:nvPr/>
        </p:nvSpPr>
        <p:spPr>
          <a:xfrm flipV="1">
            <a:off x="3215639" y="994410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5" name="Connector 2082"/>
          <p:cNvSpPr/>
          <p:nvPr/>
        </p:nvSpPr>
        <p:spPr>
          <a:xfrm>
            <a:off x="3392423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6" name="Connector 2083"/>
          <p:cNvSpPr/>
          <p:nvPr/>
        </p:nvSpPr>
        <p:spPr>
          <a:xfrm>
            <a:off x="3569208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7" name="Connector 2084"/>
          <p:cNvSpPr/>
          <p:nvPr/>
        </p:nvSpPr>
        <p:spPr>
          <a:xfrm>
            <a:off x="3745991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8" name="Connector 2085"/>
          <p:cNvSpPr/>
          <p:nvPr/>
        </p:nvSpPr>
        <p:spPr>
          <a:xfrm>
            <a:off x="3922776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9" name="Connector 2086"/>
          <p:cNvSpPr/>
          <p:nvPr/>
        </p:nvSpPr>
        <p:spPr>
          <a:xfrm>
            <a:off x="4099559" y="10031476"/>
            <a:ext cx="176784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0" name="Connector 2087"/>
          <p:cNvSpPr/>
          <p:nvPr/>
        </p:nvSpPr>
        <p:spPr>
          <a:xfrm>
            <a:off x="4276342" y="10080624"/>
            <a:ext cx="176786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1" name="Connector 2088"/>
          <p:cNvSpPr/>
          <p:nvPr/>
        </p:nvSpPr>
        <p:spPr>
          <a:xfrm flipV="1">
            <a:off x="2331720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2" name="Connector 2089"/>
          <p:cNvSpPr/>
          <p:nvPr/>
        </p:nvSpPr>
        <p:spPr>
          <a:xfrm flipV="1">
            <a:off x="2596895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3" name="Connector 2090"/>
          <p:cNvSpPr/>
          <p:nvPr/>
        </p:nvSpPr>
        <p:spPr>
          <a:xfrm flipV="1">
            <a:off x="2862072" y="9962388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4" name="Connector 2091"/>
          <p:cNvSpPr/>
          <p:nvPr/>
        </p:nvSpPr>
        <p:spPr>
          <a:xfrm flipV="1">
            <a:off x="3127248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5" name="Connector 2092"/>
          <p:cNvSpPr/>
          <p:nvPr/>
        </p:nvSpPr>
        <p:spPr>
          <a:xfrm flipV="1">
            <a:off x="3392423" y="990955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6" name="Connector 2093"/>
          <p:cNvSpPr/>
          <p:nvPr/>
        </p:nvSpPr>
        <p:spPr>
          <a:xfrm flipV="1">
            <a:off x="3657598" y="9902952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7" name="Connector 2094"/>
          <p:cNvSpPr/>
          <p:nvPr/>
        </p:nvSpPr>
        <p:spPr>
          <a:xfrm>
            <a:off x="3922776" y="9902952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8" name="Connector 2095"/>
          <p:cNvSpPr/>
          <p:nvPr/>
        </p:nvSpPr>
        <p:spPr>
          <a:xfrm>
            <a:off x="4187952" y="9909556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9" name="Connector 2096"/>
          <p:cNvSpPr/>
          <p:nvPr/>
        </p:nvSpPr>
        <p:spPr>
          <a:xfrm>
            <a:off x="4453128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0" name="Connector 2097"/>
          <p:cNvSpPr/>
          <p:nvPr/>
        </p:nvSpPr>
        <p:spPr>
          <a:xfrm>
            <a:off x="4718303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1" name="Connector 2098"/>
          <p:cNvSpPr/>
          <p:nvPr/>
        </p:nvSpPr>
        <p:spPr>
          <a:xfrm>
            <a:off x="4983479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2" name="Connector 2099"/>
          <p:cNvSpPr/>
          <p:nvPr/>
        </p:nvSpPr>
        <p:spPr>
          <a:xfrm>
            <a:off x="5248655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3" name="Connector 2100"/>
          <p:cNvSpPr/>
          <p:nvPr/>
        </p:nvSpPr>
        <p:spPr>
          <a:xfrm flipV="1">
            <a:off x="2331720" y="10055477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4" name="Connector 2101"/>
          <p:cNvSpPr/>
          <p:nvPr/>
        </p:nvSpPr>
        <p:spPr>
          <a:xfrm flipV="1">
            <a:off x="2685287" y="998575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5" name="Connector 2102"/>
          <p:cNvSpPr/>
          <p:nvPr/>
        </p:nvSpPr>
        <p:spPr>
          <a:xfrm flipV="1">
            <a:off x="3038855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6" name="Connector 2103"/>
          <p:cNvSpPr/>
          <p:nvPr/>
        </p:nvSpPr>
        <p:spPr>
          <a:xfrm flipV="1">
            <a:off x="3392423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7" name="Connector 2104"/>
          <p:cNvSpPr/>
          <p:nvPr/>
        </p:nvSpPr>
        <p:spPr>
          <a:xfrm flipV="1">
            <a:off x="3745991" y="9869550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8" name="Connector 2105"/>
          <p:cNvSpPr/>
          <p:nvPr/>
        </p:nvSpPr>
        <p:spPr>
          <a:xfrm flipV="1">
            <a:off x="4099559" y="9861804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9" name="Connector 2106"/>
          <p:cNvSpPr/>
          <p:nvPr/>
        </p:nvSpPr>
        <p:spPr>
          <a:xfrm>
            <a:off x="4453128" y="9861804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0" name="Connector 2107"/>
          <p:cNvSpPr/>
          <p:nvPr/>
        </p:nvSpPr>
        <p:spPr>
          <a:xfrm>
            <a:off x="4806696" y="9869551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1" name="Connector 2108"/>
          <p:cNvSpPr/>
          <p:nvPr/>
        </p:nvSpPr>
        <p:spPr>
          <a:xfrm>
            <a:off x="5160264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2" name="Connector 2109"/>
          <p:cNvSpPr/>
          <p:nvPr/>
        </p:nvSpPr>
        <p:spPr>
          <a:xfrm>
            <a:off x="5513832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3" name="Connector 2110"/>
          <p:cNvSpPr/>
          <p:nvPr/>
        </p:nvSpPr>
        <p:spPr>
          <a:xfrm>
            <a:off x="5867399" y="998575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4" name="Connector 2111"/>
          <p:cNvSpPr/>
          <p:nvPr/>
        </p:nvSpPr>
        <p:spPr>
          <a:xfrm>
            <a:off x="6220967" y="10055477"/>
            <a:ext cx="353570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5" name="Connector 2112"/>
          <p:cNvSpPr/>
          <p:nvPr/>
        </p:nvSpPr>
        <p:spPr>
          <a:xfrm flipV="1">
            <a:off x="2331720" y="1004290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6" name="Connector 2113"/>
          <p:cNvSpPr/>
          <p:nvPr/>
        </p:nvSpPr>
        <p:spPr>
          <a:xfrm flipV="1">
            <a:off x="2773678" y="996289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7" name="Connector 2114"/>
          <p:cNvSpPr/>
          <p:nvPr/>
        </p:nvSpPr>
        <p:spPr>
          <a:xfrm flipV="1">
            <a:off x="3215639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8" name="Connector 2115"/>
          <p:cNvSpPr/>
          <p:nvPr/>
        </p:nvSpPr>
        <p:spPr>
          <a:xfrm flipV="1">
            <a:off x="3657600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9" name="Connector 2116"/>
          <p:cNvSpPr/>
          <p:nvPr/>
        </p:nvSpPr>
        <p:spPr>
          <a:xfrm flipV="1">
            <a:off x="4099559" y="9829544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0" name="Connector 2117"/>
          <p:cNvSpPr/>
          <p:nvPr/>
        </p:nvSpPr>
        <p:spPr>
          <a:xfrm flipV="1">
            <a:off x="4541518" y="9820656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1" name="Connector 2118"/>
          <p:cNvSpPr/>
          <p:nvPr/>
        </p:nvSpPr>
        <p:spPr>
          <a:xfrm>
            <a:off x="4983479" y="982065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2" name="Connector 2119"/>
          <p:cNvSpPr/>
          <p:nvPr/>
        </p:nvSpPr>
        <p:spPr>
          <a:xfrm>
            <a:off x="5425440" y="9829545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3" name="Connector 2120"/>
          <p:cNvSpPr/>
          <p:nvPr/>
        </p:nvSpPr>
        <p:spPr>
          <a:xfrm>
            <a:off x="5867398" y="9856216"/>
            <a:ext cx="441962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4" name="Connector 2121"/>
          <p:cNvSpPr/>
          <p:nvPr/>
        </p:nvSpPr>
        <p:spPr>
          <a:xfrm>
            <a:off x="6309359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5" name="Connector 2122"/>
          <p:cNvSpPr/>
          <p:nvPr/>
        </p:nvSpPr>
        <p:spPr>
          <a:xfrm>
            <a:off x="6751319" y="9962895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6" name="Connector 2123"/>
          <p:cNvSpPr/>
          <p:nvPr/>
        </p:nvSpPr>
        <p:spPr>
          <a:xfrm>
            <a:off x="7193280" y="10042904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7" name="Connector 2124"/>
          <p:cNvSpPr/>
          <p:nvPr/>
        </p:nvSpPr>
        <p:spPr>
          <a:xfrm flipV="1">
            <a:off x="2331720" y="10030331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8" name="Connector 2125"/>
          <p:cNvSpPr/>
          <p:nvPr/>
        </p:nvSpPr>
        <p:spPr>
          <a:xfrm flipV="1">
            <a:off x="2862072" y="9940035"/>
            <a:ext cx="530352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9" name="Connector 2126"/>
          <p:cNvSpPr/>
          <p:nvPr/>
        </p:nvSpPr>
        <p:spPr>
          <a:xfrm flipV="1">
            <a:off x="3392423" y="986980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0" name="Connector 2127"/>
          <p:cNvSpPr/>
          <p:nvPr/>
        </p:nvSpPr>
        <p:spPr>
          <a:xfrm flipV="1">
            <a:off x="3922776" y="9819640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1" name="Connector 2128"/>
          <p:cNvSpPr/>
          <p:nvPr/>
        </p:nvSpPr>
        <p:spPr>
          <a:xfrm flipV="1">
            <a:off x="4453128" y="9789539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2" name="Connector 2129"/>
          <p:cNvSpPr/>
          <p:nvPr/>
        </p:nvSpPr>
        <p:spPr>
          <a:xfrm flipV="1">
            <a:off x="4983479" y="9779507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3" name="Connector 2130"/>
          <p:cNvSpPr/>
          <p:nvPr/>
        </p:nvSpPr>
        <p:spPr>
          <a:xfrm>
            <a:off x="5513832" y="9779507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4" name="Connector 2131"/>
          <p:cNvSpPr/>
          <p:nvPr/>
        </p:nvSpPr>
        <p:spPr>
          <a:xfrm>
            <a:off x="6044184" y="9789541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5" name="Connector 2132"/>
          <p:cNvSpPr/>
          <p:nvPr/>
        </p:nvSpPr>
        <p:spPr>
          <a:xfrm>
            <a:off x="6574535" y="9819640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6" name="Connector 2133"/>
          <p:cNvSpPr/>
          <p:nvPr/>
        </p:nvSpPr>
        <p:spPr>
          <a:xfrm>
            <a:off x="7104888" y="986980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7" name="Connector 2134"/>
          <p:cNvSpPr/>
          <p:nvPr/>
        </p:nvSpPr>
        <p:spPr>
          <a:xfrm>
            <a:off x="7635240" y="994003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8" name="Connector 2135"/>
          <p:cNvSpPr/>
          <p:nvPr/>
        </p:nvSpPr>
        <p:spPr>
          <a:xfrm>
            <a:off x="8165592" y="10030331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9" name="Connector 2136"/>
          <p:cNvSpPr/>
          <p:nvPr/>
        </p:nvSpPr>
        <p:spPr>
          <a:xfrm flipV="1">
            <a:off x="2331720" y="10017759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0" name="Connector 2137"/>
          <p:cNvSpPr/>
          <p:nvPr/>
        </p:nvSpPr>
        <p:spPr>
          <a:xfrm flipV="1">
            <a:off x="2950462" y="9917176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1" name="Connector 2138"/>
          <p:cNvSpPr/>
          <p:nvPr/>
        </p:nvSpPr>
        <p:spPr>
          <a:xfrm flipV="1">
            <a:off x="3569208" y="9838943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2" name="Connector 2139"/>
          <p:cNvSpPr/>
          <p:nvPr/>
        </p:nvSpPr>
        <p:spPr>
          <a:xfrm flipV="1">
            <a:off x="4187952" y="9783064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3" name="Connector 2140"/>
          <p:cNvSpPr/>
          <p:nvPr/>
        </p:nvSpPr>
        <p:spPr>
          <a:xfrm flipV="1">
            <a:off x="4806696" y="9749535"/>
            <a:ext cx="618744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4" name="Connector 2141"/>
          <p:cNvSpPr/>
          <p:nvPr/>
        </p:nvSpPr>
        <p:spPr>
          <a:xfrm flipV="1">
            <a:off x="5425438" y="9738359"/>
            <a:ext cx="618746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5" name="Connector 2142"/>
          <p:cNvSpPr/>
          <p:nvPr/>
        </p:nvSpPr>
        <p:spPr>
          <a:xfrm>
            <a:off x="6044184" y="9738359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6" name="Connector 2143"/>
          <p:cNvSpPr/>
          <p:nvPr/>
        </p:nvSpPr>
        <p:spPr>
          <a:xfrm>
            <a:off x="6662928" y="9749535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7" name="Connector 2144"/>
          <p:cNvSpPr/>
          <p:nvPr/>
        </p:nvSpPr>
        <p:spPr>
          <a:xfrm>
            <a:off x="7281671" y="9783064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8" name="Connector 2145"/>
          <p:cNvSpPr/>
          <p:nvPr/>
        </p:nvSpPr>
        <p:spPr>
          <a:xfrm>
            <a:off x="7900416" y="9838943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9" name="Connector 2146"/>
          <p:cNvSpPr/>
          <p:nvPr/>
        </p:nvSpPr>
        <p:spPr>
          <a:xfrm>
            <a:off x="8519159" y="9917176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0" name="Connector 2147"/>
          <p:cNvSpPr/>
          <p:nvPr/>
        </p:nvSpPr>
        <p:spPr>
          <a:xfrm>
            <a:off x="9137902" y="10017759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1" name="Connector 2148"/>
          <p:cNvSpPr/>
          <p:nvPr/>
        </p:nvSpPr>
        <p:spPr>
          <a:xfrm flipV="1">
            <a:off x="3392423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2" name="Connector 2149"/>
          <p:cNvSpPr/>
          <p:nvPr/>
        </p:nvSpPr>
        <p:spPr>
          <a:xfrm flipV="1">
            <a:off x="3480815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3" name="Connector 2150"/>
          <p:cNvSpPr/>
          <p:nvPr/>
        </p:nvSpPr>
        <p:spPr>
          <a:xfrm flipV="1">
            <a:off x="3569208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4" name="Connector 2151"/>
          <p:cNvSpPr/>
          <p:nvPr/>
        </p:nvSpPr>
        <p:spPr>
          <a:xfrm flipV="1">
            <a:off x="3657599" y="10002519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5" name="Connector 2152"/>
          <p:cNvSpPr/>
          <p:nvPr/>
        </p:nvSpPr>
        <p:spPr>
          <a:xfrm flipV="1">
            <a:off x="3745991" y="9989564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6" name="Connector 2153"/>
          <p:cNvSpPr/>
          <p:nvPr/>
        </p:nvSpPr>
        <p:spPr>
          <a:xfrm flipV="1">
            <a:off x="3834384" y="9985247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7" name="Connector 2154"/>
          <p:cNvSpPr/>
          <p:nvPr/>
        </p:nvSpPr>
        <p:spPr>
          <a:xfrm>
            <a:off x="3922776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8" name="Connector 2155"/>
          <p:cNvSpPr/>
          <p:nvPr/>
        </p:nvSpPr>
        <p:spPr>
          <a:xfrm>
            <a:off x="4011167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9" name="Connector 2156"/>
          <p:cNvSpPr/>
          <p:nvPr/>
        </p:nvSpPr>
        <p:spPr>
          <a:xfrm>
            <a:off x="4099559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0" name="Connector 2157"/>
          <p:cNvSpPr/>
          <p:nvPr/>
        </p:nvSpPr>
        <p:spPr>
          <a:xfrm>
            <a:off x="4187952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1" name="Connector 2158"/>
          <p:cNvSpPr/>
          <p:nvPr/>
        </p:nvSpPr>
        <p:spPr>
          <a:xfrm>
            <a:off x="4276344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2" name="Connector 2159"/>
          <p:cNvSpPr/>
          <p:nvPr/>
        </p:nvSpPr>
        <p:spPr>
          <a:xfrm>
            <a:off x="4364735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3" name="Connector 2160"/>
          <p:cNvSpPr/>
          <p:nvPr/>
        </p:nvSpPr>
        <p:spPr>
          <a:xfrm flipV="1">
            <a:off x="3392423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4" name="Connector 2161"/>
          <p:cNvSpPr/>
          <p:nvPr/>
        </p:nvSpPr>
        <p:spPr>
          <a:xfrm flipV="1">
            <a:off x="3569208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5" name="Connector 2162"/>
          <p:cNvSpPr/>
          <p:nvPr/>
        </p:nvSpPr>
        <p:spPr>
          <a:xfrm flipV="1">
            <a:off x="3745991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6" name="Connector 2163"/>
          <p:cNvSpPr/>
          <p:nvPr/>
        </p:nvSpPr>
        <p:spPr>
          <a:xfrm flipV="1">
            <a:off x="3922776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7" name="Connector 2164"/>
          <p:cNvSpPr/>
          <p:nvPr/>
        </p:nvSpPr>
        <p:spPr>
          <a:xfrm flipV="1">
            <a:off x="4099559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8" name="Connector 2165"/>
          <p:cNvSpPr/>
          <p:nvPr/>
        </p:nvSpPr>
        <p:spPr>
          <a:xfrm flipV="1">
            <a:off x="4276342" y="994410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9" name="Connector 2166"/>
          <p:cNvSpPr/>
          <p:nvPr/>
        </p:nvSpPr>
        <p:spPr>
          <a:xfrm>
            <a:off x="4453128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0" name="Connector 2167"/>
          <p:cNvSpPr/>
          <p:nvPr/>
        </p:nvSpPr>
        <p:spPr>
          <a:xfrm>
            <a:off x="4629911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1" name="Connector 2168"/>
          <p:cNvSpPr/>
          <p:nvPr/>
        </p:nvSpPr>
        <p:spPr>
          <a:xfrm>
            <a:off x="4806696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2" name="Connector 2169"/>
          <p:cNvSpPr/>
          <p:nvPr/>
        </p:nvSpPr>
        <p:spPr>
          <a:xfrm>
            <a:off x="4983479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3" name="Connector 2170"/>
          <p:cNvSpPr/>
          <p:nvPr/>
        </p:nvSpPr>
        <p:spPr>
          <a:xfrm>
            <a:off x="5160264" y="10031476"/>
            <a:ext cx="176784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4" name="Connector 2171"/>
          <p:cNvSpPr/>
          <p:nvPr/>
        </p:nvSpPr>
        <p:spPr>
          <a:xfrm>
            <a:off x="5337047" y="10080624"/>
            <a:ext cx="176786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5" name="Connector 2172"/>
          <p:cNvSpPr/>
          <p:nvPr/>
        </p:nvSpPr>
        <p:spPr>
          <a:xfrm flipV="1">
            <a:off x="3392423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6" name="Connector 2173"/>
          <p:cNvSpPr/>
          <p:nvPr/>
        </p:nvSpPr>
        <p:spPr>
          <a:xfrm flipV="1">
            <a:off x="3657600" y="10008616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7" name="Connector 2174"/>
          <p:cNvSpPr/>
          <p:nvPr/>
        </p:nvSpPr>
        <p:spPr>
          <a:xfrm flipV="1">
            <a:off x="3922776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8" name="Connector 2175"/>
          <p:cNvSpPr/>
          <p:nvPr/>
        </p:nvSpPr>
        <p:spPr>
          <a:xfrm flipV="1">
            <a:off x="4187952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9" name="Connector 2176"/>
          <p:cNvSpPr/>
          <p:nvPr/>
        </p:nvSpPr>
        <p:spPr>
          <a:xfrm flipV="1">
            <a:off x="4453128" y="990955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0" name="Connector 2177"/>
          <p:cNvSpPr/>
          <p:nvPr/>
        </p:nvSpPr>
        <p:spPr>
          <a:xfrm flipV="1">
            <a:off x="4718303" y="9902952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1" name="Connector 2178"/>
          <p:cNvSpPr/>
          <p:nvPr/>
        </p:nvSpPr>
        <p:spPr>
          <a:xfrm>
            <a:off x="4983479" y="9902952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2" name="Connector 2179"/>
          <p:cNvSpPr/>
          <p:nvPr/>
        </p:nvSpPr>
        <p:spPr>
          <a:xfrm>
            <a:off x="5248655" y="9909556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3" name="Connector 2180"/>
          <p:cNvSpPr/>
          <p:nvPr/>
        </p:nvSpPr>
        <p:spPr>
          <a:xfrm>
            <a:off x="5513832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4" name="Connector 2181"/>
          <p:cNvSpPr/>
          <p:nvPr/>
        </p:nvSpPr>
        <p:spPr>
          <a:xfrm>
            <a:off x="5779008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5" name="Connector 2182"/>
          <p:cNvSpPr/>
          <p:nvPr/>
        </p:nvSpPr>
        <p:spPr>
          <a:xfrm>
            <a:off x="6044184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6" name="Connector 2183"/>
          <p:cNvSpPr/>
          <p:nvPr/>
        </p:nvSpPr>
        <p:spPr>
          <a:xfrm>
            <a:off x="6309359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7" name="Connector 2184"/>
          <p:cNvSpPr/>
          <p:nvPr/>
        </p:nvSpPr>
        <p:spPr>
          <a:xfrm flipV="1">
            <a:off x="3392423" y="10055477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8" name="Connector 2185"/>
          <p:cNvSpPr/>
          <p:nvPr/>
        </p:nvSpPr>
        <p:spPr>
          <a:xfrm flipV="1">
            <a:off x="3745991" y="998575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9" name="Connector 2186"/>
          <p:cNvSpPr/>
          <p:nvPr/>
        </p:nvSpPr>
        <p:spPr>
          <a:xfrm flipV="1">
            <a:off x="4099559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0" name="Connector 2187"/>
          <p:cNvSpPr/>
          <p:nvPr/>
        </p:nvSpPr>
        <p:spPr>
          <a:xfrm flipV="1">
            <a:off x="4453128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1" name="Connector 2188"/>
          <p:cNvSpPr/>
          <p:nvPr/>
        </p:nvSpPr>
        <p:spPr>
          <a:xfrm flipV="1">
            <a:off x="4806696" y="9869550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2" name="Connector 2189"/>
          <p:cNvSpPr/>
          <p:nvPr/>
        </p:nvSpPr>
        <p:spPr>
          <a:xfrm flipV="1">
            <a:off x="5160262" y="9861804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3" name="Connector 2190"/>
          <p:cNvSpPr/>
          <p:nvPr/>
        </p:nvSpPr>
        <p:spPr>
          <a:xfrm>
            <a:off x="5513832" y="9861804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4" name="Connector 2191"/>
          <p:cNvSpPr/>
          <p:nvPr/>
        </p:nvSpPr>
        <p:spPr>
          <a:xfrm>
            <a:off x="5867399" y="9869551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5" name="Connector 2192"/>
          <p:cNvSpPr/>
          <p:nvPr/>
        </p:nvSpPr>
        <p:spPr>
          <a:xfrm>
            <a:off x="6220967" y="9892792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6" name="Connector 2193"/>
          <p:cNvSpPr/>
          <p:nvPr/>
        </p:nvSpPr>
        <p:spPr>
          <a:xfrm>
            <a:off x="6574535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7" name="Connector 2194"/>
          <p:cNvSpPr/>
          <p:nvPr/>
        </p:nvSpPr>
        <p:spPr>
          <a:xfrm>
            <a:off x="6928104" y="998575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8" name="Connector 2195"/>
          <p:cNvSpPr/>
          <p:nvPr/>
        </p:nvSpPr>
        <p:spPr>
          <a:xfrm>
            <a:off x="7281671" y="10055477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9" name="Connector 2196"/>
          <p:cNvSpPr/>
          <p:nvPr/>
        </p:nvSpPr>
        <p:spPr>
          <a:xfrm flipV="1">
            <a:off x="3392423" y="10042904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0" name="Connector 2197"/>
          <p:cNvSpPr/>
          <p:nvPr/>
        </p:nvSpPr>
        <p:spPr>
          <a:xfrm flipV="1">
            <a:off x="3834384" y="9962895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1" name="Connector 2198"/>
          <p:cNvSpPr/>
          <p:nvPr/>
        </p:nvSpPr>
        <p:spPr>
          <a:xfrm flipV="1">
            <a:off x="4276344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2" name="Connector 2199"/>
          <p:cNvSpPr/>
          <p:nvPr/>
        </p:nvSpPr>
        <p:spPr>
          <a:xfrm flipV="1">
            <a:off x="4718303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3" name="Connector 2200"/>
          <p:cNvSpPr/>
          <p:nvPr/>
        </p:nvSpPr>
        <p:spPr>
          <a:xfrm flipV="1">
            <a:off x="5160264" y="9829544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4" name="Connector 2201"/>
          <p:cNvSpPr/>
          <p:nvPr/>
        </p:nvSpPr>
        <p:spPr>
          <a:xfrm flipV="1">
            <a:off x="5602223" y="9820656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5" name="Connector 2202"/>
          <p:cNvSpPr/>
          <p:nvPr/>
        </p:nvSpPr>
        <p:spPr>
          <a:xfrm>
            <a:off x="6044184" y="982065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6" name="Connector 2203"/>
          <p:cNvSpPr/>
          <p:nvPr/>
        </p:nvSpPr>
        <p:spPr>
          <a:xfrm>
            <a:off x="6486144" y="982954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7" name="Connector 2204"/>
          <p:cNvSpPr/>
          <p:nvPr/>
        </p:nvSpPr>
        <p:spPr>
          <a:xfrm>
            <a:off x="6928104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8" name="Connector 2205"/>
          <p:cNvSpPr/>
          <p:nvPr/>
        </p:nvSpPr>
        <p:spPr>
          <a:xfrm>
            <a:off x="7370064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9" name="Connector 2206"/>
          <p:cNvSpPr/>
          <p:nvPr/>
        </p:nvSpPr>
        <p:spPr>
          <a:xfrm>
            <a:off x="7812023" y="9962895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0" name="Connector 2207"/>
          <p:cNvSpPr/>
          <p:nvPr/>
        </p:nvSpPr>
        <p:spPr>
          <a:xfrm>
            <a:off x="8253983" y="10042904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1" name="Connector 2208"/>
          <p:cNvSpPr/>
          <p:nvPr/>
        </p:nvSpPr>
        <p:spPr>
          <a:xfrm flipV="1">
            <a:off x="3392423" y="10030331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2" name="Connector 2209"/>
          <p:cNvSpPr/>
          <p:nvPr/>
        </p:nvSpPr>
        <p:spPr>
          <a:xfrm flipV="1">
            <a:off x="3922776" y="994003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3" name="Connector 2210"/>
          <p:cNvSpPr/>
          <p:nvPr/>
        </p:nvSpPr>
        <p:spPr>
          <a:xfrm flipV="1">
            <a:off x="4453128" y="986980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4" name="Connector 2211"/>
          <p:cNvSpPr/>
          <p:nvPr/>
        </p:nvSpPr>
        <p:spPr>
          <a:xfrm flipV="1">
            <a:off x="4983479" y="9819640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5" name="Connector 2212"/>
          <p:cNvSpPr/>
          <p:nvPr/>
        </p:nvSpPr>
        <p:spPr>
          <a:xfrm flipV="1">
            <a:off x="5513832" y="9789539"/>
            <a:ext cx="530352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6" name="Connector 2213"/>
          <p:cNvSpPr/>
          <p:nvPr/>
        </p:nvSpPr>
        <p:spPr>
          <a:xfrm flipV="1">
            <a:off x="6044183" y="9779507"/>
            <a:ext cx="530354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7" name="Connector 2214"/>
          <p:cNvSpPr/>
          <p:nvPr/>
        </p:nvSpPr>
        <p:spPr>
          <a:xfrm>
            <a:off x="6574535" y="9779507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8" name="Connector 2215"/>
          <p:cNvSpPr/>
          <p:nvPr/>
        </p:nvSpPr>
        <p:spPr>
          <a:xfrm>
            <a:off x="7104888" y="9789541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9" name="Connector 2216"/>
          <p:cNvSpPr/>
          <p:nvPr/>
        </p:nvSpPr>
        <p:spPr>
          <a:xfrm>
            <a:off x="7635240" y="9819640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0" name="Connector 2217"/>
          <p:cNvSpPr/>
          <p:nvPr/>
        </p:nvSpPr>
        <p:spPr>
          <a:xfrm>
            <a:off x="8165592" y="986980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1" name="Connector 2218"/>
          <p:cNvSpPr/>
          <p:nvPr/>
        </p:nvSpPr>
        <p:spPr>
          <a:xfrm>
            <a:off x="8695943" y="994003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2" name="Connector 2219"/>
          <p:cNvSpPr/>
          <p:nvPr/>
        </p:nvSpPr>
        <p:spPr>
          <a:xfrm>
            <a:off x="9226295" y="10030331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3" name="Connector 2220"/>
          <p:cNvSpPr/>
          <p:nvPr/>
        </p:nvSpPr>
        <p:spPr>
          <a:xfrm flipV="1">
            <a:off x="4453128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4" name="Connector 2221"/>
          <p:cNvSpPr/>
          <p:nvPr/>
        </p:nvSpPr>
        <p:spPr>
          <a:xfrm flipV="1">
            <a:off x="4541518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5" name="Connector 2222"/>
          <p:cNvSpPr/>
          <p:nvPr/>
        </p:nvSpPr>
        <p:spPr>
          <a:xfrm flipV="1">
            <a:off x="4629911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6" name="Connector 2223"/>
          <p:cNvSpPr/>
          <p:nvPr/>
        </p:nvSpPr>
        <p:spPr>
          <a:xfrm flipV="1">
            <a:off x="4718303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7" name="Connector 2224"/>
          <p:cNvSpPr/>
          <p:nvPr/>
        </p:nvSpPr>
        <p:spPr>
          <a:xfrm flipV="1">
            <a:off x="4806696" y="9989564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8" name="Connector 2225"/>
          <p:cNvSpPr/>
          <p:nvPr/>
        </p:nvSpPr>
        <p:spPr>
          <a:xfrm flipV="1">
            <a:off x="4895086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9" name="Connector 2226"/>
          <p:cNvSpPr/>
          <p:nvPr/>
        </p:nvSpPr>
        <p:spPr>
          <a:xfrm>
            <a:off x="4983479" y="9985247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0" name="Connector 2227"/>
          <p:cNvSpPr/>
          <p:nvPr/>
        </p:nvSpPr>
        <p:spPr>
          <a:xfrm>
            <a:off x="5071871" y="9989566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1" name="Connector 2228"/>
          <p:cNvSpPr/>
          <p:nvPr/>
        </p:nvSpPr>
        <p:spPr>
          <a:xfrm>
            <a:off x="5160264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2" name="Connector 2229"/>
          <p:cNvSpPr/>
          <p:nvPr/>
        </p:nvSpPr>
        <p:spPr>
          <a:xfrm>
            <a:off x="5248655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3" name="Connector 2230"/>
          <p:cNvSpPr/>
          <p:nvPr/>
        </p:nvSpPr>
        <p:spPr>
          <a:xfrm>
            <a:off x="5337047" y="10054335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4" name="Connector 2231"/>
          <p:cNvSpPr/>
          <p:nvPr/>
        </p:nvSpPr>
        <p:spPr>
          <a:xfrm>
            <a:off x="5425438" y="10093197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5" name="Connector 2232"/>
          <p:cNvSpPr/>
          <p:nvPr/>
        </p:nvSpPr>
        <p:spPr>
          <a:xfrm flipV="1">
            <a:off x="4453128" y="10080624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6" name="Connector 2233"/>
          <p:cNvSpPr/>
          <p:nvPr/>
        </p:nvSpPr>
        <p:spPr>
          <a:xfrm flipV="1">
            <a:off x="4629910" y="1003147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7" name="Connector 2234"/>
          <p:cNvSpPr/>
          <p:nvPr/>
        </p:nvSpPr>
        <p:spPr>
          <a:xfrm flipV="1">
            <a:off x="4806696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8" name="Connector 2235"/>
          <p:cNvSpPr/>
          <p:nvPr/>
        </p:nvSpPr>
        <p:spPr>
          <a:xfrm flipV="1">
            <a:off x="4983479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9" name="Connector 2236"/>
          <p:cNvSpPr/>
          <p:nvPr/>
        </p:nvSpPr>
        <p:spPr>
          <a:xfrm flipV="1">
            <a:off x="5160264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0" name="Connector 2237"/>
          <p:cNvSpPr/>
          <p:nvPr/>
        </p:nvSpPr>
        <p:spPr>
          <a:xfrm flipV="1">
            <a:off x="5337047" y="994410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1" name="Connector 2238"/>
          <p:cNvSpPr/>
          <p:nvPr/>
        </p:nvSpPr>
        <p:spPr>
          <a:xfrm>
            <a:off x="5513832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2" name="Connector 2239"/>
          <p:cNvSpPr/>
          <p:nvPr/>
        </p:nvSpPr>
        <p:spPr>
          <a:xfrm>
            <a:off x="5690615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3" name="Connector 2240"/>
          <p:cNvSpPr/>
          <p:nvPr/>
        </p:nvSpPr>
        <p:spPr>
          <a:xfrm>
            <a:off x="5867399" y="9965943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4" name="Connector 2241"/>
          <p:cNvSpPr/>
          <p:nvPr/>
        </p:nvSpPr>
        <p:spPr>
          <a:xfrm>
            <a:off x="6044184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5" name="Connector 2242"/>
          <p:cNvSpPr/>
          <p:nvPr/>
        </p:nvSpPr>
        <p:spPr>
          <a:xfrm>
            <a:off x="6220967" y="10031476"/>
            <a:ext cx="176784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6" name="Connector 2243"/>
          <p:cNvSpPr/>
          <p:nvPr/>
        </p:nvSpPr>
        <p:spPr>
          <a:xfrm>
            <a:off x="6397750" y="10080624"/>
            <a:ext cx="176786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7" name="Connector 2244"/>
          <p:cNvSpPr/>
          <p:nvPr/>
        </p:nvSpPr>
        <p:spPr>
          <a:xfrm flipV="1">
            <a:off x="4453128" y="1006805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8" name="Connector 2245"/>
          <p:cNvSpPr/>
          <p:nvPr/>
        </p:nvSpPr>
        <p:spPr>
          <a:xfrm flipV="1">
            <a:off x="4718303" y="10008616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9" name="Connector 2246"/>
          <p:cNvSpPr/>
          <p:nvPr/>
        </p:nvSpPr>
        <p:spPr>
          <a:xfrm flipV="1">
            <a:off x="4983479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0" name="Connector 2247"/>
          <p:cNvSpPr/>
          <p:nvPr/>
        </p:nvSpPr>
        <p:spPr>
          <a:xfrm flipV="1">
            <a:off x="5248655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1" name="Connector 2248"/>
          <p:cNvSpPr/>
          <p:nvPr/>
        </p:nvSpPr>
        <p:spPr>
          <a:xfrm flipV="1">
            <a:off x="5513832" y="990955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2" name="Connector 2249"/>
          <p:cNvSpPr/>
          <p:nvPr/>
        </p:nvSpPr>
        <p:spPr>
          <a:xfrm flipV="1">
            <a:off x="5779008" y="9902952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3" name="Connector 2250"/>
          <p:cNvSpPr/>
          <p:nvPr/>
        </p:nvSpPr>
        <p:spPr>
          <a:xfrm>
            <a:off x="6044184" y="9902952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4" name="Connector 2251"/>
          <p:cNvSpPr/>
          <p:nvPr/>
        </p:nvSpPr>
        <p:spPr>
          <a:xfrm>
            <a:off x="6309359" y="9909556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5" name="Connector 2252"/>
          <p:cNvSpPr/>
          <p:nvPr/>
        </p:nvSpPr>
        <p:spPr>
          <a:xfrm>
            <a:off x="6574535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6" name="Connector 2253"/>
          <p:cNvSpPr/>
          <p:nvPr/>
        </p:nvSpPr>
        <p:spPr>
          <a:xfrm>
            <a:off x="6839711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7" name="Connector 2254"/>
          <p:cNvSpPr/>
          <p:nvPr/>
        </p:nvSpPr>
        <p:spPr>
          <a:xfrm>
            <a:off x="7104888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8" name="Connector 2255"/>
          <p:cNvSpPr/>
          <p:nvPr/>
        </p:nvSpPr>
        <p:spPr>
          <a:xfrm>
            <a:off x="7370064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9" name="Connector 2256"/>
          <p:cNvSpPr/>
          <p:nvPr/>
        </p:nvSpPr>
        <p:spPr>
          <a:xfrm flipV="1">
            <a:off x="4453128" y="10055477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0" name="Connector 2257"/>
          <p:cNvSpPr/>
          <p:nvPr/>
        </p:nvSpPr>
        <p:spPr>
          <a:xfrm flipV="1">
            <a:off x="4806694" y="998575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1" name="Connector 2258"/>
          <p:cNvSpPr/>
          <p:nvPr/>
        </p:nvSpPr>
        <p:spPr>
          <a:xfrm flipV="1">
            <a:off x="5160264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2" name="Connector 2259"/>
          <p:cNvSpPr/>
          <p:nvPr/>
        </p:nvSpPr>
        <p:spPr>
          <a:xfrm flipV="1">
            <a:off x="5513832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3" name="Connector 2260"/>
          <p:cNvSpPr/>
          <p:nvPr/>
        </p:nvSpPr>
        <p:spPr>
          <a:xfrm flipV="1">
            <a:off x="5867399" y="9869550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4" name="Connector 2261"/>
          <p:cNvSpPr/>
          <p:nvPr/>
        </p:nvSpPr>
        <p:spPr>
          <a:xfrm flipV="1">
            <a:off x="6220967" y="9861804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5" name="Connector 2262"/>
          <p:cNvSpPr/>
          <p:nvPr/>
        </p:nvSpPr>
        <p:spPr>
          <a:xfrm>
            <a:off x="6574535" y="9861804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6" name="Connector 2263"/>
          <p:cNvSpPr/>
          <p:nvPr/>
        </p:nvSpPr>
        <p:spPr>
          <a:xfrm>
            <a:off x="6928104" y="9869551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7" name="Connector 2264"/>
          <p:cNvSpPr/>
          <p:nvPr/>
        </p:nvSpPr>
        <p:spPr>
          <a:xfrm>
            <a:off x="7281671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8" name="Connector 2265"/>
          <p:cNvSpPr/>
          <p:nvPr/>
        </p:nvSpPr>
        <p:spPr>
          <a:xfrm>
            <a:off x="7635240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9" name="Connector 2266"/>
          <p:cNvSpPr/>
          <p:nvPr/>
        </p:nvSpPr>
        <p:spPr>
          <a:xfrm>
            <a:off x="7988807" y="998575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0" name="Connector 2267"/>
          <p:cNvSpPr/>
          <p:nvPr/>
        </p:nvSpPr>
        <p:spPr>
          <a:xfrm>
            <a:off x="8342376" y="10055477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1" name="Connector 2268"/>
          <p:cNvSpPr/>
          <p:nvPr/>
        </p:nvSpPr>
        <p:spPr>
          <a:xfrm flipV="1">
            <a:off x="4453128" y="1004290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2" name="Connector 2269"/>
          <p:cNvSpPr/>
          <p:nvPr/>
        </p:nvSpPr>
        <p:spPr>
          <a:xfrm flipV="1">
            <a:off x="4895086" y="996289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3" name="Connector 2270"/>
          <p:cNvSpPr/>
          <p:nvPr/>
        </p:nvSpPr>
        <p:spPr>
          <a:xfrm flipV="1">
            <a:off x="5337047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4" name="Connector 2271"/>
          <p:cNvSpPr/>
          <p:nvPr/>
        </p:nvSpPr>
        <p:spPr>
          <a:xfrm flipV="1">
            <a:off x="5779008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5" name="Connector 2272"/>
          <p:cNvSpPr/>
          <p:nvPr/>
        </p:nvSpPr>
        <p:spPr>
          <a:xfrm flipV="1">
            <a:off x="6220967" y="9829544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6" name="Connector 2273"/>
          <p:cNvSpPr/>
          <p:nvPr/>
        </p:nvSpPr>
        <p:spPr>
          <a:xfrm flipV="1">
            <a:off x="6662926" y="9820656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7" name="Connector 2274"/>
          <p:cNvSpPr/>
          <p:nvPr/>
        </p:nvSpPr>
        <p:spPr>
          <a:xfrm>
            <a:off x="7104888" y="982065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8" name="Connector 2275"/>
          <p:cNvSpPr/>
          <p:nvPr/>
        </p:nvSpPr>
        <p:spPr>
          <a:xfrm>
            <a:off x="7546847" y="982954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9" name="Connector 2276"/>
          <p:cNvSpPr/>
          <p:nvPr/>
        </p:nvSpPr>
        <p:spPr>
          <a:xfrm>
            <a:off x="7988807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0" name="Connector 2277"/>
          <p:cNvSpPr/>
          <p:nvPr/>
        </p:nvSpPr>
        <p:spPr>
          <a:xfrm>
            <a:off x="8430768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1" name="Connector 2278"/>
          <p:cNvSpPr/>
          <p:nvPr/>
        </p:nvSpPr>
        <p:spPr>
          <a:xfrm>
            <a:off x="8872728" y="9962895"/>
            <a:ext cx="441961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2" name="Connector 2279"/>
          <p:cNvSpPr/>
          <p:nvPr/>
        </p:nvSpPr>
        <p:spPr>
          <a:xfrm>
            <a:off x="9314688" y="10042904"/>
            <a:ext cx="441961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3" name="Connector 2280"/>
          <p:cNvSpPr/>
          <p:nvPr/>
        </p:nvSpPr>
        <p:spPr>
          <a:xfrm flipV="1">
            <a:off x="5513832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4" name="Connector 2281"/>
          <p:cNvSpPr/>
          <p:nvPr/>
        </p:nvSpPr>
        <p:spPr>
          <a:xfrm flipV="1">
            <a:off x="5602223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5" name="Connector 2282"/>
          <p:cNvSpPr/>
          <p:nvPr/>
        </p:nvSpPr>
        <p:spPr>
          <a:xfrm flipV="1">
            <a:off x="5690615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6" name="Connector 2283"/>
          <p:cNvSpPr/>
          <p:nvPr/>
        </p:nvSpPr>
        <p:spPr>
          <a:xfrm flipV="1">
            <a:off x="5779008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7" name="Connector 2284"/>
          <p:cNvSpPr/>
          <p:nvPr/>
        </p:nvSpPr>
        <p:spPr>
          <a:xfrm flipV="1">
            <a:off x="5867399" y="9989564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8" name="Connector 2285"/>
          <p:cNvSpPr/>
          <p:nvPr/>
        </p:nvSpPr>
        <p:spPr>
          <a:xfrm flipV="1">
            <a:off x="5955791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9" name="Connector 2286"/>
          <p:cNvSpPr/>
          <p:nvPr/>
        </p:nvSpPr>
        <p:spPr>
          <a:xfrm>
            <a:off x="6044184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0" name="Connector 2287"/>
          <p:cNvSpPr/>
          <p:nvPr/>
        </p:nvSpPr>
        <p:spPr>
          <a:xfrm>
            <a:off x="6132576" y="9989566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1" name="Connector 2288"/>
          <p:cNvSpPr/>
          <p:nvPr/>
        </p:nvSpPr>
        <p:spPr>
          <a:xfrm>
            <a:off x="6220967" y="10002519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2" name="Connector 2289"/>
          <p:cNvSpPr/>
          <p:nvPr/>
        </p:nvSpPr>
        <p:spPr>
          <a:xfrm>
            <a:off x="6309359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3" name="Connector 2290"/>
          <p:cNvSpPr/>
          <p:nvPr/>
        </p:nvSpPr>
        <p:spPr>
          <a:xfrm>
            <a:off x="6397752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4" name="Connector 2291"/>
          <p:cNvSpPr/>
          <p:nvPr/>
        </p:nvSpPr>
        <p:spPr>
          <a:xfrm>
            <a:off x="6486144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5" name="Connector 2292"/>
          <p:cNvSpPr/>
          <p:nvPr/>
        </p:nvSpPr>
        <p:spPr>
          <a:xfrm flipV="1">
            <a:off x="5513832" y="10080624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6" name="Connector 2293"/>
          <p:cNvSpPr/>
          <p:nvPr/>
        </p:nvSpPr>
        <p:spPr>
          <a:xfrm flipV="1">
            <a:off x="5690615" y="1003147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7" name="Connector 2294"/>
          <p:cNvSpPr/>
          <p:nvPr/>
        </p:nvSpPr>
        <p:spPr>
          <a:xfrm flipV="1">
            <a:off x="5867399" y="9993248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8" name="Connector 2295"/>
          <p:cNvSpPr/>
          <p:nvPr/>
        </p:nvSpPr>
        <p:spPr>
          <a:xfrm flipV="1">
            <a:off x="6044184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9" name="Connector 2296"/>
          <p:cNvSpPr/>
          <p:nvPr/>
        </p:nvSpPr>
        <p:spPr>
          <a:xfrm flipV="1">
            <a:off x="6220967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0" name="Connector 2297"/>
          <p:cNvSpPr/>
          <p:nvPr/>
        </p:nvSpPr>
        <p:spPr>
          <a:xfrm flipV="1">
            <a:off x="6397750" y="994410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1" name="Connector 2298"/>
          <p:cNvSpPr/>
          <p:nvPr/>
        </p:nvSpPr>
        <p:spPr>
          <a:xfrm>
            <a:off x="6574535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2" name="Connector 2299"/>
          <p:cNvSpPr/>
          <p:nvPr/>
        </p:nvSpPr>
        <p:spPr>
          <a:xfrm>
            <a:off x="6751319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3" name="Connector 2300"/>
          <p:cNvSpPr/>
          <p:nvPr/>
        </p:nvSpPr>
        <p:spPr>
          <a:xfrm>
            <a:off x="6928104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4" name="Connector 2301"/>
          <p:cNvSpPr/>
          <p:nvPr/>
        </p:nvSpPr>
        <p:spPr>
          <a:xfrm>
            <a:off x="7104888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5" name="Connector 2302"/>
          <p:cNvSpPr/>
          <p:nvPr/>
        </p:nvSpPr>
        <p:spPr>
          <a:xfrm>
            <a:off x="7281671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6" name="Connector 2303"/>
          <p:cNvSpPr/>
          <p:nvPr/>
        </p:nvSpPr>
        <p:spPr>
          <a:xfrm>
            <a:off x="7458456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7" name="Connector 2304"/>
          <p:cNvSpPr/>
          <p:nvPr/>
        </p:nvSpPr>
        <p:spPr>
          <a:xfrm flipV="1">
            <a:off x="5513832" y="1006805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8" name="Connector 2305"/>
          <p:cNvSpPr/>
          <p:nvPr/>
        </p:nvSpPr>
        <p:spPr>
          <a:xfrm flipV="1">
            <a:off x="5779006" y="10008616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9" name="Connector 2306"/>
          <p:cNvSpPr/>
          <p:nvPr/>
        </p:nvSpPr>
        <p:spPr>
          <a:xfrm flipV="1">
            <a:off x="6044184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0" name="Connector 2307"/>
          <p:cNvSpPr/>
          <p:nvPr/>
        </p:nvSpPr>
        <p:spPr>
          <a:xfrm flipV="1">
            <a:off x="6309359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1" name="Connector 2308"/>
          <p:cNvSpPr/>
          <p:nvPr/>
        </p:nvSpPr>
        <p:spPr>
          <a:xfrm flipV="1">
            <a:off x="6574535" y="990955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2" name="Connector 2309"/>
          <p:cNvSpPr/>
          <p:nvPr/>
        </p:nvSpPr>
        <p:spPr>
          <a:xfrm flipV="1">
            <a:off x="6839711" y="9902952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3" name="Connector 2310"/>
          <p:cNvSpPr/>
          <p:nvPr/>
        </p:nvSpPr>
        <p:spPr>
          <a:xfrm>
            <a:off x="7104888" y="9902952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4" name="Connector 2311"/>
          <p:cNvSpPr/>
          <p:nvPr/>
        </p:nvSpPr>
        <p:spPr>
          <a:xfrm>
            <a:off x="7370064" y="9909556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5" name="Connector 2312"/>
          <p:cNvSpPr/>
          <p:nvPr/>
        </p:nvSpPr>
        <p:spPr>
          <a:xfrm>
            <a:off x="7635240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6" name="Connector 2313"/>
          <p:cNvSpPr/>
          <p:nvPr/>
        </p:nvSpPr>
        <p:spPr>
          <a:xfrm>
            <a:off x="7900416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7" name="Connector 2314"/>
          <p:cNvSpPr/>
          <p:nvPr/>
        </p:nvSpPr>
        <p:spPr>
          <a:xfrm>
            <a:off x="8165592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8" name="Connector 2315"/>
          <p:cNvSpPr/>
          <p:nvPr/>
        </p:nvSpPr>
        <p:spPr>
          <a:xfrm>
            <a:off x="8430768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9" name="Connector 2316"/>
          <p:cNvSpPr/>
          <p:nvPr/>
        </p:nvSpPr>
        <p:spPr>
          <a:xfrm flipV="1">
            <a:off x="5513832" y="10055477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0" name="Connector 2317"/>
          <p:cNvSpPr/>
          <p:nvPr/>
        </p:nvSpPr>
        <p:spPr>
          <a:xfrm flipV="1">
            <a:off x="5867398" y="998575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1" name="Connector 2318"/>
          <p:cNvSpPr/>
          <p:nvPr/>
        </p:nvSpPr>
        <p:spPr>
          <a:xfrm flipV="1">
            <a:off x="6220967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2" name="Connector 2319"/>
          <p:cNvSpPr/>
          <p:nvPr/>
        </p:nvSpPr>
        <p:spPr>
          <a:xfrm flipV="1">
            <a:off x="6574535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3" name="Connector 2320"/>
          <p:cNvSpPr/>
          <p:nvPr/>
        </p:nvSpPr>
        <p:spPr>
          <a:xfrm flipV="1">
            <a:off x="6928104" y="9869550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4" name="Connector 2321"/>
          <p:cNvSpPr/>
          <p:nvPr/>
        </p:nvSpPr>
        <p:spPr>
          <a:xfrm flipV="1">
            <a:off x="7281671" y="9861804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5" name="Connector 2322"/>
          <p:cNvSpPr/>
          <p:nvPr/>
        </p:nvSpPr>
        <p:spPr>
          <a:xfrm>
            <a:off x="7635240" y="9861804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6" name="Connector 2323"/>
          <p:cNvSpPr/>
          <p:nvPr/>
        </p:nvSpPr>
        <p:spPr>
          <a:xfrm>
            <a:off x="7988807" y="9869551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7" name="Connector 2324"/>
          <p:cNvSpPr/>
          <p:nvPr/>
        </p:nvSpPr>
        <p:spPr>
          <a:xfrm>
            <a:off x="8342376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8" name="Connector 2325"/>
          <p:cNvSpPr/>
          <p:nvPr/>
        </p:nvSpPr>
        <p:spPr>
          <a:xfrm>
            <a:off x="8695943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9" name="Connector 2326"/>
          <p:cNvSpPr/>
          <p:nvPr/>
        </p:nvSpPr>
        <p:spPr>
          <a:xfrm>
            <a:off x="9049511" y="998575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0" name="Connector 2327"/>
          <p:cNvSpPr/>
          <p:nvPr/>
        </p:nvSpPr>
        <p:spPr>
          <a:xfrm>
            <a:off x="9403080" y="10055477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1" name="Connector 2328"/>
          <p:cNvSpPr/>
          <p:nvPr/>
        </p:nvSpPr>
        <p:spPr>
          <a:xfrm flipV="1">
            <a:off x="6574535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2" name="Connector 2329"/>
          <p:cNvSpPr/>
          <p:nvPr/>
        </p:nvSpPr>
        <p:spPr>
          <a:xfrm flipV="1">
            <a:off x="6662926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3" name="Connector 2330"/>
          <p:cNvSpPr/>
          <p:nvPr/>
        </p:nvSpPr>
        <p:spPr>
          <a:xfrm flipV="1">
            <a:off x="6751319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4" name="Connector 2331"/>
          <p:cNvSpPr/>
          <p:nvPr/>
        </p:nvSpPr>
        <p:spPr>
          <a:xfrm flipV="1">
            <a:off x="6839711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5" name="Connector 2332"/>
          <p:cNvSpPr/>
          <p:nvPr/>
        </p:nvSpPr>
        <p:spPr>
          <a:xfrm flipV="1">
            <a:off x="6928104" y="9989564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6" name="Connector 2333"/>
          <p:cNvSpPr/>
          <p:nvPr/>
        </p:nvSpPr>
        <p:spPr>
          <a:xfrm flipV="1">
            <a:off x="7016495" y="9985247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7" name="Connector 2334"/>
          <p:cNvSpPr/>
          <p:nvPr/>
        </p:nvSpPr>
        <p:spPr>
          <a:xfrm>
            <a:off x="7104888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8" name="Connector 2335"/>
          <p:cNvSpPr/>
          <p:nvPr/>
        </p:nvSpPr>
        <p:spPr>
          <a:xfrm>
            <a:off x="7193280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9" name="Connector 2336"/>
          <p:cNvSpPr/>
          <p:nvPr/>
        </p:nvSpPr>
        <p:spPr>
          <a:xfrm>
            <a:off x="7281671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0" name="Connector 2337"/>
          <p:cNvSpPr/>
          <p:nvPr/>
        </p:nvSpPr>
        <p:spPr>
          <a:xfrm>
            <a:off x="7370064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1" name="Connector 2338"/>
          <p:cNvSpPr/>
          <p:nvPr/>
        </p:nvSpPr>
        <p:spPr>
          <a:xfrm>
            <a:off x="7458456" y="10054335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2" name="Connector 2339"/>
          <p:cNvSpPr/>
          <p:nvPr/>
        </p:nvSpPr>
        <p:spPr>
          <a:xfrm>
            <a:off x="7546847" y="10093197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3" name="Connector 2340"/>
          <p:cNvSpPr/>
          <p:nvPr/>
        </p:nvSpPr>
        <p:spPr>
          <a:xfrm flipV="1">
            <a:off x="6574535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4" name="Connector 2341"/>
          <p:cNvSpPr/>
          <p:nvPr/>
        </p:nvSpPr>
        <p:spPr>
          <a:xfrm flipV="1">
            <a:off x="6751319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5" name="Connector 2342"/>
          <p:cNvSpPr/>
          <p:nvPr/>
        </p:nvSpPr>
        <p:spPr>
          <a:xfrm flipV="1">
            <a:off x="6928104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6" name="Connector 2343"/>
          <p:cNvSpPr/>
          <p:nvPr/>
        </p:nvSpPr>
        <p:spPr>
          <a:xfrm flipV="1">
            <a:off x="7104888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7" name="Connector 2344"/>
          <p:cNvSpPr/>
          <p:nvPr/>
        </p:nvSpPr>
        <p:spPr>
          <a:xfrm flipV="1">
            <a:off x="7281671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8" name="Connector 2345"/>
          <p:cNvSpPr/>
          <p:nvPr/>
        </p:nvSpPr>
        <p:spPr>
          <a:xfrm flipV="1">
            <a:off x="7458454" y="994410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9" name="Connector 2346"/>
          <p:cNvSpPr/>
          <p:nvPr/>
        </p:nvSpPr>
        <p:spPr>
          <a:xfrm>
            <a:off x="7635240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0" name="Connector 2347"/>
          <p:cNvSpPr/>
          <p:nvPr/>
        </p:nvSpPr>
        <p:spPr>
          <a:xfrm>
            <a:off x="7812023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1" name="Connector 2348"/>
          <p:cNvSpPr/>
          <p:nvPr/>
        </p:nvSpPr>
        <p:spPr>
          <a:xfrm>
            <a:off x="7988807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2" name="Connector 2349"/>
          <p:cNvSpPr/>
          <p:nvPr/>
        </p:nvSpPr>
        <p:spPr>
          <a:xfrm>
            <a:off x="8165592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3" name="Connector 2350"/>
          <p:cNvSpPr/>
          <p:nvPr/>
        </p:nvSpPr>
        <p:spPr>
          <a:xfrm>
            <a:off x="8342376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4" name="Connector 2351"/>
          <p:cNvSpPr/>
          <p:nvPr/>
        </p:nvSpPr>
        <p:spPr>
          <a:xfrm>
            <a:off x="8519159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5" name="Connector 2352"/>
          <p:cNvSpPr/>
          <p:nvPr/>
        </p:nvSpPr>
        <p:spPr>
          <a:xfrm flipV="1">
            <a:off x="6574535" y="1006805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6" name="Connector 2353"/>
          <p:cNvSpPr/>
          <p:nvPr/>
        </p:nvSpPr>
        <p:spPr>
          <a:xfrm flipV="1">
            <a:off x="6839711" y="10008616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7" name="Connector 2354"/>
          <p:cNvSpPr/>
          <p:nvPr/>
        </p:nvSpPr>
        <p:spPr>
          <a:xfrm flipV="1">
            <a:off x="7104888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8" name="Connector 2355"/>
          <p:cNvSpPr/>
          <p:nvPr/>
        </p:nvSpPr>
        <p:spPr>
          <a:xfrm flipV="1">
            <a:off x="7370064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9" name="Connector 2356"/>
          <p:cNvSpPr/>
          <p:nvPr/>
        </p:nvSpPr>
        <p:spPr>
          <a:xfrm flipV="1">
            <a:off x="7635240" y="990955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0" name="Connector 2357"/>
          <p:cNvSpPr/>
          <p:nvPr/>
        </p:nvSpPr>
        <p:spPr>
          <a:xfrm flipV="1">
            <a:off x="7900414" y="9902952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1" name="Connector 2358"/>
          <p:cNvSpPr/>
          <p:nvPr/>
        </p:nvSpPr>
        <p:spPr>
          <a:xfrm>
            <a:off x="8165592" y="9902952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2" name="Connector 2359"/>
          <p:cNvSpPr/>
          <p:nvPr/>
        </p:nvSpPr>
        <p:spPr>
          <a:xfrm>
            <a:off x="8430768" y="9909556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3" name="Connector 2360"/>
          <p:cNvSpPr/>
          <p:nvPr/>
        </p:nvSpPr>
        <p:spPr>
          <a:xfrm>
            <a:off x="8695943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4" name="Connector 2361"/>
          <p:cNvSpPr/>
          <p:nvPr/>
        </p:nvSpPr>
        <p:spPr>
          <a:xfrm>
            <a:off x="8961119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5" name="Connector 2362"/>
          <p:cNvSpPr/>
          <p:nvPr/>
        </p:nvSpPr>
        <p:spPr>
          <a:xfrm>
            <a:off x="9226295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6" name="Connector 2363"/>
          <p:cNvSpPr/>
          <p:nvPr/>
        </p:nvSpPr>
        <p:spPr>
          <a:xfrm>
            <a:off x="9491471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7" name="Connector 2364"/>
          <p:cNvSpPr/>
          <p:nvPr/>
        </p:nvSpPr>
        <p:spPr>
          <a:xfrm flipV="1">
            <a:off x="7635240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8" name="Connector 2365"/>
          <p:cNvSpPr/>
          <p:nvPr/>
        </p:nvSpPr>
        <p:spPr>
          <a:xfrm flipV="1">
            <a:off x="7723630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9" name="Connector 2366"/>
          <p:cNvSpPr/>
          <p:nvPr/>
        </p:nvSpPr>
        <p:spPr>
          <a:xfrm flipV="1">
            <a:off x="7812023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0" name="Connector 2367"/>
          <p:cNvSpPr/>
          <p:nvPr/>
        </p:nvSpPr>
        <p:spPr>
          <a:xfrm flipV="1">
            <a:off x="7900416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1" name="Connector 2368"/>
          <p:cNvSpPr/>
          <p:nvPr/>
        </p:nvSpPr>
        <p:spPr>
          <a:xfrm flipV="1">
            <a:off x="7988807" y="9989564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2" name="Connector 2369"/>
          <p:cNvSpPr/>
          <p:nvPr/>
        </p:nvSpPr>
        <p:spPr>
          <a:xfrm flipV="1">
            <a:off x="8077199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3" name="Connector 2370"/>
          <p:cNvSpPr/>
          <p:nvPr/>
        </p:nvSpPr>
        <p:spPr>
          <a:xfrm>
            <a:off x="8165592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4" name="Connector 2371"/>
          <p:cNvSpPr/>
          <p:nvPr/>
        </p:nvSpPr>
        <p:spPr>
          <a:xfrm>
            <a:off x="8253983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5" name="Connector 2372"/>
          <p:cNvSpPr/>
          <p:nvPr/>
        </p:nvSpPr>
        <p:spPr>
          <a:xfrm>
            <a:off x="8342376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6" name="Connector 2373"/>
          <p:cNvSpPr/>
          <p:nvPr/>
        </p:nvSpPr>
        <p:spPr>
          <a:xfrm>
            <a:off x="8430768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7" name="Connector 2374"/>
          <p:cNvSpPr/>
          <p:nvPr/>
        </p:nvSpPr>
        <p:spPr>
          <a:xfrm>
            <a:off x="8519159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8" name="Connector 2375"/>
          <p:cNvSpPr/>
          <p:nvPr/>
        </p:nvSpPr>
        <p:spPr>
          <a:xfrm>
            <a:off x="8607552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9" name="Connector 2376"/>
          <p:cNvSpPr/>
          <p:nvPr/>
        </p:nvSpPr>
        <p:spPr>
          <a:xfrm flipV="1">
            <a:off x="7635240" y="10080624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0" name="Connector 2377"/>
          <p:cNvSpPr/>
          <p:nvPr/>
        </p:nvSpPr>
        <p:spPr>
          <a:xfrm flipV="1">
            <a:off x="7812023" y="1003147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1" name="Connector 2378"/>
          <p:cNvSpPr/>
          <p:nvPr/>
        </p:nvSpPr>
        <p:spPr>
          <a:xfrm flipV="1">
            <a:off x="7988807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2" name="Connector 2379"/>
          <p:cNvSpPr/>
          <p:nvPr/>
        </p:nvSpPr>
        <p:spPr>
          <a:xfrm flipV="1">
            <a:off x="8165592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3" name="Connector 2380"/>
          <p:cNvSpPr/>
          <p:nvPr/>
        </p:nvSpPr>
        <p:spPr>
          <a:xfrm flipV="1">
            <a:off x="8342376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4" name="Connector 2381"/>
          <p:cNvSpPr/>
          <p:nvPr/>
        </p:nvSpPr>
        <p:spPr>
          <a:xfrm flipV="1">
            <a:off x="8519159" y="994410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5" name="Connector 2382"/>
          <p:cNvSpPr/>
          <p:nvPr/>
        </p:nvSpPr>
        <p:spPr>
          <a:xfrm>
            <a:off x="8695943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6" name="Connector 2383"/>
          <p:cNvSpPr/>
          <p:nvPr/>
        </p:nvSpPr>
        <p:spPr>
          <a:xfrm>
            <a:off x="8872728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7" name="Connector 2384"/>
          <p:cNvSpPr/>
          <p:nvPr/>
        </p:nvSpPr>
        <p:spPr>
          <a:xfrm>
            <a:off x="9049511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8" name="Connector 2385"/>
          <p:cNvSpPr/>
          <p:nvPr/>
        </p:nvSpPr>
        <p:spPr>
          <a:xfrm>
            <a:off x="9226295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9" name="Connector 2386"/>
          <p:cNvSpPr/>
          <p:nvPr/>
        </p:nvSpPr>
        <p:spPr>
          <a:xfrm>
            <a:off x="9403080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0" name="Connector 2387"/>
          <p:cNvSpPr/>
          <p:nvPr/>
        </p:nvSpPr>
        <p:spPr>
          <a:xfrm>
            <a:off x="9579864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1" name="Connector 2388"/>
          <p:cNvSpPr/>
          <p:nvPr/>
        </p:nvSpPr>
        <p:spPr>
          <a:xfrm flipV="1">
            <a:off x="8695943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2" name="Connector 2389"/>
          <p:cNvSpPr/>
          <p:nvPr/>
        </p:nvSpPr>
        <p:spPr>
          <a:xfrm flipV="1">
            <a:off x="8784335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3" name="Connector 2390"/>
          <p:cNvSpPr/>
          <p:nvPr/>
        </p:nvSpPr>
        <p:spPr>
          <a:xfrm flipV="1">
            <a:off x="8872728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4" name="Connector 2391"/>
          <p:cNvSpPr/>
          <p:nvPr/>
        </p:nvSpPr>
        <p:spPr>
          <a:xfrm flipV="1">
            <a:off x="8961119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5" name="Connector 2392"/>
          <p:cNvSpPr/>
          <p:nvPr/>
        </p:nvSpPr>
        <p:spPr>
          <a:xfrm flipV="1">
            <a:off x="9049511" y="9989564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6" name="Connector 2393"/>
          <p:cNvSpPr/>
          <p:nvPr/>
        </p:nvSpPr>
        <p:spPr>
          <a:xfrm flipV="1">
            <a:off x="9137902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7" name="Connector 2394"/>
          <p:cNvSpPr/>
          <p:nvPr/>
        </p:nvSpPr>
        <p:spPr>
          <a:xfrm>
            <a:off x="9226295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8" name="Connector 2395"/>
          <p:cNvSpPr/>
          <p:nvPr/>
        </p:nvSpPr>
        <p:spPr>
          <a:xfrm>
            <a:off x="9314688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9" name="Connector 2396"/>
          <p:cNvSpPr/>
          <p:nvPr/>
        </p:nvSpPr>
        <p:spPr>
          <a:xfrm>
            <a:off x="9403080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0" name="Connector 2397"/>
          <p:cNvSpPr/>
          <p:nvPr/>
        </p:nvSpPr>
        <p:spPr>
          <a:xfrm>
            <a:off x="9491471" y="10024109"/>
            <a:ext cx="88392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1" name="Connector 2398"/>
          <p:cNvSpPr/>
          <p:nvPr/>
        </p:nvSpPr>
        <p:spPr>
          <a:xfrm>
            <a:off x="9579863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2" name="Connector 2399"/>
          <p:cNvSpPr/>
          <p:nvPr/>
        </p:nvSpPr>
        <p:spPr>
          <a:xfrm>
            <a:off x="9668256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3" name="Connector 2400"/>
          <p:cNvSpPr/>
          <p:nvPr/>
        </p:nvSpPr>
        <p:spPr>
          <a:xfrm flipV="1">
            <a:off x="2331720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4" name="Connector 2401"/>
          <p:cNvSpPr/>
          <p:nvPr/>
        </p:nvSpPr>
        <p:spPr>
          <a:xfrm flipV="1">
            <a:off x="2420111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5" name="Connector 2402"/>
          <p:cNvSpPr/>
          <p:nvPr/>
        </p:nvSpPr>
        <p:spPr>
          <a:xfrm flipV="1">
            <a:off x="2508504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6" name="Connector 2403"/>
          <p:cNvSpPr/>
          <p:nvPr/>
        </p:nvSpPr>
        <p:spPr>
          <a:xfrm flipV="1">
            <a:off x="2596895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7" name="Connector 2404"/>
          <p:cNvSpPr/>
          <p:nvPr/>
        </p:nvSpPr>
        <p:spPr>
          <a:xfrm flipV="1">
            <a:off x="2685288" y="10849102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8" name="Connector 2405"/>
          <p:cNvSpPr/>
          <p:nvPr/>
        </p:nvSpPr>
        <p:spPr>
          <a:xfrm flipV="1">
            <a:off x="2773679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9" name="Connector 2406"/>
          <p:cNvSpPr/>
          <p:nvPr/>
        </p:nvSpPr>
        <p:spPr>
          <a:xfrm>
            <a:off x="2862072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0" name="Connector 2407"/>
          <p:cNvSpPr/>
          <p:nvPr/>
        </p:nvSpPr>
        <p:spPr>
          <a:xfrm>
            <a:off x="2950464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1" name="Connector 2408"/>
          <p:cNvSpPr/>
          <p:nvPr/>
        </p:nvSpPr>
        <p:spPr>
          <a:xfrm>
            <a:off x="3038855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2" name="Connector 2409"/>
          <p:cNvSpPr/>
          <p:nvPr/>
        </p:nvSpPr>
        <p:spPr>
          <a:xfrm>
            <a:off x="3127248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3" name="Connector 2410"/>
          <p:cNvSpPr/>
          <p:nvPr/>
        </p:nvSpPr>
        <p:spPr>
          <a:xfrm>
            <a:off x="3215639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4" name="Connector 2411"/>
          <p:cNvSpPr/>
          <p:nvPr/>
        </p:nvSpPr>
        <p:spPr>
          <a:xfrm>
            <a:off x="3304032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5" name="Connector 2412"/>
          <p:cNvSpPr/>
          <p:nvPr/>
        </p:nvSpPr>
        <p:spPr>
          <a:xfrm flipV="1">
            <a:off x="2331720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6" name="Connector 2413"/>
          <p:cNvSpPr/>
          <p:nvPr/>
        </p:nvSpPr>
        <p:spPr>
          <a:xfrm flipV="1">
            <a:off x="2508504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7" name="Connector 2414"/>
          <p:cNvSpPr/>
          <p:nvPr/>
        </p:nvSpPr>
        <p:spPr>
          <a:xfrm flipV="1">
            <a:off x="2685288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8" name="Connector 2415"/>
          <p:cNvSpPr/>
          <p:nvPr/>
        </p:nvSpPr>
        <p:spPr>
          <a:xfrm flipV="1">
            <a:off x="2862072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9" name="Connector 2416"/>
          <p:cNvSpPr/>
          <p:nvPr/>
        </p:nvSpPr>
        <p:spPr>
          <a:xfrm flipV="1">
            <a:off x="3038855" y="10809096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0" name="Connector 2417"/>
          <p:cNvSpPr/>
          <p:nvPr/>
        </p:nvSpPr>
        <p:spPr>
          <a:xfrm flipV="1">
            <a:off x="3215639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1" name="Connector 2418"/>
          <p:cNvSpPr/>
          <p:nvPr/>
        </p:nvSpPr>
        <p:spPr>
          <a:xfrm>
            <a:off x="3392423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2" name="Connector 2419"/>
          <p:cNvSpPr/>
          <p:nvPr/>
        </p:nvSpPr>
        <p:spPr>
          <a:xfrm>
            <a:off x="3569208" y="10809096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3" name="Connector 2420"/>
          <p:cNvSpPr/>
          <p:nvPr/>
        </p:nvSpPr>
        <p:spPr>
          <a:xfrm>
            <a:off x="3745991" y="10825478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4" name="Connector 2421"/>
          <p:cNvSpPr/>
          <p:nvPr/>
        </p:nvSpPr>
        <p:spPr>
          <a:xfrm>
            <a:off x="3922776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5" name="Connector 2422"/>
          <p:cNvSpPr/>
          <p:nvPr/>
        </p:nvSpPr>
        <p:spPr>
          <a:xfrm>
            <a:off x="4099559" y="10891011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6" name="Connector 2423"/>
          <p:cNvSpPr/>
          <p:nvPr/>
        </p:nvSpPr>
        <p:spPr>
          <a:xfrm>
            <a:off x="4276342" y="10940160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7" name="Connector 2424"/>
          <p:cNvSpPr/>
          <p:nvPr/>
        </p:nvSpPr>
        <p:spPr>
          <a:xfrm flipV="1">
            <a:off x="2331720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8" name="Connector 2425"/>
          <p:cNvSpPr/>
          <p:nvPr/>
        </p:nvSpPr>
        <p:spPr>
          <a:xfrm flipV="1">
            <a:off x="2596895" y="1086815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9" name="Connector 2426"/>
          <p:cNvSpPr/>
          <p:nvPr/>
        </p:nvSpPr>
        <p:spPr>
          <a:xfrm flipV="1">
            <a:off x="2862072" y="10821923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0" name="Connector 2427"/>
          <p:cNvSpPr/>
          <p:nvPr/>
        </p:nvSpPr>
        <p:spPr>
          <a:xfrm flipV="1">
            <a:off x="3127248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1" name="Connector 2428"/>
          <p:cNvSpPr/>
          <p:nvPr/>
        </p:nvSpPr>
        <p:spPr>
          <a:xfrm flipV="1">
            <a:off x="3392423" y="1076909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2" name="Connector 2429"/>
          <p:cNvSpPr/>
          <p:nvPr/>
        </p:nvSpPr>
        <p:spPr>
          <a:xfrm flipV="1">
            <a:off x="3657598" y="1076248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3" name="Connector 2430"/>
          <p:cNvSpPr/>
          <p:nvPr/>
        </p:nvSpPr>
        <p:spPr>
          <a:xfrm>
            <a:off x="3922776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4" name="Connector 2431"/>
          <p:cNvSpPr/>
          <p:nvPr/>
        </p:nvSpPr>
        <p:spPr>
          <a:xfrm>
            <a:off x="4187952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5" name="Connector 2432"/>
          <p:cNvSpPr/>
          <p:nvPr/>
        </p:nvSpPr>
        <p:spPr>
          <a:xfrm>
            <a:off x="4453128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6" name="Connector 2433"/>
          <p:cNvSpPr/>
          <p:nvPr/>
        </p:nvSpPr>
        <p:spPr>
          <a:xfrm>
            <a:off x="4718303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7" name="Connector 2434"/>
          <p:cNvSpPr/>
          <p:nvPr/>
        </p:nvSpPr>
        <p:spPr>
          <a:xfrm>
            <a:off x="4983479" y="1086815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8" name="Connector 2435"/>
          <p:cNvSpPr/>
          <p:nvPr/>
        </p:nvSpPr>
        <p:spPr>
          <a:xfrm>
            <a:off x="5248655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9" name="Connector 2436"/>
          <p:cNvSpPr/>
          <p:nvPr/>
        </p:nvSpPr>
        <p:spPr>
          <a:xfrm flipV="1">
            <a:off x="2331720" y="10915015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0" name="Connector 2437"/>
          <p:cNvSpPr/>
          <p:nvPr/>
        </p:nvSpPr>
        <p:spPr>
          <a:xfrm flipV="1">
            <a:off x="2685287" y="10845292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1" name="Connector 2438"/>
          <p:cNvSpPr/>
          <p:nvPr/>
        </p:nvSpPr>
        <p:spPr>
          <a:xfrm flipV="1">
            <a:off x="3038855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2" name="Connector 2439"/>
          <p:cNvSpPr/>
          <p:nvPr/>
        </p:nvSpPr>
        <p:spPr>
          <a:xfrm flipV="1">
            <a:off x="3392423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3" name="Connector 2440"/>
          <p:cNvSpPr/>
          <p:nvPr/>
        </p:nvSpPr>
        <p:spPr>
          <a:xfrm flipV="1">
            <a:off x="3745991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4" name="Connector 2441"/>
          <p:cNvSpPr/>
          <p:nvPr/>
        </p:nvSpPr>
        <p:spPr>
          <a:xfrm flipV="1">
            <a:off x="4099559" y="10721340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5" name="Connector 2442"/>
          <p:cNvSpPr/>
          <p:nvPr/>
        </p:nvSpPr>
        <p:spPr>
          <a:xfrm>
            <a:off x="4453128" y="10721340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6" name="Connector 2443"/>
          <p:cNvSpPr/>
          <p:nvPr/>
        </p:nvSpPr>
        <p:spPr>
          <a:xfrm>
            <a:off x="4806696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7" name="Connector 2444"/>
          <p:cNvSpPr/>
          <p:nvPr/>
        </p:nvSpPr>
        <p:spPr>
          <a:xfrm>
            <a:off x="5160264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8" name="Connector 2445"/>
          <p:cNvSpPr/>
          <p:nvPr/>
        </p:nvSpPr>
        <p:spPr>
          <a:xfrm>
            <a:off x="5513832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9" name="Connector 2446"/>
          <p:cNvSpPr/>
          <p:nvPr/>
        </p:nvSpPr>
        <p:spPr>
          <a:xfrm>
            <a:off x="5867399" y="10845292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0" name="Connector 2447"/>
          <p:cNvSpPr/>
          <p:nvPr/>
        </p:nvSpPr>
        <p:spPr>
          <a:xfrm>
            <a:off x="6220967" y="10915015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1" name="Connector 2448"/>
          <p:cNvSpPr/>
          <p:nvPr/>
        </p:nvSpPr>
        <p:spPr>
          <a:xfrm flipV="1">
            <a:off x="2331720" y="10902442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2" name="Connector 2449"/>
          <p:cNvSpPr/>
          <p:nvPr/>
        </p:nvSpPr>
        <p:spPr>
          <a:xfrm flipV="1">
            <a:off x="2773678" y="10822431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3" name="Connector 2450"/>
          <p:cNvSpPr/>
          <p:nvPr/>
        </p:nvSpPr>
        <p:spPr>
          <a:xfrm flipV="1">
            <a:off x="3215639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4" name="Connector 2451"/>
          <p:cNvSpPr/>
          <p:nvPr/>
        </p:nvSpPr>
        <p:spPr>
          <a:xfrm flipV="1">
            <a:off x="3657600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5" name="Connector 2452"/>
          <p:cNvSpPr/>
          <p:nvPr/>
        </p:nvSpPr>
        <p:spPr>
          <a:xfrm flipV="1">
            <a:off x="4099559" y="10689082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6" name="Connector 2453"/>
          <p:cNvSpPr/>
          <p:nvPr/>
        </p:nvSpPr>
        <p:spPr>
          <a:xfrm flipV="1">
            <a:off x="4541518" y="10680192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7" name="Connector 2454"/>
          <p:cNvSpPr/>
          <p:nvPr/>
        </p:nvSpPr>
        <p:spPr>
          <a:xfrm>
            <a:off x="4983479" y="10680192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8" name="Connector 2455"/>
          <p:cNvSpPr/>
          <p:nvPr/>
        </p:nvSpPr>
        <p:spPr>
          <a:xfrm>
            <a:off x="5425440" y="10689081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9" name="Connector 2456"/>
          <p:cNvSpPr/>
          <p:nvPr/>
        </p:nvSpPr>
        <p:spPr>
          <a:xfrm>
            <a:off x="5867398" y="10715752"/>
            <a:ext cx="441962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0" name="Connector 2457"/>
          <p:cNvSpPr/>
          <p:nvPr/>
        </p:nvSpPr>
        <p:spPr>
          <a:xfrm>
            <a:off x="6309359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1" name="Connector 2458"/>
          <p:cNvSpPr/>
          <p:nvPr/>
        </p:nvSpPr>
        <p:spPr>
          <a:xfrm>
            <a:off x="6751319" y="10822431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2" name="Connector 2459"/>
          <p:cNvSpPr/>
          <p:nvPr/>
        </p:nvSpPr>
        <p:spPr>
          <a:xfrm>
            <a:off x="7193280" y="10902442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3" name="Connector 2460"/>
          <p:cNvSpPr/>
          <p:nvPr/>
        </p:nvSpPr>
        <p:spPr>
          <a:xfrm flipV="1">
            <a:off x="2331720" y="10889869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4" name="Connector 2461"/>
          <p:cNvSpPr/>
          <p:nvPr/>
        </p:nvSpPr>
        <p:spPr>
          <a:xfrm flipV="1">
            <a:off x="2862072" y="10799571"/>
            <a:ext cx="530352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5" name="Connector 2462"/>
          <p:cNvSpPr/>
          <p:nvPr/>
        </p:nvSpPr>
        <p:spPr>
          <a:xfrm flipV="1">
            <a:off x="3392423" y="10729341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6" name="Connector 2463"/>
          <p:cNvSpPr/>
          <p:nvPr/>
        </p:nvSpPr>
        <p:spPr>
          <a:xfrm flipV="1">
            <a:off x="3922776" y="1067917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7" name="Connector 2464"/>
          <p:cNvSpPr/>
          <p:nvPr/>
        </p:nvSpPr>
        <p:spPr>
          <a:xfrm flipV="1">
            <a:off x="4453128" y="10649078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8" name="Connector 2465"/>
          <p:cNvSpPr/>
          <p:nvPr/>
        </p:nvSpPr>
        <p:spPr>
          <a:xfrm flipV="1">
            <a:off x="4983479" y="10639043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9" name="Connector 2466"/>
          <p:cNvSpPr/>
          <p:nvPr/>
        </p:nvSpPr>
        <p:spPr>
          <a:xfrm>
            <a:off x="5513832" y="10639043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0" name="Connector 2467"/>
          <p:cNvSpPr/>
          <p:nvPr/>
        </p:nvSpPr>
        <p:spPr>
          <a:xfrm>
            <a:off x="6044184" y="10649077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1" name="Connector 2468"/>
          <p:cNvSpPr/>
          <p:nvPr/>
        </p:nvSpPr>
        <p:spPr>
          <a:xfrm>
            <a:off x="6574535" y="1067917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2" name="Connector 2469"/>
          <p:cNvSpPr/>
          <p:nvPr/>
        </p:nvSpPr>
        <p:spPr>
          <a:xfrm>
            <a:off x="7104888" y="10729341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3" name="Connector 2470"/>
          <p:cNvSpPr/>
          <p:nvPr/>
        </p:nvSpPr>
        <p:spPr>
          <a:xfrm>
            <a:off x="7635240" y="1079957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4" name="Connector 2471"/>
          <p:cNvSpPr/>
          <p:nvPr/>
        </p:nvSpPr>
        <p:spPr>
          <a:xfrm>
            <a:off x="8165592" y="10889868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5" name="Connector 2472"/>
          <p:cNvSpPr/>
          <p:nvPr/>
        </p:nvSpPr>
        <p:spPr>
          <a:xfrm flipV="1">
            <a:off x="2331720" y="10877294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6" name="Connector 2473"/>
          <p:cNvSpPr/>
          <p:nvPr/>
        </p:nvSpPr>
        <p:spPr>
          <a:xfrm flipV="1">
            <a:off x="2950462" y="10776711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7" name="Connector 2474"/>
          <p:cNvSpPr/>
          <p:nvPr/>
        </p:nvSpPr>
        <p:spPr>
          <a:xfrm flipV="1">
            <a:off x="3569208" y="10698480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8" name="Connector 2475"/>
          <p:cNvSpPr/>
          <p:nvPr/>
        </p:nvSpPr>
        <p:spPr>
          <a:xfrm flipV="1">
            <a:off x="4187952" y="10642600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9" name="Connector 2476"/>
          <p:cNvSpPr/>
          <p:nvPr/>
        </p:nvSpPr>
        <p:spPr>
          <a:xfrm flipV="1">
            <a:off x="4806696" y="10609071"/>
            <a:ext cx="618744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0" name="Connector 2477"/>
          <p:cNvSpPr/>
          <p:nvPr/>
        </p:nvSpPr>
        <p:spPr>
          <a:xfrm flipV="1">
            <a:off x="5425438" y="10597895"/>
            <a:ext cx="618746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1" name="Connector 2478"/>
          <p:cNvSpPr/>
          <p:nvPr/>
        </p:nvSpPr>
        <p:spPr>
          <a:xfrm>
            <a:off x="6044184" y="10597895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2" name="Connector 2479"/>
          <p:cNvSpPr/>
          <p:nvPr/>
        </p:nvSpPr>
        <p:spPr>
          <a:xfrm>
            <a:off x="6662928" y="10609071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3" name="Connector 2480"/>
          <p:cNvSpPr/>
          <p:nvPr/>
        </p:nvSpPr>
        <p:spPr>
          <a:xfrm>
            <a:off x="7281671" y="10642599"/>
            <a:ext cx="618745" cy="558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4" name="Connector 2481"/>
          <p:cNvSpPr/>
          <p:nvPr/>
        </p:nvSpPr>
        <p:spPr>
          <a:xfrm>
            <a:off x="7900416" y="10698480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5" name="Connector 2482"/>
          <p:cNvSpPr/>
          <p:nvPr/>
        </p:nvSpPr>
        <p:spPr>
          <a:xfrm>
            <a:off x="8519159" y="10776711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6" name="Connector 2483"/>
          <p:cNvSpPr/>
          <p:nvPr/>
        </p:nvSpPr>
        <p:spPr>
          <a:xfrm>
            <a:off x="9137902" y="10877294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7" name="Connector 2484"/>
          <p:cNvSpPr/>
          <p:nvPr/>
        </p:nvSpPr>
        <p:spPr>
          <a:xfrm flipV="1">
            <a:off x="3392423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8" name="Connector 2485"/>
          <p:cNvSpPr/>
          <p:nvPr/>
        </p:nvSpPr>
        <p:spPr>
          <a:xfrm flipV="1">
            <a:off x="3480815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9" name="Connector 2486"/>
          <p:cNvSpPr/>
          <p:nvPr/>
        </p:nvSpPr>
        <p:spPr>
          <a:xfrm flipV="1">
            <a:off x="3569208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0" name="Connector 2487"/>
          <p:cNvSpPr/>
          <p:nvPr/>
        </p:nvSpPr>
        <p:spPr>
          <a:xfrm flipV="1">
            <a:off x="3657599" y="10862056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1" name="Connector 2488"/>
          <p:cNvSpPr/>
          <p:nvPr/>
        </p:nvSpPr>
        <p:spPr>
          <a:xfrm flipV="1">
            <a:off x="3745991" y="10849102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2" name="Connector 2489"/>
          <p:cNvSpPr/>
          <p:nvPr/>
        </p:nvSpPr>
        <p:spPr>
          <a:xfrm flipV="1">
            <a:off x="3834384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3" name="Connector 2490"/>
          <p:cNvSpPr/>
          <p:nvPr/>
        </p:nvSpPr>
        <p:spPr>
          <a:xfrm>
            <a:off x="3922776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4" name="Connector 2491"/>
          <p:cNvSpPr/>
          <p:nvPr/>
        </p:nvSpPr>
        <p:spPr>
          <a:xfrm>
            <a:off x="4011167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5" name="Connector 2492"/>
          <p:cNvSpPr/>
          <p:nvPr/>
        </p:nvSpPr>
        <p:spPr>
          <a:xfrm>
            <a:off x="4099559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6" name="Connector 2493"/>
          <p:cNvSpPr/>
          <p:nvPr/>
        </p:nvSpPr>
        <p:spPr>
          <a:xfrm>
            <a:off x="4187952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7" name="Connector 2494"/>
          <p:cNvSpPr/>
          <p:nvPr/>
        </p:nvSpPr>
        <p:spPr>
          <a:xfrm>
            <a:off x="4276344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8" name="Connector 2495"/>
          <p:cNvSpPr/>
          <p:nvPr/>
        </p:nvSpPr>
        <p:spPr>
          <a:xfrm>
            <a:off x="4364735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9" name="Connector 2496"/>
          <p:cNvSpPr/>
          <p:nvPr/>
        </p:nvSpPr>
        <p:spPr>
          <a:xfrm flipV="1">
            <a:off x="3392423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0" name="Connector 2497"/>
          <p:cNvSpPr/>
          <p:nvPr/>
        </p:nvSpPr>
        <p:spPr>
          <a:xfrm flipV="1">
            <a:off x="3569208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1" name="Connector 2498"/>
          <p:cNvSpPr/>
          <p:nvPr/>
        </p:nvSpPr>
        <p:spPr>
          <a:xfrm flipV="1">
            <a:off x="3745991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2" name="Connector 2499"/>
          <p:cNvSpPr/>
          <p:nvPr/>
        </p:nvSpPr>
        <p:spPr>
          <a:xfrm flipV="1">
            <a:off x="3922776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3" name="Connector 2500"/>
          <p:cNvSpPr/>
          <p:nvPr/>
        </p:nvSpPr>
        <p:spPr>
          <a:xfrm flipV="1">
            <a:off x="4099559" y="10809096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4" name="Connector 2501"/>
          <p:cNvSpPr/>
          <p:nvPr/>
        </p:nvSpPr>
        <p:spPr>
          <a:xfrm flipV="1">
            <a:off x="4276342" y="10803635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5" name="Connector 2502"/>
          <p:cNvSpPr/>
          <p:nvPr/>
        </p:nvSpPr>
        <p:spPr>
          <a:xfrm>
            <a:off x="4453128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6" name="Connector 2503"/>
          <p:cNvSpPr/>
          <p:nvPr/>
        </p:nvSpPr>
        <p:spPr>
          <a:xfrm>
            <a:off x="4629911" y="10809096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7" name="Connector 2504"/>
          <p:cNvSpPr/>
          <p:nvPr/>
        </p:nvSpPr>
        <p:spPr>
          <a:xfrm>
            <a:off x="4806696" y="10825478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8" name="Connector 2505"/>
          <p:cNvSpPr/>
          <p:nvPr/>
        </p:nvSpPr>
        <p:spPr>
          <a:xfrm>
            <a:off x="4983479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9" name="Connector 2506"/>
          <p:cNvSpPr/>
          <p:nvPr/>
        </p:nvSpPr>
        <p:spPr>
          <a:xfrm>
            <a:off x="5160264" y="10891011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0" name="Connector 2507"/>
          <p:cNvSpPr/>
          <p:nvPr/>
        </p:nvSpPr>
        <p:spPr>
          <a:xfrm>
            <a:off x="5337047" y="10940160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1" name="Connector 2508"/>
          <p:cNvSpPr/>
          <p:nvPr/>
        </p:nvSpPr>
        <p:spPr>
          <a:xfrm flipV="1">
            <a:off x="3392423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2" name="Connector 2509"/>
          <p:cNvSpPr/>
          <p:nvPr/>
        </p:nvSpPr>
        <p:spPr>
          <a:xfrm flipV="1">
            <a:off x="3657600" y="10868153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3" name="Connector 2510"/>
          <p:cNvSpPr/>
          <p:nvPr/>
        </p:nvSpPr>
        <p:spPr>
          <a:xfrm flipV="1">
            <a:off x="3922776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4" name="Connector 2511"/>
          <p:cNvSpPr/>
          <p:nvPr/>
        </p:nvSpPr>
        <p:spPr>
          <a:xfrm flipV="1">
            <a:off x="4187952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5" name="Connector 2512"/>
          <p:cNvSpPr/>
          <p:nvPr/>
        </p:nvSpPr>
        <p:spPr>
          <a:xfrm flipV="1">
            <a:off x="4453128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6" name="Connector 2513"/>
          <p:cNvSpPr/>
          <p:nvPr/>
        </p:nvSpPr>
        <p:spPr>
          <a:xfrm flipV="1">
            <a:off x="4718303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7" name="Connector 2514"/>
          <p:cNvSpPr/>
          <p:nvPr/>
        </p:nvSpPr>
        <p:spPr>
          <a:xfrm>
            <a:off x="4983479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8" name="Connector 2515"/>
          <p:cNvSpPr/>
          <p:nvPr/>
        </p:nvSpPr>
        <p:spPr>
          <a:xfrm>
            <a:off x="5248655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9" name="Connector 2516"/>
          <p:cNvSpPr/>
          <p:nvPr/>
        </p:nvSpPr>
        <p:spPr>
          <a:xfrm>
            <a:off x="5513832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0" name="Connector 2517"/>
          <p:cNvSpPr/>
          <p:nvPr/>
        </p:nvSpPr>
        <p:spPr>
          <a:xfrm>
            <a:off x="5779008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1" name="Connector 2518"/>
          <p:cNvSpPr/>
          <p:nvPr/>
        </p:nvSpPr>
        <p:spPr>
          <a:xfrm>
            <a:off x="6044184" y="1086815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2" name="Connector 2519"/>
          <p:cNvSpPr/>
          <p:nvPr/>
        </p:nvSpPr>
        <p:spPr>
          <a:xfrm>
            <a:off x="6309359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3" name="Connector 2520"/>
          <p:cNvSpPr/>
          <p:nvPr/>
        </p:nvSpPr>
        <p:spPr>
          <a:xfrm flipV="1">
            <a:off x="3392423" y="10915015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4" name="Connector 2521"/>
          <p:cNvSpPr/>
          <p:nvPr/>
        </p:nvSpPr>
        <p:spPr>
          <a:xfrm flipV="1">
            <a:off x="3745991" y="10845292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5" name="Connector 2522"/>
          <p:cNvSpPr/>
          <p:nvPr/>
        </p:nvSpPr>
        <p:spPr>
          <a:xfrm flipV="1">
            <a:off x="4099559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6" name="Connector 2523"/>
          <p:cNvSpPr/>
          <p:nvPr/>
        </p:nvSpPr>
        <p:spPr>
          <a:xfrm flipV="1">
            <a:off x="4453128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7" name="Connector 2524"/>
          <p:cNvSpPr/>
          <p:nvPr/>
        </p:nvSpPr>
        <p:spPr>
          <a:xfrm flipV="1">
            <a:off x="4806696" y="10729086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8" name="Connector 2525"/>
          <p:cNvSpPr/>
          <p:nvPr/>
        </p:nvSpPr>
        <p:spPr>
          <a:xfrm flipV="1">
            <a:off x="5160262" y="1072134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9" name="Connector 2526"/>
          <p:cNvSpPr/>
          <p:nvPr/>
        </p:nvSpPr>
        <p:spPr>
          <a:xfrm>
            <a:off x="5513832" y="10721340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0" name="Connector 2527"/>
          <p:cNvSpPr/>
          <p:nvPr/>
        </p:nvSpPr>
        <p:spPr>
          <a:xfrm>
            <a:off x="5867399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1" name="Connector 2528"/>
          <p:cNvSpPr/>
          <p:nvPr/>
        </p:nvSpPr>
        <p:spPr>
          <a:xfrm>
            <a:off x="6220967" y="10752328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2" name="Connector 2529"/>
          <p:cNvSpPr/>
          <p:nvPr/>
        </p:nvSpPr>
        <p:spPr>
          <a:xfrm>
            <a:off x="6574535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3" name="Connector 2530"/>
          <p:cNvSpPr/>
          <p:nvPr/>
        </p:nvSpPr>
        <p:spPr>
          <a:xfrm>
            <a:off x="6928104" y="10845292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4" name="Connector 2531"/>
          <p:cNvSpPr/>
          <p:nvPr/>
        </p:nvSpPr>
        <p:spPr>
          <a:xfrm>
            <a:off x="7281671" y="10915015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5" name="Connector 2532"/>
          <p:cNvSpPr/>
          <p:nvPr/>
        </p:nvSpPr>
        <p:spPr>
          <a:xfrm flipV="1">
            <a:off x="3392423" y="10902442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6" name="Connector 2533"/>
          <p:cNvSpPr/>
          <p:nvPr/>
        </p:nvSpPr>
        <p:spPr>
          <a:xfrm flipV="1">
            <a:off x="3834384" y="10822431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7" name="Connector 2534"/>
          <p:cNvSpPr/>
          <p:nvPr/>
        </p:nvSpPr>
        <p:spPr>
          <a:xfrm flipV="1">
            <a:off x="4276344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8" name="Connector 2535"/>
          <p:cNvSpPr/>
          <p:nvPr/>
        </p:nvSpPr>
        <p:spPr>
          <a:xfrm flipV="1">
            <a:off x="4718303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9" name="Connector 2536"/>
          <p:cNvSpPr/>
          <p:nvPr/>
        </p:nvSpPr>
        <p:spPr>
          <a:xfrm flipV="1">
            <a:off x="5160264" y="10689082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0" name="Connector 2537"/>
          <p:cNvSpPr/>
          <p:nvPr/>
        </p:nvSpPr>
        <p:spPr>
          <a:xfrm flipV="1">
            <a:off x="5602223" y="10680192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1" name="Connector 2538"/>
          <p:cNvSpPr/>
          <p:nvPr/>
        </p:nvSpPr>
        <p:spPr>
          <a:xfrm>
            <a:off x="6044184" y="10680192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2" name="Connector 2539"/>
          <p:cNvSpPr/>
          <p:nvPr/>
        </p:nvSpPr>
        <p:spPr>
          <a:xfrm>
            <a:off x="6486144" y="10689081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3" name="Connector 2540"/>
          <p:cNvSpPr/>
          <p:nvPr/>
        </p:nvSpPr>
        <p:spPr>
          <a:xfrm>
            <a:off x="6928104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4" name="Connector 2541"/>
          <p:cNvSpPr/>
          <p:nvPr/>
        </p:nvSpPr>
        <p:spPr>
          <a:xfrm>
            <a:off x="7370064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5" name="Connector 2542"/>
          <p:cNvSpPr/>
          <p:nvPr/>
        </p:nvSpPr>
        <p:spPr>
          <a:xfrm>
            <a:off x="7812023" y="10822431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6" name="Connector 2543"/>
          <p:cNvSpPr/>
          <p:nvPr/>
        </p:nvSpPr>
        <p:spPr>
          <a:xfrm>
            <a:off x="8253983" y="10902442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7" name="Connector 2544"/>
          <p:cNvSpPr/>
          <p:nvPr/>
        </p:nvSpPr>
        <p:spPr>
          <a:xfrm flipV="1">
            <a:off x="3392423" y="10889869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8" name="Connector 2545"/>
          <p:cNvSpPr/>
          <p:nvPr/>
        </p:nvSpPr>
        <p:spPr>
          <a:xfrm flipV="1">
            <a:off x="3922776" y="1079957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9" name="Connector 2546"/>
          <p:cNvSpPr/>
          <p:nvPr/>
        </p:nvSpPr>
        <p:spPr>
          <a:xfrm flipV="1">
            <a:off x="4453128" y="10729341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0" name="Connector 2547"/>
          <p:cNvSpPr/>
          <p:nvPr/>
        </p:nvSpPr>
        <p:spPr>
          <a:xfrm flipV="1">
            <a:off x="4983479" y="1067917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1" name="Connector 2548"/>
          <p:cNvSpPr/>
          <p:nvPr/>
        </p:nvSpPr>
        <p:spPr>
          <a:xfrm flipV="1">
            <a:off x="5513832" y="10649078"/>
            <a:ext cx="530352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2" name="Connector 2549"/>
          <p:cNvSpPr/>
          <p:nvPr/>
        </p:nvSpPr>
        <p:spPr>
          <a:xfrm flipV="1">
            <a:off x="6044183" y="10639043"/>
            <a:ext cx="530354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3" name="Connector 2550"/>
          <p:cNvSpPr/>
          <p:nvPr/>
        </p:nvSpPr>
        <p:spPr>
          <a:xfrm>
            <a:off x="6574535" y="10639043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4" name="Connector 2551"/>
          <p:cNvSpPr/>
          <p:nvPr/>
        </p:nvSpPr>
        <p:spPr>
          <a:xfrm>
            <a:off x="7104888" y="10649077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5" name="Connector 2552"/>
          <p:cNvSpPr/>
          <p:nvPr/>
        </p:nvSpPr>
        <p:spPr>
          <a:xfrm>
            <a:off x="7635240" y="1067917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6" name="Connector 2553"/>
          <p:cNvSpPr/>
          <p:nvPr/>
        </p:nvSpPr>
        <p:spPr>
          <a:xfrm>
            <a:off x="8165592" y="10729341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7" name="Connector 2554"/>
          <p:cNvSpPr/>
          <p:nvPr/>
        </p:nvSpPr>
        <p:spPr>
          <a:xfrm>
            <a:off x="8695943" y="1079957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8" name="Connector 2555"/>
          <p:cNvSpPr/>
          <p:nvPr/>
        </p:nvSpPr>
        <p:spPr>
          <a:xfrm>
            <a:off x="9226295" y="10889868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9" name="Connector 2556"/>
          <p:cNvSpPr/>
          <p:nvPr/>
        </p:nvSpPr>
        <p:spPr>
          <a:xfrm flipV="1">
            <a:off x="4453128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0" name="Connector 2557"/>
          <p:cNvSpPr/>
          <p:nvPr/>
        </p:nvSpPr>
        <p:spPr>
          <a:xfrm flipV="1">
            <a:off x="4541518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1" name="Connector 2558"/>
          <p:cNvSpPr/>
          <p:nvPr/>
        </p:nvSpPr>
        <p:spPr>
          <a:xfrm flipV="1">
            <a:off x="4629911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2" name="Connector 2559"/>
          <p:cNvSpPr/>
          <p:nvPr/>
        </p:nvSpPr>
        <p:spPr>
          <a:xfrm flipV="1">
            <a:off x="4718303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3" name="Connector 2560"/>
          <p:cNvSpPr/>
          <p:nvPr/>
        </p:nvSpPr>
        <p:spPr>
          <a:xfrm flipV="1">
            <a:off x="4806696" y="10849102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4" name="Connector 2561"/>
          <p:cNvSpPr/>
          <p:nvPr/>
        </p:nvSpPr>
        <p:spPr>
          <a:xfrm flipV="1">
            <a:off x="4895086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5" name="Connector 2562"/>
          <p:cNvSpPr/>
          <p:nvPr/>
        </p:nvSpPr>
        <p:spPr>
          <a:xfrm>
            <a:off x="4983479" y="10844783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6" name="Connector 2563"/>
          <p:cNvSpPr/>
          <p:nvPr/>
        </p:nvSpPr>
        <p:spPr>
          <a:xfrm>
            <a:off x="5071871" y="10849102"/>
            <a:ext cx="88394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7" name="Connector 2564"/>
          <p:cNvSpPr/>
          <p:nvPr/>
        </p:nvSpPr>
        <p:spPr>
          <a:xfrm>
            <a:off x="5160264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8" name="Connector 2565"/>
          <p:cNvSpPr/>
          <p:nvPr/>
        </p:nvSpPr>
        <p:spPr>
          <a:xfrm>
            <a:off x="5248655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9" name="Connector 2566"/>
          <p:cNvSpPr/>
          <p:nvPr/>
        </p:nvSpPr>
        <p:spPr>
          <a:xfrm>
            <a:off x="5337047" y="10913871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0" name="Connector 2567"/>
          <p:cNvSpPr/>
          <p:nvPr/>
        </p:nvSpPr>
        <p:spPr>
          <a:xfrm>
            <a:off x="5425438" y="10952733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1" name="Connector 2568"/>
          <p:cNvSpPr/>
          <p:nvPr/>
        </p:nvSpPr>
        <p:spPr>
          <a:xfrm flipV="1">
            <a:off x="4453128" y="10940160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2" name="Connector 2569"/>
          <p:cNvSpPr/>
          <p:nvPr/>
        </p:nvSpPr>
        <p:spPr>
          <a:xfrm flipV="1">
            <a:off x="4629910" y="1089101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3" name="Connector 2570"/>
          <p:cNvSpPr/>
          <p:nvPr/>
        </p:nvSpPr>
        <p:spPr>
          <a:xfrm flipV="1">
            <a:off x="4806696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4" name="Connector 2571"/>
          <p:cNvSpPr/>
          <p:nvPr/>
        </p:nvSpPr>
        <p:spPr>
          <a:xfrm flipV="1">
            <a:off x="4983479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5" name="Connector 2572"/>
          <p:cNvSpPr/>
          <p:nvPr/>
        </p:nvSpPr>
        <p:spPr>
          <a:xfrm flipV="1">
            <a:off x="5160264" y="10809096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6" name="Connector 2573"/>
          <p:cNvSpPr/>
          <p:nvPr/>
        </p:nvSpPr>
        <p:spPr>
          <a:xfrm flipV="1">
            <a:off x="5337047" y="10803635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7" name="Connector 2574"/>
          <p:cNvSpPr/>
          <p:nvPr/>
        </p:nvSpPr>
        <p:spPr>
          <a:xfrm>
            <a:off x="5513832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8" name="Connector 2575"/>
          <p:cNvSpPr/>
          <p:nvPr/>
        </p:nvSpPr>
        <p:spPr>
          <a:xfrm>
            <a:off x="5690615" y="10809096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9" name="Connector 2576"/>
          <p:cNvSpPr/>
          <p:nvPr/>
        </p:nvSpPr>
        <p:spPr>
          <a:xfrm>
            <a:off x="5867399" y="10825478"/>
            <a:ext cx="176786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0" name="Connector 2577"/>
          <p:cNvSpPr/>
          <p:nvPr/>
        </p:nvSpPr>
        <p:spPr>
          <a:xfrm>
            <a:off x="6044184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1" name="Connector 2578"/>
          <p:cNvSpPr/>
          <p:nvPr/>
        </p:nvSpPr>
        <p:spPr>
          <a:xfrm>
            <a:off x="6220967" y="10891011"/>
            <a:ext cx="176784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2" name="Connector 2579"/>
          <p:cNvSpPr/>
          <p:nvPr/>
        </p:nvSpPr>
        <p:spPr>
          <a:xfrm>
            <a:off x="6397750" y="10940160"/>
            <a:ext cx="176786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3" name="Connector 2580"/>
          <p:cNvSpPr/>
          <p:nvPr/>
        </p:nvSpPr>
        <p:spPr>
          <a:xfrm flipV="1">
            <a:off x="4453128" y="10927588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4" name="Connector 2581"/>
          <p:cNvSpPr/>
          <p:nvPr/>
        </p:nvSpPr>
        <p:spPr>
          <a:xfrm flipV="1">
            <a:off x="4718303" y="1086815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5" name="Connector 2582"/>
          <p:cNvSpPr/>
          <p:nvPr/>
        </p:nvSpPr>
        <p:spPr>
          <a:xfrm flipV="1">
            <a:off x="4983479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6" name="Connector 2583"/>
          <p:cNvSpPr/>
          <p:nvPr/>
        </p:nvSpPr>
        <p:spPr>
          <a:xfrm flipV="1">
            <a:off x="5248655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7" name="Connector 2584"/>
          <p:cNvSpPr/>
          <p:nvPr/>
        </p:nvSpPr>
        <p:spPr>
          <a:xfrm flipV="1">
            <a:off x="5513832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8" name="Connector 2585"/>
          <p:cNvSpPr/>
          <p:nvPr/>
        </p:nvSpPr>
        <p:spPr>
          <a:xfrm flipV="1">
            <a:off x="5779008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9" name="Connector 2586"/>
          <p:cNvSpPr/>
          <p:nvPr/>
        </p:nvSpPr>
        <p:spPr>
          <a:xfrm>
            <a:off x="6044184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0" name="Connector 2587"/>
          <p:cNvSpPr/>
          <p:nvPr/>
        </p:nvSpPr>
        <p:spPr>
          <a:xfrm>
            <a:off x="6309359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1" name="Connector 2588"/>
          <p:cNvSpPr/>
          <p:nvPr/>
        </p:nvSpPr>
        <p:spPr>
          <a:xfrm>
            <a:off x="6574535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2" name="Connector 2589"/>
          <p:cNvSpPr/>
          <p:nvPr/>
        </p:nvSpPr>
        <p:spPr>
          <a:xfrm>
            <a:off x="6839711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3" name="Connector 2590"/>
          <p:cNvSpPr/>
          <p:nvPr/>
        </p:nvSpPr>
        <p:spPr>
          <a:xfrm>
            <a:off x="7104888" y="1086815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4" name="Connector 2591"/>
          <p:cNvSpPr/>
          <p:nvPr/>
        </p:nvSpPr>
        <p:spPr>
          <a:xfrm>
            <a:off x="7370064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5" name="Connector 2592"/>
          <p:cNvSpPr/>
          <p:nvPr/>
        </p:nvSpPr>
        <p:spPr>
          <a:xfrm flipV="1">
            <a:off x="4453128" y="10915015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6" name="Connector 2593"/>
          <p:cNvSpPr/>
          <p:nvPr/>
        </p:nvSpPr>
        <p:spPr>
          <a:xfrm flipV="1">
            <a:off x="4806694" y="10845292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7" name="Connector 2594"/>
          <p:cNvSpPr/>
          <p:nvPr/>
        </p:nvSpPr>
        <p:spPr>
          <a:xfrm flipV="1">
            <a:off x="5160264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8" name="Connector 2595"/>
          <p:cNvSpPr/>
          <p:nvPr/>
        </p:nvSpPr>
        <p:spPr>
          <a:xfrm flipV="1">
            <a:off x="5513832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9" name="Connector 2596"/>
          <p:cNvSpPr/>
          <p:nvPr/>
        </p:nvSpPr>
        <p:spPr>
          <a:xfrm flipV="1">
            <a:off x="5867399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0" name="Connector 2597"/>
          <p:cNvSpPr/>
          <p:nvPr/>
        </p:nvSpPr>
        <p:spPr>
          <a:xfrm flipV="1">
            <a:off x="6220967" y="1072134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1" name="Connector 2598"/>
          <p:cNvSpPr/>
          <p:nvPr/>
        </p:nvSpPr>
        <p:spPr>
          <a:xfrm>
            <a:off x="6574535" y="10721340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2" name="Connector 2599"/>
          <p:cNvSpPr/>
          <p:nvPr/>
        </p:nvSpPr>
        <p:spPr>
          <a:xfrm>
            <a:off x="6928104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3" name="Connector 2600"/>
          <p:cNvSpPr/>
          <p:nvPr/>
        </p:nvSpPr>
        <p:spPr>
          <a:xfrm>
            <a:off x="7281671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4" name="Connector 2601"/>
          <p:cNvSpPr/>
          <p:nvPr/>
        </p:nvSpPr>
        <p:spPr>
          <a:xfrm>
            <a:off x="7635240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5" name="Connector 2602"/>
          <p:cNvSpPr/>
          <p:nvPr/>
        </p:nvSpPr>
        <p:spPr>
          <a:xfrm>
            <a:off x="7988807" y="10845292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6" name="Connector 2603"/>
          <p:cNvSpPr/>
          <p:nvPr/>
        </p:nvSpPr>
        <p:spPr>
          <a:xfrm>
            <a:off x="8342376" y="10915015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7" name="Connector 2604"/>
          <p:cNvSpPr/>
          <p:nvPr/>
        </p:nvSpPr>
        <p:spPr>
          <a:xfrm flipV="1">
            <a:off x="4453128" y="10902442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8" name="Connector 2605"/>
          <p:cNvSpPr/>
          <p:nvPr/>
        </p:nvSpPr>
        <p:spPr>
          <a:xfrm flipV="1">
            <a:off x="4895086" y="10822431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9" name="Connector 2606"/>
          <p:cNvSpPr/>
          <p:nvPr/>
        </p:nvSpPr>
        <p:spPr>
          <a:xfrm flipV="1">
            <a:off x="5337047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0" name="Connector 2607"/>
          <p:cNvSpPr/>
          <p:nvPr/>
        </p:nvSpPr>
        <p:spPr>
          <a:xfrm flipV="1">
            <a:off x="5779008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1" name="Connector 2608"/>
          <p:cNvSpPr/>
          <p:nvPr/>
        </p:nvSpPr>
        <p:spPr>
          <a:xfrm flipV="1">
            <a:off x="6220967" y="10689082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2" name="Connector 2609"/>
          <p:cNvSpPr/>
          <p:nvPr/>
        </p:nvSpPr>
        <p:spPr>
          <a:xfrm flipV="1">
            <a:off x="6662926" y="10680192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3" name="Connector 2610"/>
          <p:cNvSpPr/>
          <p:nvPr/>
        </p:nvSpPr>
        <p:spPr>
          <a:xfrm>
            <a:off x="7104888" y="10680192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4" name="Connector 2611"/>
          <p:cNvSpPr/>
          <p:nvPr/>
        </p:nvSpPr>
        <p:spPr>
          <a:xfrm>
            <a:off x="7546847" y="10689081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5" name="Connector 2612"/>
          <p:cNvSpPr/>
          <p:nvPr/>
        </p:nvSpPr>
        <p:spPr>
          <a:xfrm>
            <a:off x="7988807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6" name="Connector 2613"/>
          <p:cNvSpPr/>
          <p:nvPr/>
        </p:nvSpPr>
        <p:spPr>
          <a:xfrm>
            <a:off x="8430768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7" name="Connector 2614"/>
          <p:cNvSpPr/>
          <p:nvPr/>
        </p:nvSpPr>
        <p:spPr>
          <a:xfrm>
            <a:off x="8872728" y="10822431"/>
            <a:ext cx="441961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8" name="Connector 2615"/>
          <p:cNvSpPr/>
          <p:nvPr/>
        </p:nvSpPr>
        <p:spPr>
          <a:xfrm>
            <a:off x="9314688" y="10902442"/>
            <a:ext cx="441961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9" name="Connector 2616"/>
          <p:cNvSpPr/>
          <p:nvPr/>
        </p:nvSpPr>
        <p:spPr>
          <a:xfrm flipV="1">
            <a:off x="5513832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0" name="Connector 2617"/>
          <p:cNvSpPr/>
          <p:nvPr/>
        </p:nvSpPr>
        <p:spPr>
          <a:xfrm flipV="1">
            <a:off x="5602223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1" name="Connector 2618"/>
          <p:cNvSpPr/>
          <p:nvPr/>
        </p:nvSpPr>
        <p:spPr>
          <a:xfrm flipV="1">
            <a:off x="5690615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2" name="Connector 2619"/>
          <p:cNvSpPr/>
          <p:nvPr/>
        </p:nvSpPr>
        <p:spPr>
          <a:xfrm flipV="1">
            <a:off x="5779008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3" name="Connector 2620"/>
          <p:cNvSpPr/>
          <p:nvPr/>
        </p:nvSpPr>
        <p:spPr>
          <a:xfrm flipV="1">
            <a:off x="5867399" y="10849102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4" name="Connector 2621"/>
          <p:cNvSpPr/>
          <p:nvPr/>
        </p:nvSpPr>
        <p:spPr>
          <a:xfrm flipV="1">
            <a:off x="5955791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5" name="Connector 2622"/>
          <p:cNvSpPr/>
          <p:nvPr/>
        </p:nvSpPr>
        <p:spPr>
          <a:xfrm>
            <a:off x="6044184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6" name="Connector 2623"/>
          <p:cNvSpPr/>
          <p:nvPr/>
        </p:nvSpPr>
        <p:spPr>
          <a:xfrm>
            <a:off x="6132576" y="10849102"/>
            <a:ext cx="88392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7" name="Connector 2624"/>
          <p:cNvSpPr/>
          <p:nvPr/>
        </p:nvSpPr>
        <p:spPr>
          <a:xfrm>
            <a:off x="6220967" y="10862054"/>
            <a:ext cx="88394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8" name="Connector 2625"/>
          <p:cNvSpPr/>
          <p:nvPr/>
        </p:nvSpPr>
        <p:spPr>
          <a:xfrm>
            <a:off x="6309359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9" name="Connector 2626"/>
          <p:cNvSpPr/>
          <p:nvPr/>
        </p:nvSpPr>
        <p:spPr>
          <a:xfrm>
            <a:off x="6397752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0" name="Connector 2627"/>
          <p:cNvSpPr/>
          <p:nvPr/>
        </p:nvSpPr>
        <p:spPr>
          <a:xfrm>
            <a:off x="6486144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1" name="Connector 2628"/>
          <p:cNvSpPr/>
          <p:nvPr/>
        </p:nvSpPr>
        <p:spPr>
          <a:xfrm flipV="1">
            <a:off x="5513832" y="10940160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2" name="Connector 2629"/>
          <p:cNvSpPr/>
          <p:nvPr/>
        </p:nvSpPr>
        <p:spPr>
          <a:xfrm flipV="1">
            <a:off x="5690615" y="1089101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3" name="Connector 2630"/>
          <p:cNvSpPr/>
          <p:nvPr/>
        </p:nvSpPr>
        <p:spPr>
          <a:xfrm flipV="1">
            <a:off x="5867399" y="10852784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4" name="Connector 2631"/>
          <p:cNvSpPr/>
          <p:nvPr/>
        </p:nvSpPr>
        <p:spPr>
          <a:xfrm flipV="1">
            <a:off x="6044184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5" name="Connector 2632"/>
          <p:cNvSpPr/>
          <p:nvPr/>
        </p:nvSpPr>
        <p:spPr>
          <a:xfrm flipV="1">
            <a:off x="6220967" y="10809096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6" name="Connector 2633"/>
          <p:cNvSpPr/>
          <p:nvPr/>
        </p:nvSpPr>
        <p:spPr>
          <a:xfrm flipV="1">
            <a:off x="6397750" y="10803635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7" name="Connector 2634"/>
          <p:cNvSpPr/>
          <p:nvPr/>
        </p:nvSpPr>
        <p:spPr>
          <a:xfrm>
            <a:off x="6574535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8" name="Connector 2635"/>
          <p:cNvSpPr/>
          <p:nvPr/>
        </p:nvSpPr>
        <p:spPr>
          <a:xfrm>
            <a:off x="6751319" y="10809096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9" name="Connector 2636"/>
          <p:cNvSpPr/>
          <p:nvPr/>
        </p:nvSpPr>
        <p:spPr>
          <a:xfrm>
            <a:off x="6928104" y="10825478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0" name="Connector 2637"/>
          <p:cNvSpPr/>
          <p:nvPr/>
        </p:nvSpPr>
        <p:spPr>
          <a:xfrm>
            <a:off x="7104888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1" name="Connector 2638"/>
          <p:cNvSpPr/>
          <p:nvPr/>
        </p:nvSpPr>
        <p:spPr>
          <a:xfrm>
            <a:off x="7281671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2" name="Connector 2639"/>
          <p:cNvSpPr/>
          <p:nvPr/>
        </p:nvSpPr>
        <p:spPr>
          <a:xfrm>
            <a:off x="7458456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3" name="Connector 2640"/>
          <p:cNvSpPr/>
          <p:nvPr/>
        </p:nvSpPr>
        <p:spPr>
          <a:xfrm flipV="1">
            <a:off x="5513832" y="10927588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4" name="Connector 2641"/>
          <p:cNvSpPr/>
          <p:nvPr/>
        </p:nvSpPr>
        <p:spPr>
          <a:xfrm flipV="1">
            <a:off x="5779006" y="1086815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5" name="Connector 2642"/>
          <p:cNvSpPr/>
          <p:nvPr/>
        </p:nvSpPr>
        <p:spPr>
          <a:xfrm flipV="1">
            <a:off x="6044184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6" name="Connector 2643"/>
          <p:cNvSpPr/>
          <p:nvPr/>
        </p:nvSpPr>
        <p:spPr>
          <a:xfrm flipV="1">
            <a:off x="6309359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7" name="Connector 2644"/>
          <p:cNvSpPr/>
          <p:nvPr/>
        </p:nvSpPr>
        <p:spPr>
          <a:xfrm flipV="1">
            <a:off x="6574535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8" name="Connector 2645"/>
          <p:cNvSpPr/>
          <p:nvPr/>
        </p:nvSpPr>
        <p:spPr>
          <a:xfrm flipV="1">
            <a:off x="6839711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9" name="Connector 2646"/>
          <p:cNvSpPr/>
          <p:nvPr/>
        </p:nvSpPr>
        <p:spPr>
          <a:xfrm>
            <a:off x="7104888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0" name="Connector 2647"/>
          <p:cNvSpPr/>
          <p:nvPr/>
        </p:nvSpPr>
        <p:spPr>
          <a:xfrm>
            <a:off x="7370064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1" name="Connector 2648"/>
          <p:cNvSpPr/>
          <p:nvPr/>
        </p:nvSpPr>
        <p:spPr>
          <a:xfrm>
            <a:off x="7635240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2" name="Connector 2649"/>
          <p:cNvSpPr/>
          <p:nvPr/>
        </p:nvSpPr>
        <p:spPr>
          <a:xfrm>
            <a:off x="7900416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3" name="Connector 2650"/>
          <p:cNvSpPr/>
          <p:nvPr/>
        </p:nvSpPr>
        <p:spPr>
          <a:xfrm>
            <a:off x="8165592" y="1086815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4" name="Connector 2651"/>
          <p:cNvSpPr/>
          <p:nvPr/>
        </p:nvSpPr>
        <p:spPr>
          <a:xfrm>
            <a:off x="8430768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5" name="Connector 2652"/>
          <p:cNvSpPr/>
          <p:nvPr/>
        </p:nvSpPr>
        <p:spPr>
          <a:xfrm flipV="1">
            <a:off x="5513832" y="10915015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6" name="Connector 2653"/>
          <p:cNvSpPr/>
          <p:nvPr/>
        </p:nvSpPr>
        <p:spPr>
          <a:xfrm flipV="1">
            <a:off x="5867398" y="10845292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7" name="Connector 2654"/>
          <p:cNvSpPr/>
          <p:nvPr/>
        </p:nvSpPr>
        <p:spPr>
          <a:xfrm flipV="1">
            <a:off x="6220967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8" name="Connector 2655"/>
          <p:cNvSpPr/>
          <p:nvPr/>
        </p:nvSpPr>
        <p:spPr>
          <a:xfrm flipV="1">
            <a:off x="6574535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9" name="Connector 2656"/>
          <p:cNvSpPr/>
          <p:nvPr/>
        </p:nvSpPr>
        <p:spPr>
          <a:xfrm flipV="1">
            <a:off x="6928104" y="10729086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0" name="Connector 2657"/>
          <p:cNvSpPr/>
          <p:nvPr/>
        </p:nvSpPr>
        <p:spPr>
          <a:xfrm flipV="1">
            <a:off x="7281671" y="1072134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1" name="Connector 2658"/>
          <p:cNvSpPr/>
          <p:nvPr/>
        </p:nvSpPr>
        <p:spPr>
          <a:xfrm>
            <a:off x="7635240" y="10721340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2" name="Connector 2659"/>
          <p:cNvSpPr/>
          <p:nvPr/>
        </p:nvSpPr>
        <p:spPr>
          <a:xfrm>
            <a:off x="7988807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3" name="Connector 2660"/>
          <p:cNvSpPr/>
          <p:nvPr/>
        </p:nvSpPr>
        <p:spPr>
          <a:xfrm>
            <a:off x="8342376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4" name="Connector 2661"/>
          <p:cNvSpPr/>
          <p:nvPr/>
        </p:nvSpPr>
        <p:spPr>
          <a:xfrm>
            <a:off x="8695943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5" name="Connector 2662"/>
          <p:cNvSpPr/>
          <p:nvPr/>
        </p:nvSpPr>
        <p:spPr>
          <a:xfrm>
            <a:off x="9049511" y="10845292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6" name="Connector 2663"/>
          <p:cNvSpPr/>
          <p:nvPr/>
        </p:nvSpPr>
        <p:spPr>
          <a:xfrm>
            <a:off x="9403080" y="10915015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7" name="Connector 2664"/>
          <p:cNvSpPr/>
          <p:nvPr/>
        </p:nvSpPr>
        <p:spPr>
          <a:xfrm flipV="1">
            <a:off x="6574535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8" name="Connector 2665"/>
          <p:cNvSpPr/>
          <p:nvPr/>
        </p:nvSpPr>
        <p:spPr>
          <a:xfrm flipV="1">
            <a:off x="6662926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9" name="Connector 2666"/>
          <p:cNvSpPr/>
          <p:nvPr/>
        </p:nvSpPr>
        <p:spPr>
          <a:xfrm flipV="1">
            <a:off x="6751319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0" name="Connector 2667"/>
          <p:cNvSpPr/>
          <p:nvPr/>
        </p:nvSpPr>
        <p:spPr>
          <a:xfrm flipV="1">
            <a:off x="6839711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1" name="Connector 2668"/>
          <p:cNvSpPr/>
          <p:nvPr/>
        </p:nvSpPr>
        <p:spPr>
          <a:xfrm flipV="1">
            <a:off x="6928104" y="10849102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2" name="Connector 2669"/>
          <p:cNvSpPr/>
          <p:nvPr/>
        </p:nvSpPr>
        <p:spPr>
          <a:xfrm flipV="1">
            <a:off x="7016495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3" name="Connector 2670"/>
          <p:cNvSpPr/>
          <p:nvPr/>
        </p:nvSpPr>
        <p:spPr>
          <a:xfrm>
            <a:off x="7104888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4" name="Connector 2671"/>
          <p:cNvSpPr/>
          <p:nvPr/>
        </p:nvSpPr>
        <p:spPr>
          <a:xfrm>
            <a:off x="7193280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5" name="Connector 2672"/>
          <p:cNvSpPr/>
          <p:nvPr/>
        </p:nvSpPr>
        <p:spPr>
          <a:xfrm>
            <a:off x="7281671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6" name="Connector 2673"/>
          <p:cNvSpPr/>
          <p:nvPr/>
        </p:nvSpPr>
        <p:spPr>
          <a:xfrm>
            <a:off x="7370064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7" name="Connector 2674"/>
          <p:cNvSpPr/>
          <p:nvPr/>
        </p:nvSpPr>
        <p:spPr>
          <a:xfrm>
            <a:off x="7458456" y="10913871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8" name="Connector 2675"/>
          <p:cNvSpPr/>
          <p:nvPr/>
        </p:nvSpPr>
        <p:spPr>
          <a:xfrm>
            <a:off x="7546847" y="10952733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9" name="Connector 2676"/>
          <p:cNvSpPr/>
          <p:nvPr/>
        </p:nvSpPr>
        <p:spPr>
          <a:xfrm flipV="1">
            <a:off x="6574535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0" name="Connector 2677"/>
          <p:cNvSpPr/>
          <p:nvPr/>
        </p:nvSpPr>
        <p:spPr>
          <a:xfrm flipV="1">
            <a:off x="6751319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1" name="Connector 2678"/>
          <p:cNvSpPr/>
          <p:nvPr/>
        </p:nvSpPr>
        <p:spPr>
          <a:xfrm flipV="1">
            <a:off x="6928104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2" name="Connector 2679"/>
          <p:cNvSpPr/>
          <p:nvPr/>
        </p:nvSpPr>
        <p:spPr>
          <a:xfrm flipV="1">
            <a:off x="7104888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3" name="Connector 2680"/>
          <p:cNvSpPr/>
          <p:nvPr/>
        </p:nvSpPr>
        <p:spPr>
          <a:xfrm flipV="1">
            <a:off x="7281671" y="10809096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4" name="Connector 2681"/>
          <p:cNvSpPr/>
          <p:nvPr/>
        </p:nvSpPr>
        <p:spPr>
          <a:xfrm flipV="1">
            <a:off x="7458454" y="10803635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5" name="Connector 2682"/>
          <p:cNvSpPr/>
          <p:nvPr/>
        </p:nvSpPr>
        <p:spPr>
          <a:xfrm>
            <a:off x="7635240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6" name="Connector 2683"/>
          <p:cNvSpPr/>
          <p:nvPr/>
        </p:nvSpPr>
        <p:spPr>
          <a:xfrm>
            <a:off x="7812023" y="10809096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7" name="Connector 2684"/>
          <p:cNvSpPr/>
          <p:nvPr/>
        </p:nvSpPr>
        <p:spPr>
          <a:xfrm>
            <a:off x="7988807" y="10825478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8" name="Connector 2685"/>
          <p:cNvSpPr/>
          <p:nvPr/>
        </p:nvSpPr>
        <p:spPr>
          <a:xfrm>
            <a:off x="8165592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9" name="Connector 2686"/>
          <p:cNvSpPr/>
          <p:nvPr/>
        </p:nvSpPr>
        <p:spPr>
          <a:xfrm>
            <a:off x="8342376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0" name="Connector 2687"/>
          <p:cNvSpPr/>
          <p:nvPr/>
        </p:nvSpPr>
        <p:spPr>
          <a:xfrm>
            <a:off x="8519159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1" name="Connector 2688"/>
          <p:cNvSpPr/>
          <p:nvPr/>
        </p:nvSpPr>
        <p:spPr>
          <a:xfrm flipV="1">
            <a:off x="6574535" y="10927588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2" name="Connector 2689"/>
          <p:cNvSpPr/>
          <p:nvPr/>
        </p:nvSpPr>
        <p:spPr>
          <a:xfrm flipV="1">
            <a:off x="6839711" y="1086815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3" name="Connector 2690"/>
          <p:cNvSpPr/>
          <p:nvPr/>
        </p:nvSpPr>
        <p:spPr>
          <a:xfrm flipV="1">
            <a:off x="7104888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4" name="Connector 2691"/>
          <p:cNvSpPr/>
          <p:nvPr/>
        </p:nvSpPr>
        <p:spPr>
          <a:xfrm flipV="1">
            <a:off x="7370064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5" name="Connector 2692"/>
          <p:cNvSpPr/>
          <p:nvPr/>
        </p:nvSpPr>
        <p:spPr>
          <a:xfrm flipV="1">
            <a:off x="7635240" y="1076909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6" name="Connector 2693"/>
          <p:cNvSpPr/>
          <p:nvPr/>
        </p:nvSpPr>
        <p:spPr>
          <a:xfrm flipV="1">
            <a:off x="7900414" y="1076248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7" name="Connector 2694"/>
          <p:cNvSpPr/>
          <p:nvPr/>
        </p:nvSpPr>
        <p:spPr>
          <a:xfrm>
            <a:off x="8165592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8" name="Connector 2695"/>
          <p:cNvSpPr/>
          <p:nvPr/>
        </p:nvSpPr>
        <p:spPr>
          <a:xfrm>
            <a:off x="8430768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9" name="Connector 2696"/>
          <p:cNvSpPr/>
          <p:nvPr/>
        </p:nvSpPr>
        <p:spPr>
          <a:xfrm>
            <a:off x="8695943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0" name="Connector 2697"/>
          <p:cNvSpPr/>
          <p:nvPr/>
        </p:nvSpPr>
        <p:spPr>
          <a:xfrm>
            <a:off x="8961119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1" name="Connector 2698"/>
          <p:cNvSpPr/>
          <p:nvPr/>
        </p:nvSpPr>
        <p:spPr>
          <a:xfrm>
            <a:off x="9226295" y="1086815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2" name="Connector 2699"/>
          <p:cNvSpPr/>
          <p:nvPr/>
        </p:nvSpPr>
        <p:spPr>
          <a:xfrm>
            <a:off x="9491471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3" name="Connector 2700"/>
          <p:cNvSpPr/>
          <p:nvPr/>
        </p:nvSpPr>
        <p:spPr>
          <a:xfrm flipV="1">
            <a:off x="7635240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4" name="Connector 2701"/>
          <p:cNvSpPr/>
          <p:nvPr/>
        </p:nvSpPr>
        <p:spPr>
          <a:xfrm flipV="1">
            <a:off x="7723630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5" name="Connector 2702"/>
          <p:cNvSpPr/>
          <p:nvPr/>
        </p:nvSpPr>
        <p:spPr>
          <a:xfrm flipV="1">
            <a:off x="7812023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6" name="Connector 2703"/>
          <p:cNvSpPr/>
          <p:nvPr/>
        </p:nvSpPr>
        <p:spPr>
          <a:xfrm flipV="1">
            <a:off x="7900416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7" name="Connector 2704"/>
          <p:cNvSpPr/>
          <p:nvPr/>
        </p:nvSpPr>
        <p:spPr>
          <a:xfrm flipV="1">
            <a:off x="7988807" y="10849102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8" name="Connector 2705"/>
          <p:cNvSpPr/>
          <p:nvPr/>
        </p:nvSpPr>
        <p:spPr>
          <a:xfrm flipV="1">
            <a:off x="8077199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9" name="Connector 2706"/>
          <p:cNvSpPr/>
          <p:nvPr/>
        </p:nvSpPr>
        <p:spPr>
          <a:xfrm>
            <a:off x="8165592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0" name="Connector 2707"/>
          <p:cNvSpPr/>
          <p:nvPr/>
        </p:nvSpPr>
        <p:spPr>
          <a:xfrm>
            <a:off x="8253983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1" name="Connector 2708"/>
          <p:cNvSpPr/>
          <p:nvPr/>
        </p:nvSpPr>
        <p:spPr>
          <a:xfrm>
            <a:off x="8342376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2" name="Connector 2709"/>
          <p:cNvSpPr/>
          <p:nvPr/>
        </p:nvSpPr>
        <p:spPr>
          <a:xfrm>
            <a:off x="8430768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3" name="Connector 2710"/>
          <p:cNvSpPr/>
          <p:nvPr/>
        </p:nvSpPr>
        <p:spPr>
          <a:xfrm>
            <a:off x="8519159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4" name="Connector 2711"/>
          <p:cNvSpPr/>
          <p:nvPr/>
        </p:nvSpPr>
        <p:spPr>
          <a:xfrm>
            <a:off x="8607552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5" name="Connector 2712"/>
          <p:cNvSpPr/>
          <p:nvPr/>
        </p:nvSpPr>
        <p:spPr>
          <a:xfrm flipV="1">
            <a:off x="7635240" y="10940160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6" name="Connector 2713"/>
          <p:cNvSpPr/>
          <p:nvPr/>
        </p:nvSpPr>
        <p:spPr>
          <a:xfrm flipV="1">
            <a:off x="7812023" y="1089101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7" name="Connector 2714"/>
          <p:cNvSpPr/>
          <p:nvPr/>
        </p:nvSpPr>
        <p:spPr>
          <a:xfrm flipV="1">
            <a:off x="7988807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8" name="Connector 2715"/>
          <p:cNvSpPr/>
          <p:nvPr/>
        </p:nvSpPr>
        <p:spPr>
          <a:xfrm flipV="1">
            <a:off x="8165592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9" name="Connector 2716"/>
          <p:cNvSpPr/>
          <p:nvPr/>
        </p:nvSpPr>
        <p:spPr>
          <a:xfrm flipV="1">
            <a:off x="8342376" y="10809096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0" name="Connector 2717"/>
          <p:cNvSpPr/>
          <p:nvPr/>
        </p:nvSpPr>
        <p:spPr>
          <a:xfrm flipV="1">
            <a:off x="8519159" y="10803635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1" name="Connector 2718"/>
          <p:cNvSpPr/>
          <p:nvPr/>
        </p:nvSpPr>
        <p:spPr>
          <a:xfrm>
            <a:off x="8695943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2" name="Connector 2719"/>
          <p:cNvSpPr/>
          <p:nvPr/>
        </p:nvSpPr>
        <p:spPr>
          <a:xfrm>
            <a:off x="8872728" y="10809096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3" name="Connector 2720"/>
          <p:cNvSpPr/>
          <p:nvPr/>
        </p:nvSpPr>
        <p:spPr>
          <a:xfrm>
            <a:off x="9049511" y="10825478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4" name="Connector 2721"/>
          <p:cNvSpPr/>
          <p:nvPr/>
        </p:nvSpPr>
        <p:spPr>
          <a:xfrm>
            <a:off x="9226295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5" name="Connector 2722"/>
          <p:cNvSpPr/>
          <p:nvPr/>
        </p:nvSpPr>
        <p:spPr>
          <a:xfrm>
            <a:off x="9403080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6" name="Connector 2723"/>
          <p:cNvSpPr/>
          <p:nvPr/>
        </p:nvSpPr>
        <p:spPr>
          <a:xfrm>
            <a:off x="9579864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7" name="Connector 2724"/>
          <p:cNvSpPr/>
          <p:nvPr/>
        </p:nvSpPr>
        <p:spPr>
          <a:xfrm flipV="1">
            <a:off x="8695943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8" name="Connector 2725"/>
          <p:cNvSpPr/>
          <p:nvPr/>
        </p:nvSpPr>
        <p:spPr>
          <a:xfrm flipV="1">
            <a:off x="8784335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9" name="Connector 2726"/>
          <p:cNvSpPr/>
          <p:nvPr/>
        </p:nvSpPr>
        <p:spPr>
          <a:xfrm flipV="1">
            <a:off x="8872728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0" name="Connector 2727"/>
          <p:cNvSpPr/>
          <p:nvPr/>
        </p:nvSpPr>
        <p:spPr>
          <a:xfrm flipV="1">
            <a:off x="8961119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1" name="Connector 2728"/>
          <p:cNvSpPr/>
          <p:nvPr/>
        </p:nvSpPr>
        <p:spPr>
          <a:xfrm flipV="1">
            <a:off x="9049511" y="10849102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2" name="Connector 2729"/>
          <p:cNvSpPr/>
          <p:nvPr/>
        </p:nvSpPr>
        <p:spPr>
          <a:xfrm flipV="1">
            <a:off x="9137902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3" name="Connector 2730"/>
          <p:cNvSpPr/>
          <p:nvPr/>
        </p:nvSpPr>
        <p:spPr>
          <a:xfrm>
            <a:off x="9226295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4" name="Connector 2731"/>
          <p:cNvSpPr/>
          <p:nvPr/>
        </p:nvSpPr>
        <p:spPr>
          <a:xfrm>
            <a:off x="9314688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5" name="Connector 2732"/>
          <p:cNvSpPr/>
          <p:nvPr/>
        </p:nvSpPr>
        <p:spPr>
          <a:xfrm>
            <a:off x="9403080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6" name="Connector 2733"/>
          <p:cNvSpPr/>
          <p:nvPr/>
        </p:nvSpPr>
        <p:spPr>
          <a:xfrm>
            <a:off x="9491471" y="10883645"/>
            <a:ext cx="88392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7" name="Connector 2734"/>
          <p:cNvSpPr/>
          <p:nvPr/>
        </p:nvSpPr>
        <p:spPr>
          <a:xfrm>
            <a:off x="9579863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8" name="Connector 2735"/>
          <p:cNvSpPr/>
          <p:nvPr/>
        </p:nvSpPr>
        <p:spPr>
          <a:xfrm>
            <a:off x="9668256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9" name="Connector 2736"/>
          <p:cNvSpPr/>
          <p:nvPr/>
        </p:nvSpPr>
        <p:spPr>
          <a:xfrm>
            <a:off x="2331720" y="4983479"/>
            <a:ext cx="5588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0" name="Connector 2737"/>
          <p:cNvSpPr/>
          <p:nvPr/>
        </p:nvSpPr>
        <p:spPr>
          <a:xfrm>
            <a:off x="2387599" y="5055106"/>
            <a:ext cx="4572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1" name="Connector 2738"/>
          <p:cNvSpPr/>
          <p:nvPr/>
        </p:nvSpPr>
        <p:spPr>
          <a:xfrm>
            <a:off x="2433320" y="5126735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2" name="Connector 2739"/>
          <p:cNvSpPr/>
          <p:nvPr/>
        </p:nvSpPr>
        <p:spPr>
          <a:xfrm>
            <a:off x="2468879" y="5198364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3" name="Connector 2740"/>
          <p:cNvSpPr/>
          <p:nvPr/>
        </p:nvSpPr>
        <p:spPr>
          <a:xfrm>
            <a:off x="2494279" y="5269991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4" name="Connector 2741"/>
          <p:cNvSpPr/>
          <p:nvPr/>
        </p:nvSpPr>
        <p:spPr>
          <a:xfrm>
            <a:off x="2509518" y="5341618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5" name="Connector 2742"/>
          <p:cNvSpPr/>
          <p:nvPr/>
        </p:nvSpPr>
        <p:spPr>
          <a:xfrm flipH="1">
            <a:off x="2509520" y="5413247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6" name="Connector 2743"/>
          <p:cNvSpPr/>
          <p:nvPr/>
        </p:nvSpPr>
        <p:spPr>
          <a:xfrm flipH="1">
            <a:off x="2494279" y="5484876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7" name="Connector 2744"/>
          <p:cNvSpPr/>
          <p:nvPr/>
        </p:nvSpPr>
        <p:spPr>
          <a:xfrm flipH="1">
            <a:off x="2468879" y="5556503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8" name="Connector 2745"/>
          <p:cNvSpPr/>
          <p:nvPr/>
        </p:nvSpPr>
        <p:spPr>
          <a:xfrm flipH="1">
            <a:off x="2433320" y="5628132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9" name="Connector 2746"/>
          <p:cNvSpPr/>
          <p:nvPr/>
        </p:nvSpPr>
        <p:spPr>
          <a:xfrm flipH="1">
            <a:off x="2387599" y="5699759"/>
            <a:ext cx="45722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0" name="Connector 2747"/>
          <p:cNvSpPr/>
          <p:nvPr/>
        </p:nvSpPr>
        <p:spPr>
          <a:xfrm flipH="1">
            <a:off x="2331720" y="5771388"/>
            <a:ext cx="55880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1" name="Connector 2748"/>
          <p:cNvSpPr/>
          <p:nvPr/>
        </p:nvSpPr>
        <p:spPr>
          <a:xfrm>
            <a:off x="2331720" y="4983479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2" name="Connector 2749"/>
          <p:cNvSpPr/>
          <p:nvPr/>
        </p:nvSpPr>
        <p:spPr>
          <a:xfrm>
            <a:off x="2401570" y="5126735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3" name="Connector 2750"/>
          <p:cNvSpPr/>
          <p:nvPr/>
        </p:nvSpPr>
        <p:spPr>
          <a:xfrm>
            <a:off x="2458720" y="5269991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4" name="Connector 2751"/>
          <p:cNvSpPr/>
          <p:nvPr/>
        </p:nvSpPr>
        <p:spPr>
          <a:xfrm>
            <a:off x="2503170" y="5413247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5" name="Connector 2752"/>
          <p:cNvSpPr/>
          <p:nvPr/>
        </p:nvSpPr>
        <p:spPr>
          <a:xfrm>
            <a:off x="2534920" y="5556503"/>
            <a:ext cx="19050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6" name="Connector 2753"/>
          <p:cNvSpPr/>
          <p:nvPr/>
        </p:nvSpPr>
        <p:spPr>
          <a:xfrm>
            <a:off x="2553968" y="5699759"/>
            <a:ext cx="6352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7" name="Connector 2754"/>
          <p:cNvSpPr/>
          <p:nvPr/>
        </p:nvSpPr>
        <p:spPr>
          <a:xfrm flipH="1">
            <a:off x="2553970" y="5843015"/>
            <a:ext cx="63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8" name="Connector 2755"/>
          <p:cNvSpPr/>
          <p:nvPr/>
        </p:nvSpPr>
        <p:spPr>
          <a:xfrm flipH="1">
            <a:off x="2534920" y="5986271"/>
            <a:ext cx="190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9" name="Connector 2756"/>
          <p:cNvSpPr/>
          <p:nvPr/>
        </p:nvSpPr>
        <p:spPr>
          <a:xfrm flipH="1">
            <a:off x="2503170" y="6129527"/>
            <a:ext cx="317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0" name="Connector 2757"/>
          <p:cNvSpPr/>
          <p:nvPr/>
        </p:nvSpPr>
        <p:spPr>
          <a:xfrm flipH="1">
            <a:off x="2458720" y="6272784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1" name="Connector 2758"/>
          <p:cNvSpPr/>
          <p:nvPr/>
        </p:nvSpPr>
        <p:spPr>
          <a:xfrm flipH="1">
            <a:off x="2401570" y="6416040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2" name="Connector 2759"/>
          <p:cNvSpPr/>
          <p:nvPr/>
        </p:nvSpPr>
        <p:spPr>
          <a:xfrm flipH="1">
            <a:off x="2331720" y="6559295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3" name="Connector 2760"/>
          <p:cNvSpPr/>
          <p:nvPr/>
        </p:nvSpPr>
        <p:spPr>
          <a:xfrm>
            <a:off x="2331720" y="4983479"/>
            <a:ext cx="8382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4" name="Connector 2761"/>
          <p:cNvSpPr/>
          <p:nvPr/>
        </p:nvSpPr>
        <p:spPr>
          <a:xfrm>
            <a:off x="2415538" y="5198362"/>
            <a:ext cx="6858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5" name="Connector 2762"/>
          <p:cNvSpPr/>
          <p:nvPr/>
        </p:nvSpPr>
        <p:spPr>
          <a:xfrm>
            <a:off x="2484120" y="5413247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6" name="Connector 2763"/>
          <p:cNvSpPr/>
          <p:nvPr/>
        </p:nvSpPr>
        <p:spPr>
          <a:xfrm>
            <a:off x="2537460" y="5628132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7" name="Connector 2764"/>
          <p:cNvSpPr/>
          <p:nvPr/>
        </p:nvSpPr>
        <p:spPr>
          <a:xfrm>
            <a:off x="2575560" y="5843015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8" name="Connector 2765"/>
          <p:cNvSpPr/>
          <p:nvPr/>
        </p:nvSpPr>
        <p:spPr>
          <a:xfrm>
            <a:off x="2598418" y="6057898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9" name="Connector 2766"/>
          <p:cNvSpPr/>
          <p:nvPr/>
        </p:nvSpPr>
        <p:spPr>
          <a:xfrm flipH="1">
            <a:off x="2598420" y="6272784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0" name="Connector 2767"/>
          <p:cNvSpPr/>
          <p:nvPr/>
        </p:nvSpPr>
        <p:spPr>
          <a:xfrm flipH="1">
            <a:off x="2575560" y="6487667"/>
            <a:ext cx="2286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1" name="Connector 2768"/>
          <p:cNvSpPr/>
          <p:nvPr/>
        </p:nvSpPr>
        <p:spPr>
          <a:xfrm flipH="1">
            <a:off x="2537460" y="6702552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2" name="Connector 2769"/>
          <p:cNvSpPr/>
          <p:nvPr/>
        </p:nvSpPr>
        <p:spPr>
          <a:xfrm flipH="1">
            <a:off x="2484118" y="6917435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3" name="Connector 2770"/>
          <p:cNvSpPr/>
          <p:nvPr/>
        </p:nvSpPr>
        <p:spPr>
          <a:xfrm flipH="1">
            <a:off x="2415539" y="7132319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4" name="Connector 2771"/>
          <p:cNvSpPr/>
          <p:nvPr/>
        </p:nvSpPr>
        <p:spPr>
          <a:xfrm flipH="1">
            <a:off x="2331720" y="7347204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5" name="Connector 2772"/>
          <p:cNvSpPr/>
          <p:nvPr/>
        </p:nvSpPr>
        <p:spPr>
          <a:xfrm>
            <a:off x="2331720" y="4983479"/>
            <a:ext cx="9779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6" name="Connector 2773"/>
          <p:cNvSpPr/>
          <p:nvPr/>
        </p:nvSpPr>
        <p:spPr>
          <a:xfrm>
            <a:off x="2429509" y="5269991"/>
            <a:ext cx="8001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7" name="Connector 2774"/>
          <p:cNvSpPr/>
          <p:nvPr/>
        </p:nvSpPr>
        <p:spPr>
          <a:xfrm>
            <a:off x="2509520" y="5556503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8" name="Connector 2775"/>
          <p:cNvSpPr/>
          <p:nvPr/>
        </p:nvSpPr>
        <p:spPr>
          <a:xfrm>
            <a:off x="2571750" y="5843015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9" name="Connector 2776"/>
          <p:cNvSpPr/>
          <p:nvPr/>
        </p:nvSpPr>
        <p:spPr>
          <a:xfrm>
            <a:off x="2616200" y="6129528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0" name="Connector 2777"/>
          <p:cNvSpPr/>
          <p:nvPr/>
        </p:nvSpPr>
        <p:spPr>
          <a:xfrm>
            <a:off x="2642868" y="6416040"/>
            <a:ext cx="889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1" name="Connector 2778"/>
          <p:cNvSpPr/>
          <p:nvPr/>
        </p:nvSpPr>
        <p:spPr>
          <a:xfrm flipH="1">
            <a:off x="2642868" y="6702552"/>
            <a:ext cx="889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2" name="Connector 2779"/>
          <p:cNvSpPr/>
          <p:nvPr/>
        </p:nvSpPr>
        <p:spPr>
          <a:xfrm flipH="1">
            <a:off x="2616199" y="6989064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3" name="Connector 2780"/>
          <p:cNvSpPr/>
          <p:nvPr/>
        </p:nvSpPr>
        <p:spPr>
          <a:xfrm flipH="1">
            <a:off x="2571749" y="7275576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4" name="Connector 2781"/>
          <p:cNvSpPr/>
          <p:nvPr/>
        </p:nvSpPr>
        <p:spPr>
          <a:xfrm flipH="1">
            <a:off x="2509520" y="7562088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5" name="Connector 2782"/>
          <p:cNvSpPr/>
          <p:nvPr/>
        </p:nvSpPr>
        <p:spPr>
          <a:xfrm flipH="1">
            <a:off x="2429510" y="7848600"/>
            <a:ext cx="8001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6" name="Connector 2783"/>
          <p:cNvSpPr/>
          <p:nvPr/>
        </p:nvSpPr>
        <p:spPr>
          <a:xfrm flipH="1">
            <a:off x="2331720" y="8135111"/>
            <a:ext cx="9779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7" name="Connector 2784"/>
          <p:cNvSpPr/>
          <p:nvPr/>
        </p:nvSpPr>
        <p:spPr>
          <a:xfrm>
            <a:off x="2331720" y="4983479"/>
            <a:ext cx="111760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8" name="Connector 2785"/>
          <p:cNvSpPr/>
          <p:nvPr/>
        </p:nvSpPr>
        <p:spPr>
          <a:xfrm>
            <a:off x="2443478" y="5341618"/>
            <a:ext cx="91442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9" name="Connector 2786"/>
          <p:cNvSpPr/>
          <p:nvPr/>
        </p:nvSpPr>
        <p:spPr>
          <a:xfrm>
            <a:off x="2534920" y="5699759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0" name="Connector 2787"/>
          <p:cNvSpPr/>
          <p:nvPr/>
        </p:nvSpPr>
        <p:spPr>
          <a:xfrm>
            <a:off x="2606039" y="6057899"/>
            <a:ext cx="5080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1" name="Connector 2788"/>
          <p:cNvSpPr/>
          <p:nvPr/>
        </p:nvSpPr>
        <p:spPr>
          <a:xfrm>
            <a:off x="2656839" y="6416040"/>
            <a:ext cx="30481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2" name="Connector 2789"/>
          <p:cNvSpPr/>
          <p:nvPr/>
        </p:nvSpPr>
        <p:spPr>
          <a:xfrm>
            <a:off x="2687320" y="6774178"/>
            <a:ext cx="1016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3" name="Connector 2790"/>
          <p:cNvSpPr/>
          <p:nvPr/>
        </p:nvSpPr>
        <p:spPr>
          <a:xfrm flipH="1">
            <a:off x="2687320" y="7132319"/>
            <a:ext cx="101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4" name="Connector 2791"/>
          <p:cNvSpPr/>
          <p:nvPr/>
        </p:nvSpPr>
        <p:spPr>
          <a:xfrm flipH="1">
            <a:off x="2656839" y="7490459"/>
            <a:ext cx="30481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5" name="Connector 2792"/>
          <p:cNvSpPr/>
          <p:nvPr/>
        </p:nvSpPr>
        <p:spPr>
          <a:xfrm flipH="1">
            <a:off x="2606039" y="7848599"/>
            <a:ext cx="5080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6" name="Connector 2793"/>
          <p:cNvSpPr/>
          <p:nvPr/>
        </p:nvSpPr>
        <p:spPr>
          <a:xfrm flipH="1">
            <a:off x="2534920" y="8206740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7" name="Connector 2794"/>
          <p:cNvSpPr/>
          <p:nvPr/>
        </p:nvSpPr>
        <p:spPr>
          <a:xfrm flipH="1">
            <a:off x="2443479" y="8564880"/>
            <a:ext cx="9144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8" name="Connector 2795"/>
          <p:cNvSpPr/>
          <p:nvPr/>
        </p:nvSpPr>
        <p:spPr>
          <a:xfrm flipH="1">
            <a:off x="2331720" y="8923019"/>
            <a:ext cx="1117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9" name="Connector 2796"/>
          <p:cNvSpPr/>
          <p:nvPr/>
        </p:nvSpPr>
        <p:spPr>
          <a:xfrm>
            <a:off x="2331720" y="4983479"/>
            <a:ext cx="12573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0" name="Connector 2797"/>
          <p:cNvSpPr/>
          <p:nvPr/>
        </p:nvSpPr>
        <p:spPr>
          <a:xfrm>
            <a:off x="2457449" y="5413247"/>
            <a:ext cx="102872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1" name="Connector 2798"/>
          <p:cNvSpPr/>
          <p:nvPr/>
        </p:nvSpPr>
        <p:spPr>
          <a:xfrm>
            <a:off x="2560320" y="5843015"/>
            <a:ext cx="8001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2" name="Connector 2799"/>
          <p:cNvSpPr/>
          <p:nvPr/>
        </p:nvSpPr>
        <p:spPr>
          <a:xfrm>
            <a:off x="2640329" y="6272784"/>
            <a:ext cx="5715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3" name="Connector 2800"/>
          <p:cNvSpPr/>
          <p:nvPr/>
        </p:nvSpPr>
        <p:spPr>
          <a:xfrm>
            <a:off x="2697479" y="6702552"/>
            <a:ext cx="3429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4" name="Connector 2801"/>
          <p:cNvSpPr/>
          <p:nvPr/>
        </p:nvSpPr>
        <p:spPr>
          <a:xfrm>
            <a:off x="2731768" y="7132319"/>
            <a:ext cx="11432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5" name="Connector 2802"/>
          <p:cNvSpPr/>
          <p:nvPr/>
        </p:nvSpPr>
        <p:spPr>
          <a:xfrm flipH="1">
            <a:off x="2731770" y="7562088"/>
            <a:ext cx="1143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6" name="Connector 2803"/>
          <p:cNvSpPr/>
          <p:nvPr/>
        </p:nvSpPr>
        <p:spPr>
          <a:xfrm flipH="1">
            <a:off x="2697479" y="7991856"/>
            <a:ext cx="3429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7" name="Connector 2804"/>
          <p:cNvSpPr/>
          <p:nvPr/>
        </p:nvSpPr>
        <p:spPr>
          <a:xfrm flipH="1">
            <a:off x="2640329" y="8421623"/>
            <a:ext cx="5715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8" name="Connector 2805"/>
          <p:cNvSpPr/>
          <p:nvPr/>
        </p:nvSpPr>
        <p:spPr>
          <a:xfrm flipH="1">
            <a:off x="2560320" y="8851392"/>
            <a:ext cx="8001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9" name="Connector 2806"/>
          <p:cNvSpPr/>
          <p:nvPr/>
        </p:nvSpPr>
        <p:spPr>
          <a:xfrm flipH="1">
            <a:off x="2457450" y="9281159"/>
            <a:ext cx="10287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0" name="Connector 2807"/>
          <p:cNvSpPr/>
          <p:nvPr/>
        </p:nvSpPr>
        <p:spPr>
          <a:xfrm flipH="1">
            <a:off x="2331721" y="9710928"/>
            <a:ext cx="12573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1" name="Connector 2808"/>
          <p:cNvSpPr/>
          <p:nvPr/>
        </p:nvSpPr>
        <p:spPr>
          <a:xfrm>
            <a:off x="2331720" y="4983479"/>
            <a:ext cx="139700" cy="50139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2" name="Connector 2809"/>
          <p:cNvSpPr/>
          <p:nvPr/>
        </p:nvSpPr>
        <p:spPr>
          <a:xfrm>
            <a:off x="2471418" y="5484874"/>
            <a:ext cx="114301" cy="50139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3" name="Connector 2810"/>
          <p:cNvSpPr/>
          <p:nvPr/>
        </p:nvSpPr>
        <p:spPr>
          <a:xfrm>
            <a:off x="2585718" y="5986271"/>
            <a:ext cx="88902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4" name="Connector 2811"/>
          <p:cNvSpPr/>
          <p:nvPr/>
        </p:nvSpPr>
        <p:spPr>
          <a:xfrm>
            <a:off x="2674620" y="6487667"/>
            <a:ext cx="635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5" name="Connector 2812"/>
          <p:cNvSpPr/>
          <p:nvPr/>
        </p:nvSpPr>
        <p:spPr>
          <a:xfrm>
            <a:off x="2738120" y="6989064"/>
            <a:ext cx="38100" cy="50139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6" name="Connector 2813"/>
          <p:cNvSpPr/>
          <p:nvPr/>
        </p:nvSpPr>
        <p:spPr>
          <a:xfrm>
            <a:off x="2776218" y="7490459"/>
            <a:ext cx="12702" cy="50139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7" name="Connector 2814"/>
          <p:cNvSpPr/>
          <p:nvPr/>
        </p:nvSpPr>
        <p:spPr>
          <a:xfrm flipH="1">
            <a:off x="2776220" y="7991856"/>
            <a:ext cx="127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8" name="Connector 2815"/>
          <p:cNvSpPr/>
          <p:nvPr/>
        </p:nvSpPr>
        <p:spPr>
          <a:xfrm flipH="1">
            <a:off x="2738120" y="8493252"/>
            <a:ext cx="381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9" name="Connector 2816"/>
          <p:cNvSpPr/>
          <p:nvPr/>
        </p:nvSpPr>
        <p:spPr>
          <a:xfrm flipH="1">
            <a:off x="2674620" y="8994647"/>
            <a:ext cx="635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0" name="Connector 2817"/>
          <p:cNvSpPr/>
          <p:nvPr/>
        </p:nvSpPr>
        <p:spPr>
          <a:xfrm flipH="1">
            <a:off x="2585718" y="9496043"/>
            <a:ext cx="88902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1" name="Connector 2818"/>
          <p:cNvSpPr/>
          <p:nvPr/>
        </p:nvSpPr>
        <p:spPr>
          <a:xfrm flipH="1">
            <a:off x="2471418" y="9997440"/>
            <a:ext cx="114301" cy="50139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2" name="Connector 2819"/>
          <p:cNvSpPr/>
          <p:nvPr/>
        </p:nvSpPr>
        <p:spPr>
          <a:xfrm flipH="1">
            <a:off x="2331720" y="10498835"/>
            <a:ext cx="139700" cy="50139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3" name="Connector 2820"/>
          <p:cNvSpPr/>
          <p:nvPr/>
        </p:nvSpPr>
        <p:spPr>
          <a:xfrm>
            <a:off x="2331720" y="5843015"/>
            <a:ext cx="55880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4" name="Connector 2821"/>
          <p:cNvSpPr/>
          <p:nvPr/>
        </p:nvSpPr>
        <p:spPr>
          <a:xfrm>
            <a:off x="2387599" y="5914644"/>
            <a:ext cx="45722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5" name="Connector 2822"/>
          <p:cNvSpPr/>
          <p:nvPr/>
        </p:nvSpPr>
        <p:spPr>
          <a:xfrm>
            <a:off x="2433320" y="5986271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6" name="Connector 2823"/>
          <p:cNvSpPr/>
          <p:nvPr/>
        </p:nvSpPr>
        <p:spPr>
          <a:xfrm>
            <a:off x="2468879" y="6057900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7" name="Connector 2824"/>
          <p:cNvSpPr/>
          <p:nvPr/>
        </p:nvSpPr>
        <p:spPr>
          <a:xfrm>
            <a:off x="2494279" y="6129528"/>
            <a:ext cx="15240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8" name="Connector 2825"/>
          <p:cNvSpPr/>
          <p:nvPr/>
        </p:nvSpPr>
        <p:spPr>
          <a:xfrm>
            <a:off x="2509518" y="6201155"/>
            <a:ext cx="5082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9" name="Connector 2826"/>
          <p:cNvSpPr/>
          <p:nvPr/>
        </p:nvSpPr>
        <p:spPr>
          <a:xfrm flipH="1">
            <a:off x="2509520" y="6272784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0" name="Connector 2827"/>
          <p:cNvSpPr/>
          <p:nvPr/>
        </p:nvSpPr>
        <p:spPr>
          <a:xfrm flipH="1">
            <a:off x="2494279" y="6344411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1" name="Connector 2828"/>
          <p:cNvSpPr/>
          <p:nvPr/>
        </p:nvSpPr>
        <p:spPr>
          <a:xfrm flipH="1">
            <a:off x="2468879" y="6416040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2" name="Connector 2829"/>
          <p:cNvSpPr/>
          <p:nvPr/>
        </p:nvSpPr>
        <p:spPr>
          <a:xfrm flipH="1">
            <a:off x="2433320" y="6487667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3" name="Connector 2830"/>
          <p:cNvSpPr/>
          <p:nvPr/>
        </p:nvSpPr>
        <p:spPr>
          <a:xfrm flipH="1">
            <a:off x="2387599" y="6559295"/>
            <a:ext cx="45722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4" name="Connector 2831"/>
          <p:cNvSpPr/>
          <p:nvPr/>
        </p:nvSpPr>
        <p:spPr>
          <a:xfrm flipH="1">
            <a:off x="2331720" y="6630923"/>
            <a:ext cx="55880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5" name="Connector 2832"/>
          <p:cNvSpPr/>
          <p:nvPr/>
        </p:nvSpPr>
        <p:spPr>
          <a:xfrm>
            <a:off x="2331720" y="5843015"/>
            <a:ext cx="698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6" name="Connector 2833"/>
          <p:cNvSpPr/>
          <p:nvPr/>
        </p:nvSpPr>
        <p:spPr>
          <a:xfrm>
            <a:off x="2401570" y="5986271"/>
            <a:ext cx="571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7" name="Connector 2834"/>
          <p:cNvSpPr/>
          <p:nvPr/>
        </p:nvSpPr>
        <p:spPr>
          <a:xfrm>
            <a:off x="2458720" y="6129528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8" name="Connector 2835"/>
          <p:cNvSpPr/>
          <p:nvPr/>
        </p:nvSpPr>
        <p:spPr>
          <a:xfrm>
            <a:off x="2503170" y="6272784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9" name="Connector 2836"/>
          <p:cNvSpPr/>
          <p:nvPr/>
        </p:nvSpPr>
        <p:spPr>
          <a:xfrm>
            <a:off x="2534920" y="6416040"/>
            <a:ext cx="19050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0" name="Connector 2837"/>
          <p:cNvSpPr/>
          <p:nvPr/>
        </p:nvSpPr>
        <p:spPr>
          <a:xfrm>
            <a:off x="2553968" y="6559295"/>
            <a:ext cx="6352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1" name="Connector 2838"/>
          <p:cNvSpPr/>
          <p:nvPr/>
        </p:nvSpPr>
        <p:spPr>
          <a:xfrm flipH="1">
            <a:off x="2553970" y="6702552"/>
            <a:ext cx="63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2" name="Connector 2839"/>
          <p:cNvSpPr/>
          <p:nvPr/>
        </p:nvSpPr>
        <p:spPr>
          <a:xfrm flipH="1">
            <a:off x="2534920" y="6845807"/>
            <a:ext cx="190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3" name="Connector 2840"/>
          <p:cNvSpPr/>
          <p:nvPr/>
        </p:nvSpPr>
        <p:spPr>
          <a:xfrm flipH="1">
            <a:off x="2503170" y="6989064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4" name="Connector 2841"/>
          <p:cNvSpPr/>
          <p:nvPr/>
        </p:nvSpPr>
        <p:spPr>
          <a:xfrm flipH="1">
            <a:off x="2458720" y="7132319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5" name="Connector 2842"/>
          <p:cNvSpPr/>
          <p:nvPr/>
        </p:nvSpPr>
        <p:spPr>
          <a:xfrm flipH="1">
            <a:off x="2401570" y="7275576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6" name="Connector 2843"/>
          <p:cNvSpPr/>
          <p:nvPr/>
        </p:nvSpPr>
        <p:spPr>
          <a:xfrm flipH="1">
            <a:off x="2331720" y="7418831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7" name="Connector 2844"/>
          <p:cNvSpPr/>
          <p:nvPr/>
        </p:nvSpPr>
        <p:spPr>
          <a:xfrm>
            <a:off x="2331720" y="5843015"/>
            <a:ext cx="8382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8" name="Connector 2845"/>
          <p:cNvSpPr/>
          <p:nvPr/>
        </p:nvSpPr>
        <p:spPr>
          <a:xfrm>
            <a:off x="2415538" y="6057898"/>
            <a:ext cx="6858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9" name="Connector 2846"/>
          <p:cNvSpPr/>
          <p:nvPr/>
        </p:nvSpPr>
        <p:spPr>
          <a:xfrm>
            <a:off x="2484120" y="6272784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0" name="Connector 2847"/>
          <p:cNvSpPr/>
          <p:nvPr/>
        </p:nvSpPr>
        <p:spPr>
          <a:xfrm>
            <a:off x="2537460" y="6487667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1" name="Connector 2848"/>
          <p:cNvSpPr/>
          <p:nvPr/>
        </p:nvSpPr>
        <p:spPr>
          <a:xfrm>
            <a:off x="2575560" y="6702552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2" name="Connector 2849"/>
          <p:cNvSpPr/>
          <p:nvPr/>
        </p:nvSpPr>
        <p:spPr>
          <a:xfrm>
            <a:off x="2598418" y="6917435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3" name="Connector 2850"/>
          <p:cNvSpPr/>
          <p:nvPr/>
        </p:nvSpPr>
        <p:spPr>
          <a:xfrm flipH="1">
            <a:off x="2598420" y="7132319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4" name="Connector 2851"/>
          <p:cNvSpPr/>
          <p:nvPr/>
        </p:nvSpPr>
        <p:spPr>
          <a:xfrm flipH="1">
            <a:off x="2575560" y="7347204"/>
            <a:ext cx="2286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5" name="Connector 2852"/>
          <p:cNvSpPr/>
          <p:nvPr/>
        </p:nvSpPr>
        <p:spPr>
          <a:xfrm flipH="1">
            <a:off x="2537460" y="7562088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6" name="Connector 2853"/>
          <p:cNvSpPr/>
          <p:nvPr/>
        </p:nvSpPr>
        <p:spPr>
          <a:xfrm flipH="1">
            <a:off x="2484118" y="7776971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7" name="Connector 2854"/>
          <p:cNvSpPr/>
          <p:nvPr/>
        </p:nvSpPr>
        <p:spPr>
          <a:xfrm flipH="1">
            <a:off x="2415539" y="7991856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8" name="Connector 2855"/>
          <p:cNvSpPr/>
          <p:nvPr/>
        </p:nvSpPr>
        <p:spPr>
          <a:xfrm flipH="1">
            <a:off x="2331720" y="8206740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9" name="Connector 2856"/>
          <p:cNvSpPr/>
          <p:nvPr/>
        </p:nvSpPr>
        <p:spPr>
          <a:xfrm>
            <a:off x="2331720" y="5843015"/>
            <a:ext cx="9779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0" name="Connector 2857"/>
          <p:cNvSpPr/>
          <p:nvPr/>
        </p:nvSpPr>
        <p:spPr>
          <a:xfrm>
            <a:off x="2429509" y="6129527"/>
            <a:ext cx="80012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1" name="Connector 2858"/>
          <p:cNvSpPr/>
          <p:nvPr/>
        </p:nvSpPr>
        <p:spPr>
          <a:xfrm>
            <a:off x="2509520" y="6416040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2" name="Connector 2859"/>
          <p:cNvSpPr/>
          <p:nvPr/>
        </p:nvSpPr>
        <p:spPr>
          <a:xfrm>
            <a:off x="2571750" y="6702552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3" name="Connector 2860"/>
          <p:cNvSpPr/>
          <p:nvPr/>
        </p:nvSpPr>
        <p:spPr>
          <a:xfrm>
            <a:off x="2616200" y="6989064"/>
            <a:ext cx="2667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4" name="Connector 2861"/>
          <p:cNvSpPr/>
          <p:nvPr/>
        </p:nvSpPr>
        <p:spPr>
          <a:xfrm>
            <a:off x="2642868" y="7275575"/>
            <a:ext cx="8892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5" name="Connector 2862"/>
          <p:cNvSpPr/>
          <p:nvPr/>
        </p:nvSpPr>
        <p:spPr>
          <a:xfrm flipH="1">
            <a:off x="2642868" y="7562088"/>
            <a:ext cx="8892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6" name="Connector 2863"/>
          <p:cNvSpPr/>
          <p:nvPr/>
        </p:nvSpPr>
        <p:spPr>
          <a:xfrm flipH="1">
            <a:off x="2616199" y="7848599"/>
            <a:ext cx="26670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7" name="Connector 2864"/>
          <p:cNvSpPr/>
          <p:nvPr/>
        </p:nvSpPr>
        <p:spPr>
          <a:xfrm flipH="1">
            <a:off x="2571749" y="8135111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8" name="Connector 2865"/>
          <p:cNvSpPr/>
          <p:nvPr/>
        </p:nvSpPr>
        <p:spPr>
          <a:xfrm flipH="1">
            <a:off x="2509520" y="8421623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9" name="Connector 2866"/>
          <p:cNvSpPr/>
          <p:nvPr/>
        </p:nvSpPr>
        <p:spPr>
          <a:xfrm flipH="1">
            <a:off x="2429510" y="8708135"/>
            <a:ext cx="8001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0" name="Connector 2867"/>
          <p:cNvSpPr/>
          <p:nvPr/>
        </p:nvSpPr>
        <p:spPr>
          <a:xfrm flipH="1">
            <a:off x="2331720" y="8994647"/>
            <a:ext cx="9779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1" name="Connector 2868"/>
          <p:cNvSpPr/>
          <p:nvPr/>
        </p:nvSpPr>
        <p:spPr>
          <a:xfrm>
            <a:off x="2331720" y="5843015"/>
            <a:ext cx="111760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2" name="Connector 2869"/>
          <p:cNvSpPr/>
          <p:nvPr/>
        </p:nvSpPr>
        <p:spPr>
          <a:xfrm>
            <a:off x="2443478" y="6201154"/>
            <a:ext cx="91442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3" name="Connector 2870"/>
          <p:cNvSpPr/>
          <p:nvPr/>
        </p:nvSpPr>
        <p:spPr>
          <a:xfrm>
            <a:off x="2534920" y="6559295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4" name="Connector 2871"/>
          <p:cNvSpPr/>
          <p:nvPr/>
        </p:nvSpPr>
        <p:spPr>
          <a:xfrm>
            <a:off x="2606039" y="6917435"/>
            <a:ext cx="5080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5" name="Connector 2872"/>
          <p:cNvSpPr/>
          <p:nvPr/>
        </p:nvSpPr>
        <p:spPr>
          <a:xfrm>
            <a:off x="2656839" y="7275576"/>
            <a:ext cx="30481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6" name="Connector 2873"/>
          <p:cNvSpPr/>
          <p:nvPr/>
        </p:nvSpPr>
        <p:spPr>
          <a:xfrm>
            <a:off x="2687320" y="7633714"/>
            <a:ext cx="1016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7" name="Connector 2874"/>
          <p:cNvSpPr/>
          <p:nvPr/>
        </p:nvSpPr>
        <p:spPr>
          <a:xfrm flipH="1">
            <a:off x="2687320" y="7991856"/>
            <a:ext cx="101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8" name="Connector 2875"/>
          <p:cNvSpPr/>
          <p:nvPr/>
        </p:nvSpPr>
        <p:spPr>
          <a:xfrm flipH="1">
            <a:off x="2656839" y="8349995"/>
            <a:ext cx="3048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9" name="Connector 2876"/>
          <p:cNvSpPr/>
          <p:nvPr/>
        </p:nvSpPr>
        <p:spPr>
          <a:xfrm flipH="1">
            <a:off x="2606039" y="8708135"/>
            <a:ext cx="5080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0" name="Connector 2877"/>
          <p:cNvSpPr/>
          <p:nvPr/>
        </p:nvSpPr>
        <p:spPr>
          <a:xfrm flipH="1">
            <a:off x="2534920" y="9066276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1" name="Connector 2878"/>
          <p:cNvSpPr/>
          <p:nvPr/>
        </p:nvSpPr>
        <p:spPr>
          <a:xfrm flipH="1">
            <a:off x="2443479" y="9424416"/>
            <a:ext cx="9144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2" name="Connector 2879"/>
          <p:cNvSpPr/>
          <p:nvPr/>
        </p:nvSpPr>
        <p:spPr>
          <a:xfrm flipH="1">
            <a:off x="2331720" y="9782556"/>
            <a:ext cx="1117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3" name="Connector 2880"/>
          <p:cNvSpPr/>
          <p:nvPr/>
        </p:nvSpPr>
        <p:spPr>
          <a:xfrm>
            <a:off x="2331720" y="5843015"/>
            <a:ext cx="125730" cy="42976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4" name="Connector 2881"/>
          <p:cNvSpPr/>
          <p:nvPr/>
        </p:nvSpPr>
        <p:spPr>
          <a:xfrm>
            <a:off x="2457449" y="6272782"/>
            <a:ext cx="102872" cy="42977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5" name="Connector 2882"/>
          <p:cNvSpPr/>
          <p:nvPr/>
        </p:nvSpPr>
        <p:spPr>
          <a:xfrm>
            <a:off x="2560320" y="6702552"/>
            <a:ext cx="8001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6" name="Connector 2883"/>
          <p:cNvSpPr/>
          <p:nvPr/>
        </p:nvSpPr>
        <p:spPr>
          <a:xfrm>
            <a:off x="2640329" y="7132319"/>
            <a:ext cx="5715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7" name="Connector 2884"/>
          <p:cNvSpPr/>
          <p:nvPr/>
        </p:nvSpPr>
        <p:spPr>
          <a:xfrm>
            <a:off x="2697479" y="7562088"/>
            <a:ext cx="3429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8" name="Connector 2885"/>
          <p:cNvSpPr/>
          <p:nvPr/>
        </p:nvSpPr>
        <p:spPr>
          <a:xfrm>
            <a:off x="2731768" y="7991856"/>
            <a:ext cx="11432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9" name="Connector 2886"/>
          <p:cNvSpPr/>
          <p:nvPr/>
        </p:nvSpPr>
        <p:spPr>
          <a:xfrm flipH="1">
            <a:off x="2731770" y="8421623"/>
            <a:ext cx="1143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0" name="Connector 2887"/>
          <p:cNvSpPr/>
          <p:nvPr/>
        </p:nvSpPr>
        <p:spPr>
          <a:xfrm flipH="1">
            <a:off x="2697479" y="8851392"/>
            <a:ext cx="3429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1" name="Connector 2888"/>
          <p:cNvSpPr/>
          <p:nvPr/>
        </p:nvSpPr>
        <p:spPr>
          <a:xfrm flipH="1">
            <a:off x="2640329" y="9281159"/>
            <a:ext cx="5715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2" name="Connector 2889"/>
          <p:cNvSpPr/>
          <p:nvPr/>
        </p:nvSpPr>
        <p:spPr>
          <a:xfrm flipH="1">
            <a:off x="2560320" y="9710928"/>
            <a:ext cx="8001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3" name="Connector 2890"/>
          <p:cNvSpPr/>
          <p:nvPr/>
        </p:nvSpPr>
        <p:spPr>
          <a:xfrm flipH="1">
            <a:off x="2457450" y="10140695"/>
            <a:ext cx="10287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4" name="Connector 2891"/>
          <p:cNvSpPr/>
          <p:nvPr/>
        </p:nvSpPr>
        <p:spPr>
          <a:xfrm flipH="1">
            <a:off x="2331721" y="10570464"/>
            <a:ext cx="12573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5" name="Connector 2892"/>
          <p:cNvSpPr/>
          <p:nvPr/>
        </p:nvSpPr>
        <p:spPr>
          <a:xfrm>
            <a:off x="2331720" y="6702552"/>
            <a:ext cx="5588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6" name="Connector 2893"/>
          <p:cNvSpPr/>
          <p:nvPr/>
        </p:nvSpPr>
        <p:spPr>
          <a:xfrm>
            <a:off x="2387599" y="6774178"/>
            <a:ext cx="4572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7" name="Connector 2894"/>
          <p:cNvSpPr/>
          <p:nvPr/>
        </p:nvSpPr>
        <p:spPr>
          <a:xfrm>
            <a:off x="2433320" y="6845807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8" name="Connector 2895"/>
          <p:cNvSpPr/>
          <p:nvPr/>
        </p:nvSpPr>
        <p:spPr>
          <a:xfrm>
            <a:off x="2468879" y="6917435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9" name="Connector 2896"/>
          <p:cNvSpPr/>
          <p:nvPr/>
        </p:nvSpPr>
        <p:spPr>
          <a:xfrm>
            <a:off x="2494279" y="6989064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0" name="Connector 2897"/>
          <p:cNvSpPr/>
          <p:nvPr/>
        </p:nvSpPr>
        <p:spPr>
          <a:xfrm>
            <a:off x="2509518" y="7060690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1" name="Connector 2898"/>
          <p:cNvSpPr/>
          <p:nvPr/>
        </p:nvSpPr>
        <p:spPr>
          <a:xfrm flipH="1">
            <a:off x="2509520" y="7132319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2" name="Connector 2899"/>
          <p:cNvSpPr/>
          <p:nvPr/>
        </p:nvSpPr>
        <p:spPr>
          <a:xfrm flipH="1">
            <a:off x="2494279" y="7203947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3" name="Connector 2900"/>
          <p:cNvSpPr/>
          <p:nvPr/>
        </p:nvSpPr>
        <p:spPr>
          <a:xfrm flipH="1">
            <a:off x="2468879" y="7275576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4" name="Connector 2901"/>
          <p:cNvSpPr/>
          <p:nvPr/>
        </p:nvSpPr>
        <p:spPr>
          <a:xfrm flipH="1">
            <a:off x="2433320" y="7347204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5" name="Connector 2902"/>
          <p:cNvSpPr/>
          <p:nvPr/>
        </p:nvSpPr>
        <p:spPr>
          <a:xfrm flipH="1">
            <a:off x="2387599" y="7418831"/>
            <a:ext cx="45722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6" name="Connector 2903"/>
          <p:cNvSpPr/>
          <p:nvPr/>
        </p:nvSpPr>
        <p:spPr>
          <a:xfrm flipH="1">
            <a:off x="2331720" y="7490459"/>
            <a:ext cx="55880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7" name="Connector 2904"/>
          <p:cNvSpPr/>
          <p:nvPr/>
        </p:nvSpPr>
        <p:spPr>
          <a:xfrm>
            <a:off x="2331720" y="6702552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8" name="Connector 2905"/>
          <p:cNvSpPr/>
          <p:nvPr/>
        </p:nvSpPr>
        <p:spPr>
          <a:xfrm>
            <a:off x="2401570" y="6845807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9" name="Connector 2906"/>
          <p:cNvSpPr/>
          <p:nvPr/>
        </p:nvSpPr>
        <p:spPr>
          <a:xfrm>
            <a:off x="2458720" y="6989064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0" name="Connector 2907"/>
          <p:cNvSpPr/>
          <p:nvPr/>
        </p:nvSpPr>
        <p:spPr>
          <a:xfrm>
            <a:off x="2503170" y="7132319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1" name="Connector 2908"/>
          <p:cNvSpPr/>
          <p:nvPr/>
        </p:nvSpPr>
        <p:spPr>
          <a:xfrm>
            <a:off x="2534920" y="7275576"/>
            <a:ext cx="19050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2" name="Connector 2909"/>
          <p:cNvSpPr/>
          <p:nvPr/>
        </p:nvSpPr>
        <p:spPr>
          <a:xfrm>
            <a:off x="2553968" y="7418831"/>
            <a:ext cx="6352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3" name="Connector 2910"/>
          <p:cNvSpPr/>
          <p:nvPr/>
        </p:nvSpPr>
        <p:spPr>
          <a:xfrm flipH="1">
            <a:off x="2553970" y="7562088"/>
            <a:ext cx="63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4" name="Connector 2911"/>
          <p:cNvSpPr/>
          <p:nvPr/>
        </p:nvSpPr>
        <p:spPr>
          <a:xfrm flipH="1">
            <a:off x="2534920" y="7705342"/>
            <a:ext cx="190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5" name="Connector 2912"/>
          <p:cNvSpPr/>
          <p:nvPr/>
        </p:nvSpPr>
        <p:spPr>
          <a:xfrm flipH="1">
            <a:off x="2503170" y="7848600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6" name="Connector 2913"/>
          <p:cNvSpPr/>
          <p:nvPr/>
        </p:nvSpPr>
        <p:spPr>
          <a:xfrm flipH="1">
            <a:off x="2458720" y="7991856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7" name="Connector 2914"/>
          <p:cNvSpPr/>
          <p:nvPr/>
        </p:nvSpPr>
        <p:spPr>
          <a:xfrm flipH="1">
            <a:off x="2401570" y="8135111"/>
            <a:ext cx="571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8" name="Connector 2915"/>
          <p:cNvSpPr/>
          <p:nvPr/>
        </p:nvSpPr>
        <p:spPr>
          <a:xfrm flipH="1">
            <a:off x="2331720" y="8278366"/>
            <a:ext cx="698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9" name="Connector 2916"/>
          <p:cNvSpPr/>
          <p:nvPr/>
        </p:nvSpPr>
        <p:spPr>
          <a:xfrm>
            <a:off x="2331720" y="6702552"/>
            <a:ext cx="8382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0" name="Connector 2917"/>
          <p:cNvSpPr/>
          <p:nvPr/>
        </p:nvSpPr>
        <p:spPr>
          <a:xfrm>
            <a:off x="2415538" y="6917435"/>
            <a:ext cx="6858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1" name="Connector 2918"/>
          <p:cNvSpPr/>
          <p:nvPr/>
        </p:nvSpPr>
        <p:spPr>
          <a:xfrm>
            <a:off x="2484120" y="7132319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2" name="Connector 2919"/>
          <p:cNvSpPr/>
          <p:nvPr/>
        </p:nvSpPr>
        <p:spPr>
          <a:xfrm>
            <a:off x="2537460" y="7347204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3" name="Connector 2920"/>
          <p:cNvSpPr/>
          <p:nvPr/>
        </p:nvSpPr>
        <p:spPr>
          <a:xfrm>
            <a:off x="2575560" y="7562088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4" name="Connector 2921"/>
          <p:cNvSpPr/>
          <p:nvPr/>
        </p:nvSpPr>
        <p:spPr>
          <a:xfrm>
            <a:off x="2598418" y="7776971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5" name="Connector 2922"/>
          <p:cNvSpPr/>
          <p:nvPr/>
        </p:nvSpPr>
        <p:spPr>
          <a:xfrm flipH="1">
            <a:off x="2598420" y="7991856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6" name="Connector 2923"/>
          <p:cNvSpPr/>
          <p:nvPr/>
        </p:nvSpPr>
        <p:spPr>
          <a:xfrm flipH="1">
            <a:off x="2575560" y="8206740"/>
            <a:ext cx="2286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7" name="Connector 2924"/>
          <p:cNvSpPr/>
          <p:nvPr/>
        </p:nvSpPr>
        <p:spPr>
          <a:xfrm flipH="1">
            <a:off x="2537460" y="8421623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8" name="Connector 2925"/>
          <p:cNvSpPr/>
          <p:nvPr/>
        </p:nvSpPr>
        <p:spPr>
          <a:xfrm flipH="1">
            <a:off x="2484118" y="8636507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9" name="Connector 2926"/>
          <p:cNvSpPr/>
          <p:nvPr/>
        </p:nvSpPr>
        <p:spPr>
          <a:xfrm flipH="1">
            <a:off x="2415539" y="8851392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0" name="Connector 2927"/>
          <p:cNvSpPr/>
          <p:nvPr/>
        </p:nvSpPr>
        <p:spPr>
          <a:xfrm flipH="1">
            <a:off x="2331720" y="9066276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1" name="Connector 2928"/>
          <p:cNvSpPr/>
          <p:nvPr/>
        </p:nvSpPr>
        <p:spPr>
          <a:xfrm>
            <a:off x="2331720" y="6702552"/>
            <a:ext cx="9779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2" name="Connector 2929"/>
          <p:cNvSpPr/>
          <p:nvPr/>
        </p:nvSpPr>
        <p:spPr>
          <a:xfrm>
            <a:off x="2429509" y="6989063"/>
            <a:ext cx="80012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3" name="Connector 2930"/>
          <p:cNvSpPr/>
          <p:nvPr/>
        </p:nvSpPr>
        <p:spPr>
          <a:xfrm>
            <a:off x="2509520" y="7275576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4" name="Connector 2931"/>
          <p:cNvSpPr/>
          <p:nvPr/>
        </p:nvSpPr>
        <p:spPr>
          <a:xfrm>
            <a:off x="2571750" y="7562088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5" name="Connector 2932"/>
          <p:cNvSpPr/>
          <p:nvPr/>
        </p:nvSpPr>
        <p:spPr>
          <a:xfrm>
            <a:off x="2616200" y="7848600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6" name="Connector 2933"/>
          <p:cNvSpPr/>
          <p:nvPr/>
        </p:nvSpPr>
        <p:spPr>
          <a:xfrm>
            <a:off x="2642868" y="8135111"/>
            <a:ext cx="889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7" name="Connector 2934"/>
          <p:cNvSpPr/>
          <p:nvPr/>
        </p:nvSpPr>
        <p:spPr>
          <a:xfrm flipH="1">
            <a:off x="2642868" y="8421623"/>
            <a:ext cx="889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8" name="Connector 2935"/>
          <p:cNvSpPr/>
          <p:nvPr/>
        </p:nvSpPr>
        <p:spPr>
          <a:xfrm flipH="1">
            <a:off x="2616199" y="8708135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9" name="Connector 2936"/>
          <p:cNvSpPr/>
          <p:nvPr/>
        </p:nvSpPr>
        <p:spPr>
          <a:xfrm flipH="1">
            <a:off x="2571749" y="8994647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0" name="Connector 2937"/>
          <p:cNvSpPr/>
          <p:nvPr/>
        </p:nvSpPr>
        <p:spPr>
          <a:xfrm flipH="1">
            <a:off x="2509520" y="9281159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1" name="Connector 2938"/>
          <p:cNvSpPr/>
          <p:nvPr/>
        </p:nvSpPr>
        <p:spPr>
          <a:xfrm flipH="1">
            <a:off x="2429510" y="9567671"/>
            <a:ext cx="80011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2" name="Connector 2939"/>
          <p:cNvSpPr/>
          <p:nvPr/>
        </p:nvSpPr>
        <p:spPr>
          <a:xfrm flipH="1">
            <a:off x="2331720" y="9854183"/>
            <a:ext cx="97791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3" name="Connector 2940"/>
          <p:cNvSpPr/>
          <p:nvPr/>
        </p:nvSpPr>
        <p:spPr>
          <a:xfrm>
            <a:off x="2331720" y="6702552"/>
            <a:ext cx="111760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4" name="Connector 2941"/>
          <p:cNvSpPr/>
          <p:nvPr/>
        </p:nvSpPr>
        <p:spPr>
          <a:xfrm>
            <a:off x="2443478" y="7060692"/>
            <a:ext cx="91442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5" name="Connector 2942"/>
          <p:cNvSpPr/>
          <p:nvPr/>
        </p:nvSpPr>
        <p:spPr>
          <a:xfrm>
            <a:off x="2534920" y="7418831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6" name="Connector 2943"/>
          <p:cNvSpPr/>
          <p:nvPr/>
        </p:nvSpPr>
        <p:spPr>
          <a:xfrm>
            <a:off x="2606039" y="7776971"/>
            <a:ext cx="5080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7" name="Connector 2944"/>
          <p:cNvSpPr/>
          <p:nvPr/>
        </p:nvSpPr>
        <p:spPr>
          <a:xfrm>
            <a:off x="2656839" y="8135111"/>
            <a:ext cx="30481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8" name="Connector 2945"/>
          <p:cNvSpPr/>
          <p:nvPr/>
        </p:nvSpPr>
        <p:spPr>
          <a:xfrm>
            <a:off x="2687320" y="8493251"/>
            <a:ext cx="1016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9" name="Connector 2946"/>
          <p:cNvSpPr/>
          <p:nvPr/>
        </p:nvSpPr>
        <p:spPr>
          <a:xfrm flipH="1">
            <a:off x="2687320" y="8851392"/>
            <a:ext cx="101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0" name="Connector 2947"/>
          <p:cNvSpPr/>
          <p:nvPr/>
        </p:nvSpPr>
        <p:spPr>
          <a:xfrm flipH="1">
            <a:off x="2656839" y="9209531"/>
            <a:ext cx="3048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1" name="Connector 2948"/>
          <p:cNvSpPr/>
          <p:nvPr/>
        </p:nvSpPr>
        <p:spPr>
          <a:xfrm flipH="1">
            <a:off x="2606039" y="9567671"/>
            <a:ext cx="5080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2" name="Connector 2949"/>
          <p:cNvSpPr/>
          <p:nvPr/>
        </p:nvSpPr>
        <p:spPr>
          <a:xfrm flipH="1">
            <a:off x="2534920" y="9925811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3" name="Connector 2950"/>
          <p:cNvSpPr/>
          <p:nvPr/>
        </p:nvSpPr>
        <p:spPr>
          <a:xfrm flipH="1">
            <a:off x="2443479" y="10283952"/>
            <a:ext cx="91441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4" name="Connector 2951"/>
          <p:cNvSpPr/>
          <p:nvPr/>
        </p:nvSpPr>
        <p:spPr>
          <a:xfrm flipH="1">
            <a:off x="2331720" y="10642090"/>
            <a:ext cx="11176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5" name="Connector 2952"/>
          <p:cNvSpPr/>
          <p:nvPr/>
        </p:nvSpPr>
        <p:spPr>
          <a:xfrm>
            <a:off x="2331720" y="7562088"/>
            <a:ext cx="55880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6" name="Connector 2953"/>
          <p:cNvSpPr/>
          <p:nvPr/>
        </p:nvSpPr>
        <p:spPr>
          <a:xfrm>
            <a:off x="2387599" y="7633716"/>
            <a:ext cx="45722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7" name="Connector 2954"/>
          <p:cNvSpPr/>
          <p:nvPr/>
        </p:nvSpPr>
        <p:spPr>
          <a:xfrm>
            <a:off x="2433320" y="7705343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8" name="Connector 2955"/>
          <p:cNvSpPr/>
          <p:nvPr/>
        </p:nvSpPr>
        <p:spPr>
          <a:xfrm>
            <a:off x="2468879" y="7776971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9" name="Connector 2956"/>
          <p:cNvSpPr/>
          <p:nvPr/>
        </p:nvSpPr>
        <p:spPr>
          <a:xfrm>
            <a:off x="2494279" y="7848600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0" name="Connector 2957"/>
          <p:cNvSpPr/>
          <p:nvPr/>
        </p:nvSpPr>
        <p:spPr>
          <a:xfrm>
            <a:off x="2509518" y="7920226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1" name="Connector 2958"/>
          <p:cNvSpPr/>
          <p:nvPr/>
        </p:nvSpPr>
        <p:spPr>
          <a:xfrm flipH="1">
            <a:off x="2509520" y="7991856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2" name="Connector 2959"/>
          <p:cNvSpPr/>
          <p:nvPr/>
        </p:nvSpPr>
        <p:spPr>
          <a:xfrm flipH="1">
            <a:off x="2494279" y="8063483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3" name="Connector 2960"/>
          <p:cNvSpPr/>
          <p:nvPr/>
        </p:nvSpPr>
        <p:spPr>
          <a:xfrm flipH="1">
            <a:off x="2468879" y="8135111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4" name="Connector 2961"/>
          <p:cNvSpPr/>
          <p:nvPr/>
        </p:nvSpPr>
        <p:spPr>
          <a:xfrm flipH="1">
            <a:off x="2433320" y="8206740"/>
            <a:ext cx="35561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5" name="Connector 2962"/>
          <p:cNvSpPr/>
          <p:nvPr/>
        </p:nvSpPr>
        <p:spPr>
          <a:xfrm flipH="1">
            <a:off x="2387599" y="8278366"/>
            <a:ext cx="45722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6" name="Connector 2963"/>
          <p:cNvSpPr/>
          <p:nvPr/>
        </p:nvSpPr>
        <p:spPr>
          <a:xfrm flipH="1">
            <a:off x="2331720" y="8349994"/>
            <a:ext cx="55880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7" name="Connector 2964"/>
          <p:cNvSpPr/>
          <p:nvPr/>
        </p:nvSpPr>
        <p:spPr>
          <a:xfrm>
            <a:off x="2331720" y="7562088"/>
            <a:ext cx="698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8" name="Connector 2965"/>
          <p:cNvSpPr/>
          <p:nvPr/>
        </p:nvSpPr>
        <p:spPr>
          <a:xfrm>
            <a:off x="2401570" y="7705342"/>
            <a:ext cx="571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9" name="Connector 2966"/>
          <p:cNvSpPr/>
          <p:nvPr/>
        </p:nvSpPr>
        <p:spPr>
          <a:xfrm>
            <a:off x="2458720" y="7848600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0" name="Connector 2967"/>
          <p:cNvSpPr/>
          <p:nvPr/>
        </p:nvSpPr>
        <p:spPr>
          <a:xfrm>
            <a:off x="2503170" y="7991856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1" name="Connector 2968"/>
          <p:cNvSpPr/>
          <p:nvPr/>
        </p:nvSpPr>
        <p:spPr>
          <a:xfrm>
            <a:off x="2534920" y="8135111"/>
            <a:ext cx="19050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2" name="Connector 2969"/>
          <p:cNvSpPr/>
          <p:nvPr/>
        </p:nvSpPr>
        <p:spPr>
          <a:xfrm>
            <a:off x="2553968" y="8278366"/>
            <a:ext cx="6352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3" name="Connector 2970"/>
          <p:cNvSpPr/>
          <p:nvPr/>
        </p:nvSpPr>
        <p:spPr>
          <a:xfrm flipH="1">
            <a:off x="2553970" y="8421623"/>
            <a:ext cx="63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4" name="Connector 2971"/>
          <p:cNvSpPr/>
          <p:nvPr/>
        </p:nvSpPr>
        <p:spPr>
          <a:xfrm flipH="1">
            <a:off x="2534920" y="8564880"/>
            <a:ext cx="190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5" name="Connector 2972"/>
          <p:cNvSpPr/>
          <p:nvPr/>
        </p:nvSpPr>
        <p:spPr>
          <a:xfrm flipH="1">
            <a:off x="2503170" y="8708135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6" name="Connector 2973"/>
          <p:cNvSpPr/>
          <p:nvPr/>
        </p:nvSpPr>
        <p:spPr>
          <a:xfrm flipH="1">
            <a:off x="2458720" y="8851392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7" name="Connector 2974"/>
          <p:cNvSpPr/>
          <p:nvPr/>
        </p:nvSpPr>
        <p:spPr>
          <a:xfrm flipH="1">
            <a:off x="2401570" y="8994647"/>
            <a:ext cx="571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8" name="Connector 2975"/>
          <p:cNvSpPr/>
          <p:nvPr/>
        </p:nvSpPr>
        <p:spPr>
          <a:xfrm flipH="1">
            <a:off x="2331720" y="9137902"/>
            <a:ext cx="698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9" name="Connector 2976"/>
          <p:cNvSpPr/>
          <p:nvPr/>
        </p:nvSpPr>
        <p:spPr>
          <a:xfrm>
            <a:off x="2331720" y="7562088"/>
            <a:ext cx="8382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0" name="Connector 2977"/>
          <p:cNvSpPr/>
          <p:nvPr/>
        </p:nvSpPr>
        <p:spPr>
          <a:xfrm>
            <a:off x="2415538" y="7776971"/>
            <a:ext cx="6858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1" name="Connector 2978"/>
          <p:cNvSpPr/>
          <p:nvPr/>
        </p:nvSpPr>
        <p:spPr>
          <a:xfrm>
            <a:off x="2484120" y="7991856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2" name="Connector 2979"/>
          <p:cNvSpPr/>
          <p:nvPr/>
        </p:nvSpPr>
        <p:spPr>
          <a:xfrm>
            <a:off x="2537460" y="8206740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3" name="Connector 2980"/>
          <p:cNvSpPr/>
          <p:nvPr/>
        </p:nvSpPr>
        <p:spPr>
          <a:xfrm>
            <a:off x="2575560" y="8421623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4" name="Connector 2981"/>
          <p:cNvSpPr/>
          <p:nvPr/>
        </p:nvSpPr>
        <p:spPr>
          <a:xfrm>
            <a:off x="2598418" y="8636506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5" name="Connector 2982"/>
          <p:cNvSpPr/>
          <p:nvPr/>
        </p:nvSpPr>
        <p:spPr>
          <a:xfrm flipH="1">
            <a:off x="2598420" y="8851392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6" name="Connector 2983"/>
          <p:cNvSpPr/>
          <p:nvPr/>
        </p:nvSpPr>
        <p:spPr>
          <a:xfrm flipH="1">
            <a:off x="2575560" y="9066276"/>
            <a:ext cx="2286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7" name="Connector 2984"/>
          <p:cNvSpPr/>
          <p:nvPr/>
        </p:nvSpPr>
        <p:spPr>
          <a:xfrm flipH="1">
            <a:off x="2537460" y="9281159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8" name="Connector 2985"/>
          <p:cNvSpPr/>
          <p:nvPr/>
        </p:nvSpPr>
        <p:spPr>
          <a:xfrm flipH="1">
            <a:off x="2484118" y="9496043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9" name="Connector 2986"/>
          <p:cNvSpPr/>
          <p:nvPr/>
        </p:nvSpPr>
        <p:spPr>
          <a:xfrm flipH="1">
            <a:off x="2415539" y="9710928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0" name="Connector 2987"/>
          <p:cNvSpPr/>
          <p:nvPr/>
        </p:nvSpPr>
        <p:spPr>
          <a:xfrm flipH="1">
            <a:off x="2331720" y="9925811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1" name="Connector 2988"/>
          <p:cNvSpPr/>
          <p:nvPr/>
        </p:nvSpPr>
        <p:spPr>
          <a:xfrm>
            <a:off x="2331720" y="7562088"/>
            <a:ext cx="9779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2" name="Connector 2989"/>
          <p:cNvSpPr/>
          <p:nvPr/>
        </p:nvSpPr>
        <p:spPr>
          <a:xfrm>
            <a:off x="2429509" y="7848599"/>
            <a:ext cx="80012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3" name="Connector 2990"/>
          <p:cNvSpPr/>
          <p:nvPr/>
        </p:nvSpPr>
        <p:spPr>
          <a:xfrm>
            <a:off x="2509520" y="8135111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4" name="Connector 2991"/>
          <p:cNvSpPr/>
          <p:nvPr/>
        </p:nvSpPr>
        <p:spPr>
          <a:xfrm>
            <a:off x="2571750" y="8421623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5" name="Connector 2992"/>
          <p:cNvSpPr/>
          <p:nvPr/>
        </p:nvSpPr>
        <p:spPr>
          <a:xfrm>
            <a:off x="2616200" y="8708135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6" name="Connector 2993"/>
          <p:cNvSpPr/>
          <p:nvPr/>
        </p:nvSpPr>
        <p:spPr>
          <a:xfrm>
            <a:off x="2642868" y="8994647"/>
            <a:ext cx="889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7" name="Connector 2994"/>
          <p:cNvSpPr/>
          <p:nvPr/>
        </p:nvSpPr>
        <p:spPr>
          <a:xfrm flipH="1">
            <a:off x="2642868" y="9281159"/>
            <a:ext cx="889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8" name="Connector 2995"/>
          <p:cNvSpPr/>
          <p:nvPr/>
        </p:nvSpPr>
        <p:spPr>
          <a:xfrm flipH="1">
            <a:off x="2616199" y="9567671"/>
            <a:ext cx="2667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9" name="Connector 2996"/>
          <p:cNvSpPr/>
          <p:nvPr/>
        </p:nvSpPr>
        <p:spPr>
          <a:xfrm flipH="1">
            <a:off x="2571749" y="9854183"/>
            <a:ext cx="44451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0" name="Connector 2997"/>
          <p:cNvSpPr/>
          <p:nvPr/>
        </p:nvSpPr>
        <p:spPr>
          <a:xfrm flipH="1">
            <a:off x="2509520" y="10140695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1" name="Connector 2998"/>
          <p:cNvSpPr/>
          <p:nvPr/>
        </p:nvSpPr>
        <p:spPr>
          <a:xfrm flipH="1">
            <a:off x="2429510" y="10427207"/>
            <a:ext cx="80011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2" name="Connector 2999"/>
          <p:cNvSpPr/>
          <p:nvPr/>
        </p:nvSpPr>
        <p:spPr>
          <a:xfrm flipH="1">
            <a:off x="2331720" y="10713718"/>
            <a:ext cx="97791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3" name="Connector 3000"/>
          <p:cNvSpPr/>
          <p:nvPr/>
        </p:nvSpPr>
        <p:spPr>
          <a:xfrm>
            <a:off x="2331720" y="8421623"/>
            <a:ext cx="5588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4" name="Connector 3001"/>
          <p:cNvSpPr/>
          <p:nvPr/>
        </p:nvSpPr>
        <p:spPr>
          <a:xfrm>
            <a:off x="2387599" y="8493251"/>
            <a:ext cx="4572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5" name="Connector 3002"/>
          <p:cNvSpPr/>
          <p:nvPr/>
        </p:nvSpPr>
        <p:spPr>
          <a:xfrm>
            <a:off x="2433320" y="8564880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6" name="Connector 3003"/>
          <p:cNvSpPr/>
          <p:nvPr/>
        </p:nvSpPr>
        <p:spPr>
          <a:xfrm>
            <a:off x="2468879" y="8636507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7" name="Connector 3004"/>
          <p:cNvSpPr/>
          <p:nvPr/>
        </p:nvSpPr>
        <p:spPr>
          <a:xfrm>
            <a:off x="2494279" y="8708135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8" name="Connector 3005"/>
          <p:cNvSpPr/>
          <p:nvPr/>
        </p:nvSpPr>
        <p:spPr>
          <a:xfrm>
            <a:off x="2509518" y="8779763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9" name="Connector 3006"/>
          <p:cNvSpPr/>
          <p:nvPr/>
        </p:nvSpPr>
        <p:spPr>
          <a:xfrm flipH="1">
            <a:off x="2509520" y="8851392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0" name="Connector 3007"/>
          <p:cNvSpPr/>
          <p:nvPr/>
        </p:nvSpPr>
        <p:spPr>
          <a:xfrm flipH="1">
            <a:off x="2494279" y="8923019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1" name="Connector 3008"/>
          <p:cNvSpPr/>
          <p:nvPr/>
        </p:nvSpPr>
        <p:spPr>
          <a:xfrm flipH="1">
            <a:off x="2468879" y="8994647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2" name="Connector 3009"/>
          <p:cNvSpPr/>
          <p:nvPr/>
        </p:nvSpPr>
        <p:spPr>
          <a:xfrm flipH="1">
            <a:off x="2433320" y="9066276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3" name="Connector 3010"/>
          <p:cNvSpPr/>
          <p:nvPr/>
        </p:nvSpPr>
        <p:spPr>
          <a:xfrm flipH="1">
            <a:off x="2387599" y="9137904"/>
            <a:ext cx="45722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4" name="Connector 3011"/>
          <p:cNvSpPr/>
          <p:nvPr/>
        </p:nvSpPr>
        <p:spPr>
          <a:xfrm flipH="1">
            <a:off x="2331720" y="9209530"/>
            <a:ext cx="55880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5" name="Connector 3012"/>
          <p:cNvSpPr/>
          <p:nvPr/>
        </p:nvSpPr>
        <p:spPr>
          <a:xfrm>
            <a:off x="2331720" y="8421623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6" name="Connector 3013"/>
          <p:cNvSpPr/>
          <p:nvPr/>
        </p:nvSpPr>
        <p:spPr>
          <a:xfrm>
            <a:off x="2401570" y="8564880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7" name="Connector 3014"/>
          <p:cNvSpPr/>
          <p:nvPr/>
        </p:nvSpPr>
        <p:spPr>
          <a:xfrm>
            <a:off x="2458720" y="8708135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8" name="Connector 3015"/>
          <p:cNvSpPr/>
          <p:nvPr/>
        </p:nvSpPr>
        <p:spPr>
          <a:xfrm>
            <a:off x="2503170" y="8851392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9" name="Connector 3016"/>
          <p:cNvSpPr/>
          <p:nvPr/>
        </p:nvSpPr>
        <p:spPr>
          <a:xfrm>
            <a:off x="2534920" y="8994647"/>
            <a:ext cx="19050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0" name="Connector 3017"/>
          <p:cNvSpPr/>
          <p:nvPr/>
        </p:nvSpPr>
        <p:spPr>
          <a:xfrm>
            <a:off x="2553968" y="9137902"/>
            <a:ext cx="6352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1" name="Connector 3018"/>
          <p:cNvSpPr/>
          <p:nvPr/>
        </p:nvSpPr>
        <p:spPr>
          <a:xfrm flipH="1">
            <a:off x="2553970" y="9281159"/>
            <a:ext cx="63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2" name="Connector 3019"/>
          <p:cNvSpPr/>
          <p:nvPr/>
        </p:nvSpPr>
        <p:spPr>
          <a:xfrm flipH="1">
            <a:off x="2534920" y="9424416"/>
            <a:ext cx="190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3" name="Connector 3020"/>
          <p:cNvSpPr/>
          <p:nvPr/>
        </p:nvSpPr>
        <p:spPr>
          <a:xfrm flipH="1">
            <a:off x="2503170" y="9567671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4" name="Connector 3021"/>
          <p:cNvSpPr/>
          <p:nvPr/>
        </p:nvSpPr>
        <p:spPr>
          <a:xfrm flipH="1">
            <a:off x="2458720" y="9710928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5" name="Connector 3022"/>
          <p:cNvSpPr/>
          <p:nvPr/>
        </p:nvSpPr>
        <p:spPr>
          <a:xfrm flipH="1">
            <a:off x="2401570" y="9854183"/>
            <a:ext cx="571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6" name="Connector 3023"/>
          <p:cNvSpPr/>
          <p:nvPr/>
        </p:nvSpPr>
        <p:spPr>
          <a:xfrm flipH="1">
            <a:off x="2331720" y="9997439"/>
            <a:ext cx="698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7" name="Connector 3024"/>
          <p:cNvSpPr/>
          <p:nvPr/>
        </p:nvSpPr>
        <p:spPr>
          <a:xfrm>
            <a:off x="2331720" y="8421623"/>
            <a:ext cx="8382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8" name="Connector 3025"/>
          <p:cNvSpPr/>
          <p:nvPr/>
        </p:nvSpPr>
        <p:spPr>
          <a:xfrm>
            <a:off x="2415538" y="8636506"/>
            <a:ext cx="6858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9" name="Connector 3026"/>
          <p:cNvSpPr/>
          <p:nvPr/>
        </p:nvSpPr>
        <p:spPr>
          <a:xfrm>
            <a:off x="2484120" y="8851392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0" name="Connector 3027"/>
          <p:cNvSpPr/>
          <p:nvPr/>
        </p:nvSpPr>
        <p:spPr>
          <a:xfrm>
            <a:off x="2537460" y="9066276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1" name="Connector 3028"/>
          <p:cNvSpPr/>
          <p:nvPr/>
        </p:nvSpPr>
        <p:spPr>
          <a:xfrm>
            <a:off x="2575560" y="9281159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2" name="Connector 3029"/>
          <p:cNvSpPr/>
          <p:nvPr/>
        </p:nvSpPr>
        <p:spPr>
          <a:xfrm>
            <a:off x="2598418" y="9496042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3" name="Connector 3030"/>
          <p:cNvSpPr/>
          <p:nvPr/>
        </p:nvSpPr>
        <p:spPr>
          <a:xfrm flipH="1">
            <a:off x="2598420" y="9710928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4" name="Connector 3031"/>
          <p:cNvSpPr/>
          <p:nvPr/>
        </p:nvSpPr>
        <p:spPr>
          <a:xfrm flipH="1">
            <a:off x="2575560" y="9925811"/>
            <a:ext cx="2286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5" name="Connector 3032"/>
          <p:cNvSpPr/>
          <p:nvPr/>
        </p:nvSpPr>
        <p:spPr>
          <a:xfrm flipH="1">
            <a:off x="2537460" y="10140695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6" name="Connector 3033"/>
          <p:cNvSpPr/>
          <p:nvPr/>
        </p:nvSpPr>
        <p:spPr>
          <a:xfrm flipH="1">
            <a:off x="2484118" y="10355580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7" name="Connector 3034"/>
          <p:cNvSpPr/>
          <p:nvPr/>
        </p:nvSpPr>
        <p:spPr>
          <a:xfrm flipH="1">
            <a:off x="2415539" y="10570464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8" name="Connector 3035"/>
          <p:cNvSpPr/>
          <p:nvPr/>
        </p:nvSpPr>
        <p:spPr>
          <a:xfrm flipH="1">
            <a:off x="2331720" y="10785347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9" name="Connector 3036"/>
          <p:cNvSpPr/>
          <p:nvPr/>
        </p:nvSpPr>
        <p:spPr>
          <a:xfrm>
            <a:off x="2331720" y="9281159"/>
            <a:ext cx="5588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0" name="Connector 3037"/>
          <p:cNvSpPr/>
          <p:nvPr/>
        </p:nvSpPr>
        <p:spPr>
          <a:xfrm>
            <a:off x="2387599" y="9352787"/>
            <a:ext cx="4572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1" name="Connector 3038"/>
          <p:cNvSpPr/>
          <p:nvPr/>
        </p:nvSpPr>
        <p:spPr>
          <a:xfrm>
            <a:off x="2433320" y="9424416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2" name="Connector 3039"/>
          <p:cNvSpPr/>
          <p:nvPr/>
        </p:nvSpPr>
        <p:spPr>
          <a:xfrm>
            <a:off x="2468879" y="9496043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3" name="Connector 3040"/>
          <p:cNvSpPr/>
          <p:nvPr/>
        </p:nvSpPr>
        <p:spPr>
          <a:xfrm>
            <a:off x="2494279" y="9567671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4" name="Connector 3041"/>
          <p:cNvSpPr/>
          <p:nvPr/>
        </p:nvSpPr>
        <p:spPr>
          <a:xfrm>
            <a:off x="2509518" y="9639299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5" name="Connector 3042"/>
          <p:cNvSpPr/>
          <p:nvPr/>
        </p:nvSpPr>
        <p:spPr>
          <a:xfrm flipH="1">
            <a:off x="2509520" y="9710928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6" name="Connector 3043"/>
          <p:cNvSpPr/>
          <p:nvPr/>
        </p:nvSpPr>
        <p:spPr>
          <a:xfrm flipH="1">
            <a:off x="2494279" y="9782556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7" name="Connector 3044"/>
          <p:cNvSpPr/>
          <p:nvPr/>
        </p:nvSpPr>
        <p:spPr>
          <a:xfrm flipH="1">
            <a:off x="2468879" y="9854183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8" name="Connector 3045"/>
          <p:cNvSpPr/>
          <p:nvPr/>
        </p:nvSpPr>
        <p:spPr>
          <a:xfrm flipH="1">
            <a:off x="2433320" y="9925811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9" name="Connector 3046"/>
          <p:cNvSpPr/>
          <p:nvPr/>
        </p:nvSpPr>
        <p:spPr>
          <a:xfrm flipH="1">
            <a:off x="2387599" y="9997440"/>
            <a:ext cx="45722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0" name="Connector 3047"/>
          <p:cNvSpPr/>
          <p:nvPr/>
        </p:nvSpPr>
        <p:spPr>
          <a:xfrm flipH="1">
            <a:off x="2331720" y="10069066"/>
            <a:ext cx="55880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1" name="Connector 3048"/>
          <p:cNvSpPr/>
          <p:nvPr/>
        </p:nvSpPr>
        <p:spPr>
          <a:xfrm>
            <a:off x="2331720" y="9281159"/>
            <a:ext cx="698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2" name="Connector 3049"/>
          <p:cNvSpPr/>
          <p:nvPr/>
        </p:nvSpPr>
        <p:spPr>
          <a:xfrm>
            <a:off x="2401570" y="9424414"/>
            <a:ext cx="571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3" name="Connector 3050"/>
          <p:cNvSpPr/>
          <p:nvPr/>
        </p:nvSpPr>
        <p:spPr>
          <a:xfrm>
            <a:off x="2458720" y="9567671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4" name="Connector 3051"/>
          <p:cNvSpPr/>
          <p:nvPr/>
        </p:nvSpPr>
        <p:spPr>
          <a:xfrm>
            <a:off x="2503170" y="9710928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5" name="Connector 3052"/>
          <p:cNvSpPr/>
          <p:nvPr/>
        </p:nvSpPr>
        <p:spPr>
          <a:xfrm>
            <a:off x="2534920" y="9854183"/>
            <a:ext cx="19050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6" name="Connector 3053"/>
          <p:cNvSpPr/>
          <p:nvPr/>
        </p:nvSpPr>
        <p:spPr>
          <a:xfrm>
            <a:off x="2553968" y="9997439"/>
            <a:ext cx="6352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7" name="Connector 3054"/>
          <p:cNvSpPr/>
          <p:nvPr/>
        </p:nvSpPr>
        <p:spPr>
          <a:xfrm flipH="1">
            <a:off x="2553970" y="10140695"/>
            <a:ext cx="63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8" name="Connector 3055"/>
          <p:cNvSpPr/>
          <p:nvPr/>
        </p:nvSpPr>
        <p:spPr>
          <a:xfrm flipH="1">
            <a:off x="2534920" y="10283951"/>
            <a:ext cx="190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9" name="Connector 3056"/>
          <p:cNvSpPr/>
          <p:nvPr/>
        </p:nvSpPr>
        <p:spPr>
          <a:xfrm flipH="1">
            <a:off x="2503170" y="10427207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0" name="Connector 3057"/>
          <p:cNvSpPr/>
          <p:nvPr/>
        </p:nvSpPr>
        <p:spPr>
          <a:xfrm flipH="1">
            <a:off x="2458720" y="10570464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1" name="Connector 3058"/>
          <p:cNvSpPr/>
          <p:nvPr/>
        </p:nvSpPr>
        <p:spPr>
          <a:xfrm flipH="1">
            <a:off x="2401570" y="10713719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2" name="Connector 3059"/>
          <p:cNvSpPr/>
          <p:nvPr/>
        </p:nvSpPr>
        <p:spPr>
          <a:xfrm flipH="1">
            <a:off x="2331720" y="10856976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3" name="Connector 3060"/>
          <p:cNvSpPr/>
          <p:nvPr/>
        </p:nvSpPr>
        <p:spPr>
          <a:xfrm>
            <a:off x="2331720" y="10140695"/>
            <a:ext cx="55880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4" name="Connector 3061"/>
          <p:cNvSpPr/>
          <p:nvPr/>
        </p:nvSpPr>
        <p:spPr>
          <a:xfrm>
            <a:off x="2387599" y="10212323"/>
            <a:ext cx="45722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5" name="Connector 3062"/>
          <p:cNvSpPr/>
          <p:nvPr/>
        </p:nvSpPr>
        <p:spPr>
          <a:xfrm>
            <a:off x="2433320" y="10283952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6" name="Connector 3063"/>
          <p:cNvSpPr/>
          <p:nvPr/>
        </p:nvSpPr>
        <p:spPr>
          <a:xfrm>
            <a:off x="2468879" y="10355580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7" name="Connector 3064"/>
          <p:cNvSpPr/>
          <p:nvPr/>
        </p:nvSpPr>
        <p:spPr>
          <a:xfrm>
            <a:off x="2494279" y="10427207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8" name="Connector 3065"/>
          <p:cNvSpPr/>
          <p:nvPr/>
        </p:nvSpPr>
        <p:spPr>
          <a:xfrm>
            <a:off x="2509518" y="10498835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9" name="Connector 3066"/>
          <p:cNvSpPr/>
          <p:nvPr/>
        </p:nvSpPr>
        <p:spPr>
          <a:xfrm flipH="1">
            <a:off x="2509520" y="10570464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0" name="Connector 3067"/>
          <p:cNvSpPr/>
          <p:nvPr/>
        </p:nvSpPr>
        <p:spPr>
          <a:xfrm flipH="1">
            <a:off x="2494279" y="10642092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1" name="Connector 3068"/>
          <p:cNvSpPr/>
          <p:nvPr/>
        </p:nvSpPr>
        <p:spPr>
          <a:xfrm flipH="1">
            <a:off x="2468879" y="10713719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2" name="Connector 3069"/>
          <p:cNvSpPr/>
          <p:nvPr/>
        </p:nvSpPr>
        <p:spPr>
          <a:xfrm flipH="1">
            <a:off x="2433320" y="10785347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3" name="Connector 3070"/>
          <p:cNvSpPr/>
          <p:nvPr/>
        </p:nvSpPr>
        <p:spPr>
          <a:xfrm flipH="1">
            <a:off x="2387599" y="10856976"/>
            <a:ext cx="45722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4" name="Connector 3071"/>
          <p:cNvSpPr/>
          <p:nvPr/>
        </p:nvSpPr>
        <p:spPr>
          <a:xfrm flipH="1">
            <a:off x="2331720" y="10928602"/>
            <a:ext cx="55880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5" name="Connector 3072"/>
          <p:cNvSpPr/>
          <p:nvPr/>
        </p:nvSpPr>
        <p:spPr>
          <a:xfrm>
            <a:off x="3392423" y="4983479"/>
            <a:ext cx="5588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6" name="Connector 3073"/>
          <p:cNvSpPr/>
          <p:nvPr/>
        </p:nvSpPr>
        <p:spPr>
          <a:xfrm>
            <a:off x="3448303" y="5055106"/>
            <a:ext cx="4572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7" name="Connector 3074"/>
          <p:cNvSpPr/>
          <p:nvPr/>
        </p:nvSpPr>
        <p:spPr>
          <a:xfrm>
            <a:off x="3494023" y="5126735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8" name="Connector 3075"/>
          <p:cNvSpPr/>
          <p:nvPr/>
        </p:nvSpPr>
        <p:spPr>
          <a:xfrm>
            <a:off x="3529584" y="5198364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9" name="Connector 3076"/>
          <p:cNvSpPr/>
          <p:nvPr/>
        </p:nvSpPr>
        <p:spPr>
          <a:xfrm>
            <a:off x="3554984" y="5269991"/>
            <a:ext cx="1524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0" name="Connector 3077"/>
          <p:cNvSpPr/>
          <p:nvPr/>
        </p:nvSpPr>
        <p:spPr>
          <a:xfrm>
            <a:off x="3570223" y="5341618"/>
            <a:ext cx="508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1" name="Connector 3078"/>
          <p:cNvSpPr/>
          <p:nvPr/>
        </p:nvSpPr>
        <p:spPr>
          <a:xfrm flipH="1">
            <a:off x="3570223" y="5413247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2" name="Connector 3079"/>
          <p:cNvSpPr/>
          <p:nvPr/>
        </p:nvSpPr>
        <p:spPr>
          <a:xfrm flipH="1">
            <a:off x="3554984" y="5484876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3" name="Connector 3080"/>
          <p:cNvSpPr/>
          <p:nvPr/>
        </p:nvSpPr>
        <p:spPr>
          <a:xfrm flipH="1">
            <a:off x="3529584" y="5556503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4" name="Connector 3081"/>
          <p:cNvSpPr/>
          <p:nvPr/>
        </p:nvSpPr>
        <p:spPr>
          <a:xfrm flipH="1">
            <a:off x="3494023" y="5628132"/>
            <a:ext cx="3556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5" name="Connector 3082"/>
          <p:cNvSpPr/>
          <p:nvPr/>
        </p:nvSpPr>
        <p:spPr>
          <a:xfrm flipH="1">
            <a:off x="3448303" y="5699759"/>
            <a:ext cx="45720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6" name="Connector 3083"/>
          <p:cNvSpPr/>
          <p:nvPr/>
        </p:nvSpPr>
        <p:spPr>
          <a:xfrm flipH="1">
            <a:off x="3392423" y="5771388"/>
            <a:ext cx="558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7" name="Connector 3084"/>
          <p:cNvSpPr/>
          <p:nvPr/>
        </p:nvSpPr>
        <p:spPr>
          <a:xfrm>
            <a:off x="3392423" y="4983479"/>
            <a:ext cx="698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8" name="Connector 3085"/>
          <p:cNvSpPr/>
          <p:nvPr/>
        </p:nvSpPr>
        <p:spPr>
          <a:xfrm>
            <a:off x="3462273" y="5126735"/>
            <a:ext cx="571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9" name="Connector 3086"/>
          <p:cNvSpPr/>
          <p:nvPr/>
        </p:nvSpPr>
        <p:spPr>
          <a:xfrm>
            <a:off x="3519423" y="5269991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0" name="Connector 3087"/>
          <p:cNvSpPr/>
          <p:nvPr/>
        </p:nvSpPr>
        <p:spPr>
          <a:xfrm>
            <a:off x="3563873" y="5413247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1" name="Connector 3088"/>
          <p:cNvSpPr/>
          <p:nvPr/>
        </p:nvSpPr>
        <p:spPr>
          <a:xfrm>
            <a:off x="3595623" y="5556503"/>
            <a:ext cx="190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2" name="Connector 3089"/>
          <p:cNvSpPr/>
          <p:nvPr/>
        </p:nvSpPr>
        <p:spPr>
          <a:xfrm>
            <a:off x="3614673" y="5699759"/>
            <a:ext cx="63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3" name="Connector 3090"/>
          <p:cNvSpPr/>
          <p:nvPr/>
        </p:nvSpPr>
        <p:spPr>
          <a:xfrm flipH="1">
            <a:off x="3614673" y="5843015"/>
            <a:ext cx="63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4" name="Connector 3091"/>
          <p:cNvSpPr/>
          <p:nvPr/>
        </p:nvSpPr>
        <p:spPr>
          <a:xfrm flipH="1">
            <a:off x="3595623" y="5986271"/>
            <a:ext cx="190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5" name="Connector 3092"/>
          <p:cNvSpPr/>
          <p:nvPr/>
        </p:nvSpPr>
        <p:spPr>
          <a:xfrm flipH="1">
            <a:off x="3563873" y="6129527"/>
            <a:ext cx="317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6" name="Connector 3093"/>
          <p:cNvSpPr/>
          <p:nvPr/>
        </p:nvSpPr>
        <p:spPr>
          <a:xfrm flipH="1">
            <a:off x="3519423" y="6272784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7" name="Connector 3094"/>
          <p:cNvSpPr/>
          <p:nvPr/>
        </p:nvSpPr>
        <p:spPr>
          <a:xfrm flipH="1">
            <a:off x="3462273" y="6416040"/>
            <a:ext cx="571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8" name="Connector 3095"/>
          <p:cNvSpPr/>
          <p:nvPr/>
        </p:nvSpPr>
        <p:spPr>
          <a:xfrm flipH="1">
            <a:off x="3392423" y="6559295"/>
            <a:ext cx="698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9" name="Connector 3096"/>
          <p:cNvSpPr/>
          <p:nvPr/>
        </p:nvSpPr>
        <p:spPr>
          <a:xfrm>
            <a:off x="3392423" y="4983479"/>
            <a:ext cx="83821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0" name="Connector 3097"/>
          <p:cNvSpPr/>
          <p:nvPr/>
        </p:nvSpPr>
        <p:spPr>
          <a:xfrm>
            <a:off x="3476244" y="5198362"/>
            <a:ext cx="68581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1" name="Connector 3098"/>
          <p:cNvSpPr/>
          <p:nvPr/>
        </p:nvSpPr>
        <p:spPr>
          <a:xfrm>
            <a:off x="3544823" y="5413247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2" name="Connector 3099"/>
          <p:cNvSpPr/>
          <p:nvPr/>
        </p:nvSpPr>
        <p:spPr>
          <a:xfrm>
            <a:off x="3598164" y="5628132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3" name="Connector 3100"/>
          <p:cNvSpPr/>
          <p:nvPr/>
        </p:nvSpPr>
        <p:spPr>
          <a:xfrm>
            <a:off x="3636264" y="5843015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4" name="Connector 3101"/>
          <p:cNvSpPr/>
          <p:nvPr/>
        </p:nvSpPr>
        <p:spPr>
          <a:xfrm>
            <a:off x="3659123" y="6057898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5" name="Connector 3102"/>
          <p:cNvSpPr/>
          <p:nvPr/>
        </p:nvSpPr>
        <p:spPr>
          <a:xfrm flipH="1">
            <a:off x="3659123" y="6272784"/>
            <a:ext cx="76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6" name="Connector 3103"/>
          <p:cNvSpPr/>
          <p:nvPr/>
        </p:nvSpPr>
        <p:spPr>
          <a:xfrm flipH="1">
            <a:off x="3636264" y="6487667"/>
            <a:ext cx="2286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7" name="Connector 3104"/>
          <p:cNvSpPr/>
          <p:nvPr/>
        </p:nvSpPr>
        <p:spPr>
          <a:xfrm flipH="1">
            <a:off x="3598164" y="6702552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8" name="Connector 3105"/>
          <p:cNvSpPr/>
          <p:nvPr/>
        </p:nvSpPr>
        <p:spPr>
          <a:xfrm flipH="1">
            <a:off x="3544824" y="6917435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9" name="Connector 3106"/>
          <p:cNvSpPr/>
          <p:nvPr/>
        </p:nvSpPr>
        <p:spPr>
          <a:xfrm flipH="1">
            <a:off x="3476244" y="7132319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0" name="Connector 3107"/>
          <p:cNvSpPr/>
          <p:nvPr/>
        </p:nvSpPr>
        <p:spPr>
          <a:xfrm flipH="1">
            <a:off x="3392423" y="7347204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1" name="Connector 3108"/>
          <p:cNvSpPr/>
          <p:nvPr/>
        </p:nvSpPr>
        <p:spPr>
          <a:xfrm>
            <a:off x="3392423" y="4983479"/>
            <a:ext cx="9779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2" name="Connector 3109"/>
          <p:cNvSpPr/>
          <p:nvPr/>
        </p:nvSpPr>
        <p:spPr>
          <a:xfrm>
            <a:off x="3490214" y="5269991"/>
            <a:ext cx="8001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3" name="Connector 3110"/>
          <p:cNvSpPr/>
          <p:nvPr/>
        </p:nvSpPr>
        <p:spPr>
          <a:xfrm>
            <a:off x="3570223" y="5556503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4" name="Connector 3111"/>
          <p:cNvSpPr/>
          <p:nvPr/>
        </p:nvSpPr>
        <p:spPr>
          <a:xfrm>
            <a:off x="3632453" y="5843015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5" name="Connector 3112"/>
          <p:cNvSpPr/>
          <p:nvPr/>
        </p:nvSpPr>
        <p:spPr>
          <a:xfrm>
            <a:off x="3676903" y="6129528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6" name="Connector 3113"/>
          <p:cNvSpPr/>
          <p:nvPr/>
        </p:nvSpPr>
        <p:spPr>
          <a:xfrm>
            <a:off x="3703573" y="6416040"/>
            <a:ext cx="889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7" name="Connector 3114"/>
          <p:cNvSpPr/>
          <p:nvPr/>
        </p:nvSpPr>
        <p:spPr>
          <a:xfrm flipH="1">
            <a:off x="3703573" y="6702552"/>
            <a:ext cx="889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8" name="Connector 3115"/>
          <p:cNvSpPr/>
          <p:nvPr/>
        </p:nvSpPr>
        <p:spPr>
          <a:xfrm flipH="1">
            <a:off x="3676904" y="6989064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9" name="Connector 3116"/>
          <p:cNvSpPr/>
          <p:nvPr/>
        </p:nvSpPr>
        <p:spPr>
          <a:xfrm flipH="1">
            <a:off x="3632453" y="7275576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0" name="Connector 3117"/>
          <p:cNvSpPr/>
          <p:nvPr/>
        </p:nvSpPr>
        <p:spPr>
          <a:xfrm flipH="1">
            <a:off x="3570223" y="7562088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1" name="Connector 3118"/>
          <p:cNvSpPr/>
          <p:nvPr/>
        </p:nvSpPr>
        <p:spPr>
          <a:xfrm flipH="1">
            <a:off x="3490214" y="7848600"/>
            <a:ext cx="8001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2" name="Connector 3119"/>
          <p:cNvSpPr/>
          <p:nvPr/>
        </p:nvSpPr>
        <p:spPr>
          <a:xfrm flipH="1">
            <a:off x="3392423" y="8135111"/>
            <a:ext cx="9779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3" name="Connector 3120"/>
          <p:cNvSpPr/>
          <p:nvPr/>
        </p:nvSpPr>
        <p:spPr>
          <a:xfrm>
            <a:off x="3392423" y="4983479"/>
            <a:ext cx="111761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4" name="Connector 3121"/>
          <p:cNvSpPr/>
          <p:nvPr/>
        </p:nvSpPr>
        <p:spPr>
          <a:xfrm>
            <a:off x="3504184" y="5341618"/>
            <a:ext cx="91441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5" name="Connector 3122"/>
          <p:cNvSpPr/>
          <p:nvPr/>
        </p:nvSpPr>
        <p:spPr>
          <a:xfrm>
            <a:off x="3595623" y="5699759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6" name="Connector 3123"/>
          <p:cNvSpPr/>
          <p:nvPr/>
        </p:nvSpPr>
        <p:spPr>
          <a:xfrm>
            <a:off x="3666744" y="6057899"/>
            <a:ext cx="50801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7" name="Connector 3124"/>
          <p:cNvSpPr/>
          <p:nvPr/>
        </p:nvSpPr>
        <p:spPr>
          <a:xfrm>
            <a:off x="3717544" y="6416040"/>
            <a:ext cx="30479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8" name="Connector 3125"/>
          <p:cNvSpPr/>
          <p:nvPr/>
        </p:nvSpPr>
        <p:spPr>
          <a:xfrm>
            <a:off x="3748023" y="6774178"/>
            <a:ext cx="10162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9" name="Connector 3126"/>
          <p:cNvSpPr/>
          <p:nvPr/>
        </p:nvSpPr>
        <p:spPr>
          <a:xfrm flipH="1">
            <a:off x="3748023" y="7132319"/>
            <a:ext cx="1016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0" name="Connector 3127"/>
          <p:cNvSpPr/>
          <p:nvPr/>
        </p:nvSpPr>
        <p:spPr>
          <a:xfrm flipH="1">
            <a:off x="3717542" y="7490459"/>
            <a:ext cx="30482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1" name="Connector 3128"/>
          <p:cNvSpPr/>
          <p:nvPr/>
        </p:nvSpPr>
        <p:spPr>
          <a:xfrm flipH="1">
            <a:off x="3666744" y="7848599"/>
            <a:ext cx="50800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2" name="Connector 3129"/>
          <p:cNvSpPr/>
          <p:nvPr/>
        </p:nvSpPr>
        <p:spPr>
          <a:xfrm flipH="1">
            <a:off x="3595623" y="8206740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3" name="Connector 3130"/>
          <p:cNvSpPr/>
          <p:nvPr/>
        </p:nvSpPr>
        <p:spPr>
          <a:xfrm flipH="1">
            <a:off x="3504184" y="8564880"/>
            <a:ext cx="9144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4" name="Connector 3131"/>
          <p:cNvSpPr/>
          <p:nvPr/>
        </p:nvSpPr>
        <p:spPr>
          <a:xfrm flipH="1">
            <a:off x="3392423" y="8923019"/>
            <a:ext cx="11176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5" name="Connector 3132"/>
          <p:cNvSpPr/>
          <p:nvPr/>
        </p:nvSpPr>
        <p:spPr>
          <a:xfrm>
            <a:off x="3392423" y="4983479"/>
            <a:ext cx="12573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6" name="Connector 3133"/>
          <p:cNvSpPr/>
          <p:nvPr/>
        </p:nvSpPr>
        <p:spPr>
          <a:xfrm>
            <a:off x="3518153" y="5413247"/>
            <a:ext cx="10287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7" name="Connector 3134"/>
          <p:cNvSpPr/>
          <p:nvPr/>
        </p:nvSpPr>
        <p:spPr>
          <a:xfrm>
            <a:off x="3621023" y="5843015"/>
            <a:ext cx="8001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8" name="Connector 3135"/>
          <p:cNvSpPr/>
          <p:nvPr/>
        </p:nvSpPr>
        <p:spPr>
          <a:xfrm>
            <a:off x="3701034" y="6272784"/>
            <a:ext cx="5715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9" name="Connector 3136"/>
          <p:cNvSpPr/>
          <p:nvPr/>
        </p:nvSpPr>
        <p:spPr>
          <a:xfrm>
            <a:off x="3758184" y="6702552"/>
            <a:ext cx="3429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0" name="Connector 3137"/>
          <p:cNvSpPr/>
          <p:nvPr/>
        </p:nvSpPr>
        <p:spPr>
          <a:xfrm>
            <a:off x="3792473" y="7132319"/>
            <a:ext cx="11432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1" name="Connector 3138"/>
          <p:cNvSpPr/>
          <p:nvPr/>
        </p:nvSpPr>
        <p:spPr>
          <a:xfrm flipH="1">
            <a:off x="3792473" y="7562088"/>
            <a:ext cx="1143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2" name="Connector 3139"/>
          <p:cNvSpPr/>
          <p:nvPr/>
        </p:nvSpPr>
        <p:spPr>
          <a:xfrm flipH="1">
            <a:off x="3758184" y="7991856"/>
            <a:ext cx="3429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3" name="Connector 3140"/>
          <p:cNvSpPr/>
          <p:nvPr/>
        </p:nvSpPr>
        <p:spPr>
          <a:xfrm flipH="1">
            <a:off x="3701034" y="8421623"/>
            <a:ext cx="5715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4" name="Connector 3141"/>
          <p:cNvSpPr/>
          <p:nvPr/>
        </p:nvSpPr>
        <p:spPr>
          <a:xfrm flipH="1">
            <a:off x="3621023" y="8851392"/>
            <a:ext cx="8001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5" name="Connector 3142"/>
          <p:cNvSpPr/>
          <p:nvPr/>
        </p:nvSpPr>
        <p:spPr>
          <a:xfrm flipH="1">
            <a:off x="3518153" y="9281159"/>
            <a:ext cx="10287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6" name="Connector 3143"/>
          <p:cNvSpPr/>
          <p:nvPr/>
        </p:nvSpPr>
        <p:spPr>
          <a:xfrm flipH="1">
            <a:off x="3392424" y="9710928"/>
            <a:ext cx="12573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7" name="Connector 3144"/>
          <p:cNvSpPr/>
          <p:nvPr/>
        </p:nvSpPr>
        <p:spPr>
          <a:xfrm>
            <a:off x="3392423" y="4983479"/>
            <a:ext cx="139701" cy="50139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8" name="Connector 3145"/>
          <p:cNvSpPr/>
          <p:nvPr/>
        </p:nvSpPr>
        <p:spPr>
          <a:xfrm>
            <a:off x="3532123" y="5484874"/>
            <a:ext cx="114301" cy="50139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9" name="Connector 3146"/>
          <p:cNvSpPr/>
          <p:nvPr/>
        </p:nvSpPr>
        <p:spPr>
          <a:xfrm>
            <a:off x="3646423" y="5986271"/>
            <a:ext cx="889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0" name="Connector 3147"/>
          <p:cNvSpPr/>
          <p:nvPr/>
        </p:nvSpPr>
        <p:spPr>
          <a:xfrm>
            <a:off x="3735323" y="6487667"/>
            <a:ext cx="635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1" name="Connector 3148"/>
          <p:cNvSpPr/>
          <p:nvPr/>
        </p:nvSpPr>
        <p:spPr>
          <a:xfrm>
            <a:off x="3798823" y="6989064"/>
            <a:ext cx="38100" cy="50139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2" name="Connector 3149"/>
          <p:cNvSpPr/>
          <p:nvPr/>
        </p:nvSpPr>
        <p:spPr>
          <a:xfrm>
            <a:off x="3836923" y="7490459"/>
            <a:ext cx="12702" cy="50139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3" name="Connector 3150"/>
          <p:cNvSpPr/>
          <p:nvPr/>
        </p:nvSpPr>
        <p:spPr>
          <a:xfrm flipH="1">
            <a:off x="3836923" y="7991856"/>
            <a:ext cx="127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4" name="Connector 3151"/>
          <p:cNvSpPr/>
          <p:nvPr/>
        </p:nvSpPr>
        <p:spPr>
          <a:xfrm flipH="1">
            <a:off x="3798823" y="8493252"/>
            <a:ext cx="381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5" name="Connector 3152"/>
          <p:cNvSpPr/>
          <p:nvPr/>
        </p:nvSpPr>
        <p:spPr>
          <a:xfrm flipH="1">
            <a:off x="3735323" y="8994647"/>
            <a:ext cx="635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6" name="Connector 3153"/>
          <p:cNvSpPr/>
          <p:nvPr/>
        </p:nvSpPr>
        <p:spPr>
          <a:xfrm flipH="1">
            <a:off x="3646423" y="9496043"/>
            <a:ext cx="889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7" name="Connector 3154"/>
          <p:cNvSpPr/>
          <p:nvPr/>
        </p:nvSpPr>
        <p:spPr>
          <a:xfrm flipH="1">
            <a:off x="3532123" y="9997440"/>
            <a:ext cx="114301" cy="50139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8" name="Connector 3155"/>
          <p:cNvSpPr/>
          <p:nvPr/>
        </p:nvSpPr>
        <p:spPr>
          <a:xfrm flipH="1">
            <a:off x="3392423" y="10498835"/>
            <a:ext cx="139701" cy="50139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9" name="Connector 3156"/>
          <p:cNvSpPr/>
          <p:nvPr/>
        </p:nvSpPr>
        <p:spPr>
          <a:xfrm>
            <a:off x="3392423" y="5843015"/>
            <a:ext cx="558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0" name="Connector 3157"/>
          <p:cNvSpPr/>
          <p:nvPr/>
        </p:nvSpPr>
        <p:spPr>
          <a:xfrm>
            <a:off x="3448303" y="5914644"/>
            <a:ext cx="4572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1" name="Connector 3158"/>
          <p:cNvSpPr/>
          <p:nvPr/>
        </p:nvSpPr>
        <p:spPr>
          <a:xfrm>
            <a:off x="3494023" y="5986271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2" name="Connector 3159"/>
          <p:cNvSpPr/>
          <p:nvPr/>
        </p:nvSpPr>
        <p:spPr>
          <a:xfrm>
            <a:off x="3529584" y="6057900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3" name="Connector 3160"/>
          <p:cNvSpPr/>
          <p:nvPr/>
        </p:nvSpPr>
        <p:spPr>
          <a:xfrm>
            <a:off x="3554984" y="6129528"/>
            <a:ext cx="15240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4" name="Connector 3161"/>
          <p:cNvSpPr/>
          <p:nvPr/>
        </p:nvSpPr>
        <p:spPr>
          <a:xfrm>
            <a:off x="3570223" y="6201155"/>
            <a:ext cx="508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5" name="Connector 3162"/>
          <p:cNvSpPr/>
          <p:nvPr/>
        </p:nvSpPr>
        <p:spPr>
          <a:xfrm flipH="1">
            <a:off x="3570223" y="6272784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6" name="Connector 3163"/>
          <p:cNvSpPr/>
          <p:nvPr/>
        </p:nvSpPr>
        <p:spPr>
          <a:xfrm flipH="1">
            <a:off x="3554984" y="6344411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7" name="Connector 3164"/>
          <p:cNvSpPr/>
          <p:nvPr/>
        </p:nvSpPr>
        <p:spPr>
          <a:xfrm flipH="1">
            <a:off x="3529584" y="6416040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8" name="Connector 3165"/>
          <p:cNvSpPr/>
          <p:nvPr/>
        </p:nvSpPr>
        <p:spPr>
          <a:xfrm flipH="1">
            <a:off x="3494023" y="6487667"/>
            <a:ext cx="3556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9" name="Connector 3166"/>
          <p:cNvSpPr/>
          <p:nvPr/>
        </p:nvSpPr>
        <p:spPr>
          <a:xfrm flipH="1">
            <a:off x="3448303" y="6559295"/>
            <a:ext cx="45720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0" name="Connector 3167"/>
          <p:cNvSpPr/>
          <p:nvPr/>
        </p:nvSpPr>
        <p:spPr>
          <a:xfrm flipH="1">
            <a:off x="3392423" y="6630923"/>
            <a:ext cx="558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1" name="Connector 3168"/>
          <p:cNvSpPr/>
          <p:nvPr/>
        </p:nvSpPr>
        <p:spPr>
          <a:xfrm>
            <a:off x="3392423" y="5843015"/>
            <a:ext cx="698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2" name="Connector 3169"/>
          <p:cNvSpPr/>
          <p:nvPr/>
        </p:nvSpPr>
        <p:spPr>
          <a:xfrm>
            <a:off x="3462273" y="5986271"/>
            <a:ext cx="571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3" name="Connector 3170"/>
          <p:cNvSpPr/>
          <p:nvPr/>
        </p:nvSpPr>
        <p:spPr>
          <a:xfrm>
            <a:off x="3519423" y="6129528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4" name="Connector 3171"/>
          <p:cNvSpPr/>
          <p:nvPr/>
        </p:nvSpPr>
        <p:spPr>
          <a:xfrm>
            <a:off x="3563873" y="6272784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5" name="Connector 3172"/>
          <p:cNvSpPr/>
          <p:nvPr/>
        </p:nvSpPr>
        <p:spPr>
          <a:xfrm>
            <a:off x="3595623" y="6416040"/>
            <a:ext cx="190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6" name="Connector 3173"/>
          <p:cNvSpPr/>
          <p:nvPr/>
        </p:nvSpPr>
        <p:spPr>
          <a:xfrm>
            <a:off x="3614673" y="6559295"/>
            <a:ext cx="63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7" name="Connector 3174"/>
          <p:cNvSpPr/>
          <p:nvPr/>
        </p:nvSpPr>
        <p:spPr>
          <a:xfrm flipH="1">
            <a:off x="3614673" y="6702552"/>
            <a:ext cx="63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8" name="Connector 3175"/>
          <p:cNvSpPr/>
          <p:nvPr/>
        </p:nvSpPr>
        <p:spPr>
          <a:xfrm flipH="1">
            <a:off x="3595623" y="6845807"/>
            <a:ext cx="190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9" name="Connector 3176"/>
          <p:cNvSpPr/>
          <p:nvPr/>
        </p:nvSpPr>
        <p:spPr>
          <a:xfrm flipH="1">
            <a:off x="3563873" y="6989064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0" name="Connector 3177"/>
          <p:cNvSpPr/>
          <p:nvPr/>
        </p:nvSpPr>
        <p:spPr>
          <a:xfrm flipH="1">
            <a:off x="3519423" y="7132319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1" name="Connector 3178"/>
          <p:cNvSpPr/>
          <p:nvPr/>
        </p:nvSpPr>
        <p:spPr>
          <a:xfrm flipH="1">
            <a:off x="3462273" y="7275576"/>
            <a:ext cx="571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2" name="Connector 3179"/>
          <p:cNvSpPr/>
          <p:nvPr/>
        </p:nvSpPr>
        <p:spPr>
          <a:xfrm flipH="1">
            <a:off x="3392423" y="7418831"/>
            <a:ext cx="698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3" name="Connector 3180"/>
          <p:cNvSpPr/>
          <p:nvPr/>
        </p:nvSpPr>
        <p:spPr>
          <a:xfrm>
            <a:off x="3392423" y="5843015"/>
            <a:ext cx="83821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4" name="Connector 3181"/>
          <p:cNvSpPr/>
          <p:nvPr/>
        </p:nvSpPr>
        <p:spPr>
          <a:xfrm>
            <a:off x="3476244" y="6057898"/>
            <a:ext cx="68581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5" name="Connector 3182"/>
          <p:cNvSpPr/>
          <p:nvPr/>
        </p:nvSpPr>
        <p:spPr>
          <a:xfrm>
            <a:off x="3544823" y="6272784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6" name="Connector 3183"/>
          <p:cNvSpPr/>
          <p:nvPr/>
        </p:nvSpPr>
        <p:spPr>
          <a:xfrm>
            <a:off x="3598164" y="6487667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7" name="Connector 3184"/>
          <p:cNvSpPr/>
          <p:nvPr/>
        </p:nvSpPr>
        <p:spPr>
          <a:xfrm>
            <a:off x="3636264" y="6702552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8" name="Connector 3185"/>
          <p:cNvSpPr/>
          <p:nvPr/>
        </p:nvSpPr>
        <p:spPr>
          <a:xfrm>
            <a:off x="3659123" y="6917435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9" name="Connector 3186"/>
          <p:cNvSpPr/>
          <p:nvPr/>
        </p:nvSpPr>
        <p:spPr>
          <a:xfrm flipH="1">
            <a:off x="3659123" y="7132319"/>
            <a:ext cx="76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0" name="Connector 3187"/>
          <p:cNvSpPr/>
          <p:nvPr/>
        </p:nvSpPr>
        <p:spPr>
          <a:xfrm flipH="1">
            <a:off x="3636264" y="7347204"/>
            <a:ext cx="2286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1" name="Connector 3188"/>
          <p:cNvSpPr/>
          <p:nvPr/>
        </p:nvSpPr>
        <p:spPr>
          <a:xfrm flipH="1">
            <a:off x="3598164" y="7562088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2" name="Connector 3189"/>
          <p:cNvSpPr/>
          <p:nvPr/>
        </p:nvSpPr>
        <p:spPr>
          <a:xfrm flipH="1">
            <a:off x="3544824" y="7776971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3" name="Connector 3190"/>
          <p:cNvSpPr/>
          <p:nvPr/>
        </p:nvSpPr>
        <p:spPr>
          <a:xfrm flipH="1">
            <a:off x="3476244" y="7991856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4" name="Connector 3191"/>
          <p:cNvSpPr/>
          <p:nvPr/>
        </p:nvSpPr>
        <p:spPr>
          <a:xfrm flipH="1">
            <a:off x="3392423" y="8206740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5" name="Connector 3192"/>
          <p:cNvSpPr/>
          <p:nvPr/>
        </p:nvSpPr>
        <p:spPr>
          <a:xfrm>
            <a:off x="3392423" y="5843015"/>
            <a:ext cx="97791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6" name="Connector 3193"/>
          <p:cNvSpPr/>
          <p:nvPr/>
        </p:nvSpPr>
        <p:spPr>
          <a:xfrm>
            <a:off x="3490214" y="6129527"/>
            <a:ext cx="80011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7" name="Connector 3194"/>
          <p:cNvSpPr/>
          <p:nvPr/>
        </p:nvSpPr>
        <p:spPr>
          <a:xfrm>
            <a:off x="3570223" y="6416040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8" name="Connector 3195"/>
          <p:cNvSpPr/>
          <p:nvPr/>
        </p:nvSpPr>
        <p:spPr>
          <a:xfrm>
            <a:off x="3632453" y="6702552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9" name="Connector 3196"/>
          <p:cNvSpPr/>
          <p:nvPr/>
        </p:nvSpPr>
        <p:spPr>
          <a:xfrm>
            <a:off x="3676903" y="6989064"/>
            <a:ext cx="26670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0" name="Connector 3197"/>
          <p:cNvSpPr/>
          <p:nvPr/>
        </p:nvSpPr>
        <p:spPr>
          <a:xfrm>
            <a:off x="3703573" y="7275575"/>
            <a:ext cx="8891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1" name="Connector 3198"/>
          <p:cNvSpPr/>
          <p:nvPr/>
        </p:nvSpPr>
        <p:spPr>
          <a:xfrm flipH="1">
            <a:off x="3703573" y="7562088"/>
            <a:ext cx="8890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2" name="Connector 3199"/>
          <p:cNvSpPr/>
          <p:nvPr/>
        </p:nvSpPr>
        <p:spPr>
          <a:xfrm flipH="1">
            <a:off x="3676904" y="7848599"/>
            <a:ext cx="26670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3" name="Connector 3200"/>
          <p:cNvSpPr/>
          <p:nvPr/>
        </p:nvSpPr>
        <p:spPr>
          <a:xfrm flipH="1">
            <a:off x="3632453" y="8135111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4" name="Connector 3201"/>
          <p:cNvSpPr/>
          <p:nvPr/>
        </p:nvSpPr>
        <p:spPr>
          <a:xfrm flipH="1">
            <a:off x="3570223" y="8421623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5" name="Connector 3202"/>
          <p:cNvSpPr/>
          <p:nvPr/>
        </p:nvSpPr>
        <p:spPr>
          <a:xfrm flipH="1">
            <a:off x="3490214" y="8708135"/>
            <a:ext cx="8001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6" name="Connector 3203"/>
          <p:cNvSpPr/>
          <p:nvPr/>
        </p:nvSpPr>
        <p:spPr>
          <a:xfrm flipH="1">
            <a:off x="3392423" y="8994647"/>
            <a:ext cx="9779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7" name="Connector 3204"/>
          <p:cNvSpPr/>
          <p:nvPr/>
        </p:nvSpPr>
        <p:spPr>
          <a:xfrm>
            <a:off x="3392423" y="5843015"/>
            <a:ext cx="111761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8" name="Connector 3205"/>
          <p:cNvSpPr/>
          <p:nvPr/>
        </p:nvSpPr>
        <p:spPr>
          <a:xfrm>
            <a:off x="3504184" y="6201154"/>
            <a:ext cx="91441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9" name="Connector 3206"/>
          <p:cNvSpPr/>
          <p:nvPr/>
        </p:nvSpPr>
        <p:spPr>
          <a:xfrm>
            <a:off x="3595623" y="6559295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0" name="Connector 3207"/>
          <p:cNvSpPr/>
          <p:nvPr/>
        </p:nvSpPr>
        <p:spPr>
          <a:xfrm>
            <a:off x="3666744" y="6917435"/>
            <a:ext cx="5080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1" name="Connector 3208"/>
          <p:cNvSpPr/>
          <p:nvPr/>
        </p:nvSpPr>
        <p:spPr>
          <a:xfrm>
            <a:off x="3717544" y="7275576"/>
            <a:ext cx="30479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2" name="Connector 3209"/>
          <p:cNvSpPr/>
          <p:nvPr/>
        </p:nvSpPr>
        <p:spPr>
          <a:xfrm>
            <a:off x="3748023" y="7633714"/>
            <a:ext cx="10162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3" name="Connector 3210"/>
          <p:cNvSpPr/>
          <p:nvPr/>
        </p:nvSpPr>
        <p:spPr>
          <a:xfrm flipH="1">
            <a:off x="3748023" y="7991856"/>
            <a:ext cx="1016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4" name="Connector 3211"/>
          <p:cNvSpPr/>
          <p:nvPr/>
        </p:nvSpPr>
        <p:spPr>
          <a:xfrm flipH="1">
            <a:off x="3717542" y="8349995"/>
            <a:ext cx="30482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5" name="Connector 3212"/>
          <p:cNvSpPr/>
          <p:nvPr/>
        </p:nvSpPr>
        <p:spPr>
          <a:xfrm flipH="1">
            <a:off x="3666744" y="8708135"/>
            <a:ext cx="50800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6" name="Connector 3213"/>
          <p:cNvSpPr/>
          <p:nvPr/>
        </p:nvSpPr>
        <p:spPr>
          <a:xfrm flipH="1">
            <a:off x="3595623" y="9066276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7" name="Connector 3214"/>
          <p:cNvSpPr/>
          <p:nvPr/>
        </p:nvSpPr>
        <p:spPr>
          <a:xfrm flipH="1">
            <a:off x="3504184" y="9424416"/>
            <a:ext cx="9144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8" name="Connector 3215"/>
          <p:cNvSpPr/>
          <p:nvPr/>
        </p:nvSpPr>
        <p:spPr>
          <a:xfrm flipH="1">
            <a:off x="3392423" y="9782556"/>
            <a:ext cx="11176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9" name="Connector 3216"/>
          <p:cNvSpPr/>
          <p:nvPr/>
        </p:nvSpPr>
        <p:spPr>
          <a:xfrm>
            <a:off x="3392423" y="5843015"/>
            <a:ext cx="125730" cy="42976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0" name="Connector 3217"/>
          <p:cNvSpPr/>
          <p:nvPr/>
        </p:nvSpPr>
        <p:spPr>
          <a:xfrm>
            <a:off x="3518153" y="6272782"/>
            <a:ext cx="102871" cy="42977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1" name="Connector 3218"/>
          <p:cNvSpPr/>
          <p:nvPr/>
        </p:nvSpPr>
        <p:spPr>
          <a:xfrm>
            <a:off x="3621023" y="6702552"/>
            <a:ext cx="8001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2" name="Connector 3219"/>
          <p:cNvSpPr/>
          <p:nvPr/>
        </p:nvSpPr>
        <p:spPr>
          <a:xfrm>
            <a:off x="3701034" y="7132319"/>
            <a:ext cx="5715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3" name="Connector 3220"/>
          <p:cNvSpPr/>
          <p:nvPr/>
        </p:nvSpPr>
        <p:spPr>
          <a:xfrm>
            <a:off x="3758184" y="7562088"/>
            <a:ext cx="3429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4" name="Connector 3221"/>
          <p:cNvSpPr/>
          <p:nvPr/>
        </p:nvSpPr>
        <p:spPr>
          <a:xfrm>
            <a:off x="3792473" y="7991856"/>
            <a:ext cx="11432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5" name="Connector 3222"/>
          <p:cNvSpPr/>
          <p:nvPr/>
        </p:nvSpPr>
        <p:spPr>
          <a:xfrm flipH="1">
            <a:off x="3792473" y="8421623"/>
            <a:ext cx="1143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6" name="Connector 3223"/>
          <p:cNvSpPr/>
          <p:nvPr/>
        </p:nvSpPr>
        <p:spPr>
          <a:xfrm flipH="1">
            <a:off x="3758184" y="8851392"/>
            <a:ext cx="3429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7" name="Connector 3224"/>
          <p:cNvSpPr/>
          <p:nvPr/>
        </p:nvSpPr>
        <p:spPr>
          <a:xfrm flipH="1">
            <a:off x="3701034" y="9281159"/>
            <a:ext cx="5715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8" name="Connector 3225"/>
          <p:cNvSpPr/>
          <p:nvPr/>
        </p:nvSpPr>
        <p:spPr>
          <a:xfrm flipH="1">
            <a:off x="3621023" y="9710928"/>
            <a:ext cx="8001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9" name="Connector 3226"/>
          <p:cNvSpPr/>
          <p:nvPr/>
        </p:nvSpPr>
        <p:spPr>
          <a:xfrm flipH="1">
            <a:off x="3518153" y="10140695"/>
            <a:ext cx="10287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0" name="Connector 3227"/>
          <p:cNvSpPr/>
          <p:nvPr/>
        </p:nvSpPr>
        <p:spPr>
          <a:xfrm flipH="1">
            <a:off x="3392424" y="10570464"/>
            <a:ext cx="12573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1" name="Connector 3228"/>
          <p:cNvSpPr/>
          <p:nvPr/>
        </p:nvSpPr>
        <p:spPr>
          <a:xfrm>
            <a:off x="3392423" y="6702552"/>
            <a:ext cx="5588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2" name="Connector 3229"/>
          <p:cNvSpPr/>
          <p:nvPr/>
        </p:nvSpPr>
        <p:spPr>
          <a:xfrm>
            <a:off x="3448303" y="6774178"/>
            <a:ext cx="4572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3" name="Connector 3230"/>
          <p:cNvSpPr/>
          <p:nvPr/>
        </p:nvSpPr>
        <p:spPr>
          <a:xfrm>
            <a:off x="3494023" y="6845807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4" name="Connector 3231"/>
          <p:cNvSpPr/>
          <p:nvPr/>
        </p:nvSpPr>
        <p:spPr>
          <a:xfrm>
            <a:off x="3529584" y="6917435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5" name="Connector 3232"/>
          <p:cNvSpPr/>
          <p:nvPr/>
        </p:nvSpPr>
        <p:spPr>
          <a:xfrm>
            <a:off x="3554984" y="6989064"/>
            <a:ext cx="1524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6" name="Connector 3233"/>
          <p:cNvSpPr/>
          <p:nvPr/>
        </p:nvSpPr>
        <p:spPr>
          <a:xfrm>
            <a:off x="3570223" y="7060690"/>
            <a:ext cx="508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7" name="Connector 3234"/>
          <p:cNvSpPr/>
          <p:nvPr/>
        </p:nvSpPr>
        <p:spPr>
          <a:xfrm flipH="1">
            <a:off x="3570223" y="7132319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8" name="Connector 3235"/>
          <p:cNvSpPr/>
          <p:nvPr/>
        </p:nvSpPr>
        <p:spPr>
          <a:xfrm flipH="1">
            <a:off x="3554984" y="7203947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9" name="Connector 3236"/>
          <p:cNvSpPr/>
          <p:nvPr/>
        </p:nvSpPr>
        <p:spPr>
          <a:xfrm flipH="1">
            <a:off x="3529584" y="7275576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0" name="Connector 3237"/>
          <p:cNvSpPr/>
          <p:nvPr/>
        </p:nvSpPr>
        <p:spPr>
          <a:xfrm flipH="1">
            <a:off x="3494023" y="7347204"/>
            <a:ext cx="3556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1" name="Connector 3238"/>
          <p:cNvSpPr/>
          <p:nvPr/>
        </p:nvSpPr>
        <p:spPr>
          <a:xfrm flipH="1">
            <a:off x="3448303" y="7418831"/>
            <a:ext cx="45720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2" name="Connector 3239"/>
          <p:cNvSpPr/>
          <p:nvPr/>
        </p:nvSpPr>
        <p:spPr>
          <a:xfrm flipH="1">
            <a:off x="3392423" y="7490459"/>
            <a:ext cx="558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3" name="Connector 3240"/>
          <p:cNvSpPr/>
          <p:nvPr/>
        </p:nvSpPr>
        <p:spPr>
          <a:xfrm>
            <a:off x="3392423" y="6702552"/>
            <a:ext cx="698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4" name="Connector 3241"/>
          <p:cNvSpPr/>
          <p:nvPr/>
        </p:nvSpPr>
        <p:spPr>
          <a:xfrm>
            <a:off x="3462273" y="6845807"/>
            <a:ext cx="571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5" name="Connector 3242"/>
          <p:cNvSpPr/>
          <p:nvPr/>
        </p:nvSpPr>
        <p:spPr>
          <a:xfrm>
            <a:off x="3519423" y="6989064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6" name="Connector 3243"/>
          <p:cNvSpPr/>
          <p:nvPr/>
        </p:nvSpPr>
        <p:spPr>
          <a:xfrm>
            <a:off x="3563873" y="7132319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7" name="Connector 3244"/>
          <p:cNvSpPr/>
          <p:nvPr/>
        </p:nvSpPr>
        <p:spPr>
          <a:xfrm>
            <a:off x="3595623" y="7275576"/>
            <a:ext cx="190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8" name="Connector 3245"/>
          <p:cNvSpPr/>
          <p:nvPr/>
        </p:nvSpPr>
        <p:spPr>
          <a:xfrm>
            <a:off x="3614673" y="7418831"/>
            <a:ext cx="63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9" name="Connector 3246"/>
          <p:cNvSpPr/>
          <p:nvPr/>
        </p:nvSpPr>
        <p:spPr>
          <a:xfrm flipH="1">
            <a:off x="3614673" y="7562088"/>
            <a:ext cx="63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0" name="Connector 3247"/>
          <p:cNvSpPr/>
          <p:nvPr/>
        </p:nvSpPr>
        <p:spPr>
          <a:xfrm flipH="1">
            <a:off x="3595623" y="7705342"/>
            <a:ext cx="190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1" name="Connector 3248"/>
          <p:cNvSpPr/>
          <p:nvPr/>
        </p:nvSpPr>
        <p:spPr>
          <a:xfrm flipH="1">
            <a:off x="3563873" y="7848600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2" name="Connector 3249"/>
          <p:cNvSpPr/>
          <p:nvPr/>
        </p:nvSpPr>
        <p:spPr>
          <a:xfrm flipH="1">
            <a:off x="3519423" y="7991856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3" name="Connector 3250"/>
          <p:cNvSpPr/>
          <p:nvPr/>
        </p:nvSpPr>
        <p:spPr>
          <a:xfrm flipH="1">
            <a:off x="3462273" y="8135111"/>
            <a:ext cx="571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4" name="Connector 3251"/>
          <p:cNvSpPr/>
          <p:nvPr/>
        </p:nvSpPr>
        <p:spPr>
          <a:xfrm flipH="1">
            <a:off x="3392423" y="8278366"/>
            <a:ext cx="698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5" name="Connector 3252"/>
          <p:cNvSpPr/>
          <p:nvPr/>
        </p:nvSpPr>
        <p:spPr>
          <a:xfrm>
            <a:off x="3392423" y="6702552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6" name="Connector 3253"/>
          <p:cNvSpPr/>
          <p:nvPr/>
        </p:nvSpPr>
        <p:spPr>
          <a:xfrm>
            <a:off x="3476244" y="6917435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7" name="Connector 3254"/>
          <p:cNvSpPr/>
          <p:nvPr/>
        </p:nvSpPr>
        <p:spPr>
          <a:xfrm>
            <a:off x="3544823" y="7132319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8" name="Connector 3255"/>
          <p:cNvSpPr/>
          <p:nvPr/>
        </p:nvSpPr>
        <p:spPr>
          <a:xfrm>
            <a:off x="3598164" y="7347204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9" name="Connector 3256"/>
          <p:cNvSpPr/>
          <p:nvPr/>
        </p:nvSpPr>
        <p:spPr>
          <a:xfrm>
            <a:off x="3636264" y="7562088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0" name="Connector 3257"/>
          <p:cNvSpPr/>
          <p:nvPr/>
        </p:nvSpPr>
        <p:spPr>
          <a:xfrm>
            <a:off x="3659123" y="7776971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1" name="Connector 3258"/>
          <p:cNvSpPr/>
          <p:nvPr/>
        </p:nvSpPr>
        <p:spPr>
          <a:xfrm flipH="1">
            <a:off x="3659123" y="7991856"/>
            <a:ext cx="76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2" name="Connector 3259"/>
          <p:cNvSpPr/>
          <p:nvPr/>
        </p:nvSpPr>
        <p:spPr>
          <a:xfrm flipH="1">
            <a:off x="3636264" y="8206740"/>
            <a:ext cx="2286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3" name="Connector 3260"/>
          <p:cNvSpPr/>
          <p:nvPr/>
        </p:nvSpPr>
        <p:spPr>
          <a:xfrm flipH="1">
            <a:off x="3598164" y="8421623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4" name="Connector 3261"/>
          <p:cNvSpPr/>
          <p:nvPr/>
        </p:nvSpPr>
        <p:spPr>
          <a:xfrm flipH="1">
            <a:off x="3544824" y="8636507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5" name="Connector 3262"/>
          <p:cNvSpPr/>
          <p:nvPr/>
        </p:nvSpPr>
        <p:spPr>
          <a:xfrm flipH="1">
            <a:off x="3476244" y="8851392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6" name="Connector 3263"/>
          <p:cNvSpPr/>
          <p:nvPr/>
        </p:nvSpPr>
        <p:spPr>
          <a:xfrm flipH="1">
            <a:off x="3392423" y="9066276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7" name="Connector 3264"/>
          <p:cNvSpPr/>
          <p:nvPr/>
        </p:nvSpPr>
        <p:spPr>
          <a:xfrm>
            <a:off x="3392423" y="6702552"/>
            <a:ext cx="97791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8" name="Connector 3265"/>
          <p:cNvSpPr/>
          <p:nvPr/>
        </p:nvSpPr>
        <p:spPr>
          <a:xfrm>
            <a:off x="3490214" y="6989063"/>
            <a:ext cx="80011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9" name="Connector 3266"/>
          <p:cNvSpPr/>
          <p:nvPr/>
        </p:nvSpPr>
        <p:spPr>
          <a:xfrm>
            <a:off x="3570223" y="7275576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0" name="Connector 3267"/>
          <p:cNvSpPr/>
          <p:nvPr/>
        </p:nvSpPr>
        <p:spPr>
          <a:xfrm>
            <a:off x="3632453" y="7562088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1" name="Connector 3268"/>
          <p:cNvSpPr/>
          <p:nvPr/>
        </p:nvSpPr>
        <p:spPr>
          <a:xfrm>
            <a:off x="3676903" y="7848600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2" name="Connector 3269"/>
          <p:cNvSpPr/>
          <p:nvPr/>
        </p:nvSpPr>
        <p:spPr>
          <a:xfrm>
            <a:off x="3703573" y="8135111"/>
            <a:ext cx="889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3" name="Connector 3270"/>
          <p:cNvSpPr/>
          <p:nvPr/>
        </p:nvSpPr>
        <p:spPr>
          <a:xfrm flipH="1">
            <a:off x="3703573" y="8421623"/>
            <a:ext cx="889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4" name="Connector 3271"/>
          <p:cNvSpPr/>
          <p:nvPr/>
        </p:nvSpPr>
        <p:spPr>
          <a:xfrm flipH="1">
            <a:off x="3676904" y="8708135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5" name="Connector 3272"/>
          <p:cNvSpPr/>
          <p:nvPr/>
        </p:nvSpPr>
        <p:spPr>
          <a:xfrm flipH="1">
            <a:off x="3632453" y="8994647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6" name="Connector 3273"/>
          <p:cNvSpPr/>
          <p:nvPr/>
        </p:nvSpPr>
        <p:spPr>
          <a:xfrm flipH="1">
            <a:off x="3570223" y="9281159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7" name="Connector 3274"/>
          <p:cNvSpPr/>
          <p:nvPr/>
        </p:nvSpPr>
        <p:spPr>
          <a:xfrm flipH="1">
            <a:off x="3490214" y="9567671"/>
            <a:ext cx="80011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8" name="Connector 3275"/>
          <p:cNvSpPr/>
          <p:nvPr/>
        </p:nvSpPr>
        <p:spPr>
          <a:xfrm flipH="1">
            <a:off x="3392423" y="9854183"/>
            <a:ext cx="97791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9" name="Connector 3276"/>
          <p:cNvSpPr/>
          <p:nvPr/>
        </p:nvSpPr>
        <p:spPr>
          <a:xfrm>
            <a:off x="3392423" y="6702552"/>
            <a:ext cx="11176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0" name="Connector 3277"/>
          <p:cNvSpPr/>
          <p:nvPr/>
        </p:nvSpPr>
        <p:spPr>
          <a:xfrm>
            <a:off x="3504184" y="7060692"/>
            <a:ext cx="9144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1" name="Connector 3278"/>
          <p:cNvSpPr/>
          <p:nvPr/>
        </p:nvSpPr>
        <p:spPr>
          <a:xfrm>
            <a:off x="3595623" y="7418831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2" name="Connector 3279"/>
          <p:cNvSpPr/>
          <p:nvPr/>
        </p:nvSpPr>
        <p:spPr>
          <a:xfrm>
            <a:off x="3666744" y="7776971"/>
            <a:ext cx="5080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3" name="Connector 3280"/>
          <p:cNvSpPr/>
          <p:nvPr/>
        </p:nvSpPr>
        <p:spPr>
          <a:xfrm>
            <a:off x="3717544" y="8135111"/>
            <a:ext cx="30479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4" name="Connector 3281"/>
          <p:cNvSpPr/>
          <p:nvPr/>
        </p:nvSpPr>
        <p:spPr>
          <a:xfrm>
            <a:off x="3748023" y="8493251"/>
            <a:ext cx="10162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5" name="Connector 3282"/>
          <p:cNvSpPr/>
          <p:nvPr/>
        </p:nvSpPr>
        <p:spPr>
          <a:xfrm flipH="1">
            <a:off x="3748023" y="8851392"/>
            <a:ext cx="1016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6" name="Connector 3283"/>
          <p:cNvSpPr/>
          <p:nvPr/>
        </p:nvSpPr>
        <p:spPr>
          <a:xfrm flipH="1">
            <a:off x="3717542" y="9209531"/>
            <a:ext cx="30482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7" name="Connector 3284"/>
          <p:cNvSpPr/>
          <p:nvPr/>
        </p:nvSpPr>
        <p:spPr>
          <a:xfrm flipH="1">
            <a:off x="3666744" y="9567671"/>
            <a:ext cx="50800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8" name="Connector 3285"/>
          <p:cNvSpPr/>
          <p:nvPr/>
        </p:nvSpPr>
        <p:spPr>
          <a:xfrm flipH="1">
            <a:off x="3595623" y="9925811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9" name="Connector 3286"/>
          <p:cNvSpPr/>
          <p:nvPr/>
        </p:nvSpPr>
        <p:spPr>
          <a:xfrm flipH="1">
            <a:off x="3504184" y="10283952"/>
            <a:ext cx="91441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0" name="Connector 3287"/>
          <p:cNvSpPr/>
          <p:nvPr/>
        </p:nvSpPr>
        <p:spPr>
          <a:xfrm flipH="1">
            <a:off x="3392423" y="10642090"/>
            <a:ext cx="111761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1" name="Connector 3288"/>
          <p:cNvSpPr/>
          <p:nvPr/>
        </p:nvSpPr>
        <p:spPr>
          <a:xfrm>
            <a:off x="3392423" y="7562088"/>
            <a:ext cx="558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2" name="Connector 3289"/>
          <p:cNvSpPr/>
          <p:nvPr/>
        </p:nvSpPr>
        <p:spPr>
          <a:xfrm>
            <a:off x="3448303" y="7633716"/>
            <a:ext cx="4572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3" name="Connector 3290"/>
          <p:cNvSpPr/>
          <p:nvPr/>
        </p:nvSpPr>
        <p:spPr>
          <a:xfrm>
            <a:off x="3494023" y="7705343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4" name="Connector 3291"/>
          <p:cNvSpPr/>
          <p:nvPr/>
        </p:nvSpPr>
        <p:spPr>
          <a:xfrm>
            <a:off x="3529584" y="7776971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5" name="Connector 3292"/>
          <p:cNvSpPr/>
          <p:nvPr/>
        </p:nvSpPr>
        <p:spPr>
          <a:xfrm>
            <a:off x="3554984" y="7848600"/>
            <a:ext cx="1524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6" name="Connector 3293"/>
          <p:cNvSpPr/>
          <p:nvPr/>
        </p:nvSpPr>
        <p:spPr>
          <a:xfrm>
            <a:off x="3570223" y="7920226"/>
            <a:ext cx="508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7" name="Connector 3294"/>
          <p:cNvSpPr/>
          <p:nvPr/>
        </p:nvSpPr>
        <p:spPr>
          <a:xfrm flipH="1">
            <a:off x="3570223" y="7991856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8" name="Connector 3295"/>
          <p:cNvSpPr/>
          <p:nvPr/>
        </p:nvSpPr>
        <p:spPr>
          <a:xfrm flipH="1">
            <a:off x="3554984" y="8063483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9" name="Connector 3296"/>
          <p:cNvSpPr/>
          <p:nvPr/>
        </p:nvSpPr>
        <p:spPr>
          <a:xfrm flipH="1">
            <a:off x="3529584" y="8135111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0" name="Connector 3297"/>
          <p:cNvSpPr/>
          <p:nvPr/>
        </p:nvSpPr>
        <p:spPr>
          <a:xfrm flipH="1">
            <a:off x="3494023" y="8206740"/>
            <a:ext cx="35562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1" name="Connector 3298"/>
          <p:cNvSpPr/>
          <p:nvPr/>
        </p:nvSpPr>
        <p:spPr>
          <a:xfrm flipH="1">
            <a:off x="3448303" y="8278366"/>
            <a:ext cx="45720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2" name="Connector 3299"/>
          <p:cNvSpPr/>
          <p:nvPr/>
        </p:nvSpPr>
        <p:spPr>
          <a:xfrm flipH="1">
            <a:off x="3392423" y="8349994"/>
            <a:ext cx="558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3" name="Connector 3300"/>
          <p:cNvSpPr/>
          <p:nvPr/>
        </p:nvSpPr>
        <p:spPr>
          <a:xfrm>
            <a:off x="3392423" y="7562088"/>
            <a:ext cx="698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4" name="Connector 3301"/>
          <p:cNvSpPr/>
          <p:nvPr/>
        </p:nvSpPr>
        <p:spPr>
          <a:xfrm>
            <a:off x="3462273" y="7705342"/>
            <a:ext cx="571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5" name="Connector 3302"/>
          <p:cNvSpPr/>
          <p:nvPr/>
        </p:nvSpPr>
        <p:spPr>
          <a:xfrm>
            <a:off x="3519423" y="7848600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6" name="Connector 3303"/>
          <p:cNvSpPr/>
          <p:nvPr/>
        </p:nvSpPr>
        <p:spPr>
          <a:xfrm>
            <a:off x="3563873" y="7991856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7" name="Connector 3304"/>
          <p:cNvSpPr/>
          <p:nvPr/>
        </p:nvSpPr>
        <p:spPr>
          <a:xfrm>
            <a:off x="3595623" y="8135111"/>
            <a:ext cx="190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8" name="Connector 3305"/>
          <p:cNvSpPr/>
          <p:nvPr/>
        </p:nvSpPr>
        <p:spPr>
          <a:xfrm>
            <a:off x="3614673" y="8278366"/>
            <a:ext cx="63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9" name="Connector 3306"/>
          <p:cNvSpPr/>
          <p:nvPr/>
        </p:nvSpPr>
        <p:spPr>
          <a:xfrm flipH="1">
            <a:off x="3614673" y="8421623"/>
            <a:ext cx="63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0" name="Connector 3307"/>
          <p:cNvSpPr/>
          <p:nvPr/>
        </p:nvSpPr>
        <p:spPr>
          <a:xfrm flipH="1">
            <a:off x="3595623" y="8564880"/>
            <a:ext cx="190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1" name="Connector 3308"/>
          <p:cNvSpPr/>
          <p:nvPr/>
        </p:nvSpPr>
        <p:spPr>
          <a:xfrm flipH="1">
            <a:off x="3563873" y="8708135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2" name="Connector 3309"/>
          <p:cNvSpPr/>
          <p:nvPr/>
        </p:nvSpPr>
        <p:spPr>
          <a:xfrm flipH="1">
            <a:off x="3519423" y="8851392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3" name="Connector 3310"/>
          <p:cNvSpPr/>
          <p:nvPr/>
        </p:nvSpPr>
        <p:spPr>
          <a:xfrm flipH="1">
            <a:off x="3462273" y="8994647"/>
            <a:ext cx="571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4" name="Connector 3311"/>
          <p:cNvSpPr/>
          <p:nvPr/>
        </p:nvSpPr>
        <p:spPr>
          <a:xfrm flipH="1">
            <a:off x="3392423" y="9137902"/>
            <a:ext cx="698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5" name="Connector 3312"/>
          <p:cNvSpPr/>
          <p:nvPr/>
        </p:nvSpPr>
        <p:spPr>
          <a:xfrm>
            <a:off x="3392423" y="7562088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6" name="Connector 3313"/>
          <p:cNvSpPr/>
          <p:nvPr/>
        </p:nvSpPr>
        <p:spPr>
          <a:xfrm>
            <a:off x="3476244" y="7776971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7" name="Connector 3314"/>
          <p:cNvSpPr/>
          <p:nvPr/>
        </p:nvSpPr>
        <p:spPr>
          <a:xfrm>
            <a:off x="3544823" y="7991856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8" name="Connector 3315"/>
          <p:cNvSpPr/>
          <p:nvPr/>
        </p:nvSpPr>
        <p:spPr>
          <a:xfrm>
            <a:off x="3598164" y="8206740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9" name="Connector 3316"/>
          <p:cNvSpPr/>
          <p:nvPr/>
        </p:nvSpPr>
        <p:spPr>
          <a:xfrm>
            <a:off x="3636264" y="8421623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0" name="Connector 3317"/>
          <p:cNvSpPr/>
          <p:nvPr/>
        </p:nvSpPr>
        <p:spPr>
          <a:xfrm>
            <a:off x="3659123" y="8636506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1" name="Connector 3318"/>
          <p:cNvSpPr/>
          <p:nvPr/>
        </p:nvSpPr>
        <p:spPr>
          <a:xfrm flipH="1">
            <a:off x="3659123" y="8851392"/>
            <a:ext cx="76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2" name="Connector 3319"/>
          <p:cNvSpPr/>
          <p:nvPr/>
        </p:nvSpPr>
        <p:spPr>
          <a:xfrm flipH="1">
            <a:off x="3636264" y="9066276"/>
            <a:ext cx="2286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3" name="Connector 3320"/>
          <p:cNvSpPr/>
          <p:nvPr/>
        </p:nvSpPr>
        <p:spPr>
          <a:xfrm flipH="1">
            <a:off x="3598164" y="9281159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4" name="Connector 3321"/>
          <p:cNvSpPr/>
          <p:nvPr/>
        </p:nvSpPr>
        <p:spPr>
          <a:xfrm flipH="1">
            <a:off x="3544824" y="9496043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5" name="Connector 3322"/>
          <p:cNvSpPr/>
          <p:nvPr/>
        </p:nvSpPr>
        <p:spPr>
          <a:xfrm flipH="1">
            <a:off x="3476244" y="9710928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6" name="Connector 3323"/>
          <p:cNvSpPr/>
          <p:nvPr/>
        </p:nvSpPr>
        <p:spPr>
          <a:xfrm flipH="1">
            <a:off x="3392423" y="9925811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7" name="Connector 3324"/>
          <p:cNvSpPr/>
          <p:nvPr/>
        </p:nvSpPr>
        <p:spPr>
          <a:xfrm>
            <a:off x="3392423" y="7562088"/>
            <a:ext cx="97791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8" name="Connector 3325"/>
          <p:cNvSpPr/>
          <p:nvPr/>
        </p:nvSpPr>
        <p:spPr>
          <a:xfrm>
            <a:off x="3490214" y="7848599"/>
            <a:ext cx="80011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9" name="Connector 3326"/>
          <p:cNvSpPr/>
          <p:nvPr/>
        </p:nvSpPr>
        <p:spPr>
          <a:xfrm>
            <a:off x="3570223" y="8135111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0" name="Connector 3327"/>
          <p:cNvSpPr/>
          <p:nvPr/>
        </p:nvSpPr>
        <p:spPr>
          <a:xfrm>
            <a:off x="3632453" y="8421623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1" name="Connector 3328"/>
          <p:cNvSpPr/>
          <p:nvPr/>
        </p:nvSpPr>
        <p:spPr>
          <a:xfrm>
            <a:off x="3676903" y="8708135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2" name="Connector 3329"/>
          <p:cNvSpPr/>
          <p:nvPr/>
        </p:nvSpPr>
        <p:spPr>
          <a:xfrm>
            <a:off x="3703573" y="8994647"/>
            <a:ext cx="889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3" name="Connector 3330"/>
          <p:cNvSpPr/>
          <p:nvPr/>
        </p:nvSpPr>
        <p:spPr>
          <a:xfrm flipH="1">
            <a:off x="3703573" y="9281159"/>
            <a:ext cx="889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4" name="Connector 3331"/>
          <p:cNvSpPr/>
          <p:nvPr/>
        </p:nvSpPr>
        <p:spPr>
          <a:xfrm flipH="1">
            <a:off x="3676904" y="9567671"/>
            <a:ext cx="26670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5" name="Connector 3332"/>
          <p:cNvSpPr/>
          <p:nvPr/>
        </p:nvSpPr>
        <p:spPr>
          <a:xfrm flipH="1">
            <a:off x="3632453" y="9854183"/>
            <a:ext cx="44451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6" name="Connector 3333"/>
          <p:cNvSpPr/>
          <p:nvPr/>
        </p:nvSpPr>
        <p:spPr>
          <a:xfrm flipH="1">
            <a:off x="3570223" y="10140695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7" name="Connector 3334"/>
          <p:cNvSpPr/>
          <p:nvPr/>
        </p:nvSpPr>
        <p:spPr>
          <a:xfrm flipH="1">
            <a:off x="3490214" y="10427207"/>
            <a:ext cx="80011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8" name="Connector 3335"/>
          <p:cNvSpPr/>
          <p:nvPr/>
        </p:nvSpPr>
        <p:spPr>
          <a:xfrm flipH="1">
            <a:off x="3392423" y="10713718"/>
            <a:ext cx="97791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9" name="Connector 3336"/>
          <p:cNvSpPr/>
          <p:nvPr/>
        </p:nvSpPr>
        <p:spPr>
          <a:xfrm>
            <a:off x="3392423" y="8421623"/>
            <a:ext cx="5588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0" name="Connector 3337"/>
          <p:cNvSpPr/>
          <p:nvPr/>
        </p:nvSpPr>
        <p:spPr>
          <a:xfrm>
            <a:off x="3448303" y="8493251"/>
            <a:ext cx="4572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1" name="Connector 3338"/>
          <p:cNvSpPr/>
          <p:nvPr/>
        </p:nvSpPr>
        <p:spPr>
          <a:xfrm>
            <a:off x="3494023" y="8564880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2" name="Connector 3339"/>
          <p:cNvSpPr/>
          <p:nvPr/>
        </p:nvSpPr>
        <p:spPr>
          <a:xfrm>
            <a:off x="3529584" y="8636507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3" name="Connector 3340"/>
          <p:cNvSpPr/>
          <p:nvPr/>
        </p:nvSpPr>
        <p:spPr>
          <a:xfrm>
            <a:off x="3554984" y="8708135"/>
            <a:ext cx="1524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4" name="Connector 3341"/>
          <p:cNvSpPr/>
          <p:nvPr/>
        </p:nvSpPr>
        <p:spPr>
          <a:xfrm>
            <a:off x="3570223" y="8779763"/>
            <a:ext cx="508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5" name="Connector 3342"/>
          <p:cNvSpPr/>
          <p:nvPr/>
        </p:nvSpPr>
        <p:spPr>
          <a:xfrm flipH="1">
            <a:off x="3570223" y="8851392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6" name="Connector 3343"/>
          <p:cNvSpPr/>
          <p:nvPr/>
        </p:nvSpPr>
        <p:spPr>
          <a:xfrm flipH="1">
            <a:off x="3554984" y="8923019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7" name="Connector 3344"/>
          <p:cNvSpPr/>
          <p:nvPr/>
        </p:nvSpPr>
        <p:spPr>
          <a:xfrm flipH="1">
            <a:off x="3529584" y="8994647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8" name="Connector 3345"/>
          <p:cNvSpPr/>
          <p:nvPr/>
        </p:nvSpPr>
        <p:spPr>
          <a:xfrm flipH="1">
            <a:off x="3494023" y="9066276"/>
            <a:ext cx="3556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9" name="Connector 3346"/>
          <p:cNvSpPr/>
          <p:nvPr/>
        </p:nvSpPr>
        <p:spPr>
          <a:xfrm flipH="1">
            <a:off x="3448303" y="9137904"/>
            <a:ext cx="4572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0" name="Connector 3347"/>
          <p:cNvSpPr/>
          <p:nvPr/>
        </p:nvSpPr>
        <p:spPr>
          <a:xfrm flipH="1">
            <a:off x="3392423" y="9209530"/>
            <a:ext cx="558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1" name="Connector 3348"/>
          <p:cNvSpPr/>
          <p:nvPr/>
        </p:nvSpPr>
        <p:spPr>
          <a:xfrm>
            <a:off x="3392423" y="8421623"/>
            <a:ext cx="698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2" name="Connector 3349"/>
          <p:cNvSpPr/>
          <p:nvPr/>
        </p:nvSpPr>
        <p:spPr>
          <a:xfrm>
            <a:off x="3462273" y="8564880"/>
            <a:ext cx="571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3" name="Connector 3350"/>
          <p:cNvSpPr/>
          <p:nvPr/>
        </p:nvSpPr>
        <p:spPr>
          <a:xfrm>
            <a:off x="3519423" y="8708135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4" name="Connector 3351"/>
          <p:cNvSpPr/>
          <p:nvPr/>
        </p:nvSpPr>
        <p:spPr>
          <a:xfrm>
            <a:off x="3563873" y="8851392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5" name="Connector 3352"/>
          <p:cNvSpPr/>
          <p:nvPr/>
        </p:nvSpPr>
        <p:spPr>
          <a:xfrm>
            <a:off x="3595623" y="8994647"/>
            <a:ext cx="190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6" name="Connector 3353"/>
          <p:cNvSpPr/>
          <p:nvPr/>
        </p:nvSpPr>
        <p:spPr>
          <a:xfrm>
            <a:off x="3614673" y="9137902"/>
            <a:ext cx="63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7" name="Connector 3354"/>
          <p:cNvSpPr/>
          <p:nvPr/>
        </p:nvSpPr>
        <p:spPr>
          <a:xfrm flipH="1">
            <a:off x="3614673" y="9281159"/>
            <a:ext cx="63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8" name="Connector 3355"/>
          <p:cNvSpPr/>
          <p:nvPr/>
        </p:nvSpPr>
        <p:spPr>
          <a:xfrm flipH="1">
            <a:off x="3595623" y="9424416"/>
            <a:ext cx="190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9" name="Connector 3356"/>
          <p:cNvSpPr/>
          <p:nvPr/>
        </p:nvSpPr>
        <p:spPr>
          <a:xfrm flipH="1">
            <a:off x="3563873" y="9567671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0" name="Connector 3357"/>
          <p:cNvSpPr/>
          <p:nvPr/>
        </p:nvSpPr>
        <p:spPr>
          <a:xfrm flipH="1">
            <a:off x="3519423" y="9710928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1" name="Connector 3358"/>
          <p:cNvSpPr/>
          <p:nvPr/>
        </p:nvSpPr>
        <p:spPr>
          <a:xfrm flipH="1">
            <a:off x="3462273" y="9854183"/>
            <a:ext cx="571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2" name="Connector 3359"/>
          <p:cNvSpPr/>
          <p:nvPr/>
        </p:nvSpPr>
        <p:spPr>
          <a:xfrm flipH="1">
            <a:off x="3392423" y="9997439"/>
            <a:ext cx="698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3" name="Connector 3360"/>
          <p:cNvSpPr/>
          <p:nvPr/>
        </p:nvSpPr>
        <p:spPr>
          <a:xfrm>
            <a:off x="3392423" y="8421623"/>
            <a:ext cx="83821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4" name="Connector 3361"/>
          <p:cNvSpPr/>
          <p:nvPr/>
        </p:nvSpPr>
        <p:spPr>
          <a:xfrm>
            <a:off x="3476244" y="8636506"/>
            <a:ext cx="68581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5" name="Connector 3362"/>
          <p:cNvSpPr/>
          <p:nvPr/>
        </p:nvSpPr>
        <p:spPr>
          <a:xfrm>
            <a:off x="3544823" y="8851392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6" name="Connector 3363"/>
          <p:cNvSpPr/>
          <p:nvPr/>
        </p:nvSpPr>
        <p:spPr>
          <a:xfrm>
            <a:off x="3598164" y="9066276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7" name="Connector 3364"/>
          <p:cNvSpPr/>
          <p:nvPr/>
        </p:nvSpPr>
        <p:spPr>
          <a:xfrm>
            <a:off x="3636264" y="9281159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8" name="Connector 3365"/>
          <p:cNvSpPr/>
          <p:nvPr/>
        </p:nvSpPr>
        <p:spPr>
          <a:xfrm>
            <a:off x="3659123" y="9496042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9" name="Connector 3366"/>
          <p:cNvSpPr/>
          <p:nvPr/>
        </p:nvSpPr>
        <p:spPr>
          <a:xfrm flipH="1">
            <a:off x="3659123" y="9710928"/>
            <a:ext cx="76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0" name="Connector 3367"/>
          <p:cNvSpPr/>
          <p:nvPr/>
        </p:nvSpPr>
        <p:spPr>
          <a:xfrm flipH="1">
            <a:off x="3636264" y="9925811"/>
            <a:ext cx="2286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1" name="Connector 3368"/>
          <p:cNvSpPr/>
          <p:nvPr/>
        </p:nvSpPr>
        <p:spPr>
          <a:xfrm flipH="1">
            <a:off x="3598164" y="10140695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2" name="Connector 3369"/>
          <p:cNvSpPr/>
          <p:nvPr/>
        </p:nvSpPr>
        <p:spPr>
          <a:xfrm flipH="1">
            <a:off x="3544824" y="10355580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3" name="Connector 3370"/>
          <p:cNvSpPr/>
          <p:nvPr/>
        </p:nvSpPr>
        <p:spPr>
          <a:xfrm flipH="1">
            <a:off x="3476244" y="10570464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4" name="Connector 3371"/>
          <p:cNvSpPr/>
          <p:nvPr/>
        </p:nvSpPr>
        <p:spPr>
          <a:xfrm flipH="1">
            <a:off x="3392423" y="10785347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5" name="Connector 3372"/>
          <p:cNvSpPr/>
          <p:nvPr/>
        </p:nvSpPr>
        <p:spPr>
          <a:xfrm>
            <a:off x="3392423" y="9281159"/>
            <a:ext cx="5588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6" name="Connector 3373"/>
          <p:cNvSpPr/>
          <p:nvPr/>
        </p:nvSpPr>
        <p:spPr>
          <a:xfrm>
            <a:off x="3448303" y="9352787"/>
            <a:ext cx="4572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7" name="Connector 3374"/>
          <p:cNvSpPr/>
          <p:nvPr/>
        </p:nvSpPr>
        <p:spPr>
          <a:xfrm>
            <a:off x="3494023" y="9424416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8" name="Connector 3375"/>
          <p:cNvSpPr/>
          <p:nvPr/>
        </p:nvSpPr>
        <p:spPr>
          <a:xfrm>
            <a:off x="3529584" y="9496043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9" name="Connector 3376"/>
          <p:cNvSpPr/>
          <p:nvPr/>
        </p:nvSpPr>
        <p:spPr>
          <a:xfrm>
            <a:off x="3554984" y="9567671"/>
            <a:ext cx="1524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0" name="Connector 3377"/>
          <p:cNvSpPr/>
          <p:nvPr/>
        </p:nvSpPr>
        <p:spPr>
          <a:xfrm>
            <a:off x="3570223" y="9639299"/>
            <a:ext cx="508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1" name="Connector 3378"/>
          <p:cNvSpPr/>
          <p:nvPr/>
        </p:nvSpPr>
        <p:spPr>
          <a:xfrm flipH="1">
            <a:off x="3570223" y="9710928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2" name="Connector 3379"/>
          <p:cNvSpPr/>
          <p:nvPr/>
        </p:nvSpPr>
        <p:spPr>
          <a:xfrm flipH="1">
            <a:off x="3554984" y="9782556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3" name="Connector 3380"/>
          <p:cNvSpPr/>
          <p:nvPr/>
        </p:nvSpPr>
        <p:spPr>
          <a:xfrm flipH="1">
            <a:off x="3529584" y="9854183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4" name="Connector 3381"/>
          <p:cNvSpPr/>
          <p:nvPr/>
        </p:nvSpPr>
        <p:spPr>
          <a:xfrm flipH="1">
            <a:off x="3494023" y="9925811"/>
            <a:ext cx="3556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5" name="Connector 3382"/>
          <p:cNvSpPr/>
          <p:nvPr/>
        </p:nvSpPr>
        <p:spPr>
          <a:xfrm flipH="1">
            <a:off x="3448303" y="9997440"/>
            <a:ext cx="4572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6" name="Connector 3383"/>
          <p:cNvSpPr/>
          <p:nvPr/>
        </p:nvSpPr>
        <p:spPr>
          <a:xfrm flipH="1">
            <a:off x="3392423" y="10069066"/>
            <a:ext cx="558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7" name="Connector 3384"/>
          <p:cNvSpPr/>
          <p:nvPr/>
        </p:nvSpPr>
        <p:spPr>
          <a:xfrm>
            <a:off x="3392423" y="9281159"/>
            <a:ext cx="698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8" name="Connector 3385"/>
          <p:cNvSpPr/>
          <p:nvPr/>
        </p:nvSpPr>
        <p:spPr>
          <a:xfrm>
            <a:off x="3462273" y="9424414"/>
            <a:ext cx="571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9" name="Connector 3386"/>
          <p:cNvSpPr/>
          <p:nvPr/>
        </p:nvSpPr>
        <p:spPr>
          <a:xfrm>
            <a:off x="3519423" y="9567671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0" name="Connector 3387"/>
          <p:cNvSpPr/>
          <p:nvPr/>
        </p:nvSpPr>
        <p:spPr>
          <a:xfrm>
            <a:off x="3563873" y="9710928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1" name="Connector 3388"/>
          <p:cNvSpPr/>
          <p:nvPr/>
        </p:nvSpPr>
        <p:spPr>
          <a:xfrm>
            <a:off x="3595623" y="9854183"/>
            <a:ext cx="190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2" name="Connector 3389"/>
          <p:cNvSpPr/>
          <p:nvPr/>
        </p:nvSpPr>
        <p:spPr>
          <a:xfrm>
            <a:off x="3614673" y="9997439"/>
            <a:ext cx="63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3" name="Connector 3390"/>
          <p:cNvSpPr/>
          <p:nvPr/>
        </p:nvSpPr>
        <p:spPr>
          <a:xfrm flipH="1">
            <a:off x="3614673" y="10140695"/>
            <a:ext cx="63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4" name="Connector 3391"/>
          <p:cNvSpPr/>
          <p:nvPr/>
        </p:nvSpPr>
        <p:spPr>
          <a:xfrm flipH="1">
            <a:off x="3595623" y="10283951"/>
            <a:ext cx="190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5" name="Connector 3392"/>
          <p:cNvSpPr/>
          <p:nvPr/>
        </p:nvSpPr>
        <p:spPr>
          <a:xfrm flipH="1">
            <a:off x="3563873" y="10427207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6" name="Connector 3393"/>
          <p:cNvSpPr/>
          <p:nvPr/>
        </p:nvSpPr>
        <p:spPr>
          <a:xfrm flipH="1">
            <a:off x="3519423" y="10570464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7" name="Connector 3394"/>
          <p:cNvSpPr/>
          <p:nvPr/>
        </p:nvSpPr>
        <p:spPr>
          <a:xfrm flipH="1">
            <a:off x="3462273" y="10713719"/>
            <a:ext cx="571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8" name="Connector 3395"/>
          <p:cNvSpPr/>
          <p:nvPr/>
        </p:nvSpPr>
        <p:spPr>
          <a:xfrm flipH="1">
            <a:off x="3392423" y="10856976"/>
            <a:ext cx="698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9" name="Connector 3396"/>
          <p:cNvSpPr/>
          <p:nvPr/>
        </p:nvSpPr>
        <p:spPr>
          <a:xfrm>
            <a:off x="3392423" y="10140695"/>
            <a:ext cx="558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0" name="Connector 3397"/>
          <p:cNvSpPr/>
          <p:nvPr/>
        </p:nvSpPr>
        <p:spPr>
          <a:xfrm>
            <a:off x="3448303" y="10212323"/>
            <a:ext cx="4572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1" name="Connector 3398"/>
          <p:cNvSpPr/>
          <p:nvPr/>
        </p:nvSpPr>
        <p:spPr>
          <a:xfrm>
            <a:off x="3494023" y="10283952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2" name="Connector 3399"/>
          <p:cNvSpPr/>
          <p:nvPr/>
        </p:nvSpPr>
        <p:spPr>
          <a:xfrm>
            <a:off x="3529584" y="10355580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3" name="Connector 3400"/>
          <p:cNvSpPr/>
          <p:nvPr/>
        </p:nvSpPr>
        <p:spPr>
          <a:xfrm>
            <a:off x="3554984" y="10427207"/>
            <a:ext cx="1524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4" name="Connector 3401"/>
          <p:cNvSpPr/>
          <p:nvPr/>
        </p:nvSpPr>
        <p:spPr>
          <a:xfrm>
            <a:off x="3570223" y="10498835"/>
            <a:ext cx="508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5" name="Connector 3402"/>
          <p:cNvSpPr/>
          <p:nvPr/>
        </p:nvSpPr>
        <p:spPr>
          <a:xfrm flipH="1">
            <a:off x="3570223" y="10570464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6" name="Connector 3403"/>
          <p:cNvSpPr/>
          <p:nvPr/>
        </p:nvSpPr>
        <p:spPr>
          <a:xfrm flipH="1">
            <a:off x="3554984" y="10642092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7" name="Connector 3404"/>
          <p:cNvSpPr/>
          <p:nvPr/>
        </p:nvSpPr>
        <p:spPr>
          <a:xfrm flipH="1">
            <a:off x="3529584" y="10713719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8" name="Connector 3405"/>
          <p:cNvSpPr/>
          <p:nvPr/>
        </p:nvSpPr>
        <p:spPr>
          <a:xfrm flipH="1">
            <a:off x="3494023" y="10785347"/>
            <a:ext cx="3556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9" name="Connector 3406"/>
          <p:cNvSpPr/>
          <p:nvPr/>
        </p:nvSpPr>
        <p:spPr>
          <a:xfrm flipH="1">
            <a:off x="3448303" y="10856976"/>
            <a:ext cx="4572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0" name="Connector 3407"/>
          <p:cNvSpPr/>
          <p:nvPr/>
        </p:nvSpPr>
        <p:spPr>
          <a:xfrm flipH="1">
            <a:off x="3392423" y="10928602"/>
            <a:ext cx="558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1" name="Connector 3408"/>
          <p:cNvSpPr/>
          <p:nvPr/>
        </p:nvSpPr>
        <p:spPr>
          <a:xfrm>
            <a:off x="4453128" y="4983479"/>
            <a:ext cx="5588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2" name="Connector 3409"/>
          <p:cNvSpPr/>
          <p:nvPr/>
        </p:nvSpPr>
        <p:spPr>
          <a:xfrm>
            <a:off x="4509008" y="5055106"/>
            <a:ext cx="4572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3" name="Connector 3410"/>
          <p:cNvSpPr/>
          <p:nvPr/>
        </p:nvSpPr>
        <p:spPr>
          <a:xfrm>
            <a:off x="4554728" y="5126735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4" name="Connector 3411"/>
          <p:cNvSpPr/>
          <p:nvPr/>
        </p:nvSpPr>
        <p:spPr>
          <a:xfrm>
            <a:off x="4590288" y="5198364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5" name="Connector 3412"/>
          <p:cNvSpPr/>
          <p:nvPr/>
        </p:nvSpPr>
        <p:spPr>
          <a:xfrm>
            <a:off x="4615688" y="5269991"/>
            <a:ext cx="1524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6" name="Connector 3413"/>
          <p:cNvSpPr/>
          <p:nvPr/>
        </p:nvSpPr>
        <p:spPr>
          <a:xfrm>
            <a:off x="4630927" y="5341618"/>
            <a:ext cx="508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7" name="Connector 3414"/>
          <p:cNvSpPr/>
          <p:nvPr/>
        </p:nvSpPr>
        <p:spPr>
          <a:xfrm flipH="1">
            <a:off x="4630928" y="5413247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8" name="Connector 3415"/>
          <p:cNvSpPr/>
          <p:nvPr/>
        </p:nvSpPr>
        <p:spPr>
          <a:xfrm flipH="1">
            <a:off x="4615688" y="5484876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9" name="Connector 3416"/>
          <p:cNvSpPr/>
          <p:nvPr/>
        </p:nvSpPr>
        <p:spPr>
          <a:xfrm flipH="1">
            <a:off x="4590288" y="5556503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0" name="Connector 3417"/>
          <p:cNvSpPr/>
          <p:nvPr/>
        </p:nvSpPr>
        <p:spPr>
          <a:xfrm flipH="1">
            <a:off x="4554728" y="5628132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1" name="Connector 3418"/>
          <p:cNvSpPr/>
          <p:nvPr/>
        </p:nvSpPr>
        <p:spPr>
          <a:xfrm flipH="1">
            <a:off x="4509008" y="5699759"/>
            <a:ext cx="4572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2" name="Connector 3419"/>
          <p:cNvSpPr/>
          <p:nvPr/>
        </p:nvSpPr>
        <p:spPr>
          <a:xfrm flipH="1">
            <a:off x="4453128" y="5771388"/>
            <a:ext cx="558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3" name="Connector 3420"/>
          <p:cNvSpPr/>
          <p:nvPr/>
        </p:nvSpPr>
        <p:spPr>
          <a:xfrm>
            <a:off x="4453128" y="4983479"/>
            <a:ext cx="698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4" name="Connector 3421"/>
          <p:cNvSpPr/>
          <p:nvPr/>
        </p:nvSpPr>
        <p:spPr>
          <a:xfrm>
            <a:off x="4522977" y="5126735"/>
            <a:ext cx="571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5" name="Connector 3422"/>
          <p:cNvSpPr/>
          <p:nvPr/>
        </p:nvSpPr>
        <p:spPr>
          <a:xfrm>
            <a:off x="4580128" y="5269991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6" name="Connector 3423"/>
          <p:cNvSpPr/>
          <p:nvPr/>
        </p:nvSpPr>
        <p:spPr>
          <a:xfrm>
            <a:off x="4624578" y="5413247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7" name="Connector 3424"/>
          <p:cNvSpPr/>
          <p:nvPr/>
        </p:nvSpPr>
        <p:spPr>
          <a:xfrm>
            <a:off x="4656328" y="5556503"/>
            <a:ext cx="190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8" name="Connector 3425"/>
          <p:cNvSpPr/>
          <p:nvPr/>
        </p:nvSpPr>
        <p:spPr>
          <a:xfrm>
            <a:off x="4675377" y="5699759"/>
            <a:ext cx="63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9" name="Connector 3426"/>
          <p:cNvSpPr/>
          <p:nvPr/>
        </p:nvSpPr>
        <p:spPr>
          <a:xfrm flipH="1">
            <a:off x="4675378" y="5843015"/>
            <a:ext cx="63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0" name="Connector 3427"/>
          <p:cNvSpPr/>
          <p:nvPr/>
        </p:nvSpPr>
        <p:spPr>
          <a:xfrm flipH="1">
            <a:off x="4656328" y="5986271"/>
            <a:ext cx="19051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1" name="Connector 3428"/>
          <p:cNvSpPr/>
          <p:nvPr/>
        </p:nvSpPr>
        <p:spPr>
          <a:xfrm flipH="1">
            <a:off x="4624578" y="6129527"/>
            <a:ext cx="31751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2" name="Connector 3429"/>
          <p:cNvSpPr/>
          <p:nvPr/>
        </p:nvSpPr>
        <p:spPr>
          <a:xfrm flipH="1">
            <a:off x="4580128" y="6272784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3" name="Connector 3430"/>
          <p:cNvSpPr/>
          <p:nvPr/>
        </p:nvSpPr>
        <p:spPr>
          <a:xfrm flipH="1">
            <a:off x="4522978" y="6416040"/>
            <a:ext cx="571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4" name="Connector 3431"/>
          <p:cNvSpPr/>
          <p:nvPr/>
        </p:nvSpPr>
        <p:spPr>
          <a:xfrm flipH="1">
            <a:off x="4453128" y="6559295"/>
            <a:ext cx="698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5" name="Connector 3432"/>
          <p:cNvSpPr/>
          <p:nvPr/>
        </p:nvSpPr>
        <p:spPr>
          <a:xfrm>
            <a:off x="4453128" y="4983479"/>
            <a:ext cx="83820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6" name="Connector 3433"/>
          <p:cNvSpPr/>
          <p:nvPr/>
        </p:nvSpPr>
        <p:spPr>
          <a:xfrm>
            <a:off x="4536947" y="5198362"/>
            <a:ext cx="68582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7" name="Connector 3434"/>
          <p:cNvSpPr/>
          <p:nvPr/>
        </p:nvSpPr>
        <p:spPr>
          <a:xfrm>
            <a:off x="4605528" y="5413247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8" name="Connector 3435"/>
          <p:cNvSpPr/>
          <p:nvPr/>
        </p:nvSpPr>
        <p:spPr>
          <a:xfrm>
            <a:off x="4658867" y="5628132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9" name="Connector 3436"/>
          <p:cNvSpPr/>
          <p:nvPr/>
        </p:nvSpPr>
        <p:spPr>
          <a:xfrm>
            <a:off x="4696967" y="5843015"/>
            <a:ext cx="22861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0" name="Connector 3437"/>
          <p:cNvSpPr/>
          <p:nvPr/>
        </p:nvSpPr>
        <p:spPr>
          <a:xfrm>
            <a:off x="4719828" y="6057898"/>
            <a:ext cx="7621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1" name="Connector 3438"/>
          <p:cNvSpPr/>
          <p:nvPr/>
        </p:nvSpPr>
        <p:spPr>
          <a:xfrm flipH="1">
            <a:off x="4719828" y="6272784"/>
            <a:ext cx="76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2" name="Connector 3439"/>
          <p:cNvSpPr/>
          <p:nvPr/>
        </p:nvSpPr>
        <p:spPr>
          <a:xfrm flipH="1">
            <a:off x="4696967" y="6487667"/>
            <a:ext cx="2286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3" name="Connector 3440"/>
          <p:cNvSpPr/>
          <p:nvPr/>
        </p:nvSpPr>
        <p:spPr>
          <a:xfrm flipH="1">
            <a:off x="4658867" y="6702552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4" name="Connector 3441"/>
          <p:cNvSpPr/>
          <p:nvPr/>
        </p:nvSpPr>
        <p:spPr>
          <a:xfrm flipH="1">
            <a:off x="4605529" y="6917435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5" name="Connector 3442"/>
          <p:cNvSpPr/>
          <p:nvPr/>
        </p:nvSpPr>
        <p:spPr>
          <a:xfrm flipH="1">
            <a:off x="4536947" y="7132319"/>
            <a:ext cx="6858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6" name="Connector 3443"/>
          <p:cNvSpPr/>
          <p:nvPr/>
        </p:nvSpPr>
        <p:spPr>
          <a:xfrm flipH="1">
            <a:off x="4453128" y="7347204"/>
            <a:ext cx="8382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7" name="Connector 3444"/>
          <p:cNvSpPr/>
          <p:nvPr/>
        </p:nvSpPr>
        <p:spPr>
          <a:xfrm>
            <a:off x="4453128" y="4983479"/>
            <a:ext cx="9779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8" name="Connector 3445"/>
          <p:cNvSpPr/>
          <p:nvPr/>
        </p:nvSpPr>
        <p:spPr>
          <a:xfrm>
            <a:off x="4550917" y="5269991"/>
            <a:ext cx="8001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9" name="Connector 3446"/>
          <p:cNvSpPr/>
          <p:nvPr/>
        </p:nvSpPr>
        <p:spPr>
          <a:xfrm>
            <a:off x="4630928" y="5556503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0" name="Connector 3447"/>
          <p:cNvSpPr/>
          <p:nvPr/>
        </p:nvSpPr>
        <p:spPr>
          <a:xfrm>
            <a:off x="4693158" y="5843015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1" name="Connector 3448"/>
          <p:cNvSpPr/>
          <p:nvPr/>
        </p:nvSpPr>
        <p:spPr>
          <a:xfrm>
            <a:off x="4737608" y="6129528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2" name="Connector 3449"/>
          <p:cNvSpPr/>
          <p:nvPr/>
        </p:nvSpPr>
        <p:spPr>
          <a:xfrm>
            <a:off x="4764277" y="6416040"/>
            <a:ext cx="8892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3" name="Connector 3450"/>
          <p:cNvSpPr/>
          <p:nvPr/>
        </p:nvSpPr>
        <p:spPr>
          <a:xfrm flipH="1">
            <a:off x="4764277" y="6702552"/>
            <a:ext cx="8892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4" name="Connector 3451"/>
          <p:cNvSpPr/>
          <p:nvPr/>
        </p:nvSpPr>
        <p:spPr>
          <a:xfrm flipH="1">
            <a:off x="4737608" y="6989064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5" name="Connector 3452"/>
          <p:cNvSpPr/>
          <p:nvPr/>
        </p:nvSpPr>
        <p:spPr>
          <a:xfrm flipH="1">
            <a:off x="4693158" y="7275576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6" name="Connector 3453"/>
          <p:cNvSpPr/>
          <p:nvPr/>
        </p:nvSpPr>
        <p:spPr>
          <a:xfrm flipH="1">
            <a:off x="4630928" y="7562088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7" name="Connector 3454"/>
          <p:cNvSpPr/>
          <p:nvPr/>
        </p:nvSpPr>
        <p:spPr>
          <a:xfrm flipH="1">
            <a:off x="4550917" y="7848600"/>
            <a:ext cx="8001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8" name="Connector 3455"/>
          <p:cNvSpPr/>
          <p:nvPr/>
        </p:nvSpPr>
        <p:spPr>
          <a:xfrm flipH="1">
            <a:off x="4453128" y="8135111"/>
            <a:ext cx="9779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9" name="Connector 3456"/>
          <p:cNvSpPr/>
          <p:nvPr/>
        </p:nvSpPr>
        <p:spPr>
          <a:xfrm>
            <a:off x="4453128" y="4983479"/>
            <a:ext cx="111761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0" name="Connector 3457"/>
          <p:cNvSpPr/>
          <p:nvPr/>
        </p:nvSpPr>
        <p:spPr>
          <a:xfrm>
            <a:off x="4564888" y="5341618"/>
            <a:ext cx="91441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1" name="Connector 3458"/>
          <p:cNvSpPr/>
          <p:nvPr/>
        </p:nvSpPr>
        <p:spPr>
          <a:xfrm>
            <a:off x="4656328" y="5699759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2" name="Connector 3459"/>
          <p:cNvSpPr/>
          <p:nvPr/>
        </p:nvSpPr>
        <p:spPr>
          <a:xfrm>
            <a:off x="4727447" y="6057899"/>
            <a:ext cx="50801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3" name="Connector 3460"/>
          <p:cNvSpPr/>
          <p:nvPr/>
        </p:nvSpPr>
        <p:spPr>
          <a:xfrm>
            <a:off x="4778247" y="6416040"/>
            <a:ext cx="30479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4" name="Connector 3461"/>
          <p:cNvSpPr/>
          <p:nvPr/>
        </p:nvSpPr>
        <p:spPr>
          <a:xfrm>
            <a:off x="4808727" y="6774178"/>
            <a:ext cx="10162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5" name="Connector 3462"/>
          <p:cNvSpPr/>
          <p:nvPr/>
        </p:nvSpPr>
        <p:spPr>
          <a:xfrm flipH="1">
            <a:off x="4808728" y="7132319"/>
            <a:ext cx="1016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6" name="Connector 3463"/>
          <p:cNvSpPr/>
          <p:nvPr/>
        </p:nvSpPr>
        <p:spPr>
          <a:xfrm flipH="1">
            <a:off x="4778247" y="7490459"/>
            <a:ext cx="30481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7" name="Connector 3464"/>
          <p:cNvSpPr/>
          <p:nvPr/>
        </p:nvSpPr>
        <p:spPr>
          <a:xfrm flipH="1">
            <a:off x="4727447" y="7848599"/>
            <a:ext cx="50801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8" name="Connector 3465"/>
          <p:cNvSpPr/>
          <p:nvPr/>
        </p:nvSpPr>
        <p:spPr>
          <a:xfrm flipH="1">
            <a:off x="4656328" y="8206740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9" name="Connector 3466"/>
          <p:cNvSpPr/>
          <p:nvPr/>
        </p:nvSpPr>
        <p:spPr>
          <a:xfrm flipH="1">
            <a:off x="4564888" y="8564880"/>
            <a:ext cx="9144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0" name="Connector 3467"/>
          <p:cNvSpPr/>
          <p:nvPr/>
        </p:nvSpPr>
        <p:spPr>
          <a:xfrm flipH="1">
            <a:off x="4453128" y="8923019"/>
            <a:ext cx="11176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1" name="Connector 3468"/>
          <p:cNvSpPr/>
          <p:nvPr/>
        </p:nvSpPr>
        <p:spPr>
          <a:xfrm>
            <a:off x="4453128" y="4983479"/>
            <a:ext cx="12573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2" name="Connector 3469"/>
          <p:cNvSpPr/>
          <p:nvPr/>
        </p:nvSpPr>
        <p:spPr>
          <a:xfrm>
            <a:off x="4578856" y="5413247"/>
            <a:ext cx="102872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3" name="Connector 3470"/>
          <p:cNvSpPr/>
          <p:nvPr/>
        </p:nvSpPr>
        <p:spPr>
          <a:xfrm>
            <a:off x="4681728" y="5843015"/>
            <a:ext cx="8001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4" name="Connector 3471"/>
          <p:cNvSpPr/>
          <p:nvPr/>
        </p:nvSpPr>
        <p:spPr>
          <a:xfrm>
            <a:off x="4761738" y="6272784"/>
            <a:ext cx="5715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5" name="Connector 3472"/>
          <p:cNvSpPr/>
          <p:nvPr/>
        </p:nvSpPr>
        <p:spPr>
          <a:xfrm>
            <a:off x="4818888" y="6702552"/>
            <a:ext cx="3429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6" name="Connector 3473"/>
          <p:cNvSpPr/>
          <p:nvPr/>
        </p:nvSpPr>
        <p:spPr>
          <a:xfrm>
            <a:off x="4853177" y="7132319"/>
            <a:ext cx="11432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7" name="Connector 3474"/>
          <p:cNvSpPr/>
          <p:nvPr/>
        </p:nvSpPr>
        <p:spPr>
          <a:xfrm flipH="1">
            <a:off x="4853178" y="7562088"/>
            <a:ext cx="1143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8" name="Connector 3475"/>
          <p:cNvSpPr/>
          <p:nvPr/>
        </p:nvSpPr>
        <p:spPr>
          <a:xfrm flipH="1">
            <a:off x="4818888" y="7991856"/>
            <a:ext cx="3429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9" name="Connector 3476"/>
          <p:cNvSpPr/>
          <p:nvPr/>
        </p:nvSpPr>
        <p:spPr>
          <a:xfrm flipH="1">
            <a:off x="4761738" y="8421623"/>
            <a:ext cx="5715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0" name="Connector 3477"/>
          <p:cNvSpPr/>
          <p:nvPr/>
        </p:nvSpPr>
        <p:spPr>
          <a:xfrm flipH="1">
            <a:off x="4681728" y="8851392"/>
            <a:ext cx="8001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1" name="Connector 3478"/>
          <p:cNvSpPr/>
          <p:nvPr/>
        </p:nvSpPr>
        <p:spPr>
          <a:xfrm flipH="1">
            <a:off x="4578858" y="9281159"/>
            <a:ext cx="10287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2" name="Connector 3479"/>
          <p:cNvSpPr/>
          <p:nvPr/>
        </p:nvSpPr>
        <p:spPr>
          <a:xfrm flipH="1">
            <a:off x="4453129" y="9710928"/>
            <a:ext cx="12573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3" name="Connector 3480"/>
          <p:cNvSpPr/>
          <p:nvPr/>
        </p:nvSpPr>
        <p:spPr>
          <a:xfrm>
            <a:off x="4453128" y="4983479"/>
            <a:ext cx="139700" cy="50139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4" name="Connector 3481"/>
          <p:cNvSpPr/>
          <p:nvPr/>
        </p:nvSpPr>
        <p:spPr>
          <a:xfrm>
            <a:off x="4592827" y="5484874"/>
            <a:ext cx="114302" cy="50139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5" name="Connector 3482"/>
          <p:cNvSpPr/>
          <p:nvPr/>
        </p:nvSpPr>
        <p:spPr>
          <a:xfrm>
            <a:off x="4707128" y="5986271"/>
            <a:ext cx="889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6" name="Connector 3483"/>
          <p:cNvSpPr/>
          <p:nvPr/>
        </p:nvSpPr>
        <p:spPr>
          <a:xfrm>
            <a:off x="4796028" y="6487667"/>
            <a:ext cx="635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7" name="Connector 3484"/>
          <p:cNvSpPr/>
          <p:nvPr/>
        </p:nvSpPr>
        <p:spPr>
          <a:xfrm>
            <a:off x="4859528" y="6989064"/>
            <a:ext cx="38100" cy="50139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8" name="Connector 3485"/>
          <p:cNvSpPr/>
          <p:nvPr/>
        </p:nvSpPr>
        <p:spPr>
          <a:xfrm>
            <a:off x="4897627" y="7490459"/>
            <a:ext cx="12702" cy="50139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9" name="Connector 3486"/>
          <p:cNvSpPr/>
          <p:nvPr/>
        </p:nvSpPr>
        <p:spPr>
          <a:xfrm flipH="1">
            <a:off x="4897628" y="7991856"/>
            <a:ext cx="127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0" name="Connector 3487"/>
          <p:cNvSpPr/>
          <p:nvPr/>
        </p:nvSpPr>
        <p:spPr>
          <a:xfrm flipH="1">
            <a:off x="4859528" y="8493252"/>
            <a:ext cx="381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1" name="Connector 3488"/>
          <p:cNvSpPr/>
          <p:nvPr/>
        </p:nvSpPr>
        <p:spPr>
          <a:xfrm flipH="1">
            <a:off x="4796028" y="8994647"/>
            <a:ext cx="635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2" name="Connector 3489"/>
          <p:cNvSpPr/>
          <p:nvPr/>
        </p:nvSpPr>
        <p:spPr>
          <a:xfrm flipH="1">
            <a:off x="4707128" y="9496043"/>
            <a:ext cx="889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3" name="Connector 3490"/>
          <p:cNvSpPr/>
          <p:nvPr/>
        </p:nvSpPr>
        <p:spPr>
          <a:xfrm flipH="1">
            <a:off x="4592828" y="9997440"/>
            <a:ext cx="114301" cy="50139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4" name="Connector 3491"/>
          <p:cNvSpPr/>
          <p:nvPr/>
        </p:nvSpPr>
        <p:spPr>
          <a:xfrm flipH="1">
            <a:off x="4453128" y="10498835"/>
            <a:ext cx="139701" cy="50139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5" name="Connector 3492"/>
          <p:cNvSpPr/>
          <p:nvPr/>
        </p:nvSpPr>
        <p:spPr>
          <a:xfrm>
            <a:off x="4453128" y="5843015"/>
            <a:ext cx="558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6" name="Connector 3493"/>
          <p:cNvSpPr/>
          <p:nvPr/>
        </p:nvSpPr>
        <p:spPr>
          <a:xfrm>
            <a:off x="4509008" y="5914644"/>
            <a:ext cx="4572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7" name="Connector 3494"/>
          <p:cNvSpPr/>
          <p:nvPr/>
        </p:nvSpPr>
        <p:spPr>
          <a:xfrm>
            <a:off x="4554728" y="5986271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8" name="Connector 3495"/>
          <p:cNvSpPr/>
          <p:nvPr/>
        </p:nvSpPr>
        <p:spPr>
          <a:xfrm>
            <a:off x="4590288" y="6057900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9" name="Connector 3496"/>
          <p:cNvSpPr/>
          <p:nvPr/>
        </p:nvSpPr>
        <p:spPr>
          <a:xfrm>
            <a:off x="4615688" y="6129528"/>
            <a:ext cx="15240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0" name="Connector 3497"/>
          <p:cNvSpPr/>
          <p:nvPr/>
        </p:nvSpPr>
        <p:spPr>
          <a:xfrm>
            <a:off x="4630927" y="6201155"/>
            <a:ext cx="5082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1" name="Connector 3498"/>
          <p:cNvSpPr/>
          <p:nvPr/>
        </p:nvSpPr>
        <p:spPr>
          <a:xfrm flipH="1">
            <a:off x="4630928" y="6272784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2" name="Connector 3499"/>
          <p:cNvSpPr/>
          <p:nvPr/>
        </p:nvSpPr>
        <p:spPr>
          <a:xfrm flipH="1">
            <a:off x="4615688" y="6344411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3" name="Connector 3500"/>
          <p:cNvSpPr/>
          <p:nvPr/>
        </p:nvSpPr>
        <p:spPr>
          <a:xfrm flipH="1">
            <a:off x="4590288" y="6416040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4" name="Connector 3501"/>
          <p:cNvSpPr/>
          <p:nvPr/>
        </p:nvSpPr>
        <p:spPr>
          <a:xfrm flipH="1">
            <a:off x="4554728" y="6487667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5" name="Connector 3502"/>
          <p:cNvSpPr/>
          <p:nvPr/>
        </p:nvSpPr>
        <p:spPr>
          <a:xfrm flipH="1">
            <a:off x="4509008" y="6559295"/>
            <a:ext cx="4572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6" name="Connector 3503"/>
          <p:cNvSpPr/>
          <p:nvPr/>
        </p:nvSpPr>
        <p:spPr>
          <a:xfrm flipH="1">
            <a:off x="4453128" y="6630923"/>
            <a:ext cx="558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7" name="Connector 3504"/>
          <p:cNvSpPr/>
          <p:nvPr/>
        </p:nvSpPr>
        <p:spPr>
          <a:xfrm>
            <a:off x="4453128" y="5843015"/>
            <a:ext cx="698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8" name="Connector 3505"/>
          <p:cNvSpPr/>
          <p:nvPr/>
        </p:nvSpPr>
        <p:spPr>
          <a:xfrm>
            <a:off x="4522977" y="5986271"/>
            <a:ext cx="571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9" name="Connector 3506"/>
          <p:cNvSpPr/>
          <p:nvPr/>
        </p:nvSpPr>
        <p:spPr>
          <a:xfrm>
            <a:off x="4580128" y="6129528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0" name="Connector 3507"/>
          <p:cNvSpPr/>
          <p:nvPr/>
        </p:nvSpPr>
        <p:spPr>
          <a:xfrm>
            <a:off x="4624578" y="6272784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1" name="Connector 3508"/>
          <p:cNvSpPr/>
          <p:nvPr/>
        </p:nvSpPr>
        <p:spPr>
          <a:xfrm>
            <a:off x="4656328" y="6416040"/>
            <a:ext cx="190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2" name="Connector 3509"/>
          <p:cNvSpPr/>
          <p:nvPr/>
        </p:nvSpPr>
        <p:spPr>
          <a:xfrm>
            <a:off x="4675377" y="6559295"/>
            <a:ext cx="63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3" name="Connector 3510"/>
          <p:cNvSpPr/>
          <p:nvPr/>
        </p:nvSpPr>
        <p:spPr>
          <a:xfrm flipH="1">
            <a:off x="4675378" y="6702552"/>
            <a:ext cx="63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4" name="Connector 3511"/>
          <p:cNvSpPr/>
          <p:nvPr/>
        </p:nvSpPr>
        <p:spPr>
          <a:xfrm flipH="1">
            <a:off x="4656328" y="6845807"/>
            <a:ext cx="190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5" name="Connector 3512"/>
          <p:cNvSpPr/>
          <p:nvPr/>
        </p:nvSpPr>
        <p:spPr>
          <a:xfrm flipH="1">
            <a:off x="4624578" y="6989064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6" name="Connector 3513"/>
          <p:cNvSpPr/>
          <p:nvPr/>
        </p:nvSpPr>
        <p:spPr>
          <a:xfrm flipH="1">
            <a:off x="4580128" y="7132319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7" name="Connector 3514"/>
          <p:cNvSpPr/>
          <p:nvPr/>
        </p:nvSpPr>
        <p:spPr>
          <a:xfrm flipH="1">
            <a:off x="4522978" y="7275576"/>
            <a:ext cx="571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8" name="Connector 3515"/>
          <p:cNvSpPr/>
          <p:nvPr/>
        </p:nvSpPr>
        <p:spPr>
          <a:xfrm flipH="1">
            <a:off x="4453128" y="7418831"/>
            <a:ext cx="698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9" name="Connector 3516"/>
          <p:cNvSpPr/>
          <p:nvPr/>
        </p:nvSpPr>
        <p:spPr>
          <a:xfrm>
            <a:off x="4453128" y="5843015"/>
            <a:ext cx="83820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0" name="Connector 3517"/>
          <p:cNvSpPr/>
          <p:nvPr/>
        </p:nvSpPr>
        <p:spPr>
          <a:xfrm>
            <a:off x="4536947" y="6057898"/>
            <a:ext cx="68582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1" name="Connector 3518"/>
          <p:cNvSpPr/>
          <p:nvPr/>
        </p:nvSpPr>
        <p:spPr>
          <a:xfrm>
            <a:off x="4605528" y="6272784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2" name="Connector 3519"/>
          <p:cNvSpPr/>
          <p:nvPr/>
        </p:nvSpPr>
        <p:spPr>
          <a:xfrm>
            <a:off x="4658867" y="6487667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3" name="Connector 3520"/>
          <p:cNvSpPr/>
          <p:nvPr/>
        </p:nvSpPr>
        <p:spPr>
          <a:xfrm>
            <a:off x="4696967" y="6702552"/>
            <a:ext cx="22861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4" name="Connector 3521"/>
          <p:cNvSpPr/>
          <p:nvPr/>
        </p:nvSpPr>
        <p:spPr>
          <a:xfrm>
            <a:off x="4719828" y="6917435"/>
            <a:ext cx="7621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5" name="Connector 3522"/>
          <p:cNvSpPr/>
          <p:nvPr/>
        </p:nvSpPr>
        <p:spPr>
          <a:xfrm flipH="1">
            <a:off x="4719828" y="7132319"/>
            <a:ext cx="76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6" name="Connector 3523"/>
          <p:cNvSpPr/>
          <p:nvPr/>
        </p:nvSpPr>
        <p:spPr>
          <a:xfrm flipH="1">
            <a:off x="4696967" y="7347204"/>
            <a:ext cx="2286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7" name="Connector 3524"/>
          <p:cNvSpPr/>
          <p:nvPr/>
        </p:nvSpPr>
        <p:spPr>
          <a:xfrm flipH="1">
            <a:off x="4658867" y="7562088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8" name="Connector 3525"/>
          <p:cNvSpPr/>
          <p:nvPr/>
        </p:nvSpPr>
        <p:spPr>
          <a:xfrm flipH="1">
            <a:off x="4605529" y="7776971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9" name="Connector 3526"/>
          <p:cNvSpPr/>
          <p:nvPr/>
        </p:nvSpPr>
        <p:spPr>
          <a:xfrm flipH="1">
            <a:off x="4536947" y="7991856"/>
            <a:ext cx="6858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0" name="Connector 3527"/>
          <p:cNvSpPr/>
          <p:nvPr/>
        </p:nvSpPr>
        <p:spPr>
          <a:xfrm flipH="1">
            <a:off x="4453128" y="8206740"/>
            <a:ext cx="8382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1" name="Connector 3528"/>
          <p:cNvSpPr/>
          <p:nvPr/>
        </p:nvSpPr>
        <p:spPr>
          <a:xfrm>
            <a:off x="4453128" y="5843015"/>
            <a:ext cx="97791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2" name="Connector 3529"/>
          <p:cNvSpPr/>
          <p:nvPr/>
        </p:nvSpPr>
        <p:spPr>
          <a:xfrm>
            <a:off x="4550917" y="6129527"/>
            <a:ext cx="80011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3" name="Connector 3530"/>
          <p:cNvSpPr/>
          <p:nvPr/>
        </p:nvSpPr>
        <p:spPr>
          <a:xfrm>
            <a:off x="4630928" y="6416040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4" name="Connector 3531"/>
          <p:cNvSpPr/>
          <p:nvPr/>
        </p:nvSpPr>
        <p:spPr>
          <a:xfrm>
            <a:off x="4693158" y="6702552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5" name="Connector 3532"/>
          <p:cNvSpPr/>
          <p:nvPr/>
        </p:nvSpPr>
        <p:spPr>
          <a:xfrm>
            <a:off x="4737608" y="6989064"/>
            <a:ext cx="26670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6" name="Connector 3533"/>
          <p:cNvSpPr/>
          <p:nvPr/>
        </p:nvSpPr>
        <p:spPr>
          <a:xfrm>
            <a:off x="4764277" y="7275575"/>
            <a:ext cx="8892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7" name="Connector 3534"/>
          <p:cNvSpPr/>
          <p:nvPr/>
        </p:nvSpPr>
        <p:spPr>
          <a:xfrm flipH="1">
            <a:off x="4764277" y="7562088"/>
            <a:ext cx="8892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8" name="Connector 3535"/>
          <p:cNvSpPr/>
          <p:nvPr/>
        </p:nvSpPr>
        <p:spPr>
          <a:xfrm flipH="1">
            <a:off x="4737608" y="7848599"/>
            <a:ext cx="26670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9" name="Connector 3536"/>
          <p:cNvSpPr/>
          <p:nvPr/>
        </p:nvSpPr>
        <p:spPr>
          <a:xfrm flipH="1">
            <a:off x="4693158" y="8135111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0" name="Connector 3537"/>
          <p:cNvSpPr/>
          <p:nvPr/>
        </p:nvSpPr>
        <p:spPr>
          <a:xfrm flipH="1">
            <a:off x="4630928" y="8421623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1" name="Connector 3538"/>
          <p:cNvSpPr/>
          <p:nvPr/>
        </p:nvSpPr>
        <p:spPr>
          <a:xfrm flipH="1">
            <a:off x="4550917" y="8708135"/>
            <a:ext cx="8001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2" name="Connector 3539"/>
          <p:cNvSpPr/>
          <p:nvPr/>
        </p:nvSpPr>
        <p:spPr>
          <a:xfrm flipH="1">
            <a:off x="4453128" y="8994647"/>
            <a:ext cx="9779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3" name="Connector 3540"/>
          <p:cNvSpPr/>
          <p:nvPr/>
        </p:nvSpPr>
        <p:spPr>
          <a:xfrm>
            <a:off x="4453128" y="5843015"/>
            <a:ext cx="111761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4" name="Connector 3541"/>
          <p:cNvSpPr/>
          <p:nvPr/>
        </p:nvSpPr>
        <p:spPr>
          <a:xfrm>
            <a:off x="4564888" y="6201154"/>
            <a:ext cx="91441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5" name="Connector 3542"/>
          <p:cNvSpPr/>
          <p:nvPr/>
        </p:nvSpPr>
        <p:spPr>
          <a:xfrm>
            <a:off x="4656328" y="6559295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6" name="Connector 3543"/>
          <p:cNvSpPr/>
          <p:nvPr/>
        </p:nvSpPr>
        <p:spPr>
          <a:xfrm>
            <a:off x="4727447" y="6917435"/>
            <a:ext cx="5080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7" name="Connector 3544"/>
          <p:cNvSpPr/>
          <p:nvPr/>
        </p:nvSpPr>
        <p:spPr>
          <a:xfrm>
            <a:off x="4778247" y="7275576"/>
            <a:ext cx="30479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8" name="Connector 3545"/>
          <p:cNvSpPr/>
          <p:nvPr/>
        </p:nvSpPr>
        <p:spPr>
          <a:xfrm>
            <a:off x="4808727" y="7633714"/>
            <a:ext cx="10162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9" name="Connector 3546"/>
          <p:cNvSpPr/>
          <p:nvPr/>
        </p:nvSpPr>
        <p:spPr>
          <a:xfrm flipH="1">
            <a:off x="4808728" y="7991856"/>
            <a:ext cx="1016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0" name="Connector 3547"/>
          <p:cNvSpPr/>
          <p:nvPr/>
        </p:nvSpPr>
        <p:spPr>
          <a:xfrm flipH="1">
            <a:off x="4778247" y="8349995"/>
            <a:ext cx="3048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1" name="Connector 3548"/>
          <p:cNvSpPr/>
          <p:nvPr/>
        </p:nvSpPr>
        <p:spPr>
          <a:xfrm flipH="1">
            <a:off x="4727447" y="8708135"/>
            <a:ext cx="5080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2" name="Connector 3549"/>
          <p:cNvSpPr/>
          <p:nvPr/>
        </p:nvSpPr>
        <p:spPr>
          <a:xfrm flipH="1">
            <a:off x="4656328" y="9066276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3" name="Connector 3550"/>
          <p:cNvSpPr/>
          <p:nvPr/>
        </p:nvSpPr>
        <p:spPr>
          <a:xfrm flipH="1">
            <a:off x="4564888" y="9424416"/>
            <a:ext cx="9144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4" name="Connector 3551"/>
          <p:cNvSpPr/>
          <p:nvPr/>
        </p:nvSpPr>
        <p:spPr>
          <a:xfrm flipH="1">
            <a:off x="4453128" y="9782556"/>
            <a:ext cx="11176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5" name="Connector 3552"/>
          <p:cNvSpPr/>
          <p:nvPr/>
        </p:nvSpPr>
        <p:spPr>
          <a:xfrm>
            <a:off x="4453128" y="5843015"/>
            <a:ext cx="125730" cy="42976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6" name="Connector 3553"/>
          <p:cNvSpPr/>
          <p:nvPr/>
        </p:nvSpPr>
        <p:spPr>
          <a:xfrm>
            <a:off x="4578856" y="6272782"/>
            <a:ext cx="102872" cy="42977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7" name="Connector 3554"/>
          <p:cNvSpPr/>
          <p:nvPr/>
        </p:nvSpPr>
        <p:spPr>
          <a:xfrm>
            <a:off x="4681728" y="6702552"/>
            <a:ext cx="8001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8" name="Connector 3555"/>
          <p:cNvSpPr/>
          <p:nvPr/>
        </p:nvSpPr>
        <p:spPr>
          <a:xfrm>
            <a:off x="4761738" y="7132319"/>
            <a:ext cx="5715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9" name="Connector 3556"/>
          <p:cNvSpPr/>
          <p:nvPr/>
        </p:nvSpPr>
        <p:spPr>
          <a:xfrm>
            <a:off x="4818888" y="7562088"/>
            <a:ext cx="3429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0" name="Connector 3557"/>
          <p:cNvSpPr/>
          <p:nvPr/>
        </p:nvSpPr>
        <p:spPr>
          <a:xfrm>
            <a:off x="4853177" y="7991856"/>
            <a:ext cx="11432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1" name="Connector 3558"/>
          <p:cNvSpPr/>
          <p:nvPr/>
        </p:nvSpPr>
        <p:spPr>
          <a:xfrm flipH="1">
            <a:off x="4853178" y="8421623"/>
            <a:ext cx="1143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2" name="Connector 3559"/>
          <p:cNvSpPr/>
          <p:nvPr/>
        </p:nvSpPr>
        <p:spPr>
          <a:xfrm flipH="1">
            <a:off x="4818888" y="8851392"/>
            <a:ext cx="3429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3" name="Connector 3560"/>
          <p:cNvSpPr/>
          <p:nvPr/>
        </p:nvSpPr>
        <p:spPr>
          <a:xfrm flipH="1">
            <a:off x="4761738" y="9281159"/>
            <a:ext cx="5715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4" name="Connector 3561"/>
          <p:cNvSpPr/>
          <p:nvPr/>
        </p:nvSpPr>
        <p:spPr>
          <a:xfrm flipH="1">
            <a:off x="4681728" y="9710928"/>
            <a:ext cx="8001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5" name="Connector 3562"/>
          <p:cNvSpPr/>
          <p:nvPr/>
        </p:nvSpPr>
        <p:spPr>
          <a:xfrm flipH="1">
            <a:off x="4578858" y="10140695"/>
            <a:ext cx="10287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6" name="Connector 3563"/>
          <p:cNvSpPr/>
          <p:nvPr/>
        </p:nvSpPr>
        <p:spPr>
          <a:xfrm flipH="1">
            <a:off x="4453129" y="10570464"/>
            <a:ext cx="12573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7" name="Connector 3564"/>
          <p:cNvSpPr/>
          <p:nvPr/>
        </p:nvSpPr>
        <p:spPr>
          <a:xfrm>
            <a:off x="4453128" y="6702552"/>
            <a:ext cx="5588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8" name="Connector 3565"/>
          <p:cNvSpPr/>
          <p:nvPr/>
        </p:nvSpPr>
        <p:spPr>
          <a:xfrm>
            <a:off x="4509008" y="6774178"/>
            <a:ext cx="4572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9" name="Connector 3566"/>
          <p:cNvSpPr/>
          <p:nvPr/>
        </p:nvSpPr>
        <p:spPr>
          <a:xfrm>
            <a:off x="4554728" y="6845807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0" name="Connector 3567"/>
          <p:cNvSpPr/>
          <p:nvPr/>
        </p:nvSpPr>
        <p:spPr>
          <a:xfrm>
            <a:off x="4590288" y="6917435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1" name="Connector 3568"/>
          <p:cNvSpPr/>
          <p:nvPr/>
        </p:nvSpPr>
        <p:spPr>
          <a:xfrm>
            <a:off x="4615688" y="6989064"/>
            <a:ext cx="1524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2" name="Connector 3569"/>
          <p:cNvSpPr/>
          <p:nvPr/>
        </p:nvSpPr>
        <p:spPr>
          <a:xfrm>
            <a:off x="4630927" y="7060690"/>
            <a:ext cx="508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3" name="Connector 3570"/>
          <p:cNvSpPr/>
          <p:nvPr/>
        </p:nvSpPr>
        <p:spPr>
          <a:xfrm flipH="1">
            <a:off x="4630928" y="7132319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4" name="Connector 3571"/>
          <p:cNvSpPr/>
          <p:nvPr/>
        </p:nvSpPr>
        <p:spPr>
          <a:xfrm flipH="1">
            <a:off x="4615688" y="7203947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5" name="Connector 3572"/>
          <p:cNvSpPr/>
          <p:nvPr/>
        </p:nvSpPr>
        <p:spPr>
          <a:xfrm flipH="1">
            <a:off x="4590288" y="7275576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6" name="Connector 3573"/>
          <p:cNvSpPr/>
          <p:nvPr/>
        </p:nvSpPr>
        <p:spPr>
          <a:xfrm flipH="1">
            <a:off x="4554728" y="7347204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7" name="Connector 3574"/>
          <p:cNvSpPr/>
          <p:nvPr/>
        </p:nvSpPr>
        <p:spPr>
          <a:xfrm flipH="1">
            <a:off x="4509008" y="7418831"/>
            <a:ext cx="4572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8" name="Connector 3575"/>
          <p:cNvSpPr/>
          <p:nvPr/>
        </p:nvSpPr>
        <p:spPr>
          <a:xfrm flipH="1">
            <a:off x="4453128" y="7490459"/>
            <a:ext cx="558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9" name="Connector 3576"/>
          <p:cNvSpPr/>
          <p:nvPr/>
        </p:nvSpPr>
        <p:spPr>
          <a:xfrm>
            <a:off x="4453128" y="6702552"/>
            <a:ext cx="698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0" name="Connector 3577"/>
          <p:cNvSpPr/>
          <p:nvPr/>
        </p:nvSpPr>
        <p:spPr>
          <a:xfrm>
            <a:off x="4522977" y="6845807"/>
            <a:ext cx="571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1" name="Connector 3578"/>
          <p:cNvSpPr/>
          <p:nvPr/>
        </p:nvSpPr>
        <p:spPr>
          <a:xfrm>
            <a:off x="4580128" y="6989064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2" name="Connector 3579"/>
          <p:cNvSpPr/>
          <p:nvPr/>
        </p:nvSpPr>
        <p:spPr>
          <a:xfrm>
            <a:off x="4624578" y="7132319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3" name="Connector 3580"/>
          <p:cNvSpPr/>
          <p:nvPr/>
        </p:nvSpPr>
        <p:spPr>
          <a:xfrm>
            <a:off x="4656328" y="7275576"/>
            <a:ext cx="190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4" name="Connector 3581"/>
          <p:cNvSpPr/>
          <p:nvPr/>
        </p:nvSpPr>
        <p:spPr>
          <a:xfrm>
            <a:off x="4675377" y="7418831"/>
            <a:ext cx="63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5" name="Connector 3582"/>
          <p:cNvSpPr/>
          <p:nvPr/>
        </p:nvSpPr>
        <p:spPr>
          <a:xfrm flipH="1">
            <a:off x="4675378" y="7562088"/>
            <a:ext cx="6351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6" name="Connector 3583"/>
          <p:cNvSpPr/>
          <p:nvPr/>
        </p:nvSpPr>
        <p:spPr>
          <a:xfrm flipH="1">
            <a:off x="4656328" y="7705342"/>
            <a:ext cx="19051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7" name="Connector 3584"/>
          <p:cNvSpPr/>
          <p:nvPr/>
        </p:nvSpPr>
        <p:spPr>
          <a:xfrm flipH="1">
            <a:off x="4624578" y="7848600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8" name="Connector 3585"/>
          <p:cNvSpPr/>
          <p:nvPr/>
        </p:nvSpPr>
        <p:spPr>
          <a:xfrm flipH="1">
            <a:off x="4580128" y="7991856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9" name="Connector 3586"/>
          <p:cNvSpPr/>
          <p:nvPr/>
        </p:nvSpPr>
        <p:spPr>
          <a:xfrm flipH="1">
            <a:off x="4522978" y="8135111"/>
            <a:ext cx="57151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0" name="Connector 3587"/>
          <p:cNvSpPr/>
          <p:nvPr/>
        </p:nvSpPr>
        <p:spPr>
          <a:xfrm flipH="1">
            <a:off x="4453128" y="8278366"/>
            <a:ext cx="69851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1" name="Connector 3588"/>
          <p:cNvSpPr/>
          <p:nvPr/>
        </p:nvSpPr>
        <p:spPr>
          <a:xfrm>
            <a:off x="4453128" y="6702552"/>
            <a:ext cx="8382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2" name="Connector 3589"/>
          <p:cNvSpPr/>
          <p:nvPr/>
        </p:nvSpPr>
        <p:spPr>
          <a:xfrm>
            <a:off x="4536947" y="6917435"/>
            <a:ext cx="6858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3" name="Connector 3590"/>
          <p:cNvSpPr/>
          <p:nvPr/>
        </p:nvSpPr>
        <p:spPr>
          <a:xfrm>
            <a:off x="4605528" y="7132319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4" name="Connector 3591"/>
          <p:cNvSpPr/>
          <p:nvPr/>
        </p:nvSpPr>
        <p:spPr>
          <a:xfrm>
            <a:off x="4658867" y="7347204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5" name="Connector 3592"/>
          <p:cNvSpPr/>
          <p:nvPr/>
        </p:nvSpPr>
        <p:spPr>
          <a:xfrm>
            <a:off x="4696967" y="7562088"/>
            <a:ext cx="22861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6" name="Connector 3593"/>
          <p:cNvSpPr/>
          <p:nvPr/>
        </p:nvSpPr>
        <p:spPr>
          <a:xfrm>
            <a:off x="4719828" y="7776971"/>
            <a:ext cx="7621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7" name="Connector 3594"/>
          <p:cNvSpPr/>
          <p:nvPr/>
        </p:nvSpPr>
        <p:spPr>
          <a:xfrm flipH="1">
            <a:off x="4719828" y="7991856"/>
            <a:ext cx="76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8" name="Connector 3595"/>
          <p:cNvSpPr/>
          <p:nvPr/>
        </p:nvSpPr>
        <p:spPr>
          <a:xfrm flipH="1">
            <a:off x="4696967" y="8206740"/>
            <a:ext cx="2286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9" name="Connector 3596"/>
          <p:cNvSpPr/>
          <p:nvPr/>
        </p:nvSpPr>
        <p:spPr>
          <a:xfrm flipH="1">
            <a:off x="4658867" y="8421623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0" name="Connector 3597"/>
          <p:cNvSpPr/>
          <p:nvPr/>
        </p:nvSpPr>
        <p:spPr>
          <a:xfrm flipH="1">
            <a:off x="4605529" y="8636507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1" name="Connector 3598"/>
          <p:cNvSpPr/>
          <p:nvPr/>
        </p:nvSpPr>
        <p:spPr>
          <a:xfrm flipH="1">
            <a:off x="4536947" y="8851392"/>
            <a:ext cx="6858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2" name="Connector 3599"/>
          <p:cNvSpPr/>
          <p:nvPr/>
        </p:nvSpPr>
        <p:spPr>
          <a:xfrm flipH="1">
            <a:off x="4453128" y="9066276"/>
            <a:ext cx="8382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3" name="Connector 3600"/>
          <p:cNvSpPr/>
          <p:nvPr/>
        </p:nvSpPr>
        <p:spPr>
          <a:xfrm>
            <a:off x="4453128" y="6702552"/>
            <a:ext cx="97791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4" name="Connector 3601"/>
          <p:cNvSpPr/>
          <p:nvPr/>
        </p:nvSpPr>
        <p:spPr>
          <a:xfrm>
            <a:off x="4550917" y="6989063"/>
            <a:ext cx="80011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5" name="Connector 3602"/>
          <p:cNvSpPr/>
          <p:nvPr/>
        </p:nvSpPr>
        <p:spPr>
          <a:xfrm>
            <a:off x="4630928" y="7275576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6" name="Connector 3603"/>
          <p:cNvSpPr/>
          <p:nvPr/>
        </p:nvSpPr>
        <p:spPr>
          <a:xfrm>
            <a:off x="4693158" y="7562088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7" name="Connector 3604"/>
          <p:cNvSpPr/>
          <p:nvPr/>
        </p:nvSpPr>
        <p:spPr>
          <a:xfrm>
            <a:off x="4737608" y="7848600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8" name="Connector 3605"/>
          <p:cNvSpPr/>
          <p:nvPr/>
        </p:nvSpPr>
        <p:spPr>
          <a:xfrm>
            <a:off x="4764277" y="8135111"/>
            <a:ext cx="8892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9" name="Connector 3606"/>
          <p:cNvSpPr/>
          <p:nvPr/>
        </p:nvSpPr>
        <p:spPr>
          <a:xfrm flipH="1">
            <a:off x="4764277" y="8421623"/>
            <a:ext cx="8892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0" name="Connector 3607"/>
          <p:cNvSpPr/>
          <p:nvPr/>
        </p:nvSpPr>
        <p:spPr>
          <a:xfrm flipH="1">
            <a:off x="4737608" y="8708135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1" name="Connector 3608"/>
          <p:cNvSpPr/>
          <p:nvPr/>
        </p:nvSpPr>
        <p:spPr>
          <a:xfrm flipH="1">
            <a:off x="4693158" y="8994647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2" name="Connector 3609"/>
          <p:cNvSpPr/>
          <p:nvPr/>
        </p:nvSpPr>
        <p:spPr>
          <a:xfrm flipH="1">
            <a:off x="4630928" y="9281159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3" name="Connector 3610"/>
          <p:cNvSpPr/>
          <p:nvPr/>
        </p:nvSpPr>
        <p:spPr>
          <a:xfrm flipH="1">
            <a:off x="4550917" y="9567671"/>
            <a:ext cx="80011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4" name="Connector 3611"/>
          <p:cNvSpPr/>
          <p:nvPr/>
        </p:nvSpPr>
        <p:spPr>
          <a:xfrm flipH="1">
            <a:off x="4453128" y="9854183"/>
            <a:ext cx="97791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5" name="Connector 3612"/>
          <p:cNvSpPr/>
          <p:nvPr/>
        </p:nvSpPr>
        <p:spPr>
          <a:xfrm>
            <a:off x="4453128" y="6702552"/>
            <a:ext cx="11176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6" name="Connector 3613"/>
          <p:cNvSpPr/>
          <p:nvPr/>
        </p:nvSpPr>
        <p:spPr>
          <a:xfrm>
            <a:off x="4564888" y="7060692"/>
            <a:ext cx="9144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7" name="Connector 3614"/>
          <p:cNvSpPr/>
          <p:nvPr/>
        </p:nvSpPr>
        <p:spPr>
          <a:xfrm>
            <a:off x="4656328" y="7418831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8" name="Connector 3615"/>
          <p:cNvSpPr/>
          <p:nvPr/>
        </p:nvSpPr>
        <p:spPr>
          <a:xfrm>
            <a:off x="4727447" y="7776971"/>
            <a:ext cx="5080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9" name="Connector 3616"/>
          <p:cNvSpPr/>
          <p:nvPr/>
        </p:nvSpPr>
        <p:spPr>
          <a:xfrm>
            <a:off x="4778247" y="8135111"/>
            <a:ext cx="30479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0" name="Connector 3617"/>
          <p:cNvSpPr/>
          <p:nvPr/>
        </p:nvSpPr>
        <p:spPr>
          <a:xfrm>
            <a:off x="4808727" y="8493251"/>
            <a:ext cx="10162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1" name="Connector 3618"/>
          <p:cNvSpPr/>
          <p:nvPr/>
        </p:nvSpPr>
        <p:spPr>
          <a:xfrm flipH="1">
            <a:off x="4808728" y="8851392"/>
            <a:ext cx="1016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2" name="Connector 3619"/>
          <p:cNvSpPr/>
          <p:nvPr/>
        </p:nvSpPr>
        <p:spPr>
          <a:xfrm flipH="1">
            <a:off x="4778247" y="9209531"/>
            <a:ext cx="3048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3" name="Connector 3620"/>
          <p:cNvSpPr/>
          <p:nvPr/>
        </p:nvSpPr>
        <p:spPr>
          <a:xfrm flipH="1">
            <a:off x="4727447" y="9567671"/>
            <a:ext cx="5080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4" name="Connector 3621"/>
          <p:cNvSpPr/>
          <p:nvPr/>
        </p:nvSpPr>
        <p:spPr>
          <a:xfrm flipH="1">
            <a:off x="4656328" y="9925811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5" name="Connector 3622"/>
          <p:cNvSpPr/>
          <p:nvPr/>
        </p:nvSpPr>
        <p:spPr>
          <a:xfrm flipH="1">
            <a:off x="4564888" y="10283952"/>
            <a:ext cx="91441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6" name="Connector 3623"/>
          <p:cNvSpPr/>
          <p:nvPr/>
        </p:nvSpPr>
        <p:spPr>
          <a:xfrm flipH="1">
            <a:off x="4453128" y="10642090"/>
            <a:ext cx="111761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7" name="Connector 3624"/>
          <p:cNvSpPr/>
          <p:nvPr/>
        </p:nvSpPr>
        <p:spPr>
          <a:xfrm>
            <a:off x="4453128" y="7562088"/>
            <a:ext cx="558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8" name="Connector 3625"/>
          <p:cNvSpPr/>
          <p:nvPr/>
        </p:nvSpPr>
        <p:spPr>
          <a:xfrm>
            <a:off x="4509008" y="7633716"/>
            <a:ext cx="4572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9" name="Connector 3626"/>
          <p:cNvSpPr/>
          <p:nvPr/>
        </p:nvSpPr>
        <p:spPr>
          <a:xfrm>
            <a:off x="4554728" y="7705343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0" name="Connector 3627"/>
          <p:cNvSpPr/>
          <p:nvPr/>
        </p:nvSpPr>
        <p:spPr>
          <a:xfrm>
            <a:off x="4590288" y="7776971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1" name="Connector 3628"/>
          <p:cNvSpPr/>
          <p:nvPr/>
        </p:nvSpPr>
        <p:spPr>
          <a:xfrm>
            <a:off x="4615688" y="7848600"/>
            <a:ext cx="1524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2" name="Connector 3629"/>
          <p:cNvSpPr/>
          <p:nvPr/>
        </p:nvSpPr>
        <p:spPr>
          <a:xfrm>
            <a:off x="4630927" y="7920226"/>
            <a:ext cx="508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3" name="Connector 3630"/>
          <p:cNvSpPr/>
          <p:nvPr/>
        </p:nvSpPr>
        <p:spPr>
          <a:xfrm flipH="1">
            <a:off x="4630928" y="7991856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4" name="Connector 3631"/>
          <p:cNvSpPr/>
          <p:nvPr/>
        </p:nvSpPr>
        <p:spPr>
          <a:xfrm flipH="1">
            <a:off x="4615688" y="8063483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5" name="Connector 3632"/>
          <p:cNvSpPr/>
          <p:nvPr/>
        </p:nvSpPr>
        <p:spPr>
          <a:xfrm flipH="1">
            <a:off x="4590288" y="8135111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6" name="Connector 3633"/>
          <p:cNvSpPr/>
          <p:nvPr/>
        </p:nvSpPr>
        <p:spPr>
          <a:xfrm flipH="1">
            <a:off x="4554728" y="8206740"/>
            <a:ext cx="3556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7" name="Connector 3634"/>
          <p:cNvSpPr/>
          <p:nvPr/>
        </p:nvSpPr>
        <p:spPr>
          <a:xfrm flipH="1">
            <a:off x="4509008" y="8278366"/>
            <a:ext cx="4572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8" name="Connector 3635"/>
          <p:cNvSpPr/>
          <p:nvPr/>
        </p:nvSpPr>
        <p:spPr>
          <a:xfrm flipH="1">
            <a:off x="4453128" y="8349994"/>
            <a:ext cx="558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9" name="Connector 3636"/>
          <p:cNvSpPr/>
          <p:nvPr/>
        </p:nvSpPr>
        <p:spPr>
          <a:xfrm>
            <a:off x="4453128" y="7562088"/>
            <a:ext cx="698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0" name="Connector 3637"/>
          <p:cNvSpPr/>
          <p:nvPr/>
        </p:nvSpPr>
        <p:spPr>
          <a:xfrm>
            <a:off x="4522977" y="7705342"/>
            <a:ext cx="571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1" name="Connector 3638"/>
          <p:cNvSpPr/>
          <p:nvPr/>
        </p:nvSpPr>
        <p:spPr>
          <a:xfrm>
            <a:off x="4580128" y="7848600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2" name="Connector 3639"/>
          <p:cNvSpPr/>
          <p:nvPr/>
        </p:nvSpPr>
        <p:spPr>
          <a:xfrm>
            <a:off x="4624578" y="7991856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3" name="Connector 3640"/>
          <p:cNvSpPr/>
          <p:nvPr/>
        </p:nvSpPr>
        <p:spPr>
          <a:xfrm>
            <a:off x="4656328" y="8135111"/>
            <a:ext cx="190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4" name="Connector 3641"/>
          <p:cNvSpPr/>
          <p:nvPr/>
        </p:nvSpPr>
        <p:spPr>
          <a:xfrm>
            <a:off x="4675377" y="8278366"/>
            <a:ext cx="63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5" name="Connector 3642"/>
          <p:cNvSpPr/>
          <p:nvPr/>
        </p:nvSpPr>
        <p:spPr>
          <a:xfrm flipH="1">
            <a:off x="4675378" y="8421623"/>
            <a:ext cx="63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6" name="Connector 3643"/>
          <p:cNvSpPr/>
          <p:nvPr/>
        </p:nvSpPr>
        <p:spPr>
          <a:xfrm flipH="1">
            <a:off x="4656328" y="8564880"/>
            <a:ext cx="190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7" name="Connector 3644"/>
          <p:cNvSpPr/>
          <p:nvPr/>
        </p:nvSpPr>
        <p:spPr>
          <a:xfrm flipH="1">
            <a:off x="4624578" y="8708135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8" name="Connector 3645"/>
          <p:cNvSpPr/>
          <p:nvPr/>
        </p:nvSpPr>
        <p:spPr>
          <a:xfrm flipH="1">
            <a:off x="4580128" y="8851392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9" name="Connector 3646"/>
          <p:cNvSpPr/>
          <p:nvPr/>
        </p:nvSpPr>
        <p:spPr>
          <a:xfrm flipH="1">
            <a:off x="4522978" y="8994647"/>
            <a:ext cx="57151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0" name="Connector 3647"/>
          <p:cNvSpPr/>
          <p:nvPr/>
        </p:nvSpPr>
        <p:spPr>
          <a:xfrm flipH="1">
            <a:off x="4453128" y="9137902"/>
            <a:ext cx="69851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1" name="Connector 3648"/>
          <p:cNvSpPr/>
          <p:nvPr/>
        </p:nvSpPr>
        <p:spPr>
          <a:xfrm>
            <a:off x="4453128" y="7562088"/>
            <a:ext cx="8382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2" name="Connector 3649"/>
          <p:cNvSpPr/>
          <p:nvPr/>
        </p:nvSpPr>
        <p:spPr>
          <a:xfrm>
            <a:off x="4536947" y="7776971"/>
            <a:ext cx="6858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3" name="Connector 3650"/>
          <p:cNvSpPr/>
          <p:nvPr/>
        </p:nvSpPr>
        <p:spPr>
          <a:xfrm>
            <a:off x="4605528" y="7991856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4" name="Connector 3651"/>
          <p:cNvSpPr/>
          <p:nvPr/>
        </p:nvSpPr>
        <p:spPr>
          <a:xfrm>
            <a:off x="4658867" y="8206740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5" name="Connector 3652"/>
          <p:cNvSpPr/>
          <p:nvPr/>
        </p:nvSpPr>
        <p:spPr>
          <a:xfrm>
            <a:off x="4696967" y="8421623"/>
            <a:ext cx="22861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6" name="Connector 3653"/>
          <p:cNvSpPr/>
          <p:nvPr/>
        </p:nvSpPr>
        <p:spPr>
          <a:xfrm>
            <a:off x="4719828" y="8636506"/>
            <a:ext cx="7621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7" name="Connector 3654"/>
          <p:cNvSpPr/>
          <p:nvPr/>
        </p:nvSpPr>
        <p:spPr>
          <a:xfrm flipH="1">
            <a:off x="4719828" y="8851392"/>
            <a:ext cx="76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8" name="Connector 3655"/>
          <p:cNvSpPr/>
          <p:nvPr/>
        </p:nvSpPr>
        <p:spPr>
          <a:xfrm flipH="1">
            <a:off x="4696967" y="9066276"/>
            <a:ext cx="2286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9" name="Connector 3656"/>
          <p:cNvSpPr/>
          <p:nvPr/>
        </p:nvSpPr>
        <p:spPr>
          <a:xfrm flipH="1">
            <a:off x="4658867" y="9281159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0" name="Connector 3657"/>
          <p:cNvSpPr/>
          <p:nvPr/>
        </p:nvSpPr>
        <p:spPr>
          <a:xfrm flipH="1">
            <a:off x="4605529" y="9496043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1" name="Connector 3658"/>
          <p:cNvSpPr/>
          <p:nvPr/>
        </p:nvSpPr>
        <p:spPr>
          <a:xfrm flipH="1">
            <a:off x="4536947" y="9710928"/>
            <a:ext cx="6858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2" name="Connector 3659"/>
          <p:cNvSpPr/>
          <p:nvPr/>
        </p:nvSpPr>
        <p:spPr>
          <a:xfrm flipH="1">
            <a:off x="4453128" y="9925811"/>
            <a:ext cx="8382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3" name="Connector 3660"/>
          <p:cNvSpPr/>
          <p:nvPr/>
        </p:nvSpPr>
        <p:spPr>
          <a:xfrm>
            <a:off x="4453128" y="7562088"/>
            <a:ext cx="97791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4" name="Connector 3661"/>
          <p:cNvSpPr/>
          <p:nvPr/>
        </p:nvSpPr>
        <p:spPr>
          <a:xfrm>
            <a:off x="4550917" y="7848599"/>
            <a:ext cx="80011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5" name="Connector 3662"/>
          <p:cNvSpPr/>
          <p:nvPr/>
        </p:nvSpPr>
        <p:spPr>
          <a:xfrm>
            <a:off x="4630928" y="8135111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6" name="Connector 3663"/>
          <p:cNvSpPr/>
          <p:nvPr/>
        </p:nvSpPr>
        <p:spPr>
          <a:xfrm>
            <a:off x="4693158" y="8421623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7" name="Connector 3664"/>
          <p:cNvSpPr/>
          <p:nvPr/>
        </p:nvSpPr>
        <p:spPr>
          <a:xfrm>
            <a:off x="4737608" y="8708135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8" name="Connector 3665"/>
          <p:cNvSpPr/>
          <p:nvPr/>
        </p:nvSpPr>
        <p:spPr>
          <a:xfrm>
            <a:off x="4764277" y="8994647"/>
            <a:ext cx="8892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9" name="Connector 3666"/>
          <p:cNvSpPr/>
          <p:nvPr/>
        </p:nvSpPr>
        <p:spPr>
          <a:xfrm flipH="1">
            <a:off x="4764277" y="9281159"/>
            <a:ext cx="8892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0" name="Connector 3667"/>
          <p:cNvSpPr/>
          <p:nvPr/>
        </p:nvSpPr>
        <p:spPr>
          <a:xfrm flipH="1">
            <a:off x="4737608" y="9567671"/>
            <a:ext cx="26670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1" name="Connector 3668"/>
          <p:cNvSpPr/>
          <p:nvPr/>
        </p:nvSpPr>
        <p:spPr>
          <a:xfrm flipH="1">
            <a:off x="4693158" y="9854183"/>
            <a:ext cx="44451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2" name="Connector 3669"/>
          <p:cNvSpPr/>
          <p:nvPr/>
        </p:nvSpPr>
        <p:spPr>
          <a:xfrm flipH="1">
            <a:off x="4630928" y="10140695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3" name="Connector 3670"/>
          <p:cNvSpPr/>
          <p:nvPr/>
        </p:nvSpPr>
        <p:spPr>
          <a:xfrm flipH="1">
            <a:off x="4550917" y="10427207"/>
            <a:ext cx="80011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4" name="Connector 3671"/>
          <p:cNvSpPr/>
          <p:nvPr/>
        </p:nvSpPr>
        <p:spPr>
          <a:xfrm flipH="1">
            <a:off x="4453128" y="10713718"/>
            <a:ext cx="97791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5" name="Connector 3672"/>
          <p:cNvSpPr/>
          <p:nvPr/>
        </p:nvSpPr>
        <p:spPr>
          <a:xfrm>
            <a:off x="4453128" y="8421623"/>
            <a:ext cx="5588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6" name="Connector 3673"/>
          <p:cNvSpPr/>
          <p:nvPr/>
        </p:nvSpPr>
        <p:spPr>
          <a:xfrm>
            <a:off x="4509008" y="8493251"/>
            <a:ext cx="4572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7" name="Connector 3674"/>
          <p:cNvSpPr/>
          <p:nvPr/>
        </p:nvSpPr>
        <p:spPr>
          <a:xfrm>
            <a:off x="4554728" y="8564880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8" name="Connector 3675"/>
          <p:cNvSpPr/>
          <p:nvPr/>
        </p:nvSpPr>
        <p:spPr>
          <a:xfrm>
            <a:off x="4590288" y="8636507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9" name="Connector 3676"/>
          <p:cNvSpPr/>
          <p:nvPr/>
        </p:nvSpPr>
        <p:spPr>
          <a:xfrm>
            <a:off x="4615688" y="8708135"/>
            <a:ext cx="1524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0" name="Connector 3677"/>
          <p:cNvSpPr/>
          <p:nvPr/>
        </p:nvSpPr>
        <p:spPr>
          <a:xfrm>
            <a:off x="4630927" y="8779763"/>
            <a:ext cx="508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1" name="Connector 3678"/>
          <p:cNvSpPr/>
          <p:nvPr/>
        </p:nvSpPr>
        <p:spPr>
          <a:xfrm flipH="1">
            <a:off x="4630928" y="8851392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2" name="Connector 3679"/>
          <p:cNvSpPr/>
          <p:nvPr/>
        </p:nvSpPr>
        <p:spPr>
          <a:xfrm flipH="1">
            <a:off x="4615688" y="8923019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3" name="Connector 3680"/>
          <p:cNvSpPr/>
          <p:nvPr/>
        </p:nvSpPr>
        <p:spPr>
          <a:xfrm flipH="1">
            <a:off x="4590288" y="8994647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4" name="Connector 3681"/>
          <p:cNvSpPr/>
          <p:nvPr/>
        </p:nvSpPr>
        <p:spPr>
          <a:xfrm flipH="1">
            <a:off x="4554728" y="9066276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5" name="Connector 3682"/>
          <p:cNvSpPr/>
          <p:nvPr/>
        </p:nvSpPr>
        <p:spPr>
          <a:xfrm flipH="1">
            <a:off x="4509008" y="9137904"/>
            <a:ext cx="4572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6" name="Connector 3683"/>
          <p:cNvSpPr/>
          <p:nvPr/>
        </p:nvSpPr>
        <p:spPr>
          <a:xfrm flipH="1">
            <a:off x="4453128" y="9209530"/>
            <a:ext cx="558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7" name="Connector 3684"/>
          <p:cNvSpPr/>
          <p:nvPr/>
        </p:nvSpPr>
        <p:spPr>
          <a:xfrm>
            <a:off x="4453128" y="8421623"/>
            <a:ext cx="698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8" name="Connector 3685"/>
          <p:cNvSpPr/>
          <p:nvPr/>
        </p:nvSpPr>
        <p:spPr>
          <a:xfrm>
            <a:off x="4522977" y="8564880"/>
            <a:ext cx="571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9" name="Connector 3686"/>
          <p:cNvSpPr/>
          <p:nvPr/>
        </p:nvSpPr>
        <p:spPr>
          <a:xfrm>
            <a:off x="4580128" y="8708135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0" name="Connector 3687"/>
          <p:cNvSpPr/>
          <p:nvPr/>
        </p:nvSpPr>
        <p:spPr>
          <a:xfrm>
            <a:off x="4624578" y="8851392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1" name="Connector 3688"/>
          <p:cNvSpPr/>
          <p:nvPr/>
        </p:nvSpPr>
        <p:spPr>
          <a:xfrm>
            <a:off x="4656328" y="8994647"/>
            <a:ext cx="190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2" name="Connector 3689"/>
          <p:cNvSpPr/>
          <p:nvPr/>
        </p:nvSpPr>
        <p:spPr>
          <a:xfrm>
            <a:off x="4675377" y="9137902"/>
            <a:ext cx="63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3" name="Connector 3690"/>
          <p:cNvSpPr/>
          <p:nvPr/>
        </p:nvSpPr>
        <p:spPr>
          <a:xfrm flipH="1">
            <a:off x="4675378" y="9281159"/>
            <a:ext cx="63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4" name="Connector 3691"/>
          <p:cNvSpPr/>
          <p:nvPr/>
        </p:nvSpPr>
        <p:spPr>
          <a:xfrm flipH="1">
            <a:off x="4656328" y="9424416"/>
            <a:ext cx="190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5" name="Connector 3692"/>
          <p:cNvSpPr/>
          <p:nvPr/>
        </p:nvSpPr>
        <p:spPr>
          <a:xfrm flipH="1">
            <a:off x="4624578" y="9567671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6" name="Connector 3693"/>
          <p:cNvSpPr/>
          <p:nvPr/>
        </p:nvSpPr>
        <p:spPr>
          <a:xfrm flipH="1">
            <a:off x="4580128" y="9710928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7" name="Connector 3694"/>
          <p:cNvSpPr/>
          <p:nvPr/>
        </p:nvSpPr>
        <p:spPr>
          <a:xfrm flipH="1">
            <a:off x="4522978" y="9854183"/>
            <a:ext cx="57151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8" name="Connector 3695"/>
          <p:cNvSpPr/>
          <p:nvPr/>
        </p:nvSpPr>
        <p:spPr>
          <a:xfrm flipH="1">
            <a:off x="4453128" y="9997439"/>
            <a:ext cx="69851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9" name="Connector 3696"/>
          <p:cNvSpPr/>
          <p:nvPr/>
        </p:nvSpPr>
        <p:spPr>
          <a:xfrm>
            <a:off x="4453128" y="8421623"/>
            <a:ext cx="83820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0" name="Connector 3697"/>
          <p:cNvSpPr/>
          <p:nvPr/>
        </p:nvSpPr>
        <p:spPr>
          <a:xfrm>
            <a:off x="4536947" y="8636506"/>
            <a:ext cx="68582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1" name="Connector 3698"/>
          <p:cNvSpPr/>
          <p:nvPr/>
        </p:nvSpPr>
        <p:spPr>
          <a:xfrm>
            <a:off x="4605528" y="8851392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2" name="Connector 3699"/>
          <p:cNvSpPr/>
          <p:nvPr/>
        </p:nvSpPr>
        <p:spPr>
          <a:xfrm>
            <a:off x="4658867" y="9066276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3" name="Connector 3700"/>
          <p:cNvSpPr/>
          <p:nvPr/>
        </p:nvSpPr>
        <p:spPr>
          <a:xfrm>
            <a:off x="4696967" y="9281159"/>
            <a:ext cx="22861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4" name="Connector 3701"/>
          <p:cNvSpPr/>
          <p:nvPr/>
        </p:nvSpPr>
        <p:spPr>
          <a:xfrm>
            <a:off x="4719828" y="9496042"/>
            <a:ext cx="7621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5" name="Connector 3702"/>
          <p:cNvSpPr/>
          <p:nvPr/>
        </p:nvSpPr>
        <p:spPr>
          <a:xfrm flipH="1">
            <a:off x="4719828" y="9710928"/>
            <a:ext cx="76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6" name="Connector 3703"/>
          <p:cNvSpPr/>
          <p:nvPr/>
        </p:nvSpPr>
        <p:spPr>
          <a:xfrm flipH="1">
            <a:off x="4696967" y="9925811"/>
            <a:ext cx="2286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7" name="Connector 3704"/>
          <p:cNvSpPr/>
          <p:nvPr/>
        </p:nvSpPr>
        <p:spPr>
          <a:xfrm flipH="1">
            <a:off x="4658867" y="10140695"/>
            <a:ext cx="3810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8" name="Connector 3705"/>
          <p:cNvSpPr/>
          <p:nvPr/>
        </p:nvSpPr>
        <p:spPr>
          <a:xfrm flipH="1">
            <a:off x="4605529" y="10355580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9" name="Connector 3706"/>
          <p:cNvSpPr/>
          <p:nvPr/>
        </p:nvSpPr>
        <p:spPr>
          <a:xfrm flipH="1">
            <a:off x="4536947" y="10570464"/>
            <a:ext cx="6858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0" name="Connector 3707"/>
          <p:cNvSpPr/>
          <p:nvPr/>
        </p:nvSpPr>
        <p:spPr>
          <a:xfrm flipH="1">
            <a:off x="4453128" y="10785347"/>
            <a:ext cx="8382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1" name="Connector 3708"/>
          <p:cNvSpPr/>
          <p:nvPr/>
        </p:nvSpPr>
        <p:spPr>
          <a:xfrm>
            <a:off x="4453128" y="9281159"/>
            <a:ext cx="5588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2" name="Connector 3709"/>
          <p:cNvSpPr/>
          <p:nvPr/>
        </p:nvSpPr>
        <p:spPr>
          <a:xfrm>
            <a:off x="4509008" y="9352787"/>
            <a:ext cx="4572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3" name="Connector 3710"/>
          <p:cNvSpPr/>
          <p:nvPr/>
        </p:nvSpPr>
        <p:spPr>
          <a:xfrm>
            <a:off x="4554728" y="9424416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4" name="Connector 3711"/>
          <p:cNvSpPr/>
          <p:nvPr/>
        </p:nvSpPr>
        <p:spPr>
          <a:xfrm>
            <a:off x="4590288" y="9496043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5" name="Connector 3712"/>
          <p:cNvSpPr/>
          <p:nvPr/>
        </p:nvSpPr>
        <p:spPr>
          <a:xfrm>
            <a:off x="4615688" y="9567671"/>
            <a:ext cx="1524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6" name="Connector 3713"/>
          <p:cNvSpPr/>
          <p:nvPr/>
        </p:nvSpPr>
        <p:spPr>
          <a:xfrm>
            <a:off x="4630927" y="9639299"/>
            <a:ext cx="508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7" name="Connector 3714"/>
          <p:cNvSpPr/>
          <p:nvPr/>
        </p:nvSpPr>
        <p:spPr>
          <a:xfrm flipH="1">
            <a:off x="4630928" y="9710928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8" name="Connector 3715"/>
          <p:cNvSpPr/>
          <p:nvPr/>
        </p:nvSpPr>
        <p:spPr>
          <a:xfrm flipH="1">
            <a:off x="4615688" y="9782556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9" name="Connector 3716"/>
          <p:cNvSpPr/>
          <p:nvPr/>
        </p:nvSpPr>
        <p:spPr>
          <a:xfrm flipH="1">
            <a:off x="4590288" y="9854183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0" name="Connector 3717"/>
          <p:cNvSpPr/>
          <p:nvPr/>
        </p:nvSpPr>
        <p:spPr>
          <a:xfrm flipH="1">
            <a:off x="4554728" y="9925811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1" name="Connector 3718"/>
          <p:cNvSpPr/>
          <p:nvPr/>
        </p:nvSpPr>
        <p:spPr>
          <a:xfrm flipH="1">
            <a:off x="4509008" y="9997440"/>
            <a:ext cx="4572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2" name="Connector 3719"/>
          <p:cNvSpPr/>
          <p:nvPr/>
        </p:nvSpPr>
        <p:spPr>
          <a:xfrm flipH="1">
            <a:off x="4453128" y="10069066"/>
            <a:ext cx="558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3" name="Connector 3720"/>
          <p:cNvSpPr/>
          <p:nvPr/>
        </p:nvSpPr>
        <p:spPr>
          <a:xfrm>
            <a:off x="4453128" y="9281159"/>
            <a:ext cx="698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4" name="Connector 3721"/>
          <p:cNvSpPr/>
          <p:nvPr/>
        </p:nvSpPr>
        <p:spPr>
          <a:xfrm>
            <a:off x="4522977" y="9424414"/>
            <a:ext cx="571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5" name="Connector 3722"/>
          <p:cNvSpPr/>
          <p:nvPr/>
        </p:nvSpPr>
        <p:spPr>
          <a:xfrm>
            <a:off x="4580128" y="9567671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6" name="Connector 3723"/>
          <p:cNvSpPr/>
          <p:nvPr/>
        </p:nvSpPr>
        <p:spPr>
          <a:xfrm>
            <a:off x="4624578" y="9710928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7" name="Connector 3724"/>
          <p:cNvSpPr/>
          <p:nvPr/>
        </p:nvSpPr>
        <p:spPr>
          <a:xfrm>
            <a:off x="4656328" y="9854183"/>
            <a:ext cx="190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8" name="Connector 3725"/>
          <p:cNvSpPr/>
          <p:nvPr/>
        </p:nvSpPr>
        <p:spPr>
          <a:xfrm>
            <a:off x="4675377" y="9997439"/>
            <a:ext cx="63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9" name="Connector 3726"/>
          <p:cNvSpPr/>
          <p:nvPr/>
        </p:nvSpPr>
        <p:spPr>
          <a:xfrm flipH="1">
            <a:off x="4675378" y="10140695"/>
            <a:ext cx="6351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0" name="Connector 3727"/>
          <p:cNvSpPr/>
          <p:nvPr/>
        </p:nvSpPr>
        <p:spPr>
          <a:xfrm flipH="1">
            <a:off x="4656328" y="10283951"/>
            <a:ext cx="19051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1" name="Connector 3728"/>
          <p:cNvSpPr/>
          <p:nvPr/>
        </p:nvSpPr>
        <p:spPr>
          <a:xfrm flipH="1">
            <a:off x="4624578" y="10427207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2" name="Connector 3729"/>
          <p:cNvSpPr/>
          <p:nvPr/>
        </p:nvSpPr>
        <p:spPr>
          <a:xfrm flipH="1">
            <a:off x="4580128" y="10570464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3" name="Connector 3730"/>
          <p:cNvSpPr/>
          <p:nvPr/>
        </p:nvSpPr>
        <p:spPr>
          <a:xfrm flipH="1">
            <a:off x="4522978" y="10713719"/>
            <a:ext cx="571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4" name="Connector 3731"/>
          <p:cNvSpPr/>
          <p:nvPr/>
        </p:nvSpPr>
        <p:spPr>
          <a:xfrm flipH="1">
            <a:off x="4453128" y="10856976"/>
            <a:ext cx="698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5" name="Connector 3732"/>
          <p:cNvSpPr/>
          <p:nvPr/>
        </p:nvSpPr>
        <p:spPr>
          <a:xfrm>
            <a:off x="4453128" y="10140695"/>
            <a:ext cx="558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6" name="Connector 3733"/>
          <p:cNvSpPr/>
          <p:nvPr/>
        </p:nvSpPr>
        <p:spPr>
          <a:xfrm>
            <a:off x="4509008" y="10212323"/>
            <a:ext cx="4572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7" name="Connector 3734"/>
          <p:cNvSpPr/>
          <p:nvPr/>
        </p:nvSpPr>
        <p:spPr>
          <a:xfrm>
            <a:off x="4554728" y="10283952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8" name="Connector 3735"/>
          <p:cNvSpPr/>
          <p:nvPr/>
        </p:nvSpPr>
        <p:spPr>
          <a:xfrm>
            <a:off x="4590288" y="10355580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9" name="Connector 3736"/>
          <p:cNvSpPr/>
          <p:nvPr/>
        </p:nvSpPr>
        <p:spPr>
          <a:xfrm>
            <a:off x="4615688" y="10427207"/>
            <a:ext cx="1524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0" name="Connector 3737"/>
          <p:cNvSpPr/>
          <p:nvPr/>
        </p:nvSpPr>
        <p:spPr>
          <a:xfrm>
            <a:off x="4630927" y="10498835"/>
            <a:ext cx="508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1" name="Connector 3738"/>
          <p:cNvSpPr/>
          <p:nvPr/>
        </p:nvSpPr>
        <p:spPr>
          <a:xfrm flipH="1">
            <a:off x="4630928" y="10570464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2" name="Connector 3739"/>
          <p:cNvSpPr/>
          <p:nvPr/>
        </p:nvSpPr>
        <p:spPr>
          <a:xfrm flipH="1">
            <a:off x="4615688" y="10642092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3" name="Connector 3740"/>
          <p:cNvSpPr/>
          <p:nvPr/>
        </p:nvSpPr>
        <p:spPr>
          <a:xfrm flipH="1">
            <a:off x="4590288" y="10713719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4" name="Connector 3741"/>
          <p:cNvSpPr/>
          <p:nvPr/>
        </p:nvSpPr>
        <p:spPr>
          <a:xfrm flipH="1">
            <a:off x="4554728" y="10785347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5" name="Connector 3742"/>
          <p:cNvSpPr/>
          <p:nvPr/>
        </p:nvSpPr>
        <p:spPr>
          <a:xfrm flipH="1">
            <a:off x="4509008" y="10856976"/>
            <a:ext cx="4572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6" name="Connector 3743"/>
          <p:cNvSpPr/>
          <p:nvPr/>
        </p:nvSpPr>
        <p:spPr>
          <a:xfrm flipH="1">
            <a:off x="4453128" y="10928602"/>
            <a:ext cx="558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7" name="Connector 3744"/>
          <p:cNvSpPr/>
          <p:nvPr/>
        </p:nvSpPr>
        <p:spPr>
          <a:xfrm>
            <a:off x="5513832" y="4983479"/>
            <a:ext cx="5588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8" name="Connector 3745"/>
          <p:cNvSpPr/>
          <p:nvPr/>
        </p:nvSpPr>
        <p:spPr>
          <a:xfrm>
            <a:off x="5569711" y="5055106"/>
            <a:ext cx="4572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9" name="Connector 3746"/>
          <p:cNvSpPr/>
          <p:nvPr/>
        </p:nvSpPr>
        <p:spPr>
          <a:xfrm>
            <a:off x="5615432" y="5126735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0" name="Connector 3747"/>
          <p:cNvSpPr/>
          <p:nvPr/>
        </p:nvSpPr>
        <p:spPr>
          <a:xfrm>
            <a:off x="5650991" y="5198364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1" name="Connector 3748"/>
          <p:cNvSpPr/>
          <p:nvPr/>
        </p:nvSpPr>
        <p:spPr>
          <a:xfrm>
            <a:off x="5676391" y="5269991"/>
            <a:ext cx="1524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2" name="Connector 3749"/>
          <p:cNvSpPr/>
          <p:nvPr/>
        </p:nvSpPr>
        <p:spPr>
          <a:xfrm>
            <a:off x="5691630" y="5341618"/>
            <a:ext cx="508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3" name="Connector 3750"/>
          <p:cNvSpPr/>
          <p:nvPr/>
        </p:nvSpPr>
        <p:spPr>
          <a:xfrm flipH="1">
            <a:off x="5691632" y="5413247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4" name="Connector 3751"/>
          <p:cNvSpPr/>
          <p:nvPr/>
        </p:nvSpPr>
        <p:spPr>
          <a:xfrm flipH="1">
            <a:off x="5676391" y="5484876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5" name="Connector 3752"/>
          <p:cNvSpPr/>
          <p:nvPr/>
        </p:nvSpPr>
        <p:spPr>
          <a:xfrm flipH="1">
            <a:off x="5650991" y="5556503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6" name="Connector 3753"/>
          <p:cNvSpPr/>
          <p:nvPr/>
        </p:nvSpPr>
        <p:spPr>
          <a:xfrm flipH="1">
            <a:off x="5615432" y="5628132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7" name="Connector 3754"/>
          <p:cNvSpPr/>
          <p:nvPr/>
        </p:nvSpPr>
        <p:spPr>
          <a:xfrm flipH="1">
            <a:off x="5569711" y="5699759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8" name="Connector 3755"/>
          <p:cNvSpPr/>
          <p:nvPr/>
        </p:nvSpPr>
        <p:spPr>
          <a:xfrm flipH="1">
            <a:off x="5513832" y="5771388"/>
            <a:ext cx="558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9" name="Connector 3756"/>
          <p:cNvSpPr/>
          <p:nvPr/>
        </p:nvSpPr>
        <p:spPr>
          <a:xfrm>
            <a:off x="5513832" y="4983479"/>
            <a:ext cx="698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0" name="Connector 3757"/>
          <p:cNvSpPr/>
          <p:nvPr/>
        </p:nvSpPr>
        <p:spPr>
          <a:xfrm>
            <a:off x="5583680" y="5126735"/>
            <a:ext cx="571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1" name="Connector 3758"/>
          <p:cNvSpPr/>
          <p:nvPr/>
        </p:nvSpPr>
        <p:spPr>
          <a:xfrm>
            <a:off x="5640832" y="5269991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2" name="Connector 3759"/>
          <p:cNvSpPr/>
          <p:nvPr/>
        </p:nvSpPr>
        <p:spPr>
          <a:xfrm>
            <a:off x="5685282" y="5413247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3" name="Connector 3760"/>
          <p:cNvSpPr/>
          <p:nvPr/>
        </p:nvSpPr>
        <p:spPr>
          <a:xfrm>
            <a:off x="5717032" y="5556503"/>
            <a:ext cx="190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4" name="Connector 3761"/>
          <p:cNvSpPr/>
          <p:nvPr/>
        </p:nvSpPr>
        <p:spPr>
          <a:xfrm>
            <a:off x="5736080" y="5699759"/>
            <a:ext cx="63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5" name="Connector 3762"/>
          <p:cNvSpPr/>
          <p:nvPr/>
        </p:nvSpPr>
        <p:spPr>
          <a:xfrm flipH="1">
            <a:off x="5736082" y="5843015"/>
            <a:ext cx="63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6" name="Connector 3763"/>
          <p:cNvSpPr/>
          <p:nvPr/>
        </p:nvSpPr>
        <p:spPr>
          <a:xfrm flipH="1">
            <a:off x="5717030" y="5986271"/>
            <a:ext cx="19052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7" name="Connector 3764"/>
          <p:cNvSpPr/>
          <p:nvPr/>
        </p:nvSpPr>
        <p:spPr>
          <a:xfrm flipH="1">
            <a:off x="5685282" y="6129527"/>
            <a:ext cx="31750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8" name="Connector 3765"/>
          <p:cNvSpPr/>
          <p:nvPr/>
        </p:nvSpPr>
        <p:spPr>
          <a:xfrm flipH="1">
            <a:off x="5640832" y="6272784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9" name="Connector 3766"/>
          <p:cNvSpPr/>
          <p:nvPr/>
        </p:nvSpPr>
        <p:spPr>
          <a:xfrm flipH="1">
            <a:off x="5583682" y="6416040"/>
            <a:ext cx="571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0" name="Connector 3767"/>
          <p:cNvSpPr/>
          <p:nvPr/>
        </p:nvSpPr>
        <p:spPr>
          <a:xfrm flipH="1">
            <a:off x="5513832" y="6559295"/>
            <a:ext cx="698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1" name="Connector 3768"/>
          <p:cNvSpPr/>
          <p:nvPr/>
        </p:nvSpPr>
        <p:spPr>
          <a:xfrm>
            <a:off x="5513832" y="4983479"/>
            <a:ext cx="8382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2" name="Connector 3769"/>
          <p:cNvSpPr/>
          <p:nvPr/>
        </p:nvSpPr>
        <p:spPr>
          <a:xfrm>
            <a:off x="5597650" y="5198362"/>
            <a:ext cx="68582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3" name="Connector 3770"/>
          <p:cNvSpPr/>
          <p:nvPr/>
        </p:nvSpPr>
        <p:spPr>
          <a:xfrm>
            <a:off x="5666232" y="5413247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4" name="Connector 3771"/>
          <p:cNvSpPr/>
          <p:nvPr/>
        </p:nvSpPr>
        <p:spPr>
          <a:xfrm>
            <a:off x="5719571" y="5628132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5" name="Connector 3772"/>
          <p:cNvSpPr/>
          <p:nvPr/>
        </p:nvSpPr>
        <p:spPr>
          <a:xfrm>
            <a:off x="5757671" y="5843015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6" name="Connector 3773"/>
          <p:cNvSpPr/>
          <p:nvPr/>
        </p:nvSpPr>
        <p:spPr>
          <a:xfrm>
            <a:off x="5780530" y="6057898"/>
            <a:ext cx="7622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7" name="Connector 3774"/>
          <p:cNvSpPr/>
          <p:nvPr/>
        </p:nvSpPr>
        <p:spPr>
          <a:xfrm flipH="1">
            <a:off x="5780532" y="6272784"/>
            <a:ext cx="76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8" name="Connector 3775"/>
          <p:cNvSpPr/>
          <p:nvPr/>
        </p:nvSpPr>
        <p:spPr>
          <a:xfrm flipH="1">
            <a:off x="5757671" y="6487667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9" name="Connector 3776"/>
          <p:cNvSpPr/>
          <p:nvPr/>
        </p:nvSpPr>
        <p:spPr>
          <a:xfrm flipH="1">
            <a:off x="5719571" y="6702552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0" name="Connector 3777"/>
          <p:cNvSpPr/>
          <p:nvPr/>
        </p:nvSpPr>
        <p:spPr>
          <a:xfrm flipH="1">
            <a:off x="5666233" y="6917435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1" name="Connector 3778"/>
          <p:cNvSpPr/>
          <p:nvPr/>
        </p:nvSpPr>
        <p:spPr>
          <a:xfrm flipH="1">
            <a:off x="5597650" y="7132319"/>
            <a:ext cx="68582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2" name="Connector 3779"/>
          <p:cNvSpPr/>
          <p:nvPr/>
        </p:nvSpPr>
        <p:spPr>
          <a:xfrm flipH="1">
            <a:off x="5513832" y="7347204"/>
            <a:ext cx="838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3" name="Connector 3780"/>
          <p:cNvSpPr/>
          <p:nvPr/>
        </p:nvSpPr>
        <p:spPr>
          <a:xfrm>
            <a:off x="5513832" y="4983479"/>
            <a:ext cx="9779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4" name="Connector 3781"/>
          <p:cNvSpPr/>
          <p:nvPr/>
        </p:nvSpPr>
        <p:spPr>
          <a:xfrm>
            <a:off x="5611621" y="5269991"/>
            <a:ext cx="80012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5" name="Connector 3782"/>
          <p:cNvSpPr/>
          <p:nvPr/>
        </p:nvSpPr>
        <p:spPr>
          <a:xfrm>
            <a:off x="5691632" y="5556503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6" name="Connector 3783"/>
          <p:cNvSpPr/>
          <p:nvPr/>
        </p:nvSpPr>
        <p:spPr>
          <a:xfrm>
            <a:off x="5753861" y="5843015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7" name="Connector 3784"/>
          <p:cNvSpPr/>
          <p:nvPr/>
        </p:nvSpPr>
        <p:spPr>
          <a:xfrm>
            <a:off x="5798311" y="6129528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8" name="Connector 3785"/>
          <p:cNvSpPr/>
          <p:nvPr/>
        </p:nvSpPr>
        <p:spPr>
          <a:xfrm>
            <a:off x="5824980" y="6416040"/>
            <a:ext cx="8892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9" name="Connector 3786"/>
          <p:cNvSpPr/>
          <p:nvPr/>
        </p:nvSpPr>
        <p:spPr>
          <a:xfrm flipH="1">
            <a:off x="5824982" y="6702552"/>
            <a:ext cx="88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0" name="Connector 3787"/>
          <p:cNvSpPr/>
          <p:nvPr/>
        </p:nvSpPr>
        <p:spPr>
          <a:xfrm flipH="1">
            <a:off x="5798312" y="6989064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1" name="Connector 3788"/>
          <p:cNvSpPr/>
          <p:nvPr/>
        </p:nvSpPr>
        <p:spPr>
          <a:xfrm flipH="1">
            <a:off x="5753861" y="7275576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2" name="Connector 3789"/>
          <p:cNvSpPr/>
          <p:nvPr/>
        </p:nvSpPr>
        <p:spPr>
          <a:xfrm flipH="1">
            <a:off x="5691632" y="7562088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3" name="Connector 3790"/>
          <p:cNvSpPr/>
          <p:nvPr/>
        </p:nvSpPr>
        <p:spPr>
          <a:xfrm flipH="1">
            <a:off x="5611621" y="7848600"/>
            <a:ext cx="8001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4" name="Connector 3791"/>
          <p:cNvSpPr/>
          <p:nvPr/>
        </p:nvSpPr>
        <p:spPr>
          <a:xfrm flipH="1">
            <a:off x="5513832" y="8135111"/>
            <a:ext cx="977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5" name="Connector 3792"/>
          <p:cNvSpPr/>
          <p:nvPr/>
        </p:nvSpPr>
        <p:spPr>
          <a:xfrm>
            <a:off x="5513832" y="4983479"/>
            <a:ext cx="111761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6" name="Connector 3793"/>
          <p:cNvSpPr/>
          <p:nvPr/>
        </p:nvSpPr>
        <p:spPr>
          <a:xfrm>
            <a:off x="5625591" y="5341618"/>
            <a:ext cx="91441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7" name="Connector 3794"/>
          <p:cNvSpPr/>
          <p:nvPr/>
        </p:nvSpPr>
        <p:spPr>
          <a:xfrm>
            <a:off x="5717032" y="5699759"/>
            <a:ext cx="7112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8" name="Connector 3795"/>
          <p:cNvSpPr/>
          <p:nvPr/>
        </p:nvSpPr>
        <p:spPr>
          <a:xfrm>
            <a:off x="5788152" y="6057899"/>
            <a:ext cx="50801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9" name="Connector 3796"/>
          <p:cNvSpPr/>
          <p:nvPr/>
        </p:nvSpPr>
        <p:spPr>
          <a:xfrm>
            <a:off x="5838952" y="6416040"/>
            <a:ext cx="30479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0" name="Connector 3797"/>
          <p:cNvSpPr/>
          <p:nvPr/>
        </p:nvSpPr>
        <p:spPr>
          <a:xfrm>
            <a:off x="5869430" y="6774178"/>
            <a:ext cx="10162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1" name="Connector 3798"/>
          <p:cNvSpPr/>
          <p:nvPr/>
        </p:nvSpPr>
        <p:spPr>
          <a:xfrm flipH="1">
            <a:off x="5869432" y="7132319"/>
            <a:ext cx="1016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2" name="Connector 3799"/>
          <p:cNvSpPr/>
          <p:nvPr/>
        </p:nvSpPr>
        <p:spPr>
          <a:xfrm flipH="1">
            <a:off x="5838952" y="7490459"/>
            <a:ext cx="30481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3" name="Connector 3800"/>
          <p:cNvSpPr/>
          <p:nvPr/>
        </p:nvSpPr>
        <p:spPr>
          <a:xfrm flipH="1">
            <a:off x="5788152" y="7848599"/>
            <a:ext cx="50801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4" name="Connector 3801"/>
          <p:cNvSpPr/>
          <p:nvPr/>
        </p:nvSpPr>
        <p:spPr>
          <a:xfrm flipH="1">
            <a:off x="5717032" y="8206740"/>
            <a:ext cx="7112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5" name="Connector 3802"/>
          <p:cNvSpPr/>
          <p:nvPr/>
        </p:nvSpPr>
        <p:spPr>
          <a:xfrm flipH="1">
            <a:off x="5625591" y="8564880"/>
            <a:ext cx="9144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6" name="Connector 3803"/>
          <p:cNvSpPr/>
          <p:nvPr/>
        </p:nvSpPr>
        <p:spPr>
          <a:xfrm flipH="1">
            <a:off x="5513832" y="8923019"/>
            <a:ext cx="11176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7" name="Connector 3804"/>
          <p:cNvSpPr/>
          <p:nvPr/>
        </p:nvSpPr>
        <p:spPr>
          <a:xfrm>
            <a:off x="5513832" y="4983479"/>
            <a:ext cx="125730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8" name="Connector 3805"/>
          <p:cNvSpPr/>
          <p:nvPr/>
        </p:nvSpPr>
        <p:spPr>
          <a:xfrm>
            <a:off x="5639560" y="5413247"/>
            <a:ext cx="102872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9" name="Connector 3806"/>
          <p:cNvSpPr/>
          <p:nvPr/>
        </p:nvSpPr>
        <p:spPr>
          <a:xfrm>
            <a:off x="5742432" y="5843015"/>
            <a:ext cx="8001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0" name="Connector 3807"/>
          <p:cNvSpPr/>
          <p:nvPr/>
        </p:nvSpPr>
        <p:spPr>
          <a:xfrm>
            <a:off x="5822441" y="6272784"/>
            <a:ext cx="5715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1" name="Connector 3808"/>
          <p:cNvSpPr/>
          <p:nvPr/>
        </p:nvSpPr>
        <p:spPr>
          <a:xfrm>
            <a:off x="5879591" y="6702552"/>
            <a:ext cx="34290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2" name="Connector 3809"/>
          <p:cNvSpPr/>
          <p:nvPr/>
        </p:nvSpPr>
        <p:spPr>
          <a:xfrm>
            <a:off x="5913880" y="7132319"/>
            <a:ext cx="11432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3" name="Connector 3810"/>
          <p:cNvSpPr/>
          <p:nvPr/>
        </p:nvSpPr>
        <p:spPr>
          <a:xfrm flipH="1">
            <a:off x="5913882" y="7562088"/>
            <a:ext cx="1143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4" name="Connector 3811"/>
          <p:cNvSpPr/>
          <p:nvPr/>
        </p:nvSpPr>
        <p:spPr>
          <a:xfrm flipH="1">
            <a:off x="5879591" y="7991856"/>
            <a:ext cx="3429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5" name="Connector 3812"/>
          <p:cNvSpPr/>
          <p:nvPr/>
        </p:nvSpPr>
        <p:spPr>
          <a:xfrm flipH="1">
            <a:off x="5822441" y="8421623"/>
            <a:ext cx="5715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6" name="Connector 3813"/>
          <p:cNvSpPr/>
          <p:nvPr/>
        </p:nvSpPr>
        <p:spPr>
          <a:xfrm flipH="1">
            <a:off x="5742432" y="8851392"/>
            <a:ext cx="8001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7" name="Connector 3814"/>
          <p:cNvSpPr/>
          <p:nvPr/>
        </p:nvSpPr>
        <p:spPr>
          <a:xfrm flipH="1">
            <a:off x="5639561" y="9281159"/>
            <a:ext cx="10287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8" name="Connector 3815"/>
          <p:cNvSpPr/>
          <p:nvPr/>
        </p:nvSpPr>
        <p:spPr>
          <a:xfrm flipH="1">
            <a:off x="5513833" y="9710928"/>
            <a:ext cx="125730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9" name="Connector 3816"/>
          <p:cNvSpPr/>
          <p:nvPr/>
        </p:nvSpPr>
        <p:spPr>
          <a:xfrm>
            <a:off x="5513832" y="4983479"/>
            <a:ext cx="139700" cy="50139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0" name="Connector 3817"/>
          <p:cNvSpPr/>
          <p:nvPr/>
        </p:nvSpPr>
        <p:spPr>
          <a:xfrm>
            <a:off x="5653530" y="5484874"/>
            <a:ext cx="114302" cy="50139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1" name="Connector 3818"/>
          <p:cNvSpPr/>
          <p:nvPr/>
        </p:nvSpPr>
        <p:spPr>
          <a:xfrm>
            <a:off x="5767832" y="5986271"/>
            <a:ext cx="889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2" name="Connector 3819"/>
          <p:cNvSpPr/>
          <p:nvPr/>
        </p:nvSpPr>
        <p:spPr>
          <a:xfrm>
            <a:off x="5856732" y="6487667"/>
            <a:ext cx="635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3" name="Connector 3820"/>
          <p:cNvSpPr/>
          <p:nvPr/>
        </p:nvSpPr>
        <p:spPr>
          <a:xfrm>
            <a:off x="5920232" y="6989064"/>
            <a:ext cx="38101" cy="50139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4" name="Connector 3821"/>
          <p:cNvSpPr/>
          <p:nvPr/>
        </p:nvSpPr>
        <p:spPr>
          <a:xfrm>
            <a:off x="5958332" y="7490459"/>
            <a:ext cx="12701" cy="50139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5" name="Connector 3822"/>
          <p:cNvSpPr/>
          <p:nvPr/>
        </p:nvSpPr>
        <p:spPr>
          <a:xfrm flipH="1">
            <a:off x="5958332" y="7991856"/>
            <a:ext cx="127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6" name="Connector 3823"/>
          <p:cNvSpPr/>
          <p:nvPr/>
        </p:nvSpPr>
        <p:spPr>
          <a:xfrm flipH="1">
            <a:off x="5920232" y="8493252"/>
            <a:ext cx="381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7" name="Connector 3824"/>
          <p:cNvSpPr/>
          <p:nvPr/>
        </p:nvSpPr>
        <p:spPr>
          <a:xfrm flipH="1">
            <a:off x="5856732" y="8994647"/>
            <a:ext cx="635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8" name="Connector 3825"/>
          <p:cNvSpPr/>
          <p:nvPr/>
        </p:nvSpPr>
        <p:spPr>
          <a:xfrm flipH="1">
            <a:off x="5767832" y="9496043"/>
            <a:ext cx="889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9" name="Connector 3826"/>
          <p:cNvSpPr/>
          <p:nvPr/>
        </p:nvSpPr>
        <p:spPr>
          <a:xfrm flipH="1">
            <a:off x="5653532" y="9997440"/>
            <a:ext cx="114301" cy="50139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0" name="Connector 3827"/>
          <p:cNvSpPr/>
          <p:nvPr/>
        </p:nvSpPr>
        <p:spPr>
          <a:xfrm flipH="1">
            <a:off x="5513832" y="10498835"/>
            <a:ext cx="139701" cy="50139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1" name="Connector 3828"/>
          <p:cNvSpPr/>
          <p:nvPr/>
        </p:nvSpPr>
        <p:spPr>
          <a:xfrm>
            <a:off x="5513832" y="5843015"/>
            <a:ext cx="558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2" name="Connector 3829"/>
          <p:cNvSpPr/>
          <p:nvPr/>
        </p:nvSpPr>
        <p:spPr>
          <a:xfrm>
            <a:off x="5569711" y="5914644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3" name="Connector 3830"/>
          <p:cNvSpPr/>
          <p:nvPr/>
        </p:nvSpPr>
        <p:spPr>
          <a:xfrm>
            <a:off x="5615432" y="5986271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4" name="Connector 3831"/>
          <p:cNvSpPr/>
          <p:nvPr/>
        </p:nvSpPr>
        <p:spPr>
          <a:xfrm>
            <a:off x="5650991" y="6057900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5" name="Connector 3832"/>
          <p:cNvSpPr/>
          <p:nvPr/>
        </p:nvSpPr>
        <p:spPr>
          <a:xfrm>
            <a:off x="5676391" y="6129528"/>
            <a:ext cx="15240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6" name="Connector 3833"/>
          <p:cNvSpPr/>
          <p:nvPr/>
        </p:nvSpPr>
        <p:spPr>
          <a:xfrm>
            <a:off x="5691630" y="6201155"/>
            <a:ext cx="5082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7" name="Connector 3834"/>
          <p:cNvSpPr/>
          <p:nvPr/>
        </p:nvSpPr>
        <p:spPr>
          <a:xfrm flipH="1">
            <a:off x="5691632" y="6272784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8" name="Connector 3835"/>
          <p:cNvSpPr/>
          <p:nvPr/>
        </p:nvSpPr>
        <p:spPr>
          <a:xfrm flipH="1">
            <a:off x="5676391" y="6344411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9" name="Connector 3836"/>
          <p:cNvSpPr/>
          <p:nvPr/>
        </p:nvSpPr>
        <p:spPr>
          <a:xfrm flipH="1">
            <a:off x="5650991" y="6416040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0" name="Connector 3837"/>
          <p:cNvSpPr/>
          <p:nvPr/>
        </p:nvSpPr>
        <p:spPr>
          <a:xfrm flipH="1">
            <a:off x="5615432" y="6487667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1" name="Connector 3838"/>
          <p:cNvSpPr/>
          <p:nvPr/>
        </p:nvSpPr>
        <p:spPr>
          <a:xfrm flipH="1">
            <a:off x="5569711" y="6559295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2" name="Connector 3839"/>
          <p:cNvSpPr/>
          <p:nvPr/>
        </p:nvSpPr>
        <p:spPr>
          <a:xfrm flipH="1">
            <a:off x="5513832" y="6630923"/>
            <a:ext cx="558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3" name="Connector 3840"/>
          <p:cNvSpPr/>
          <p:nvPr/>
        </p:nvSpPr>
        <p:spPr>
          <a:xfrm>
            <a:off x="5513832" y="5843015"/>
            <a:ext cx="698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4" name="Connector 3841"/>
          <p:cNvSpPr/>
          <p:nvPr/>
        </p:nvSpPr>
        <p:spPr>
          <a:xfrm>
            <a:off x="5583680" y="5986271"/>
            <a:ext cx="571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5" name="Connector 3842"/>
          <p:cNvSpPr/>
          <p:nvPr/>
        </p:nvSpPr>
        <p:spPr>
          <a:xfrm>
            <a:off x="5640832" y="6129528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6" name="Connector 3843"/>
          <p:cNvSpPr/>
          <p:nvPr/>
        </p:nvSpPr>
        <p:spPr>
          <a:xfrm>
            <a:off x="5685282" y="6272784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7" name="Connector 3844"/>
          <p:cNvSpPr/>
          <p:nvPr/>
        </p:nvSpPr>
        <p:spPr>
          <a:xfrm>
            <a:off x="5717032" y="6416040"/>
            <a:ext cx="190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8" name="Connector 3845"/>
          <p:cNvSpPr/>
          <p:nvPr/>
        </p:nvSpPr>
        <p:spPr>
          <a:xfrm>
            <a:off x="5736080" y="6559295"/>
            <a:ext cx="63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9" name="Connector 3846"/>
          <p:cNvSpPr/>
          <p:nvPr/>
        </p:nvSpPr>
        <p:spPr>
          <a:xfrm flipH="1">
            <a:off x="5736082" y="6702552"/>
            <a:ext cx="63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0" name="Connector 3847"/>
          <p:cNvSpPr/>
          <p:nvPr/>
        </p:nvSpPr>
        <p:spPr>
          <a:xfrm flipH="1">
            <a:off x="5717030" y="6845807"/>
            <a:ext cx="190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1" name="Connector 3848"/>
          <p:cNvSpPr/>
          <p:nvPr/>
        </p:nvSpPr>
        <p:spPr>
          <a:xfrm flipH="1">
            <a:off x="5685282" y="6989064"/>
            <a:ext cx="317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2" name="Connector 3849"/>
          <p:cNvSpPr/>
          <p:nvPr/>
        </p:nvSpPr>
        <p:spPr>
          <a:xfrm flipH="1">
            <a:off x="5640832" y="7132319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3" name="Connector 3850"/>
          <p:cNvSpPr/>
          <p:nvPr/>
        </p:nvSpPr>
        <p:spPr>
          <a:xfrm flipH="1">
            <a:off x="5583682" y="7275576"/>
            <a:ext cx="571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4" name="Connector 3851"/>
          <p:cNvSpPr/>
          <p:nvPr/>
        </p:nvSpPr>
        <p:spPr>
          <a:xfrm flipH="1">
            <a:off x="5513832" y="7418831"/>
            <a:ext cx="698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5" name="Connector 3852"/>
          <p:cNvSpPr/>
          <p:nvPr/>
        </p:nvSpPr>
        <p:spPr>
          <a:xfrm>
            <a:off x="5513832" y="5843015"/>
            <a:ext cx="8382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6" name="Connector 3853"/>
          <p:cNvSpPr/>
          <p:nvPr/>
        </p:nvSpPr>
        <p:spPr>
          <a:xfrm>
            <a:off x="5597650" y="6057898"/>
            <a:ext cx="68582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7" name="Connector 3854"/>
          <p:cNvSpPr/>
          <p:nvPr/>
        </p:nvSpPr>
        <p:spPr>
          <a:xfrm>
            <a:off x="5666232" y="6272784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8" name="Connector 3855"/>
          <p:cNvSpPr/>
          <p:nvPr/>
        </p:nvSpPr>
        <p:spPr>
          <a:xfrm>
            <a:off x="5719571" y="6487667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9" name="Connector 3856"/>
          <p:cNvSpPr/>
          <p:nvPr/>
        </p:nvSpPr>
        <p:spPr>
          <a:xfrm>
            <a:off x="5757671" y="6702552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0" name="Connector 3857"/>
          <p:cNvSpPr/>
          <p:nvPr/>
        </p:nvSpPr>
        <p:spPr>
          <a:xfrm>
            <a:off x="5780530" y="6917435"/>
            <a:ext cx="7622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1" name="Connector 3858"/>
          <p:cNvSpPr/>
          <p:nvPr/>
        </p:nvSpPr>
        <p:spPr>
          <a:xfrm flipH="1">
            <a:off x="5780532" y="7132319"/>
            <a:ext cx="76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2" name="Connector 3859"/>
          <p:cNvSpPr/>
          <p:nvPr/>
        </p:nvSpPr>
        <p:spPr>
          <a:xfrm flipH="1">
            <a:off x="5757671" y="7347204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3" name="Connector 3860"/>
          <p:cNvSpPr/>
          <p:nvPr/>
        </p:nvSpPr>
        <p:spPr>
          <a:xfrm flipH="1">
            <a:off x="5719571" y="7562088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4" name="Connector 3861"/>
          <p:cNvSpPr/>
          <p:nvPr/>
        </p:nvSpPr>
        <p:spPr>
          <a:xfrm flipH="1">
            <a:off x="5666233" y="7776971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5" name="Connector 3862"/>
          <p:cNvSpPr/>
          <p:nvPr/>
        </p:nvSpPr>
        <p:spPr>
          <a:xfrm flipH="1">
            <a:off x="5597650" y="7991856"/>
            <a:ext cx="68582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6" name="Connector 3863"/>
          <p:cNvSpPr/>
          <p:nvPr/>
        </p:nvSpPr>
        <p:spPr>
          <a:xfrm flipH="1">
            <a:off x="5513832" y="8206740"/>
            <a:ext cx="838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7" name="Connector 3864"/>
          <p:cNvSpPr/>
          <p:nvPr/>
        </p:nvSpPr>
        <p:spPr>
          <a:xfrm>
            <a:off x="5513832" y="5843015"/>
            <a:ext cx="9779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8" name="Connector 3865"/>
          <p:cNvSpPr/>
          <p:nvPr/>
        </p:nvSpPr>
        <p:spPr>
          <a:xfrm>
            <a:off x="5611621" y="6129527"/>
            <a:ext cx="80012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9" name="Connector 3866"/>
          <p:cNvSpPr/>
          <p:nvPr/>
        </p:nvSpPr>
        <p:spPr>
          <a:xfrm>
            <a:off x="5691632" y="6416040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0" name="Connector 3867"/>
          <p:cNvSpPr/>
          <p:nvPr/>
        </p:nvSpPr>
        <p:spPr>
          <a:xfrm>
            <a:off x="5753861" y="6702552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1" name="Connector 3868"/>
          <p:cNvSpPr/>
          <p:nvPr/>
        </p:nvSpPr>
        <p:spPr>
          <a:xfrm>
            <a:off x="5798311" y="6989064"/>
            <a:ext cx="2667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2" name="Connector 3869"/>
          <p:cNvSpPr/>
          <p:nvPr/>
        </p:nvSpPr>
        <p:spPr>
          <a:xfrm>
            <a:off x="5824980" y="7275575"/>
            <a:ext cx="8892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3" name="Connector 3870"/>
          <p:cNvSpPr/>
          <p:nvPr/>
        </p:nvSpPr>
        <p:spPr>
          <a:xfrm flipH="1">
            <a:off x="5824982" y="7562088"/>
            <a:ext cx="8891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4" name="Connector 3871"/>
          <p:cNvSpPr/>
          <p:nvPr/>
        </p:nvSpPr>
        <p:spPr>
          <a:xfrm flipH="1">
            <a:off x="5798312" y="7848599"/>
            <a:ext cx="26670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5" name="Connector 3872"/>
          <p:cNvSpPr/>
          <p:nvPr/>
        </p:nvSpPr>
        <p:spPr>
          <a:xfrm flipH="1">
            <a:off x="5753861" y="8135111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6" name="Connector 3873"/>
          <p:cNvSpPr/>
          <p:nvPr/>
        </p:nvSpPr>
        <p:spPr>
          <a:xfrm flipH="1">
            <a:off x="5691632" y="8421623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7" name="Connector 3874"/>
          <p:cNvSpPr/>
          <p:nvPr/>
        </p:nvSpPr>
        <p:spPr>
          <a:xfrm flipH="1">
            <a:off x="5611621" y="8708135"/>
            <a:ext cx="8001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8" name="Connector 3875"/>
          <p:cNvSpPr/>
          <p:nvPr/>
        </p:nvSpPr>
        <p:spPr>
          <a:xfrm flipH="1">
            <a:off x="5513832" y="8994647"/>
            <a:ext cx="977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9" name="Connector 3876"/>
          <p:cNvSpPr/>
          <p:nvPr/>
        </p:nvSpPr>
        <p:spPr>
          <a:xfrm>
            <a:off x="5513832" y="5843015"/>
            <a:ext cx="111761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0" name="Connector 3877"/>
          <p:cNvSpPr/>
          <p:nvPr/>
        </p:nvSpPr>
        <p:spPr>
          <a:xfrm>
            <a:off x="5625591" y="6201154"/>
            <a:ext cx="91441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1" name="Connector 3878"/>
          <p:cNvSpPr/>
          <p:nvPr/>
        </p:nvSpPr>
        <p:spPr>
          <a:xfrm>
            <a:off x="5717032" y="6559295"/>
            <a:ext cx="7112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2" name="Connector 3879"/>
          <p:cNvSpPr/>
          <p:nvPr/>
        </p:nvSpPr>
        <p:spPr>
          <a:xfrm>
            <a:off x="5788152" y="6917435"/>
            <a:ext cx="5080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3" name="Connector 3880"/>
          <p:cNvSpPr/>
          <p:nvPr/>
        </p:nvSpPr>
        <p:spPr>
          <a:xfrm>
            <a:off x="5838952" y="7275576"/>
            <a:ext cx="30479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4" name="Connector 3881"/>
          <p:cNvSpPr/>
          <p:nvPr/>
        </p:nvSpPr>
        <p:spPr>
          <a:xfrm>
            <a:off x="5869430" y="7633714"/>
            <a:ext cx="10162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5" name="Connector 3882"/>
          <p:cNvSpPr/>
          <p:nvPr/>
        </p:nvSpPr>
        <p:spPr>
          <a:xfrm flipH="1">
            <a:off x="5869432" y="7991856"/>
            <a:ext cx="1016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6" name="Connector 3883"/>
          <p:cNvSpPr/>
          <p:nvPr/>
        </p:nvSpPr>
        <p:spPr>
          <a:xfrm flipH="1">
            <a:off x="5838952" y="8349995"/>
            <a:ext cx="3048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7" name="Connector 3884"/>
          <p:cNvSpPr/>
          <p:nvPr/>
        </p:nvSpPr>
        <p:spPr>
          <a:xfrm flipH="1">
            <a:off x="5788152" y="8708135"/>
            <a:ext cx="5080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8" name="Connector 3885"/>
          <p:cNvSpPr/>
          <p:nvPr/>
        </p:nvSpPr>
        <p:spPr>
          <a:xfrm flipH="1">
            <a:off x="5717032" y="9066276"/>
            <a:ext cx="7112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9" name="Connector 3886"/>
          <p:cNvSpPr/>
          <p:nvPr/>
        </p:nvSpPr>
        <p:spPr>
          <a:xfrm flipH="1">
            <a:off x="5625591" y="9424416"/>
            <a:ext cx="9144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0" name="Connector 3887"/>
          <p:cNvSpPr/>
          <p:nvPr/>
        </p:nvSpPr>
        <p:spPr>
          <a:xfrm flipH="1">
            <a:off x="5513832" y="9782556"/>
            <a:ext cx="11176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1" name="Connector 3888"/>
          <p:cNvSpPr/>
          <p:nvPr/>
        </p:nvSpPr>
        <p:spPr>
          <a:xfrm>
            <a:off x="5513832" y="5843015"/>
            <a:ext cx="125730" cy="42976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2" name="Connector 3889"/>
          <p:cNvSpPr/>
          <p:nvPr/>
        </p:nvSpPr>
        <p:spPr>
          <a:xfrm>
            <a:off x="5639560" y="6272782"/>
            <a:ext cx="102872" cy="42977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3" name="Connector 3890"/>
          <p:cNvSpPr/>
          <p:nvPr/>
        </p:nvSpPr>
        <p:spPr>
          <a:xfrm>
            <a:off x="5742432" y="6702552"/>
            <a:ext cx="8001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4" name="Connector 3891"/>
          <p:cNvSpPr/>
          <p:nvPr/>
        </p:nvSpPr>
        <p:spPr>
          <a:xfrm>
            <a:off x="5822441" y="7132319"/>
            <a:ext cx="5715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5" name="Connector 3892"/>
          <p:cNvSpPr/>
          <p:nvPr/>
        </p:nvSpPr>
        <p:spPr>
          <a:xfrm>
            <a:off x="5879591" y="7562088"/>
            <a:ext cx="34290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6" name="Connector 3893"/>
          <p:cNvSpPr/>
          <p:nvPr/>
        </p:nvSpPr>
        <p:spPr>
          <a:xfrm>
            <a:off x="5913880" y="7991856"/>
            <a:ext cx="11432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7" name="Connector 3894"/>
          <p:cNvSpPr/>
          <p:nvPr/>
        </p:nvSpPr>
        <p:spPr>
          <a:xfrm flipH="1">
            <a:off x="5913882" y="8421623"/>
            <a:ext cx="1143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8" name="Connector 3895"/>
          <p:cNvSpPr/>
          <p:nvPr/>
        </p:nvSpPr>
        <p:spPr>
          <a:xfrm flipH="1">
            <a:off x="5879591" y="8851392"/>
            <a:ext cx="3429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9" name="Connector 3896"/>
          <p:cNvSpPr/>
          <p:nvPr/>
        </p:nvSpPr>
        <p:spPr>
          <a:xfrm flipH="1">
            <a:off x="5822441" y="9281159"/>
            <a:ext cx="5715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0" name="Connector 3897"/>
          <p:cNvSpPr/>
          <p:nvPr/>
        </p:nvSpPr>
        <p:spPr>
          <a:xfrm flipH="1">
            <a:off x="5742432" y="9710928"/>
            <a:ext cx="8001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1" name="Connector 3898"/>
          <p:cNvSpPr/>
          <p:nvPr/>
        </p:nvSpPr>
        <p:spPr>
          <a:xfrm flipH="1">
            <a:off x="5639561" y="10140695"/>
            <a:ext cx="10287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2" name="Connector 3899"/>
          <p:cNvSpPr/>
          <p:nvPr/>
        </p:nvSpPr>
        <p:spPr>
          <a:xfrm flipH="1">
            <a:off x="5513833" y="10570464"/>
            <a:ext cx="125730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3" name="Connector 3900"/>
          <p:cNvSpPr/>
          <p:nvPr/>
        </p:nvSpPr>
        <p:spPr>
          <a:xfrm>
            <a:off x="5513832" y="6702552"/>
            <a:ext cx="5588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4" name="Connector 3901"/>
          <p:cNvSpPr/>
          <p:nvPr/>
        </p:nvSpPr>
        <p:spPr>
          <a:xfrm>
            <a:off x="5569711" y="6774178"/>
            <a:ext cx="4572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5" name="Connector 3902"/>
          <p:cNvSpPr/>
          <p:nvPr/>
        </p:nvSpPr>
        <p:spPr>
          <a:xfrm>
            <a:off x="5615432" y="6845807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6" name="Connector 3903"/>
          <p:cNvSpPr/>
          <p:nvPr/>
        </p:nvSpPr>
        <p:spPr>
          <a:xfrm>
            <a:off x="5650991" y="6917435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7" name="Connector 3904"/>
          <p:cNvSpPr/>
          <p:nvPr/>
        </p:nvSpPr>
        <p:spPr>
          <a:xfrm>
            <a:off x="5676391" y="6989064"/>
            <a:ext cx="1524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8" name="Connector 3905"/>
          <p:cNvSpPr/>
          <p:nvPr/>
        </p:nvSpPr>
        <p:spPr>
          <a:xfrm>
            <a:off x="5691630" y="7060690"/>
            <a:ext cx="508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9" name="Connector 3906"/>
          <p:cNvSpPr/>
          <p:nvPr/>
        </p:nvSpPr>
        <p:spPr>
          <a:xfrm flipH="1">
            <a:off x="5691632" y="7132319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0" name="Connector 3907"/>
          <p:cNvSpPr/>
          <p:nvPr/>
        </p:nvSpPr>
        <p:spPr>
          <a:xfrm flipH="1">
            <a:off x="5676391" y="7203947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1" name="Connector 3908"/>
          <p:cNvSpPr/>
          <p:nvPr/>
        </p:nvSpPr>
        <p:spPr>
          <a:xfrm flipH="1">
            <a:off x="5650991" y="7275576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2" name="Connector 3909"/>
          <p:cNvSpPr/>
          <p:nvPr/>
        </p:nvSpPr>
        <p:spPr>
          <a:xfrm flipH="1">
            <a:off x="5615432" y="7347204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3" name="Connector 3910"/>
          <p:cNvSpPr/>
          <p:nvPr/>
        </p:nvSpPr>
        <p:spPr>
          <a:xfrm flipH="1">
            <a:off x="5569711" y="7418831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4" name="Connector 3911"/>
          <p:cNvSpPr/>
          <p:nvPr/>
        </p:nvSpPr>
        <p:spPr>
          <a:xfrm flipH="1">
            <a:off x="5513832" y="7490459"/>
            <a:ext cx="558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5" name="Connector 3912"/>
          <p:cNvSpPr/>
          <p:nvPr/>
        </p:nvSpPr>
        <p:spPr>
          <a:xfrm>
            <a:off x="5513832" y="6702552"/>
            <a:ext cx="698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6" name="Connector 3913"/>
          <p:cNvSpPr/>
          <p:nvPr/>
        </p:nvSpPr>
        <p:spPr>
          <a:xfrm>
            <a:off x="5583680" y="6845807"/>
            <a:ext cx="571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7" name="Connector 3914"/>
          <p:cNvSpPr/>
          <p:nvPr/>
        </p:nvSpPr>
        <p:spPr>
          <a:xfrm>
            <a:off x="5640832" y="6989064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8" name="Connector 3915"/>
          <p:cNvSpPr/>
          <p:nvPr/>
        </p:nvSpPr>
        <p:spPr>
          <a:xfrm>
            <a:off x="5685282" y="7132319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9" name="Connector 3916"/>
          <p:cNvSpPr/>
          <p:nvPr/>
        </p:nvSpPr>
        <p:spPr>
          <a:xfrm>
            <a:off x="5717032" y="7275576"/>
            <a:ext cx="190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0" name="Connector 3917"/>
          <p:cNvSpPr/>
          <p:nvPr/>
        </p:nvSpPr>
        <p:spPr>
          <a:xfrm>
            <a:off x="5736080" y="7418831"/>
            <a:ext cx="63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1" name="Connector 3918"/>
          <p:cNvSpPr/>
          <p:nvPr/>
        </p:nvSpPr>
        <p:spPr>
          <a:xfrm flipH="1">
            <a:off x="5736082" y="7562088"/>
            <a:ext cx="63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2" name="Connector 3919"/>
          <p:cNvSpPr/>
          <p:nvPr/>
        </p:nvSpPr>
        <p:spPr>
          <a:xfrm flipH="1">
            <a:off x="5717030" y="7705342"/>
            <a:ext cx="190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3" name="Connector 3920"/>
          <p:cNvSpPr/>
          <p:nvPr/>
        </p:nvSpPr>
        <p:spPr>
          <a:xfrm flipH="1">
            <a:off x="5685282" y="7848600"/>
            <a:ext cx="317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4" name="Connector 3921"/>
          <p:cNvSpPr/>
          <p:nvPr/>
        </p:nvSpPr>
        <p:spPr>
          <a:xfrm flipH="1">
            <a:off x="5640832" y="7991856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5" name="Connector 3922"/>
          <p:cNvSpPr/>
          <p:nvPr/>
        </p:nvSpPr>
        <p:spPr>
          <a:xfrm flipH="1">
            <a:off x="5583682" y="8135111"/>
            <a:ext cx="571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6" name="Connector 3923"/>
          <p:cNvSpPr/>
          <p:nvPr/>
        </p:nvSpPr>
        <p:spPr>
          <a:xfrm flipH="1">
            <a:off x="5513832" y="8278366"/>
            <a:ext cx="69851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7" name="Connector 3924"/>
          <p:cNvSpPr/>
          <p:nvPr/>
        </p:nvSpPr>
        <p:spPr>
          <a:xfrm>
            <a:off x="5513832" y="6702552"/>
            <a:ext cx="838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8" name="Connector 3925"/>
          <p:cNvSpPr/>
          <p:nvPr/>
        </p:nvSpPr>
        <p:spPr>
          <a:xfrm>
            <a:off x="5597650" y="6917435"/>
            <a:ext cx="68582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9" name="Connector 3926"/>
          <p:cNvSpPr/>
          <p:nvPr/>
        </p:nvSpPr>
        <p:spPr>
          <a:xfrm>
            <a:off x="5666232" y="7132319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0" name="Connector 3927"/>
          <p:cNvSpPr/>
          <p:nvPr/>
        </p:nvSpPr>
        <p:spPr>
          <a:xfrm>
            <a:off x="5719571" y="7347204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1" name="Connector 3928"/>
          <p:cNvSpPr/>
          <p:nvPr/>
        </p:nvSpPr>
        <p:spPr>
          <a:xfrm>
            <a:off x="5757671" y="7562088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2" name="Connector 3929"/>
          <p:cNvSpPr/>
          <p:nvPr/>
        </p:nvSpPr>
        <p:spPr>
          <a:xfrm>
            <a:off x="5780530" y="7776971"/>
            <a:ext cx="7622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3" name="Connector 3930"/>
          <p:cNvSpPr/>
          <p:nvPr/>
        </p:nvSpPr>
        <p:spPr>
          <a:xfrm flipH="1">
            <a:off x="5780532" y="7991856"/>
            <a:ext cx="76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4" name="Connector 3931"/>
          <p:cNvSpPr/>
          <p:nvPr/>
        </p:nvSpPr>
        <p:spPr>
          <a:xfrm flipH="1">
            <a:off x="5757671" y="8206740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5" name="Connector 3932"/>
          <p:cNvSpPr/>
          <p:nvPr/>
        </p:nvSpPr>
        <p:spPr>
          <a:xfrm flipH="1">
            <a:off x="5719571" y="8421623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6" name="Connector 3933"/>
          <p:cNvSpPr/>
          <p:nvPr/>
        </p:nvSpPr>
        <p:spPr>
          <a:xfrm flipH="1">
            <a:off x="5666233" y="8636507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7" name="Connector 3934"/>
          <p:cNvSpPr/>
          <p:nvPr/>
        </p:nvSpPr>
        <p:spPr>
          <a:xfrm flipH="1">
            <a:off x="5597650" y="8851392"/>
            <a:ext cx="68582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8" name="Connector 3935"/>
          <p:cNvSpPr/>
          <p:nvPr/>
        </p:nvSpPr>
        <p:spPr>
          <a:xfrm flipH="1">
            <a:off x="5513832" y="9066276"/>
            <a:ext cx="838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9" name="Connector 3936"/>
          <p:cNvSpPr/>
          <p:nvPr/>
        </p:nvSpPr>
        <p:spPr>
          <a:xfrm>
            <a:off x="5513832" y="6702552"/>
            <a:ext cx="9779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0" name="Connector 3937"/>
          <p:cNvSpPr/>
          <p:nvPr/>
        </p:nvSpPr>
        <p:spPr>
          <a:xfrm>
            <a:off x="5611621" y="6989063"/>
            <a:ext cx="80012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1" name="Connector 3938"/>
          <p:cNvSpPr/>
          <p:nvPr/>
        </p:nvSpPr>
        <p:spPr>
          <a:xfrm>
            <a:off x="5691632" y="7275576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2" name="Connector 3939"/>
          <p:cNvSpPr/>
          <p:nvPr/>
        </p:nvSpPr>
        <p:spPr>
          <a:xfrm>
            <a:off x="5753861" y="7562088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3" name="Connector 3940"/>
          <p:cNvSpPr/>
          <p:nvPr/>
        </p:nvSpPr>
        <p:spPr>
          <a:xfrm>
            <a:off x="5798311" y="7848600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4" name="Connector 3941"/>
          <p:cNvSpPr/>
          <p:nvPr/>
        </p:nvSpPr>
        <p:spPr>
          <a:xfrm>
            <a:off x="5824980" y="8135111"/>
            <a:ext cx="8892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5" name="Connector 3942"/>
          <p:cNvSpPr/>
          <p:nvPr/>
        </p:nvSpPr>
        <p:spPr>
          <a:xfrm flipH="1">
            <a:off x="5824982" y="8421623"/>
            <a:ext cx="88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6" name="Connector 3943"/>
          <p:cNvSpPr/>
          <p:nvPr/>
        </p:nvSpPr>
        <p:spPr>
          <a:xfrm flipH="1">
            <a:off x="5798312" y="8708135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7" name="Connector 3944"/>
          <p:cNvSpPr/>
          <p:nvPr/>
        </p:nvSpPr>
        <p:spPr>
          <a:xfrm flipH="1">
            <a:off x="5753861" y="8994647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8" name="Connector 3945"/>
          <p:cNvSpPr/>
          <p:nvPr/>
        </p:nvSpPr>
        <p:spPr>
          <a:xfrm flipH="1">
            <a:off x="5691632" y="9281159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9" name="Connector 3946"/>
          <p:cNvSpPr/>
          <p:nvPr/>
        </p:nvSpPr>
        <p:spPr>
          <a:xfrm flipH="1">
            <a:off x="5611621" y="9567671"/>
            <a:ext cx="80011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0" name="Connector 3947"/>
          <p:cNvSpPr/>
          <p:nvPr/>
        </p:nvSpPr>
        <p:spPr>
          <a:xfrm flipH="1">
            <a:off x="5513832" y="9854183"/>
            <a:ext cx="97791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1" name="Connector 3948"/>
          <p:cNvSpPr/>
          <p:nvPr/>
        </p:nvSpPr>
        <p:spPr>
          <a:xfrm>
            <a:off x="5513832" y="6702552"/>
            <a:ext cx="11176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2" name="Connector 3949"/>
          <p:cNvSpPr/>
          <p:nvPr/>
        </p:nvSpPr>
        <p:spPr>
          <a:xfrm>
            <a:off x="5625591" y="7060692"/>
            <a:ext cx="9144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3" name="Connector 3950"/>
          <p:cNvSpPr/>
          <p:nvPr/>
        </p:nvSpPr>
        <p:spPr>
          <a:xfrm>
            <a:off x="5717032" y="7418831"/>
            <a:ext cx="7112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4" name="Connector 3951"/>
          <p:cNvSpPr/>
          <p:nvPr/>
        </p:nvSpPr>
        <p:spPr>
          <a:xfrm>
            <a:off x="5788152" y="7776971"/>
            <a:ext cx="5080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5" name="Connector 3952"/>
          <p:cNvSpPr/>
          <p:nvPr/>
        </p:nvSpPr>
        <p:spPr>
          <a:xfrm>
            <a:off x="5838952" y="8135111"/>
            <a:ext cx="30479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6" name="Connector 3953"/>
          <p:cNvSpPr/>
          <p:nvPr/>
        </p:nvSpPr>
        <p:spPr>
          <a:xfrm>
            <a:off x="5869430" y="8493251"/>
            <a:ext cx="10162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7" name="Connector 3954"/>
          <p:cNvSpPr/>
          <p:nvPr/>
        </p:nvSpPr>
        <p:spPr>
          <a:xfrm flipH="1">
            <a:off x="5869432" y="8851392"/>
            <a:ext cx="1016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8" name="Connector 3955"/>
          <p:cNvSpPr/>
          <p:nvPr/>
        </p:nvSpPr>
        <p:spPr>
          <a:xfrm flipH="1">
            <a:off x="5838952" y="9209531"/>
            <a:ext cx="3048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9" name="Connector 3956"/>
          <p:cNvSpPr/>
          <p:nvPr/>
        </p:nvSpPr>
        <p:spPr>
          <a:xfrm flipH="1">
            <a:off x="5788152" y="9567671"/>
            <a:ext cx="5080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0" name="Connector 3957"/>
          <p:cNvSpPr/>
          <p:nvPr/>
        </p:nvSpPr>
        <p:spPr>
          <a:xfrm flipH="1">
            <a:off x="5717032" y="9925811"/>
            <a:ext cx="7112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1" name="Connector 3958"/>
          <p:cNvSpPr/>
          <p:nvPr/>
        </p:nvSpPr>
        <p:spPr>
          <a:xfrm flipH="1">
            <a:off x="5625591" y="10283952"/>
            <a:ext cx="91441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2" name="Connector 3959"/>
          <p:cNvSpPr/>
          <p:nvPr/>
        </p:nvSpPr>
        <p:spPr>
          <a:xfrm flipH="1">
            <a:off x="5513832" y="10642090"/>
            <a:ext cx="111761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3" name="Connector 3960"/>
          <p:cNvSpPr/>
          <p:nvPr/>
        </p:nvSpPr>
        <p:spPr>
          <a:xfrm>
            <a:off x="5513832" y="7562088"/>
            <a:ext cx="558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4" name="Connector 3961"/>
          <p:cNvSpPr/>
          <p:nvPr/>
        </p:nvSpPr>
        <p:spPr>
          <a:xfrm>
            <a:off x="5569711" y="7633716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5" name="Connector 3962"/>
          <p:cNvSpPr/>
          <p:nvPr/>
        </p:nvSpPr>
        <p:spPr>
          <a:xfrm>
            <a:off x="5615432" y="7705343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6" name="Connector 3963"/>
          <p:cNvSpPr/>
          <p:nvPr/>
        </p:nvSpPr>
        <p:spPr>
          <a:xfrm>
            <a:off x="5650991" y="7776971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7" name="Connector 3964"/>
          <p:cNvSpPr/>
          <p:nvPr/>
        </p:nvSpPr>
        <p:spPr>
          <a:xfrm>
            <a:off x="5676391" y="7848600"/>
            <a:ext cx="1524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8" name="Connector 3965"/>
          <p:cNvSpPr/>
          <p:nvPr/>
        </p:nvSpPr>
        <p:spPr>
          <a:xfrm>
            <a:off x="5691630" y="7920226"/>
            <a:ext cx="508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9" name="Connector 3966"/>
          <p:cNvSpPr/>
          <p:nvPr/>
        </p:nvSpPr>
        <p:spPr>
          <a:xfrm flipH="1">
            <a:off x="5691632" y="7991856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0" name="Connector 3967"/>
          <p:cNvSpPr/>
          <p:nvPr/>
        </p:nvSpPr>
        <p:spPr>
          <a:xfrm flipH="1">
            <a:off x="5676391" y="8063483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1" name="Connector 3968"/>
          <p:cNvSpPr/>
          <p:nvPr/>
        </p:nvSpPr>
        <p:spPr>
          <a:xfrm flipH="1">
            <a:off x="5650991" y="8135111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2" name="Connector 3969"/>
          <p:cNvSpPr/>
          <p:nvPr/>
        </p:nvSpPr>
        <p:spPr>
          <a:xfrm flipH="1">
            <a:off x="5615432" y="8206740"/>
            <a:ext cx="3556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3" name="Connector 3970"/>
          <p:cNvSpPr/>
          <p:nvPr/>
        </p:nvSpPr>
        <p:spPr>
          <a:xfrm flipH="1">
            <a:off x="5569711" y="8278366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4" name="Connector 3971"/>
          <p:cNvSpPr/>
          <p:nvPr/>
        </p:nvSpPr>
        <p:spPr>
          <a:xfrm flipH="1">
            <a:off x="5513832" y="8349994"/>
            <a:ext cx="558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5" name="Connector 3972"/>
          <p:cNvSpPr/>
          <p:nvPr/>
        </p:nvSpPr>
        <p:spPr>
          <a:xfrm>
            <a:off x="5513832" y="7562088"/>
            <a:ext cx="698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6" name="Connector 3973"/>
          <p:cNvSpPr/>
          <p:nvPr/>
        </p:nvSpPr>
        <p:spPr>
          <a:xfrm>
            <a:off x="5583680" y="7705342"/>
            <a:ext cx="571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7" name="Connector 3974"/>
          <p:cNvSpPr/>
          <p:nvPr/>
        </p:nvSpPr>
        <p:spPr>
          <a:xfrm>
            <a:off x="5640832" y="7848600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8" name="Connector 3975"/>
          <p:cNvSpPr/>
          <p:nvPr/>
        </p:nvSpPr>
        <p:spPr>
          <a:xfrm>
            <a:off x="5685282" y="7991856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9" name="Connector 3976"/>
          <p:cNvSpPr/>
          <p:nvPr/>
        </p:nvSpPr>
        <p:spPr>
          <a:xfrm>
            <a:off x="5717032" y="8135111"/>
            <a:ext cx="190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0" name="Connector 3977"/>
          <p:cNvSpPr/>
          <p:nvPr/>
        </p:nvSpPr>
        <p:spPr>
          <a:xfrm>
            <a:off x="5736080" y="8278366"/>
            <a:ext cx="63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1" name="Connector 3978"/>
          <p:cNvSpPr/>
          <p:nvPr/>
        </p:nvSpPr>
        <p:spPr>
          <a:xfrm flipH="1">
            <a:off x="5736082" y="8421623"/>
            <a:ext cx="63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2" name="Connector 3979"/>
          <p:cNvSpPr/>
          <p:nvPr/>
        </p:nvSpPr>
        <p:spPr>
          <a:xfrm flipH="1">
            <a:off x="5717030" y="8564880"/>
            <a:ext cx="190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3" name="Connector 3980"/>
          <p:cNvSpPr/>
          <p:nvPr/>
        </p:nvSpPr>
        <p:spPr>
          <a:xfrm flipH="1">
            <a:off x="5685282" y="8708135"/>
            <a:ext cx="317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4" name="Connector 3981"/>
          <p:cNvSpPr/>
          <p:nvPr/>
        </p:nvSpPr>
        <p:spPr>
          <a:xfrm flipH="1">
            <a:off x="5640832" y="8851392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5" name="Connector 3982"/>
          <p:cNvSpPr/>
          <p:nvPr/>
        </p:nvSpPr>
        <p:spPr>
          <a:xfrm flipH="1">
            <a:off x="5583682" y="8994647"/>
            <a:ext cx="571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6" name="Connector 3983"/>
          <p:cNvSpPr/>
          <p:nvPr/>
        </p:nvSpPr>
        <p:spPr>
          <a:xfrm flipH="1">
            <a:off x="5513832" y="9137902"/>
            <a:ext cx="69851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7" name="Connector 3984"/>
          <p:cNvSpPr/>
          <p:nvPr/>
        </p:nvSpPr>
        <p:spPr>
          <a:xfrm>
            <a:off x="5513832" y="7562088"/>
            <a:ext cx="838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8" name="Connector 3985"/>
          <p:cNvSpPr/>
          <p:nvPr/>
        </p:nvSpPr>
        <p:spPr>
          <a:xfrm>
            <a:off x="5597650" y="7776971"/>
            <a:ext cx="68582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9" name="Connector 3986"/>
          <p:cNvSpPr/>
          <p:nvPr/>
        </p:nvSpPr>
        <p:spPr>
          <a:xfrm>
            <a:off x="5666232" y="7991856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0" name="Connector 3987"/>
          <p:cNvSpPr/>
          <p:nvPr/>
        </p:nvSpPr>
        <p:spPr>
          <a:xfrm>
            <a:off x="5719571" y="8206740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1" name="Connector 3988"/>
          <p:cNvSpPr/>
          <p:nvPr/>
        </p:nvSpPr>
        <p:spPr>
          <a:xfrm>
            <a:off x="5757671" y="8421623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2" name="Connector 3989"/>
          <p:cNvSpPr/>
          <p:nvPr/>
        </p:nvSpPr>
        <p:spPr>
          <a:xfrm>
            <a:off x="5780530" y="8636506"/>
            <a:ext cx="7622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3" name="Connector 3990"/>
          <p:cNvSpPr/>
          <p:nvPr/>
        </p:nvSpPr>
        <p:spPr>
          <a:xfrm flipH="1">
            <a:off x="5780532" y="8851392"/>
            <a:ext cx="76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4" name="Connector 3991"/>
          <p:cNvSpPr/>
          <p:nvPr/>
        </p:nvSpPr>
        <p:spPr>
          <a:xfrm flipH="1">
            <a:off x="5757671" y="9066276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5" name="Connector 3992"/>
          <p:cNvSpPr/>
          <p:nvPr/>
        </p:nvSpPr>
        <p:spPr>
          <a:xfrm flipH="1">
            <a:off x="5719571" y="9281159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6" name="Connector 3993"/>
          <p:cNvSpPr/>
          <p:nvPr/>
        </p:nvSpPr>
        <p:spPr>
          <a:xfrm flipH="1">
            <a:off x="5666233" y="9496043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7" name="Connector 3994"/>
          <p:cNvSpPr/>
          <p:nvPr/>
        </p:nvSpPr>
        <p:spPr>
          <a:xfrm flipH="1">
            <a:off x="5597650" y="9710928"/>
            <a:ext cx="68582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8" name="Connector 3995"/>
          <p:cNvSpPr/>
          <p:nvPr/>
        </p:nvSpPr>
        <p:spPr>
          <a:xfrm flipH="1">
            <a:off x="5513832" y="9925811"/>
            <a:ext cx="838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9" name="Connector 3996"/>
          <p:cNvSpPr/>
          <p:nvPr/>
        </p:nvSpPr>
        <p:spPr>
          <a:xfrm>
            <a:off x="5513832" y="7562088"/>
            <a:ext cx="9779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0" name="Connector 3997"/>
          <p:cNvSpPr/>
          <p:nvPr/>
        </p:nvSpPr>
        <p:spPr>
          <a:xfrm>
            <a:off x="5611621" y="7848599"/>
            <a:ext cx="80012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1" name="Connector 3998"/>
          <p:cNvSpPr/>
          <p:nvPr/>
        </p:nvSpPr>
        <p:spPr>
          <a:xfrm>
            <a:off x="5691632" y="8135111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2" name="Connector 3999"/>
          <p:cNvSpPr/>
          <p:nvPr/>
        </p:nvSpPr>
        <p:spPr>
          <a:xfrm>
            <a:off x="5753861" y="8421623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3" name="Connector 4000"/>
          <p:cNvSpPr/>
          <p:nvPr/>
        </p:nvSpPr>
        <p:spPr>
          <a:xfrm>
            <a:off x="5798311" y="8708135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4" name="Connector 4001"/>
          <p:cNvSpPr/>
          <p:nvPr/>
        </p:nvSpPr>
        <p:spPr>
          <a:xfrm>
            <a:off x="5824980" y="8994647"/>
            <a:ext cx="8892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5" name="Connector 4002"/>
          <p:cNvSpPr/>
          <p:nvPr/>
        </p:nvSpPr>
        <p:spPr>
          <a:xfrm flipH="1">
            <a:off x="5824982" y="9281159"/>
            <a:ext cx="88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6" name="Connector 4003"/>
          <p:cNvSpPr/>
          <p:nvPr/>
        </p:nvSpPr>
        <p:spPr>
          <a:xfrm flipH="1">
            <a:off x="5798312" y="9567671"/>
            <a:ext cx="2667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7" name="Connector 4004"/>
          <p:cNvSpPr/>
          <p:nvPr/>
        </p:nvSpPr>
        <p:spPr>
          <a:xfrm flipH="1">
            <a:off x="5753861" y="9854183"/>
            <a:ext cx="44451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8" name="Connector 4005"/>
          <p:cNvSpPr/>
          <p:nvPr/>
        </p:nvSpPr>
        <p:spPr>
          <a:xfrm flipH="1">
            <a:off x="5691632" y="10140695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9" name="Connector 4006"/>
          <p:cNvSpPr/>
          <p:nvPr/>
        </p:nvSpPr>
        <p:spPr>
          <a:xfrm flipH="1">
            <a:off x="5611621" y="10427207"/>
            <a:ext cx="80011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0" name="Connector 4007"/>
          <p:cNvSpPr/>
          <p:nvPr/>
        </p:nvSpPr>
        <p:spPr>
          <a:xfrm flipH="1">
            <a:off x="5513832" y="10713718"/>
            <a:ext cx="97791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1" name="Connector 4008"/>
          <p:cNvSpPr/>
          <p:nvPr/>
        </p:nvSpPr>
        <p:spPr>
          <a:xfrm>
            <a:off x="5513832" y="8421623"/>
            <a:ext cx="5588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2" name="Connector 4009"/>
          <p:cNvSpPr/>
          <p:nvPr/>
        </p:nvSpPr>
        <p:spPr>
          <a:xfrm>
            <a:off x="5569711" y="8493251"/>
            <a:ext cx="4572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3" name="Connector 4010"/>
          <p:cNvSpPr/>
          <p:nvPr/>
        </p:nvSpPr>
        <p:spPr>
          <a:xfrm>
            <a:off x="5615432" y="8564880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4" name="Connector 4011"/>
          <p:cNvSpPr/>
          <p:nvPr/>
        </p:nvSpPr>
        <p:spPr>
          <a:xfrm>
            <a:off x="5650991" y="8636507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5" name="Connector 4012"/>
          <p:cNvSpPr/>
          <p:nvPr/>
        </p:nvSpPr>
        <p:spPr>
          <a:xfrm>
            <a:off x="5676391" y="8708135"/>
            <a:ext cx="1524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6" name="Connector 4013"/>
          <p:cNvSpPr/>
          <p:nvPr/>
        </p:nvSpPr>
        <p:spPr>
          <a:xfrm>
            <a:off x="5691630" y="8779763"/>
            <a:ext cx="508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7" name="Connector 4014"/>
          <p:cNvSpPr/>
          <p:nvPr/>
        </p:nvSpPr>
        <p:spPr>
          <a:xfrm flipH="1">
            <a:off x="5691632" y="8851392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8" name="Connector 4015"/>
          <p:cNvSpPr/>
          <p:nvPr/>
        </p:nvSpPr>
        <p:spPr>
          <a:xfrm flipH="1">
            <a:off x="5676391" y="8923019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9" name="Connector 4016"/>
          <p:cNvSpPr/>
          <p:nvPr/>
        </p:nvSpPr>
        <p:spPr>
          <a:xfrm flipH="1">
            <a:off x="5650991" y="8994647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0" name="Connector 4017"/>
          <p:cNvSpPr/>
          <p:nvPr/>
        </p:nvSpPr>
        <p:spPr>
          <a:xfrm flipH="1">
            <a:off x="5615432" y="9066276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1" name="Connector 4018"/>
          <p:cNvSpPr/>
          <p:nvPr/>
        </p:nvSpPr>
        <p:spPr>
          <a:xfrm flipH="1">
            <a:off x="5569711" y="9137904"/>
            <a:ext cx="4572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2" name="Connector 4019"/>
          <p:cNvSpPr/>
          <p:nvPr/>
        </p:nvSpPr>
        <p:spPr>
          <a:xfrm flipH="1">
            <a:off x="5513832" y="9209530"/>
            <a:ext cx="558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3" name="Connector 4020"/>
          <p:cNvSpPr/>
          <p:nvPr/>
        </p:nvSpPr>
        <p:spPr>
          <a:xfrm>
            <a:off x="5513832" y="8421623"/>
            <a:ext cx="698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4" name="Connector 4021"/>
          <p:cNvSpPr/>
          <p:nvPr/>
        </p:nvSpPr>
        <p:spPr>
          <a:xfrm>
            <a:off x="5583680" y="8564880"/>
            <a:ext cx="571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5" name="Connector 4022"/>
          <p:cNvSpPr/>
          <p:nvPr/>
        </p:nvSpPr>
        <p:spPr>
          <a:xfrm>
            <a:off x="5640832" y="8708135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6" name="Connector 4023"/>
          <p:cNvSpPr/>
          <p:nvPr/>
        </p:nvSpPr>
        <p:spPr>
          <a:xfrm>
            <a:off x="5685282" y="8851392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7" name="Connector 4024"/>
          <p:cNvSpPr/>
          <p:nvPr/>
        </p:nvSpPr>
        <p:spPr>
          <a:xfrm>
            <a:off x="5717032" y="8994647"/>
            <a:ext cx="190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8" name="Connector 4025"/>
          <p:cNvSpPr/>
          <p:nvPr/>
        </p:nvSpPr>
        <p:spPr>
          <a:xfrm>
            <a:off x="5736080" y="9137902"/>
            <a:ext cx="63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9" name="Connector 4026"/>
          <p:cNvSpPr/>
          <p:nvPr/>
        </p:nvSpPr>
        <p:spPr>
          <a:xfrm flipH="1">
            <a:off x="5736082" y="9281159"/>
            <a:ext cx="63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0" name="Connector 4027"/>
          <p:cNvSpPr/>
          <p:nvPr/>
        </p:nvSpPr>
        <p:spPr>
          <a:xfrm flipH="1">
            <a:off x="5717030" y="9424416"/>
            <a:ext cx="190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1" name="Connector 4028"/>
          <p:cNvSpPr/>
          <p:nvPr/>
        </p:nvSpPr>
        <p:spPr>
          <a:xfrm flipH="1">
            <a:off x="5685282" y="9567671"/>
            <a:ext cx="317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2" name="Connector 4029"/>
          <p:cNvSpPr/>
          <p:nvPr/>
        </p:nvSpPr>
        <p:spPr>
          <a:xfrm flipH="1">
            <a:off x="5640832" y="9710928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3" name="Connector 4030"/>
          <p:cNvSpPr/>
          <p:nvPr/>
        </p:nvSpPr>
        <p:spPr>
          <a:xfrm flipH="1">
            <a:off x="5583682" y="9854183"/>
            <a:ext cx="571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4" name="Connector 4031"/>
          <p:cNvSpPr/>
          <p:nvPr/>
        </p:nvSpPr>
        <p:spPr>
          <a:xfrm flipH="1">
            <a:off x="5513832" y="9997439"/>
            <a:ext cx="69851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5" name="Connector 4032"/>
          <p:cNvSpPr/>
          <p:nvPr/>
        </p:nvSpPr>
        <p:spPr>
          <a:xfrm>
            <a:off x="5513832" y="8421623"/>
            <a:ext cx="8382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6" name="Connector 4033"/>
          <p:cNvSpPr/>
          <p:nvPr/>
        </p:nvSpPr>
        <p:spPr>
          <a:xfrm>
            <a:off x="5597650" y="8636506"/>
            <a:ext cx="68582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7" name="Connector 4034"/>
          <p:cNvSpPr/>
          <p:nvPr/>
        </p:nvSpPr>
        <p:spPr>
          <a:xfrm>
            <a:off x="5666232" y="8851392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8" name="Connector 4035"/>
          <p:cNvSpPr/>
          <p:nvPr/>
        </p:nvSpPr>
        <p:spPr>
          <a:xfrm>
            <a:off x="5719571" y="9066276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9" name="Connector 4036"/>
          <p:cNvSpPr/>
          <p:nvPr/>
        </p:nvSpPr>
        <p:spPr>
          <a:xfrm>
            <a:off x="5757671" y="9281159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0" name="Connector 4037"/>
          <p:cNvSpPr/>
          <p:nvPr/>
        </p:nvSpPr>
        <p:spPr>
          <a:xfrm>
            <a:off x="5780530" y="9496042"/>
            <a:ext cx="7622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1" name="Connector 4038"/>
          <p:cNvSpPr/>
          <p:nvPr/>
        </p:nvSpPr>
        <p:spPr>
          <a:xfrm flipH="1">
            <a:off x="5780532" y="9710928"/>
            <a:ext cx="76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2" name="Connector 4039"/>
          <p:cNvSpPr/>
          <p:nvPr/>
        </p:nvSpPr>
        <p:spPr>
          <a:xfrm flipH="1">
            <a:off x="5757671" y="9925811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3" name="Connector 4040"/>
          <p:cNvSpPr/>
          <p:nvPr/>
        </p:nvSpPr>
        <p:spPr>
          <a:xfrm flipH="1">
            <a:off x="5719571" y="10140695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4" name="Connector 4041"/>
          <p:cNvSpPr/>
          <p:nvPr/>
        </p:nvSpPr>
        <p:spPr>
          <a:xfrm flipH="1">
            <a:off x="5666233" y="10355580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5" name="Connector 4042"/>
          <p:cNvSpPr/>
          <p:nvPr/>
        </p:nvSpPr>
        <p:spPr>
          <a:xfrm flipH="1">
            <a:off x="5597650" y="10570464"/>
            <a:ext cx="68582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6" name="Connector 4043"/>
          <p:cNvSpPr/>
          <p:nvPr/>
        </p:nvSpPr>
        <p:spPr>
          <a:xfrm flipH="1">
            <a:off x="5513832" y="10785347"/>
            <a:ext cx="838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7" name="Connector 4044"/>
          <p:cNvSpPr/>
          <p:nvPr/>
        </p:nvSpPr>
        <p:spPr>
          <a:xfrm>
            <a:off x="5513832" y="9281159"/>
            <a:ext cx="5588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8" name="Connector 4045"/>
          <p:cNvSpPr/>
          <p:nvPr/>
        </p:nvSpPr>
        <p:spPr>
          <a:xfrm>
            <a:off x="5569711" y="9352787"/>
            <a:ext cx="4572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9" name="Connector 4046"/>
          <p:cNvSpPr/>
          <p:nvPr/>
        </p:nvSpPr>
        <p:spPr>
          <a:xfrm>
            <a:off x="5615432" y="9424416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0" name="Connector 4047"/>
          <p:cNvSpPr/>
          <p:nvPr/>
        </p:nvSpPr>
        <p:spPr>
          <a:xfrm>
            <a:off x="5650991" y="9496043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1" name="Connector 4048"/>
          <p:cNvSpPr/>
          <p:nvPr/>
        </p:nvSpPr>
        <p:spPr>
          <a:xfrm>
            <a:off x="5676391" y="9567671"/>
            <a:ext cx="1524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2" name="Connector 4049"/>
          <p:cNvSpPr/>
          <p:nvPr/>
        </p:nvSpPr>
        <p:spPr>
          <a:xfrm>
            <a:off x="5691630" y="9639299"/>
            <a:ext cx="508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3" name="Connector 4050"/>
          <p:cNvSpPr/>
          <p:nvPr/>
        </p:nvSpPr>
        <p:spPr>
          <a:xfrm flipH="1">
            <a:off x="5691632" y="9710928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4" name="Connector 4051"/>
          <p:cNvSpPr/>
          <p:nvPr/>
        </p:nvSpPr>
        <p:spPr>
          <a:xfrm flipH="1">
            <a:off x="5676391" y="9782556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5" name="Connector 4052"/>
          <p:cNvSpPr/>
          <p:nvPr/>
        </p:nvSpPr>
        <p:spPr>
          <a:xfrm flipH="1">
            <a:off x="5650991" y="9854183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6" name="Connector 4053"/>
          <p:cNvSpPr/>
          <p:nvPr/>
        </p:nvSpPr>
        <p:spPr>
          <a:xfrm flipH="1">
            <a:off x="5615432" y="9925811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7" name="Connector 4054"/>
          <p:cNvSpPr/>
          <p:nvPr/>
        </p:nvSpPr>
        <p:spPr>
          <a:xfrm flipH="1">
            <a:off x="5569711" y="9997440"/>
            <a:ext cx="4572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8" name="Connector 4055"/>
          <p:cNvSpPr/>
          <p:nvPr/>
        </p:nvSpPr>
        <p:spPr>
          <a:xfrm flipH="1">
            <a:off x="5513832" y="10069066"/>
            <a:ext cx="558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9" name="Connector 4056"/>
          <p:cNvSpPr/>
          <p:nvPr/>
        </p:nvSpPr>
        <p:spPr>
          <a:xfrm>
            <a:off x="5513832" y="9281159"/>
            <a:ext cx="698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0" name="Connector 4057"/>
          <p:cNvSpPr/>
          <p:nvPr/>
        </p:nvSpPr>
        <p:spPr>
          <a:xfrm>
            <a:off x="5583680" y="9424414"/>
            <a:ext cx="571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1" name="Connector 4058"/>
          <p:cNvSpPr/>
          <p:nvPr/>
        </p:nvSpPr>
        <p:spPr>
          <a:xfrm>
            <a:off x="5640832" y="9567671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2" name="Connector 4059"/>
          <p:cNvSpPr/>
          <p:nvPr/>
        </p:nvSpPr>
        <p:spPr>
          <a:xfrm>
            <a:off x="5685282" y="9710928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3" name="Connector 4060"/>
          <p:cNvSpPr/>
          <p:nvPr/>
        </p:nvSpPr>
        <p:spPr>
          <a:xfrm>
            <a:off x="5717032" y="9854183"/>
            <a:ext cx="190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4" name="Connector 4061"/>
          <p:cNvSpPr/>
          <p:nvPr/>
        </p:nvSpPr>
        <p:spPr>
          <a:xfrm>
            <a:off x="5736080" y="9997439"/>
            <a:ext cx="63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5" name="Connector 4062"/>
          <p:cNvSpPr/>
          <p:nvPr/>
        </p:nvSpPr>
        <p:spPr>
          <a:xfrm flipH="1">
            <a:off x="5736082" y="10140695"/>
            <a:ext cx="63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6" name="Connector 4063"/>
          <p:cNvSpPr/>
          <p:nvPr/>
        </p:nvSpPr>
        <p:spPr>
          <a:xfrm flipH="1">
            <a:off x="5717030" y="10283951"/>
            <a:ext cx="190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7" name="Connector 4064"/>
          <p:cNvSpPr/>
          <p:nvPr/>
        </p:nvSpPr>
        <p:spPr>
          <a:xfrm flipH="1">
            <a:off x="5685282" y="10427207"/>
            <a:ext cx="317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8" name="Connector 4065"/>
          <p:cNvSpPr/>
          <p:nvPr/>
        </p:nvSpPr>
        <p:spPr>
          <a:xfrm flipH="1">
            <a:off x="5640832" y="10570464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9" name="Connector 4066"/>
          <p:cNvSpPr/>
          <p:nvPr/>
        </p:nvSpPr>
        <p:spPr>
          <a:xfrm flipH="1">
            <a:off x="5583682" y="10713719"/>
            <a:ext cx="571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0" name="Connector 4067"/>
          <p:cNvSpPr/>
          <p:nvPr/>
        </p:nvSpPr>
        <p:spPr>
          <a:xfrm flipH="1">
            <a:off x="5513832" y="10856976"/>
            <a:ext cx="698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1" name="Connector 4068"/>
          <p:cNvSpPr/>
          <p:nvPr/>
        </p:nvSpPr>
        <p:spPr>
          <a:xfrm>
            <a:off x="5513832" y="10140695"/>
            <a:ext cx="558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2" name="Connector 4069"/>
          <p:cNvSpPr/>
          <p:nvPr/>
        </p:nvSpPr>
        <p:spPr>
          <a:xfrm>
            <a:off x="5569711" y="10212323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3" name="Connector 4070"/>
          <p:cNvSpPr/>
          <p:nvPr/>
        </p:nvSpPr>
        <p:spPr>
          <a:xfrm>
            <a:off x="5615432" y="10283952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4" name="Connector 4071"/>
          <p:cNvSpPr/>
          <p:nvPr/>
        </p:nvSpPr>
        <p:spPr>
          <a:xfrm>
            <a:off x="5650991" y="10355580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5" name="Connector 4072"/>
          <p:cNvSpPr/>
          <p:nvPr/>
        </p:nvSpPr>
        <p:spPr>
          <a:xfrm>
            <a:off x="5676391" y="10427207"/>
            <a:ext cx="1524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6" name="Connector 4073"/>
          <p:cNvSpPr/>
          <p:nvPr/>
        </p:nvSpPr>
        <p:spPr>
          <a:xfrm>
            <a:off x="5691630" y="10498835"/>
            <a:ext cx="508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7" name="Connector 4074"/>
          <p:cNvSpPr/>
          <p:nvPr/>
        </p:nvSpPr>
        <p:spPr>
          <a:xfrm flipH="1">
            <a:off x="5691632" y="10570464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8" name="Connector 4075"/>
          <p:cNvSpPr/>
          <p:nvPr/>
        </p:nvSpPr>
        <p:spPr>
          <a:xfrm flipH="1">
            <a:off x="5676391" y="10642092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9" name="Connector 4076"/>
          <p:cNvSpPr/>
          <p:nvPr/>
        </p:nvSpPr>
        <p:spPr>
          <a:xfrm flipH="1">
            <a:off x="5650991" y="10713719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0" name="Connector 4077"/>
          <p:cNvSpPr/>
          <p:nvPr/>
        </p:nvSpPr>
        <p:spPr>
          <a:xfrm flipH="1">
            <a:off x="5615432" y="10785347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1" name="Connector 4078"/>
          <p:cNvSpPr/>
          <p:nvPr/>
        </p:nvSpPr>
        <p:spPr>
          <a:xfrm flipH="1">
            <a:off x="5569711" y="10856976"/>
            <a:ext cx="4572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2" name="Connector 4079"/>
          <p:cNvSpPr/>
          <p:nvPr/>
        </p:nvSpPr>
        <p:spPr>
          <a:xfrm flipH="1">
            <a:off x="5513832" y="10928602"/>
            <a:ext cx="558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3" name="Connector 4080"/>
          <p:cNvSpPr/>
          <p:nvPr/>
        </p:nvSpPr>
        <p:spPr>
          <a:xfrm>
            <a:off x="6574535" y="4983479"/>
            <a:ext cx="5588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4" name="Connector 4081"/>
          <p:cNvSpPr/>
          <p:nvPr/>
        </p:nvSpPr>
        <p:spPr>
          <a:xfrm>
            <a:off x="6630416" y="5055106"/>
            <a:ext cx="4572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5" name="Connector 4082"/>
          <p:cNvSpPr/>
          <p:nvPr/>
        </p:nvSpPr>
        <p:spPr>
          <a:xfrm>
            <a:off x="6676135" y="5126735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6" name="Connector 4083"/>
          <p:cNvSpPr/>
          <p:nvPr/>
        </p:nvSpPr>
        <p:spPr>
          <a:xfrm>
            <a:off x="6711695" y="5198364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7" name="Connector 4084"/>
          <p:cNvSpPr/>
          <p:nvPr/>
        </p:nvSpPr>
        <p:spPr>
          <a:xfrm>
            <a:off x="6737095" y="5269991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8" name="Connector 4085"/>
          <p:cNvSpPr/>
          <p:nvPr/>
        </p:nvSpPr>
        <p:spPr>
          <a:xfrm>
            <a:off x="6752335" y="5341618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9" name="Connector 4086"/>
          <p:cNvSpPr/>
          <p:nvPr/>
        </p:nvSpPr>
        <p:spPr>
          <a:xfrm flipH="1">
            <a:off x="6752335" y="5413247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0" name="Connector 4087"/>
          <p:cNvSpPr/>
          <p:nvPr/>
        </p:nvSpPr>
        <p:spPr>
          <a:xfrm flipH="1">
            <a:off x="6737095" y="5484876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1" name="Connector 4088"/>
          <p:cNvSpPr/>
          <p:nvPr/>
        </p:nvSpPr>
        <p:spPr>
          <a:xfrm flipH="1">
            <a:off x="6711695" y="5556503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2" name="Connector 4089"/>
          <p:cNvSpPr/>
          <p:nvPr/>
        </p:nvSpPr>
        <p:spPr>
          <a:xfrm flipH="1">
            <a:off x="6676135" y="5628132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3" name="Connector 4090"/>
          <p:cNvSpPr/>
          <p:nvPr/>
        </p:nvSpPr>
        <p:spPr>
          <a:xfrm flipH="1">
            <a:off x="6630416" y="5699759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4" name="Connector 4091"/>
          <p:cNvSpPr/>
          <p:nvPr/>
        </p:nvSpPr>
        <p:spPr>
          <a:xfrm flipH="1">
            <a:off x="6574535" y="5771388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5" name="Connector 4092"/>
          <p:cNvSpPr/>
          <p:nvPr/>
        </p:nvSpPr>
        <p:spPr>
          <a:xfrm>
            <a:off x="6574535" y="4983479"/>
            <a:ext cx="69850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6" name="Connector 4093"/>
          <p:cNvSpPr/>
          <p:nvPr/>
        </p:nvSpPr>
        <p:spPr>
          <a:xfrm>
            <a:off x="6644385" y="5126735"/>
            <a:ext cx="57152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7" name="Connector 4094"/>
          <p:cNvSpPr/>
          <p:nvPr/>
        </p:nvSpPr>
        <p:spPr>
          <a:xfrm>
            <a:off x="6701535" y="5269991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8" name="Connector 4095"/>
          <p:cNvSpPr/>
          <p:nvPr/>
        </p:nvSpPr>
        <p:spPr>
          <a:xfrm>
            <a:off x="6745985" y="5413247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9" name="Connector 4096"/>
          <p:cNvSpPr/>
          <p:nvPr/>
        </p:nvSpPr>
        <p:spPr>
          <a:xfrm>
            <a:off x="6777735" y="5556503"/>
            <a:ext cx="190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0" name="Connector 4097"/>
          <p:cNvSpPr/>
          <p:nvPr/>
        </p:nvSpPr>
        <p:spPr>
          <a:xfrm>
            <a:off x="6796785" y="5699759"/>
            <a:ext cx="63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1" name="Connector 4098"/>
          <p:cNvSpPr/>
          <p:nvPr/>
        </p:nvSpPr>
        <p:spPr>
          <a:xfrm flipH="1">
            <a:off x="6796785" y="5843015"/>
            <a:ext cx="63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2" name="Connector 4099"/>
          <p:cNvSpPr/>
          <p:nvPr/>
        </p:nvSpPr>
        <p:spPr>
          <a:xfrm flipH="1">
            <a:off x="6777735" y="5986271"/>
            <a:ext cx="190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3" name="Connector 4100"/>
          <p:cNvSpPr/>
          <p:nvPr/>
        </p:nvSpPr>
        <p:spPr>
          <a:xfrm flipH="1">
            <a:off x="6745985" y="6129527"/>
            <a:ext cx="317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4" name="Connector 4101"/>
          <p:cNvSpPr/>
          <p:nvPr/>
        </p:nvSpPr>
        <p:spPr>
          <a:xfrm flipH="1">
            <a:off x="6701535" y="6272784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5" name="Connector 4102"/>
          <p:cNvSpPr/>
          <p:nvPr/>
        </p:nvSpPr>
        <p:spPr>
          <a:xfrm flipH="1">
            <a:off x="6644385" y="6416040"/>
            <a:ext cx="571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6" name="Connector 4103"/>
          <p:cNvSpPr/>
          <p:nvPr/>
        </p:nvSpPr>
        <p:spPr>
          <a:xfrm flipH="1">
            <a:off x="6574535" y="6559295"/>
            <a:ext cx="698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7" name="Connector 4104"/>
          <p:cNvSpPr/>
          <p:nvPr/>
        </p:nvSpPr>
        <p:spPr>
          <a:xfrm>
            <a:off x="6574535" y="4983479"/>
            <a:ext cx="8382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8" name="Connector 4105"/>
          <p:cNvSpPr/>
          <p:nvPr/>
        </p:nvSpPr>
        <p:spPr>
          <a:xfrm>
            <a:off x="6658356" y="5198362"/>
            <a:ext cx="6858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9" name="Connector 4106"/>
          <p:cNvSpPr/>
          <p:nvPr/>
        </p:nvSpPr>
        <p:spPr>
          <a:xfrm>
            <a:off x="6726935" y="5413247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0" name="Connector 4107"/>
          <p:cNvSpPr/>
          <p:nvPr/>
        </p:nvSpPr>
        <p:spPr>
          <a:xfrm>
            <a:off x="6780276" y="5628132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1" name="Connector 4108"/>
          <p:cNvSpPr/>
          <p:nvPr/>
        </p:nvSpPr>
        <p:spPr>
          <a:xfrm>
            <a:off x="6818376" y="5843015"/>
            <a:ext cx="22860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2" name="Connector 4109"/>
          <p:cNvSpPr/>
          <p:nvPr/>
        </p:nvSpPr>
        <p:spPr>
          <a:xfrm>
            <a:off x="6841235" y="6057898"/>
            <a:ext cx="7622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3" name="Connector 4110"/>
          <p:cNvSpPr/>
          <p:nvPr/>
        </p:nvSpPr>
        <p:spPr>
          <a:xfrm flipH="1">
            <a:off x="6841235" y="6272784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4" name="Connector 4111"/>
          <p:cNvSpPr/>
          <p:nvPr/>
        </p:nvSpPr>
        <p:spPr>
          <a:xfrm flipH="1">
            <a:off x="6818376" y="6487667"/>
            <a:ext cx="2286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5" name="Connector 4112"/>
          <p:cNvSpPr/>
          <p:nvPr/>
        </p:nvSpPr>
        <p:spPr>
          <a:xfrm flipH="1">
            <a:off x="6780276" y="6702552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6" name="Connector 4113"/>
          <p:cNvSpPr/>
          <p:nvPr/>
        </p:nvSpPr>
        <p:spPr>
          <a:xfrm flipH="1">
            <a:off x="6726936" y="6917435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7" name="Connector 4114"/>
          <p:cNvSpPr/>
          <p:nvPr/>
        </p:nvSpPr>
        <p:spPr>
          <a:xfrm flipH="1">
            <a:off x="6658356" y="7132319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8" name="Connector 4115"/>
          <p:cNvSpPr/>
          <p:nvPr/>
        </p:nvSpPr>
        <p:spPr>
          <a:xfrm flipH="1">
            <a:off x="6574535" y="7347204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9" name="Connector 4116"/>
          <p:cNvSpPr/>
          <p:nvPr/>
        </p:nvSpPr>
        <p:spPr>
          <a:xfrm>
            <a:off x="6574535" y="4983479"/>
            <a:ext cx="9779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0" name="Connector 4117"/>
          <p:cNvSpPr/>
          <p:nvPr/>
        </p:nvSpPr>
        <p:spPr>
          <a:xfrm>
            <a:off x="6672325" y="5269991"/>
            <a:ext cx="8001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1" name="Connector 4118"/>
          <p:cNvSpPr/>
          <p:nvPr/>
        </p:nvSpPr>
        <p:spPr>
          <a:xfrm>
            <a:off x="6752335" y="5556503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2" name="Connector 4119"/>
          <p:cNvSpPr/>
          <p:nvPr/>
        </p:nvSpPr>
        <p:spPr>
          <a:xfrm>
            <a:off x="6814566" y="5843015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3" name="Connector 4120"/>
          <p:cNvSpPr/>
          <p:nvPr/>
        </p:nvSpPr>
        <p:spPr>
          <a:xfrm>
            <a:off x="6859016" y="6129528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4" name="Connector 4121"/>
          <p:cNvSpPr/>
          <p:nvPr/>
        </p:nvSpPr>
        <p:spPr>
          <a:xfrm>
            <a:off x="6885685" y="6416040"/>
            <a:ext cx="889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5" name="Connector 4122"/>
          <p:cNvSpPr/>
          <p:nvPr/>
        </p:nvSpPr>
        <p:spPr>
          <a:xfrm flipH="1">
            <a:off x="6885685" y="6702552"/>
            <a:ext cx="889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6" name="Connector 4123"/>
          <p:cNvSpPr/>
          <p:nvPr/>
        </p:nvSpPr>
        <p:spPr>
          <a:xfrm flipH="1">
            <a:off x="6859017" y="6989064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7" name="Connector 4124"/>
          <p:cNvSpPr/>
          <p:nvPr/>
        </p:nvSpPr>
        <p:spPr>
          <a:xfrm flipH="1">
            <a:off x="6814566" y="7275576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8" name="Connector 4125"/>
          <p:cNvSpPr/>
          <p:nvPr/>
        </p:nvSpPr>
        <p:spPr>
          <a:xfrm flipH="1">
            <a:off x="6752335" y="7562088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9" name="Connector 4126"/>
          <p:cNvSpPr/>
          <p:nvPr/>
        </p:nvSpPr>
        <p:spPr>
          <a:xfrm flipH="1">
            <a:off x="6672326" y="7848600"/>
            <a:ext cx="8001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0" name="Connector 4127"/>
          <p:cNvSpPr/>
          <p:nvPr/>
        </p:nvSpPr>
        <p:spPr>
          <a:xfrm flipH="1">
            <a:off x="6574535" y="8135111"/>
            <a:ext cx="9779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1" name="Connector 4128"/>
          <p:cNvSpPr/>
          <p:nvPr/>
        </p:nvSpPr>
        <p:spPr>
          <a:xfrm>
            <a:off x="6574535" y="4983479"/>
            <a:ext cx="111760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2" name="Connector 4129"/>
          <p:cNvSpPr/>
          <p:nvPr/>
        </p:nvSpPr>
        <p:spPr>
          <a:xfrm>
            <a:off x="6686294" y="5341618"/>
            <a:ext cx="91442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3" name="Connector 4130"/>
          <p:cNvSpPr/>
          <p:nvPr/>
        </p:nvSpPr>
        <p:spPr>
          <a:xfrm>
            <a:off x="6777735" y="5699759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4" name="Connector 4131"/>
          <p:cNvSpPr/>
          <p:nvPr/>
        </p:nvSpPr>
        <p:spPr>
          <a:xfrm>
            <a:off x="6848856" y="6057899"/>
            <a:ext cx="5080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5" name="Connector 4132"/>
          <p:cNvSpPr/>
          <p:nvPr/>
        </p:nvSpPr>
        <p:spPr>
          <a:xfrm>
            <a:off x="6899656" y="6416040"/>
            <a:ext cx="30479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6" name="Connector 4133"/>
          <p:cNvSpPr/>
          <p:nvPr/>
        </p:nvSpPr>
        <p:spPr>
          <a:xfrm>
            <a:off x="6930135" y="6774178"/>
            <a:ext cx="10162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7" name="Connector 4134"/>
          <p:cNvSpPr/>
          <p:nvPr/>
        </p:nvSpPr>
        <p:spPr>
          <a:xfrm flipH="1">
            <a:off x="6930135" y="7132319"/>
            <a:ext cx="1016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8" name="Connector 4135"/>
          <p:cNvSpPr/>
          <p:nvPr/>
        </p:nvSpPr>
        <p:spPr>
          <a:xfrm flipH="1">
            <a:off x="6899656" y="7490459"/>
            <a:ext cx="30481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9" name="Connector 4136"/>
          <p:cNvSpPr/>
          <p:nvPr/>
        </p:nvSpPr>
        <p:spPr>
          <a:xfrm flipH="1">
            <a:off x="6848856" y="7848599"/>
            <a:ext cx="5080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0" name="Connector 4137"/>
          <p:cNvSpPr/>
          <p:nvPr/>
        </p:nvSpPr>
        <p:spPr>
          <a:xfrm flipH="1">
            <a:off x="6777735" y="8206740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1" name="Connector 4138"/>
          <p:cNvSpPr/>
          <p:nvPr/>
        </p:nvSpPr>
        <p:spPr>
          <a:xfrm flipH="1">
            <a:off x="6686294" y="8564880"/>
            <a:ext cx="91442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2" name="Connector 4139"/>
          <p:cNvSpPr/>
          <p:nvPr/>
        </p:nvSpPr>
        <p:spPr>
          <a:xfrm flipH="1">
            <a:off x="6574535" y="8923019"/>
            <a:ext cx="111760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3" name="Connector 4140"/>
          <p:cNvSpPr/>
          <p:nvPr/>
        </p:nvSpPr>
        <p:spPr>
          <a:xfrm>
            <a:off x="6574535" y="4983479"/>
            <a:ext cx="12573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4" name="Connector 4141"/>
          <p:cNvSpPr/>
          <p:nvPr/>
        </p:nvSpPr>
        <p:spPr>
          <a:xfrm>
            <a:off x="6700264" y="5413247"/>
            <a:ext cx="102872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5" name="Connector 4142"/>
          <p:cNvSpPr/>
          <p:nvPr/>
        </p:nvSpPr>
        <p:spPr>
          <a:xfrm>
            <a:off x="6803135" y="5843015"/>
            <a:ext cx="8001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6" name="Connector 4143"/>
          <p:cNvSpPr/>
          <p:nvPr/>
        </p:nvSpPr>
        <p:spPr>
          <a:xfrm>
            <a:off x="6883145" y="6272784"/>
            <a:ext cx="5715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7" name="Connector 4144"/>
          <p:cNvSpPr/>
          <p:nvPr/>
        </p:nvSpPr>
        <p:spPr>
          <a:xfrm>
            <a:off x="6940295" y="6702552"/>
            <a:ext cx="3429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8" name="Connector 4145"/>
          <p:cNvSpPr/>
          <p:nvPr/>
        </p:nvSpPr>
        <p:spPr>
          <a:xfrm>
            <a:off x="6974585" y="7132319"/>
            <a:ext cx="11432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9" name="Connector 4146"/>
          <p:cNvSpPr/>
          <p:nvPr/>
        </p:nvSpPr>
        <p:spPr>
          <a:xfrm flipH="1">
            <a:off x="6974585" y="7562088"/>
            <a:ext cx="1143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0" name="Connector 4147"/>
          <p:cNvSpPr/>
          <p:nvPr/>
        </p:nvSpPr>
        <p:spPr>
          <a:xfrm flipH="1">
            <a:off x="6940295" y="7991856"/>
            <a:ext cx="3429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1" name="Connector 4148"/>
          <p:cNvSpPr/>
          <p:nvPr/>
        </p:nvSpPr>
        <p:spPr>
          <a:xfrm flipH="1">
            <a:off x="6883145" y="8421623"/>
            <a:ext cx="5715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2" name="Connector 4149"/>
          <p:cNvSpPr/>
          <p:nvPr/>
        </p:nvSpPr>
        <p:spPr>
          <a:xfrm flipH="1">
            <a:off x="6803135" y="8851392"/>
            <a:ext cx="8001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3" name="Connector 4150"/>
          <p:cNvSpPr/>
          <p:nvPr/>
        </p:nvSpPr>
        <p:spPr>
          <a:xfrm flipH="1">
            <a:off x="6700266" y="9281159"/>
            <a:ext cx="10287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4" name="Connector 4151"/>
          <p:cNvSpPr/>
          <p:nvPr/>
        </p:nvSpPr>
        <p:spPr>
          <a:xfrm flipH="1">
            <a:off x="6574536" y="9710928"/>
            <a:ext cx="12573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5" name="Connector 4152"/>
          <p:cNvSpPr/>
          <p:nvPr/>
        </p:nvSpPr>
        <p:spPr>
          <a:xfrm>
            <a:off x="6574535" y="4983479"/>
            <a:ext cx="139700" cy="50139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6" name="Connector 4153"/>
          <p:cNvSpPr/>
          <p:nvPr/>
        </p:nvSpPr>
        <p:spPr>
          <a:xfrm>
            <a:off x="6714235" y="5484874"/>
            <a:ext cx="114302" cy="50139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7" name="Connector 4154"/>
          <p:cNvSpPr/>
          <p:nvPr/>
        </p:nvSpPr>
        <p:spPr>
          <a:xfrm>
            <a:off x="6828535" y="5986271"/>
            <a:ext cx="889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8" name="Connector 4155"/>
          <p:cNvSpPr/>
          <p:nvPr/>
        </p:nvSpPr>
        <p:spPr>
          <a:xfrm>
            <a:off x="6917435" y="6487667"/>
            <a:ext cx="635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9" name="Connector 4156"/>
          <p:cNvSpPr/>
          <p:nvPr/>
        </p:nvSpPr>
        <p:spPr>
          <a:xfrm>
            <a:off x="6980935" y="6989064"/>
            <a:ext cx="38100" cy="50139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0" name="Connector 4157"/>
          <p:cNvSpPr/>
          <p:nvPr/>
        </p:nvSpPr>
        <p:spPr>
          <a:xfrm>
            <a:off x="7019035" y="7490459"/>
            <a:ext cx="12702" cy="50139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1" name="Connector 4158"/>
          <p:cNvSpPr/>
          <p:nvPr/>
        </p:nvSpPr>
        <p:spPr>
          <a:xfrm flipH="1">
            <a:off x="7019035" y="7991856"/>
            <a:ext cx="127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2" name="Connector 4159"/>
          <p:cNvSpPr/>
          <p:nvPr/>
        </p:nvSpPr>
        <p:spPr>
          <a:xfrm flipH="1">
            <a:off x="6980935" y="8493252"/>
            <a:ext cx="381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3" name="Connector 4160"/>
          <p:cNvSpPr/>
          <p:nvPr/>
        </p:nvSpPr>
        <p:spPr>
          <a:xfrm flipH="1">
            <a:off x="6917435" y="8994647"/>
            <a:ext cx="635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4" name="Connector 4161"/>
          <p:cNvSpPr/>
          <p:nvPr/>
        </p:nvSpPr>
        <p:spPr>
          <a:xfrm flipH="1">
            <a:off x="6828535" y="9496043"/>
            <a:ext cx="889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5" name="Connector 4162"/>
          <p:cNvSpPr/>
          <p:nvPr/>
        </p:nvSpPr>
        <p:spPr>
          <a:xfrm flipH="1">
            <a:off x="6714235" y="9997440"/>
            <a:ext cx="114301" cy="50139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6" name="Connector 4163"/>
          <p:cNvSpPr/>
          <p:nvPr/>
        </p:nvSpPr>
        <p:spPr>
          <a:xfrm flipH="1">
            <a:off x="6574535" y="10498835"/>
            <a:ext cx="139701" cy="50139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7" name="Connector 4164"/>
          <p:cNvSpPr/>
          <p:nvPr/>
        </p:nvSpPr>
        <p:spPr>
          <a:xfrm>
            <a:off x="6574535" y="5843015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8" name="Connector 4165"/>
          <p:cNvSpPr/>
          <p:nvPr/>
        </p:nvSpPr>
        <p:spPr>
          <a:xfrm>
            <a:off x="6630416" y="5914644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9" name="Connector 4166"/>
          <p:cNvSpPr/>
          <p:nvPr/>
        </p:nvSpPr>
        <p:spPr>
          <a:xfrm>
            <a:off x="6676135" y="5986271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0" name="Connector 4167"/>
          <p:cNvSpPr/>
          <p:nvPr/>
        </p:nvSpPr>
        <p:spPr>
          <a:xfrm>
            <a:off x="6711695" y="6057900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1" name="Connector 4168"/>
          <p:cNvSpPr/>
          <p:nvPr/>
        </p:nvSpPr>
        <p:spPr>
          <a:xfrm>
            <a:off x="6737095" y="6129528"/>
            <a:ext cx="15240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2" name="Connector 4169"/>
          <p:cNvSpPr/>
          <p:nvPr/>
        </p:nvSpPr>
        <p:spPr>
          <a:xfrm>
            <a:off x="6752335" y="6201155"/>
            <a:ext cx="5082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3" name="Connector 4170"/>
          <p:cNvSpPr/>
          <p:nvPr/>
        </p:nvSpPr>
        <p:spPr>
          <a:xfrm flipH="1">
            <a:off x="6752335" y="6272784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4" name="Connector 4171"/>
          <p:cNvSpPr/>
          <p:nvPr/>
        </p:nvSpPr>
        <p:spPr>
          <a:xfrm flipH="1">
            <a:off x="6737095" y="6344411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5" name="Connector 4172"/>
          <p:cNvSpPr/>
          <p:nvPr/>
        </p:nvSpPr>
        <p:spPr>
          <a:xfrm flipH="1">
            <a:off x="6711695" y="6416040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6" name="Connector 4173"/>
          <p:cNvSpPr/>
          <p:nvPr/>
        </p:nvSpPr>
        <p:spPr>
          <a:xfrm flipH="1">
            <a:off x="6676135" y="6487667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7" name="Connector 4174"/>
          <p:cNvSpPr/>
          <p:nvPr/>
        </p:nvSpPr>
        <p:spPr>
          <a:xfrm flipH="1">
            <a:off x="6630416" y="6559295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8" name="Connector 4175"/>
          <p:cNvSpPr/>
          <p:nvPr/>
        </p:nvSpPr>
        <p:spPr>
          <a:xfrm flipH="1">
            <a:off x="6574535" y="6630923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9" name="Connector 4176"/>
          <p:cNvSpPr/>
          <p:nvPr/>
        </p:nvSpPr>
        <p:spPr>
          <a:xfrm>
            <a:off x="6574535" y="5843015"/>
            <a:ext cx="698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0" name="Connector 4177"/>
          <p:cNvSpPr/>
          <p:nvPr/>
        </p:nvSpPr>
        <p:spPr>
          <a:xfrm>
            <a:off x="6644385" y="5986271"/>
            <a:ext cx="571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1" name="Connector 4178"/>
          <p:cNvSpPr/>
          <p:nvPr/>
        </p:nvSpPr>
        <p:spPr>
          <a:xfrm>
            <a:off x="6701535" y="6129528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2" name="Connector 4179"/>
          <p:cNvSpPr/>
          <p:nvPr/>
        </p:nvSpPr>
        <p:spPr>
          <a:xfrm>
            <a:off x="6745985" y="6272784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3" name="Connector 4180"/>
          <p:cNvSpPr/>
          <p:nvPr/>
        </p:nvSpPr>
        <p:spPr>
          <a:xfrm>
            <a:off x="6777735" y="6416040"/>
            <a:ext cx="19050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4" name="Connector 4181"/>
          <p:cNvSpPr/>
          <p:nvPr/>
        </p:nvSpPr>
        <p:spPr>
          <a:xfrm>
            <a:off x="6796785" y="6559295"/>
            <a:ext cx="6352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5" name="Connector 4182"/>
          <p:cNvSpPr/>
          <p:nvPr/>
        </p:nvSpPr>
        <p:spPr>
          <a:xfrm flipH="1">
            <a:off x="6796785" y="6702552"/>
            <a:ext cx="63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6" name="Connector 4183"/>
          <p:cNvSpPr/>
          <p:nvPr/>
        </p:nvSpPr>
        <p:spPr>
          <a:xfrm flipH="1">
            <a:off x="6777735" y="6845807"/>
            <a:ext cx="190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7" name="Connector 4184"/>
          <p:cNvSpPr/>
          <p:nvPr/>
        </p:nvSpPr>
        <p:spPr>
          <a:xfrm flipH="1">
            <a:off x="6745985" y="6989064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8" name="Connector 4185"/>
          <p:cNvSpPr/>
          <p:nvPr/>
        </p:nvSpPr>
        <p:spPr>
          <a:xfrm flipH="1">
            <a:off x="6701535" y="7132319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9" name="Connector 4186"/>
          <p:cNvSpPr/>
          <p:nvPr/>
        </p:nvSpPr>
        <p:spPr>
          <a:xfrm flipH="1">
            <a:off x="6644385" y="7275576"/>
            <a:ext cx="571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0" name="Connector 4187"/>
          <p:cNvSpPr/>
          <p:nvPr/>
        </p:nvSpPr>
        <p:spPr>
          <a:xfrm flipH="1">
            <a:off x="6574535" y="7418831"/>
            <a:ext cx="698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1" name="Connector 4188"/>
          <p:cNvSpPr/>
          <p:nvPr/>
        </p:nvSpPr>
        <p:spPr>
          <a:xfrm>
            <a:off x="6574535" y="5843015"/>
            <a:ext cx="8382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2" name="Connector 4189"/>
          <p:cNvSpPr/>
          <p:nvPr/>
        </p:nvSpPr>
        <p:spPr>
          <a:xfrm>
            <a:off x="6658356" y="6057898"/>
            <a:ext cx="6858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3" name="Connector 4190"/>
          <p:cNvSpPr/>
          <p:nvPr/>
        </p:nvSpPr>
        <p:spPr>
          <a:xfrm>
            <a:off x="6726935" y="6272784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4" name="Connector 4191"/>
          <p:cNvSpPr/>
          <p:nvPr/>
        </p:nvSpPr>
        <p:spPr>
          <a:xfrm>
            <a:off x="6780276" y="6487667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5" name="Connector 4192"/>
          <p:cNvSpPr/>
          <p:nvPr/>
        </p:nvSpPr>
        <p:spPr>
          <a:xfrm>
            <a:off x="6818376" y="6702552"/>
            <a:ext cx="22860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6" name="Connector 4193"/>
          <p:cNvSpPr/>
          <p:nvPr/>
        </p:nvSpPr>
        <p:spPr>
          <a:xfrm>
            <a:off x="6841235" y="6917435"/>
            <a:ext cx="7622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7" name="Connector 4194"/>
          <p:cNvSpPr/>
          <p:nvPr/>
        </p:nvSpPr>
        <p:spPr>
          <a:xfrm flipH="1">
            <a:off x="6841235" y="7132319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8" name="Connector 4195"/>
          <p:cNvSpPr/>
          <p:nvPr/>
        </p:nvSpPr>
        <p:spPr>
          <a:xfrm flipH="1">
            <a:off x="6818376" y="7347204"/>
            <a:ext cx="2286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9" name="Connector 4196"/>
          <p:cNvSpPr/>
          <p:nvPr/>
        </p:nvSpPr>
        <p:spPr>
          <a:xfrm flipH="1">
            <a:off x="6780276" y="7562088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0" name="Connector 4197"/>
          <p:cNvSpPr/>
          <p:nvPr/>
        </p:nvSpPr>
        <p:spPr>
          <a:xfrm flipH="1">
            <a:off x="6726936" y="7776971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1" name="Connector 4198"/>
          <p:cNvSpPr/>
          <p:nvPr/>
        </p:nvSpPr>
        <p:spPr>
          <a:xfrm flipH="1">
            <a:off x="6658356" y="7991856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2" name="Connector 4199"/>
          <p:cNvSpPr/>
          <p:nvPr/>
        </p:nvSpPr>
        <p:spPr>
          <a:xfrm flipH="1">
            <a:off x="6574535" y="8206740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3" name="Connector 4200"/>
          <p:cNvSpPr/>
          <p:nvPr/>
        </p:nvSpPr>
        <p:spPr>
          <a:xfrm>
            <a:off x="6574535" y="5843015"/>
            <a:ext cx="9779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4" name="Connector 4201"/>
          <p:cNvSpPr/>
          <p:nvPr/>
        </p:nvSpPr>
        <p:spPr>
          <a:xfrm>
            <a:off x="6672325" y="6129527"/>
            <a:ext cx="80012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5" name="Connector 4202"/>
          <p:cNvSpPr/>
          <p:nvPr/>
        </p:nvSpPr>
        <p:spPr>
          <a:xfrm>
            <a:off x="6752335" y="6416040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6" name="Connector 4203"/>
          <p:cNvSpPr/>
          <p:nvPr/>
        </p:nvSpPr>
        <p:spPr>
          <a:xfrm>
            <a:off x="6814566" y="6702552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7" name="Connector 4204"/>
          <p:cNvSpPr/>
          <p:nvPr/>
        </p:nvSpPr>
        <p:spPr>
          <a:xfrm>
            <a:off x="6859016" y="6989064"/>
            <a:ext cx="2667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8" name="Connector 4205"/>
          <p:cNvSpPr/>
          <p:nvPr/>
        </p:nvSpPr>
        <p:spPr>
          <a:xfrm>
            <a:off x="6885685" y="7275575"/>
            <a:ext cx="8892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9" name="Connector 4206"/>
          <p:cNvSpPr/>
          <p:nvPr/>
        </p:nvSpPr>
        <p:spPr>
          <a:xfrm flipH="1">
            <a:off x="6885685" y="7562088"/>
            <a:ext cx="8891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0" name="Connector 4207"/>
          <p:cNvSpPr/>
          <p:nvPr/>
        </p:nvSpPr>
        <p:spPr>
          <a:xfrm flipH="1">
            <a:off x="6859017" y="7848599"/>
            <a:ext cx="26670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1" name="Connector 4208"/>
          <p:cNvSpPr/>
          <p:nvPr/>
        </p:nvSpPr>
        <p:spPr>
          <a:xfrm flipH="1">
            <a:off x="6814566" y="8135111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2" name="Connector 4209"/>
          <p:cNvSpPr/>
          <p:nvPr/>
        </p:nvSpPr>
        <p:spPr>
          <a:xfrm flipH="1">
            <a:off x="6752335" y="8421623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3" name="Connector 4210"/>
          <p:cNvSpPr/>
          <p:nvPr/>
        </p:nvSpPr>
        <p:spPr>
          <a:xfrm flipH="1">
            <a:off x="6672326" y="8708135"/>
            <a:ext cx="8001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4" name="Connector 4211"/>
          <p:cNvSpPr/>
          <p:nvPr/>
        </p:nvSpPr>
        <p:spPr>
          <a:xfrm flipH="1">
            <a:off x="6574535" y="8994647"/>
            <a:ext cx="9779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5" name="Connector 4212"/>
          <p:cNvSpPr/>
          <p:nvPr/>
        </p:nvSpPr>
        <p:spPr>
          <a:xfrm>
            <a:off x="6574535" y="5843015"/>
            <a:ext cx="111760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6" name="Connector 4213"/>
          <p:cNvSpPr/>
          <p:nvPr/>
        </p:nvSpPr>
        <p:spPr>
          <a:xfrm>
            <a:off x="6686294" y="6201154"/>
            <a:ext cx="91442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7" name="Connector 4214"/>
          <p:cNvSpPr/>
          <p:nvPr/>
        </p:nvSpPr>
        <p:spPr>
          <a:xfrm>
            <a:off x="6777735" y="6559295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8" name="Connector 4215"/>
          <p:cNvSpPr/>
          <p:nvPr/>
        </p:nvSpPr>
        <p:spPr>
          <a:xfrm>
            <a:off x="6848856" y="6917435"/>
            <a:ext cx="5080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9" name="Connector 4216"/>
          <p:cNvSpPr/>
          <p:nvPr/>
        </p:nvSpPr>
        <p:spPr>
          <a:xfrm>
            <a:off x="6899656" y="7275576"/>
            <a:ext cx="30479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0" name="Connector 4217"/>
          <p:cNvSpPr/>
          <p:nvPr/>
        </p:nvSpPr>
        <p:spPr>
          <a:xfrm>
            <a:off x="6930135" y="7633714"/>
            <a:ext cx="10162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1" name="Connector 4218"/>
          <p:cNvSpPr/>
          <p:nvPr/>
        </p:nvSpPr>
        <p:spPr>
          <a:xfrm flipH="1">
            <a:off x="6930135" y="7991856"/>
            <a:ext cx="1016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2" name="Connector 4219"/>
          <p:cNvSpPr/>
          <p:nvPr/>
        </p:nvSpPr>
        <p:spPr>
          <a:xfrm flipH="1">
            <a:off x="6899656" y="8349995"/>
            <a:ext cx="3048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3" name="Connector 4220"/>
          <p:cNvSpPr/>
          <p:nvPr/>
        </p:nvSpPr>
        <p:spPr>
          <a:xfrm flipH="1">
            <a:off x="6848856" y="8708135"/>
            <a:ext cx="5080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4" name="Connector 4221"/>
          <p:cNvSpPr/>
          <p:nvPr/>
        </p:nvSpPr>
        <p:spPr>
          <a:xfrm flipH="1">
            <a:off x="6777735" y="9066276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5" name="Connector 4222"/>
          <p:cNvSpPr/>
          <p:nvPr/>
        </p:nvSpPr>
        <p:spPr>
          <a:xfrm flipH="1">
            <a:off x="6686294" y="9424416"/>
            <a:ext cx="91442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6" name="Connector 4223"/>
          <p:cNvSpPr/>
          <p:nvPr/>
        </p:nvSpPr>
        <p:spPr>
          <a:xfrm flipH="1">
            <a:off x="6574535" y="9782556"/>
            <a:ext cx="111760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7" name="Connector 4224"/>
          <p:cNvSpPr/>
          <p:nvPr/>
        </p:nvSpPr>
        <p:spPr>
          <a:xfrm>
            <a:off x="6574535" y="5843015"/>
            <a:ext cx="125730" cy="42976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8" name="Connector 4225"/>
          <p:cNvSpPr/>
          <p:nvPr/>
        </p:nvSpPr>
        <p:spPr>
          <a:xfrm>
            <a:off x="6700264" y="6272782"/>
            <a:ext cx="102872" cy="42977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9" name="Connector 4226"/>
          <p:cNvSpPr/>
          <p:nvPr/>
        </p:nvSpPr>
        <p:spPr>
          <a:xfrm>
            <a:off x="6803135" y="6702552"/>
            <a:ext cx="8001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0" name="Connector 4227"/>
          <p:cNvSpPr/>
          <p:nvPr/>
        </p:nvSpPr>
        <p:spPr>
          <a:xfrm>
            <a:off x="6883145" y="7132319"/>
            <a:ext cx="5715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1" name="Connector 4228"/>
          <p:cNvSpPr/>
          <p:nvPr/>
        </p:nvSpPr>
        <p:spPr>
          <a:xfrm>
            <a:off x="6940295" y="7562088"/>
            <a:ext cx="3429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2" name="Connector 4229"/>
          <p:cNvSpPr/>
          <p:nvPr/>
        </p:nvSpPr>
        <p:spPr>
          <a:xfrm>
            <a:off x="6974585" y="7991856"/>
            <a:ext cx="11432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3" name="Connector 4230"/>
          <p:cNvSpPr/>
          <p:nvPr/>
        </p:nvSpPr>
        <p:spPr>
          <a:xfrm flipH="1">
            <a:off x="6974585" y="8421623"/>
            <a:ext cx="1143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4" name="Connector 4231"/>
          <p:cNvSpPr/>
          <p:nvPr/>
        </p:nvSpPr>
        <p:spPr>
          <a:xfrm flipH="1">
            <a:off x="6940295" y="8851392"/>
            <a:ext cx="3429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5" name="Connector 4232"/>
          <p:cNvSpPr/>
          <p:nvPr/>
        </p:nvSpPr>
        <p:spPr>
          <a:xfrm flipH="1">
            <a:off x="6883145" y="9281159"/>
            <a:ext cx="5715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6" name="Connector 4233"/>
          <p:cNvSpPr/>
          <p:nvPr/>
        </p:nvSpPr>
        <p:spPr>
          <a:xfrm flipH="1">
            <a:off x="6803135" y="9710928"/>
            <a:ext cx="8001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7" name="Connector 4234"/>
          <p:cNvSpPr/>
          <p:nvPr/>
        </p:nvSpPr>
        <p:spPr>
          <a:xfrm flipH="1">
            <a:off x="6700266" y="10140695"/>
            <a:ext cx="10287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8" name="Connector 4235"/>
          <p:cNvSpPr/>
          <p:nvPr/>
        </p:nvSpPr>
        <p:spPr>
          <a:xfrm flipH="1">
            <a:off x="6574536" y="10570464"/>
            <a:ext cx="12573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9" name="Connector 4236"/>
          <p:cNvSpPr/>
          <p:nvPr/>
        </p:nvSpPr>
        <p:spPr>
          <a:xfrm>
            <a:off x="6574535" y="6702552"/>
            <a:ext cx="5588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0" name="Connector 4237"/>
          <p:cNvSpPr/>
          <p:nvPr/>
        </p:nvSpPr>
        <p:spPr>
          <a:xfrm>
            <a:off x="6630416" y="6774178"/>
            <a:ext cx="4572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1" name="Connector 4238"/>
          <p:cNvSpPr/>
          <p:nvPr/>
        </p:nvSpPr>
        <p:spPr>
          <a:xfrm>
            <a:off x="6676135" y="6845807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2" name="Connector 4239"/>
          <p:cNvSpPr/>
          <p:nvPr/>
        </p:nvSpPr>
        <p:spPr>
          <a:xfrm>
            <a:off x="6711695" y="6917435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3" name="Connector 4240"/>
          <p:cNvSpPr/>
          <p:nvPr/>
        </p:nvSpPr>
        <p:spPr>
          <a:xfrm>
            <a:off x="6737095" y="6989064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4" name="Connector 4241"/>
          <p:cNvSpPr/>
          <p:nvPr/>
        </p:nvSpPr>
        <p:spPr>
          <a:xfrm>
            <a:off x="6752335" y="7060690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5" name="Connector 4242"/>
          <p:cNvSpPr/>
          <p:nvPr/>
        </p:nvSpPr>
        <p:spPr>
          <a:xfrm flipH="1">
            <a:off x="6752335" y="7132319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6" name="Connector 4243"/>
          <p:cNvSpPr/>
          <p:nvPr/>
        </p:nvSpPr>
        <p:spPr>
          <a:xfrm flipH="1">
            <a:off x="6737095" y="7203947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7" name="Connector 4244"/>
          <p:cNvSpPr/>
          <p:nvPr/>
        </p:nvSpPr>
        <p:spPr>
          <a:xfrm flipH="1">
            <a:off x="6711695" y="7275576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8" name="Connector 4245"/>
          <p:cNvSpPr/>
          <p:nvPr/>
        </p:nvSpPr>
        <p:spPr>
          <a:xfrm flipH="1">
            <a:off x="6676135" y="7347204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9" name="Connector 4246"/>
          <p:cNvSpPr/>
          <p:nvPr/>
        </p:nvSpPr>
        <p:spPr>
          <a:xfrm flipH="1">
            <a:off x="6630416" y="7418831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0" name="Connector 4247"/>
          <p:cNvSpPr/>
          <p:nvPr/>
        </p:nvSpPr>
        <p:spPr>
          <a:xfrm flipH="1">
            <a:off x="6574535" y="7490459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1" name="Connector 4248"/>
          <p:cNvSpPr/>
          <p:nvPr/>
        </p:nvSpPr>
        <p:spPr>
          <a:xfrm>
            <a:off x="6574535" y="6702552"/>
            <a:ext cx="69850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2" name="Connector 4249"/>
          <p:cNvSpPr/>
          <p:nvPr/>
        </p:nvSpPr>
        <p:spPr>
          <a:xfrm>
            <a:off x="6644385" y="6845807"/>
            <a:ext cx="57152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3" name="Connector 4250"/>
          <p:cNvSpPr/>
          <p:nvPr/>
        </p:nvSpPr>
        <p:spPr>
          <a:xfrm>
            <a:off x="6701535" y="6989064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4" name="Connector 4251"/>
          <p:cNvSpPr/>
          <p:nvPr/>
        </p:nvSpPr>
        <p:spPr>
          <a:xfrm>
            <a:off x="6745985" y="7132319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5" name="Connector 4252"/>
          <p:cNvSpPr/>
          <p:nvPr/>
        </p:nvSpPr>
        <p:spPr>
          <a:xfrm>
            <a:off x="6777735" y="7275576"/>
            <a:ext cx="19050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6" name="Connector 4253"/>
          <p:cNvSpPr/>
          <p:nvPr/>
        </p:nvSpPr>
        <p:spPr>
          <a:xfrm>
            <a:off x="6796785" y="7418831"/>
            <a:ext cx="6352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7" name="Connector 4254"/>
          <p:cNvSpPr/>
          <p:nvPr/>
        </p:nvSpPr>
        <p:spPr>
          <a:xfrm flipH="1">
            <a:off x="6796785" y="7562088"/>
            <a:ext cx="63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8" name="Connector 4255"/>
          <p:cNvSpPr/>
          <p:nvPr/>
        </p:nvSpPr>
        <p:spPr>
          <a:xfrm flipH="1">
            <a:off x="6777735" y="7705342"/>
            <a:ext cx="190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9" name="Connector 4256"/>
          <p:cNvSpPr/>
          <p:nvPr/>
        </p:nvSpPr>
        <p:spPr>
          <a:xfrm flipH="1">
            <a:off x="6745985" y="7848600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0" name="Connector 4257"/>
          <p:cNvSpPr/>
          <p:nvPr/>
        </p:nvSpPr>
        <p:spPr>
          <a:xfrm flipH="1">
            <a:off x="6701535" y="7991856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1" name="Connector 4258"/>
          <p:cNvSpPr/>
          <p:nvPr/>
        </p:nvSpPr>
        <p:spPr>
          <a:xfrm flipH="1">
            <a:off x="6644385" y="8135111"/>
            <a:ext cx="571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2" name="Connector 4259"/>
          <p:cNvSpPr/>
          <p:nvPr/>
        </p:nvSpPr>
        <p:spPr>
          <a:xfrm flipH="1">
            <a:off x="6574535" y="8278366"/>
            <a:ext cx="698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3" name="Connector 4260"/>
          <p:cNvSpPr/>
          <p:nvPr/>
        </p:nvSpPr>
        <p:spPr>
          <a:xfrm>
            <a:off x="6574535" y="6702552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4" name="Connector 4261"/>
          <p:cNvSpPr/>
          <p:nvPr/>
        </p:nvSpPr>
        <p:spPr>
          <a:xfrm>
            <a:off x="6658356" y="6917435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5" name="Connector 4262"/>
          <p:cNvSpPr/>
          <p:nvPr/>
        </p:nvSpPr>
        <p:spPr>
          <a:xfrm>
            <a:off x="6726935" y="7132319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6" name="Connector 4263"/>
          <p:cNvSpPr/>
          <p:nvPr/>
        </p:nvSpPr>
        <p:spPr>
          <a:xfrm>
            <a:off x="6780276" y="7347204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7" name="Connector 4264"/>
          <p:cNvSpPr/>
          <p:nvPr/>
        </p:nvSpPr>
        <p:spPr>
          <a:xfrm>
            <a:off x="6818376" y="7562088"/>
            <a:ext cx="22860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8" name="Connector 4265"/>
          <p:cNvSpPr/>
          <p:nvPr/>
        </p:nvSpPr>
        <p:spPr>
          <a:xfrm>
            <a:off x="6841235" y="7776971"/>
            <a:ext cx="7622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9" name="Connector 4266"/>
          <p:cNvSpPr/>
          <p:nvPr/>
        </p:nvSpPr>
        <p:spPr>
          <a:xfrm flipH="1">
            <a:off x="6841235" y="7991856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0" name="Connector 4267"/>
          <p:cNvSpPr/>
          <p:nvPr/>
        </p:nvSpPr>
        <p:spPr>
          <a:xfrm flipH="1">
            <a:off x="6818376" y="8206740"/>
            <a:ext cx="2286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1" name="Connector 4268"/>
          <p:cNvSpPr/>
          <p:nvPr/>
        </p:nvSpPr>
        <p:spPr>
          <a:xfrm flipH="1">
            <a:off x="6780276" y="8421623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2" name="Connector 4269"/>
          <p:cNvSpPr/>
          <p:nvPr/>
        </p:nvSpPr>
        <p:spPr>
          <a:xfrm flipH="1">
            <a:off x="6726936" y="8636507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3" name="Connector 4270"/>
          <p:cNvSpPr/>
          <p:nvPr/>
        </p:nvSpPr>
        <p:spPr>
          <a:xfrm flipH="1">
            <a:off x="6658356" y="8851392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4" name="Connector 4271"/>
          <p:cNvSpPr/>
          <p:nvPr/>
        </p:nvSpPr>
        <p:spPr>
          <a:xfrm flipH="1">
            <a:off x="6574535" y="9066276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5" name="Connector 4272"/>
          <p:cNvSpPr/>
          <p:nvPr/>
        </p:nvSpPr>
        <p:spPr>
          <a:xfrm>
            <a:off x="6574535" y="6702552"/>
            <a:ext cx="9779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6" name="Connector 4273"/>
          <p:cNvSpPr/>
          <p:nvPr/>
        </p:nvSpPr>
        <p:spPr>
          <a:xfrm>
            <a:off x="6672325" y="6989063"/>
            <a:ext cx="80012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7" name="Connector 4274"/>
          <p:cNvSpPr/>
          <p:nvPr/>
        </p:nvSpPr>
        <p:spPr>
          <a:xfrm>
            <a:off x="6752335" y="7275576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8" name="Connector 4275"/>
          <p:cNvSpPr/>
          <p:nvPr/>
        </p:nvSpPr>
        <p:spPr>
          <a:xfrm>
            <a:off x="6814566" y="7562088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9" name="Connector 4276"/>
          <p:cNvSpPr/>
          <p:nvPr/>
        </p:nvSpPr>
        <p:spPr>
          <a:xfrm>
            <a:off x="6859016" y="7848600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0" name="Connector 4277"/>
          <p:cNvSpPr/>
          <p:nvPr/>
        </p:nvSpPr>
        <p:spPr>
          <a:xfrm>
            <a:off x="6885685" y="8135111"/>
            <a:ext cx="889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1" name="Connector 4278"/>
          <p:cNvSpPr/>
          <p:nvPr/>
        </p:nvSpPr>
        <p:spPr>
          <a:xfrm flipH="1">
            <a:off x="6885685" y="8421623"/>
            <a:ext cx="889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2" name="Connector 4279"/>
          <p:cNvSpPr/>
          <p:nvPr/>
        </p:nvSpPr>
        <p:spPr>
          <a:xfrm flipH="1">
            <a:off x="6859017" y="8708135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3" name="Connector 4280"/>
          <p:cNvSpPr/>
          <p:nvPr/>
        </p:nvSpPr>
        <p:spPr>
          <a:xfrm flipH="1">
            <a:off x="6814566" y="8994647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4" name="Connector 4281"/>
          <p:cNvSpPr/>
          <p:nvPr/>
        </p:nvSpPr>
        <p:spPr>
          <a:xfrm flipH="1">
            <a:off x="6752335" y="9281159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5" name="Connector 4282"/>
          <p:cNvSpPr/>
          <p:nvPr/>
        </p:nvSpPr>
        <p:spPr>
          <a:xfrm flipH="1">
            <a:off x="6672326" y="9567671"/>
            <a:ext cx="80011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6" name="Connector 4283"/>
          <p:cNvSpPr/>
          <p:nvPr/>
        </p:nvSpPr>
        <p:spPr>
          <a:xfrm flipH="1">
            <a:off x="6574535" y="9854183"/>
            <a:ext cx="97791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7" name="Connector 4284"/>
          <p:cNvSpPr/>
          <p:nvPr/>
        </p:nvSpPr>
        <p:spPr>
          <a:xfrm>
            <a:off x="6574535" y="6702552"/>
            <a:ext cx="111760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8" name="Connector 4285"/>
          <p:cNvSpPr/>
          <p:nvPr/>
        </p:nvSpPr>
        <p:spPr>
          <a:xfrm>
            <a:off x="6686294" y="7060692"/>
            <a:ext cx="91442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9" name="Connector 4286"/>
          <p:cNvSpPr/>
          <p:nvPr/>
        </p:nvSpPr>
        <p:spPr>
          <a:xfrm>
            <a:off x="6777735" y="7418831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0" name="Connector 4287"/>
          <p:cNvSpPr/>
          <p:nvPr/>
        </p:nvSpPr>
        <p:spPr>
          <a:xfrm>
            <a:off x="6848856" y="7776971"/>
            <a:ext cx="5080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1" name="Connector 4288"/>
          <p:cNvSpPr/>
          <p:nvPr/>
        </p:nvSpPr>
        <p:spPr>
          <a:xfrm>
            <a:off x="6899656" y="8135111"/>
            <a:ext cx="30479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2" name="Connector 4289"/>
          <p:cNvSpPr/>
          <p:nvPr/>
        </p:nvSpPr>
        <p:spPr>
          <a:xfrm>
            <a:off x="6930135" y="8493251"/>
            <a:ext cx="10162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3" name="Connector 4290"/>
          <p:cNvSpPr/>
          <p:nvPr/>
        </p:nvSpPr>
        <p:spPr>
          <a:xfrm flipH="1">
            <a:off x="6930135" y="8851392"/>
            <a:ext cx="1016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4" name="Connector 4291"/>
          <p:cNvSpPr/>
          <p:nvPr/>
        </p:nvSpPr>
        <p:spPr>
          <a:xfrm flipH="1">
            <a:off x="6899656" y="9209531"/>
            <a:ext cx="3048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5" name="Connector 4292"/>
          <p:cNvSpPr/>
          <p:nvPr/>
        </p:nvSpPr>
        <p:spPr>
          <a:xfrm flipH="1">
            <a:off x="6848856" y="9567671"/>
            <a:ext cx="5080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6" name="Connector 4293"/>
          <p:cNvSpPr/>
          <p:nvPr/>
        </p:nvSpPr>
        <p:spPr>
          <a:xfrm flipH="1">
            <a:off x="6777735" y="9925811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7" name="Connector 4294"/>
          <p:cNvSpPr/>
          <p:nvPr/>
        </p:nvSpPr>
        <p:spPr>
          <a:xfrm flipH="1">
            <a:off x="6686294" y="10283952"/>
            <a:ext cx="91442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8" name="Connector 4295"/>
          <p:cNvSpPr/>
          <p:nvPr/>
        </p:nvSpPr>
        <p:spPr>
          <a:xfrm flipH="1">
            <a:off x="6574535" y="10642090"/>
            <a:ext cx="111760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9" name="Connector 4296"/>
          <p:cNvSpPr/>
          <p:nvPr/>
        </p:nvSpPr>
        <p:spPr>
          <a:xfrm>
            <a:off x="6574535" y="7562088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0" name="Connector 4297"/>
          <p:cNvSpPr/>
          <p:nvPr/>
        </p:nvSpPr>
        <p:spPr>
          <a:xfrm>
            <a:off x="6630416" y="7633716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1" name="Connector 4298"/>
          <p:cNvSpPr/>
          <p:nvPr/>
        </p:nvSpPr>
        <p:spPr>
          <a:xfrm>
            <a:off x="6676135" y="7705343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2" name="Connector 4299"/>
          <p:cNvSpPr/>
          <p:nvPr/>
        </p:nvSpPr>
        <p:spPr>
          <a:xfrm>
            <a:off x="6711695" y="7776971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3" name="Connector 4300"/>
          <p:cNvSpPr/>
          <p:nvPr/>
        </p:nvSpPr>
        <p:spPr>
          <a:xfrm>
            <a:off x="6737095" y="7848600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4" name="Connector 4301"/>
          <p:cNvSpPr/>
          <p:nvPr/>
        </p:nvSpPr>
        <p:spPr>
          <a:xfrm>
            <a:off x="6752335" y="7920226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5" name="Connector 4302"/>
          <p:cNvSpPr/>
          <p:nvPr/>
        </p:nvSpPr>
        <p:spPr>
          <a:xfrm flipH="1">
            <a:off x="6752335" y="7991856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6" name="Connector 4303"/>
          <p:cNvSpPr/>
          <p:nvPr/>
        </p:nvSpPr>
        <p:spPr>
          <a:xfrm flipH="1">
            <a:off x="6737095" y="8063483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7" name="Connector 4304"/>
          <p:cNvSpPr/>
          <p:nvPr/>
        </p:nvSpPr>
        <p:spPr>
          <a:xfrm flipH="1">
            <a:off x="6711695" y="8135111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8" name="Connector 4305"/>
          <p:cNvSpPr/>
          <p:nvPr/>
        </p:nvSpPr>
        <p:spPr>
          <a:xfrm flipH="1">
            <a:off x="6676135" y="8206740"/>
            <a:ext cx="3556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9" name="Connector 4306"/>
          <p:cNvSpPr/>
          <p:nvPr/>
        </p:nvSpPr>
        <p:spPr>
          <a:xfrm flipH="1">
            <a:off x="6630416" y="8278366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0" name="Connector 4307"/>
          <p:cNvSpPr/>
          <p:nvPr/>
        </p:nvSpPr>
        <p:spPr>
          <a:xfrm flipH="1">
            <a:off x="6574535" y="8349994"/>
            <a:ext cx="5588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1" name="Connector 4308"/>
          <p:cNvSpPr/>
          <p:nvPr/>
        </p:nvSpPr>
        <p:spPr>
          <a:xfrm>
            <a:off x="6574535" y="7562088"/>
            <a:ext cx="698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2" name="Connector 4309"/>
          <p:cNvSpPr/>
          <p:nvPr/>
        </p:nvSpPr>
        <p:spPr>
          <a:xfrm>
            <a:off x="6644385" y="7705342"/>
            <a:ext cx="571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3" name="Connector 4310"/>
          <p:cNvSpPr/>
          <p:nvPr/>
        </p:nvSpPr>
        <p:spPr>
          <a:xfrm>
            <a:off x="6701535" y="7848600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4" name="Connector 4311"/>
          <p:cNvSpPr/>
          <p:nvPr/>
        </p:nvSpPr>
        <p:spPr>
          <a:xfrm>
            <a:off x="6745985" y="7991856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5" name="Connector 4312"/>
          <p:cNvSpPr/>
          <p:nvPr/>
        </p:nvSpPr>
        <p:spPr>
          <a:xfrm>
            <a:off x="6777735" y="8135111"/>
            <a:ext cx="190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6" name="Connector 4313"/>
          <p:cNvSpPr/>
          <p:nvPr/>
        </p:nvSpPr>
        <p:spPr>
          <a:xfrm>
            <a:off x="6796785" y="8278366"/>
            <a:ext cx="63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7" name="Connector 4314"/>
          <p:cNvSpPr/>
          <p:nvPr/>
        </p:nvSpPr>
        <p:spPr>
          <a:xfrm flipH="1">
            <a:off x="6796785" y="8421623"/>
            <a:ext cx="63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8" name="Connector 4315"/>
          <p:cNvSpPr/>
          <p:nvPr/>
        </p:nvSpPr>
        <p:spPr>
          <a:xfrm flipH="1">
            <a:off x="6777735" y="8564880"/>
            <a:ext cx="190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9" name="Connector 4316"/>
          <p:cNvSpPr/>
          <p:nvPr/>
        </p:nvSpPr>
        <p:spPr>
          <a:xfrm flipH="1">
            <a:off x="6745985" y="8708135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0" name="Connector 4317"/>
          <p:cNvSpPr/>
          <p:nvPr/>
        </p:nvSpPr>
        <p:spPr>
          <a:xfrm flipH="1">
            <a:off x="6701535" y="8851392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1" name="Connector 4318"/>
          <p:cNvSpPr/>
          <p:nvPr/>
        </p:nvSpPr>
        <p:spPr>
          <a:xfrm flipH="1">
            <a:off x="6644385" y="8994647"/>
            <a:ext cx="571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2" name="Connector 4319"/>
          <p:cNvSpPr/>
          <p:nvPr/>
        </p:nvSpPr>
        <p:spPr>
          <a:xfrm flipH="1">
            <a:off x="6574535" y="9137902"/>
            <a:ext cx="698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3" name="Connector 4320"/>
          <p:cNvSpPr/>
          <p:nvPr/>
        </p:nvSpPr>
        <p:spPr>
          <a:xfrm>
            <a:off x="6574535" y="7562088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4" name="Connector 4321"/>
          <p:cNvSpPr/>
          <p:nvPr/>
        </p:nvSpPr>
        <p:spPr>
          <a:xfrm>
            <a:off x="6658356" y="7776971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5" name="Connector 4322"/>
          <p:cNvSpPr/>
          <p:nvPr/>
        </p:nvSpPr>
        <p:spPr>
          <a:xfrm>
            <a:off x="6726935" y="7991856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6" name="Connector 4323"/>
          <p:cNvSpPr/>
          <p:nvPr/>
        </p:nvSpPr>
        <p:spPr>
          <a:xfrm>
            <a:off x="6780276" y="8206740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7" name="Connector 4324"/>
          <p:cNvSpPr/>
          <p:nvPr/>
        </p:nvSpPr>
        <p:spPr>
          <a:xfrm>
            <a:off x="6818376" y="8421623"/>
            <a:ext cx="22860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8" name="Connector 4325"/>
          <p:cNvSpPr/>
          <p:nvPr/>
        </p:nvSpPr>
        <p:spPr>
          <a:xfrm>
            <a:off x="6841235" y="8636506"/>
            <a:ext cx="7622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9" name="Connector 4326"/>
          <p:cNvSpPr/>
          <p:nvPr/>
        </p:nvSpPr>
        <p:spPr>
          <a:xfrm flipH="1">
            <a:off x="6841235" y="8851392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0" name="Connector 4327"/>
          <p:cNvSpPr/>
          <p:nvPr/>
        </p:nvSpPr>
        <p:spPr>
          <a:xfrm flipH="1">
            <a:off x="6818376" y="9066276"/>
            <a:ext cx="2286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1" name="Connector 4328"/>
          <p:cNvSpPr/>
          <p:nvPr/>
        </p:nvSpPr>
        <p:spPr>
          <a:xfrm flipH="1">
            <a:off x="6780276" y="9281159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2" name="Connector 4329"/>
          <p:cNvSpPr/>
          <p:nvPr/>
        </p:nvSpPr>
        <p:spPr>
          <a:xfrm flipH="1">
            <a:off x="6726936" y="9496043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3" name="Connector 4330"/>
          <p:cNvSpPr/>
          <p:nvPr/>
        </p:nvSpPr>
        <p:spPr>
          <a:xfrm flipH="1">
            <a:off x="6658356" y="9710928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4" name="Connector 4331"/>
          <p:cNvSpPr/>
          <p:nvPr/>
        </p:nvSpPr>
        <p:spPr>
          <a:xfrm flipH="1">
            <a:off x="6574535" y="9925811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5" name="Connector 4332"/>
          <p:cNvSpPr/>
          <p:nvPr/>
        </p:nvSpPr>
        <p:spPr>
          <a:xfrm>
            <a:off x="6574535" y="7562088"/>
            <a:ext cx="9779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6" name="Connector 4333"/>
          <p:cNvSpPr/>
          <p:nvPr/>
        </p:nvSpPr>
        <p:spPr>
          <a:xfrm>
            <a:off x="6672325" y="7848599"/>
            <a:ext cx="80012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7" name="Connector 4334"/>
          <p:cNvSpPr/>
          <p:nvPr/>
        </p:nvSpPr>
        <p:spPr>
          <a:xfrm>
            <a:off x="6752335" y="8135111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8" name="Connector 4335"/>
          <p:cNvSpPr/>
          <p:nvPr/>
        </p:nvSpPr>
        <p:spPr>
          <a:xfrm>
            <a:off x="6814566" y="8421623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9" name="Connector 4336"/>
          <p:cNvSpPr/>
          <p:nvPr/>
        </p:nvSpPr>
        <p:spPr>
          <a:xfrm>
            <a:off x="6859016" y="8708135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0" name="Connector 4337"/>
          <p:cNvSpPr/>
          <p:nvPr/>
        </p:nvSpPr>
        <p:spPr>
          <a:xfrm>
            <a:off x="6885685" y="8994647"/>
            <a:ext cx="889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1" name="Connector 4338"/>
          <p:cNvSpPr/>
          <p:nvPr/>
        </p:nvSpPr>
        <p:spPr>
          <a:xfrm flipH="1">
            <a:off x="6885685" y="9281159"/>
            <a:ext cx="889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2" name="Connector 4339"/>
          <p:cNvSpPr/>
          <p:nvPr/>
        </p:nvSpPr>
        <p:spPr>
          <a:xfrm flipH="1">
            <a:off x="6859017" y="9567671"/>
            <a:ext cx="2667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3" name="Connector 4340"/>
          <p:cNvSpPr/>
          <p:nvPr/>
        </p:nvSpPr>
        <p:spPr>
          <a:xfrm flipH="1">
            <a:off x="6814566" y="9854183"/>
            <a:ext cx="44451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4" name="Connector 4341"/>
          <p:cNvSpPr/>
          <p:nvPr/>
        </p:nvSpPr>
        <p:spPr>
          <a:xfrm flipH="1">
            <a:off x="6752335" y="10140695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5" name="Connector 4342"/>
          <p:cNvSpPr/>
          <p:nvPr/>
        </p:nvSpPr>
        <p:spPr>
          <a:xfrm flipH="1">
            <a:off x="6672326" y="10427207"/>
            <a:ext cx="80011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6" name="Connector 4343"/>
          <p:cNvSpPr/>
          <p:nvPr/>
        </p:nvSpPr>
        <p:spPr>
          <a:xfrm flipH="1">
            <a:off x="6574535" y="10713718"/>
            <a:ext cx="97791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7" name="Connector 4344"/>
          <p:cNvSpPr/>
          <p:nvPr/>
        </p:nvSpPr>
        <p:spPr>
          <a:xfrm>
            <a:off x="6574535" y="8421623"/>
            <a:ext cx="5588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8" name="Connector 4345"/>
          <p:cNvSpPr/>
          <p:nvPr/>
        </p:nvSpPr>
        <p:spPr>
          <a:xfrm>
            <a:off x="6630416" y="8493251"/>
            <a:ext cx="4572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9" name="Connector 4346"/>
          <p:cNvSpPr/>
          <p:nvPr/>
        </p:nvSpPr>
        <p:spPr>
          <a:xfrm>
            <a:off x="6676135" y="8564880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0" name="Connector 4347"/>
          <p:cNvSpPr/>
          <p:nvPr/>
        </p:nvSpPr>
        <p:spPr>
          <a:xfrm>
            <a:off x="6711695" y="8636507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1" name="Connector 4348"/>
          <p:cNvSpPr/>
          <p:nvPr/>
        </p:nvSpPr>
        <p:spPr>
          <a:xfrm>
            <a:off x="6737095" y="8708135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2" name="Connector 4349"/>
          <p:cNvSpPr/>
          <p:nvPr/>
        </p:nvSpPr>
        <p:spPr>
          <a:xfrm>
            <a:off x="6752335" y="8779763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3" name="Connector 4350"/>
          <p:cNvSpPr/>
          <p:nvPr/>
        </p:nvSpPr>
        <p:spPr>
          <a:xfrm flipH="1">
            <a:off x="6752335" y="8851392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4" name="Connector 4351"/>
          <p:cNvSpPr/>
          <p:nvPr/>
        </p:nvSpPr>
        <p:spPr>
          <a:xfrm flipH="1">
            <a:off x="6737095" y="8923019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5" name="Connector 4352"/>
          <p:cNvSpPr/>
          <p:nvPr/>
        </p:nvSpPr>
        <p:spPr>
          <a:xfrm flipH="1">
            <a:off x="6711695" y="8994647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6" name="Connector 4353"/>
          <p:cNvSpPr/>
          <p:nvPr/>
        </p:nvSpPr>
        <p:spPr>
          <a:xfrm flipH="1">
            <a:off x="6676135" y="9066276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7" name="Connector 4354"/>
          <p:cNvSpPr/>
          <p:nvPr/>
        </p:nvSpPr>
        <p:spPr>
          <a:xfrm flipH="1">
            <a:off x="6630416" y="9137904"/>
            <a:ext cx="4572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8" name="Connector 4355"/>
          <p:cNvSpPr/>
          <p:nvPr/>
        </p:nvSpPr>
        <p:spPr>
          <a:xfrm flipH="1">
            <a:off x="6574535" y="9209530"/>
            <a:ext cx="5588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9" name="Connector 4356"/>
          <p:cNvSpPr/>
          <p:nvPr/>
        </p:nvSpPr>
        <p:spPr>
          <a:xfrm>
            <a:off x="6574535" y="8421623"/>
            <a:ext cx="69850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0" name="Connector 4357"/>
          <p:cNvSpPr/>
          <p:nvPr/>
        </p:nvSpPr>
        <p:spPr>
          <a:xfrm>
            <a:off x="6644385" y="8564880"/>
            <a:ext cx="57152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1" name="Connector 4358"/>
          <p:cNvSpPr/>
          <p:nvPr/>
        </p:nvSpPr>
        <p:spPr>
          <a:xfrm>
            <a:off x="6701535" y="8708135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2" name="Connector 4359"/>
          <p:cNvSpPr/>
          <p:nvPr/>
        </p:nvSpPr>
        <p:spPr>
          <a:xfrm>
            <a:off x="6745985" y="8851392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3" name="Connector 4360"/>
          <p:cNvSpPr/>
          <p:nvPr/>
        </p:nvSpPr>
        <p:spPr>
          <a:xfrm>
            <a:off x="6777735" y="8994647"/>
            <a:ext cx="190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4" name="Connector 4361"/>
          <p:cNvSpPr/>
          <p:nvPr/>
        </p:nvSpPr>
        <p:spPr>
          <a:xfrm>
            <a:off x="6796785" y="9137902"/>
            <a:ext cx="63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5" name="Connector 4362"/>
          <p:cNvSpPr/>
          <p:nvPr/>
        </p:nvSpPr>
        <p:spPr>
          <a:xfrm flipH="1">
            <a:off x="6796785" y="9281159"/>
            <a:ext cx="63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6" name="Connector 4363"/>
          <p:cNvSpPr/>
          <p:nvPr/>
        </p:nvSpPr>
        <p:spPr>
          <a:xfrm flipH="1">
            <a:off x="6777735" y="9424416"/>
            <a:ext cx="190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7" name="Connector 4364"/>
          <p:cNvSpPr/>
          <p:nvPr/>
        </p:nvSpPr>
        <p:spPr>
          <a:xfrm flipH="1">
            <a:off x="6745985" y="9567671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8" name="Connector 4365"/>
          <p:cNvSpPr/>
          <p:nvPr/>
        </p:nvSpPr>
        <p:spPr>
          <a:xfrm flipH="1">
            <a:off x="6701535" y="9710928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9" name="Connector 4366"/>
          <p:cNvSpPr/>
          <p:nvPr/>
        </p:nvSpPr>
        <p:spPr>
          <a:xfrm flipH="1">
            <a:off x="6644385" y="9854183"/>
            <a:ext cx="571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0" name="Connector 4367"/>
          <p:cNvSpPr/>
          <p:nvPr/>
        </p:nvSpPr>
        <p:spPr>
          <a:xfrm flipH="1">
            <a:off x="6574535" y="9997439"/>
            <a:ext cx="698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1" name="Connector 4368"/>
          <p:cNvSpPr/>
          <p:nvPr/>
        </p:nvSpPr>
        <p:spPr>
          <a:xfrm>
            <a:off x="6574535" y="8421623"/>
            <a:ext cx="8382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2" name="Connector 4369"/>
          <p:cNvSpPr/>
          <p:nvPr/>
        </p:nvSpPr>
        <p:spPr>
          <a:xfrm>
            <a:off x="6658356" y="8636506"/>
            <a:ext cx="6858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3" name="Connector 4370"/>
          <p:cNvSpPr/>
          <p:nvPr/>
        </p:nvSpPr>
        <p:spPr>
          <a:xfrm>
            <a:off x="6726935" y="8851392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4" name="Connector 4371"/>
          <p:cNvSpPr/>
          <p:nvPr/>
        </p:nvSpPr>
        <p:spPr>
          <a:xfrm>
            <a:off x="6780276" y="9066276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5" name="Connector 4372"/>
          <p:cNvSpPr/>
          <p:nvPr/>
        </p:nvSpPr>
        <p:spPr>
          <a:xfrm>
            <a:off x="6818376" y="9281159"/>
            <a:ext cx="22860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6" name="Connector 4373"/>
          <p:cNvSpPr/>
          <p:nvPr/>
        </p:nvSpPr>
        <p:spPr>
          <a:xfrm>
            <a:off x="6841235" y="9496042"/>
            <a:ext cx="7622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7" name="Connector 4374"/>
          <p:cNvSpPr/>
          <p:nvPr/>
        </p:nvSpPr>
        <p:spPr>
          <a:xfrm flipH="1">
            <a:off x="6841235" y="9710928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8" name="Connector 4375"/>
          <p:cNvSpPr/>
          <p:nvPr/>
        </p:nvSpPr>
        <p:spPr>
          <a:xfrm flipH="1">
            <a:off x="6818376" y="9925811"/>
            <a:ext cx="2286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9" name="Connector 4376"/>
          <p:cNvSpPr/>
          <p:nvPr/>
        </p:nvSpPr>
        <p:spPr>
          <a:xfrm flipH="1">
            <a:off x="6780276" y="10140695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0" name="Connector 4377"/>
          <p:cNvSpPr/>
          <p:nvPr/>
        </p:nvSpPr>
        <p:spPr>
          <a:xfrm flipH="1">
            <a:off x="6726936" y="10355580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1" name="Connector 4378"/>
          <p:cNvSpPr/>
          <p:nvPr/>
        </p:nvSpPr>
        <p:spPr>
          <a:xfrm flipH="1">
            <a:off x="6658356" y="10570464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2" name="Connector 4379"/>
          <p:cNvSpPr/>
          <p:nvPr/>
        </p:nvSpPr>
        <p:spPr>
          <a:xfrm flipH="1">
            <a:off x="6574535" y="10785347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3" name="Connector 4380"/>
          <p:cNvSpPr/>
          <p:nvPr/>
        </p:nvSpPr>
        <p:spPr>
          <a:xfrm>
            <a:off x="6574535" y="9281159"/>
            <a:ext cx="5588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4" name="Connector 4381"/>
          <p:cNvSpPr/>
          <p:nvPr/>
        </p:nvSpPr>
        <p:spPr>
          <a:xfrm>
            <a:off x="6630416" y="9352787"/>
            <a:ext cx="4572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5" name="Connector 4382"/>
          <p:cNvSpPr/>
          <p:nvPr/>
        </p:nvSpPr>
        <p:spPr>
          <a:xfrm>
            <a:off x="6676135" y="9424416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6" name="Connector 4383"/>
          <p:cNvSpPr/>
          <p:nvPr/>
        </p:nvSpPr>
        <p:spPr>
          <a:xfrm>
            <a:off x="6711695" y="9496043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7" name="Connector 4384"/>
          <p:cNvSpPr/>
          <p:nvPr/>
        </p:nvSpPr>
        <p:spPr>
          <a:xfrm>
            <a:off x="6737095" y="9567671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8" name="Connector 4385"/>
          <p:cNvSpPr/>
          <p:nvPr/>
        </p:nvSpPr>
        <p:spPr>
          <a:xfrm>
            <a:off x="6752335" y="9639299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9" name="Connector 4386"/>
          <p:cNvSpPr/>
          <p:nvPr/>
        </p:nvSpPr>
        <p:spPr>
          <a:xfrm flipH="1">
            <a:off x="6752335" y="9710928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0" name="Connector 4387"/>
          <p:cNvSpPr/>
          <p:nvPr/>
        </p:nvSpPr>
        <p:spPr>
          <a:xfrm flipH="1">
            <a:off x="6737095" y="9782556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1" name="Connector 4388"/>
          <p:cNvSpPr/>
          <p:nvPr/>
        </p:nvSpPr>
        <p:spPr>
          <a:xfrm flipH="1">
            <a:off x="6711695" y="9854183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2" name="Connector 4389"/>
          <p:cNvSpPr/>
          <p:nvPr/>
        </p:nvSpPr>
        <p:spPr>
          <a:xfrm flipH="1">
            <a:off x="6676135" y="9925811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3" name="Connector 4390"/>
          <p:cNvSpPr/>
          <p:nvPr/>
        </p:nvSpPr>
        <p:spPr>
          <a:xfrm flipH="1">
            <a:off x="6630416" y="9997440"/>
            <a:ext cx="4572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4" name="Connector 4391"/>
          <p:cNvSpPr/>
          <p:nvPr/>
        </p:nvSpPr>
        <p:spPr>
          <a:xfrm flipH="1">
            <a:off x="6574535" y="10069066"/>
            <a:ext cx="5588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5" name="Connector 4392"/>
          <p:cNvSpPr/>
          <p:nvPr/>
        </p:nvSpPr>
        <p:spPr>
          <a:xfrm>
            <a:off x="6574535" y="9281159"/>
            <a:ext cx="698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6" name="Connector 4393"/>
          <p:cNvSpPr/>
          <p:nvPr/>
        </p:nvSpPr>
        <p:spPr>
          <a:xfrm>
            <a:off x="6644385" y="9424414"/>
            <a:ext cx="571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7" name="Connector 4394"/>
          <p:cNvSpPr/>
          <p:nvPr/>
        </p:nvSpPr>
        <p:spPr>
          <a:xfrm>
            <a:off x="6701535" y="9567671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8" name="Connector 4395"/>
          <p:cNvSpPr/>
          <p:nvPr/>
        </p:nvSpPr>
        <p:spPr>
          <a:xfrm>
            <a:off x="6745985" y="9710928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9" name="Connector 4396"/>
          <p:cNvSpPr/>
          <p:nvPr/>
        </p:nvSpPr>
        <p:spPr>
          <a:xfrm>
            <a:off x="6777735" y="9854183"/>
            <a:ext cx="190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0" name="Connector 4397"/>
          <p:cNvSpPr/>
          <p:nvPr/>
        </p:nvSpPr>
        <p:spPr>
          <a:xfrm>
            <a:off x="6796785" y="9997439"/>
            <a:ext cx="63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1" name="Connector 4398"/>
          <p:cNvSpPr/>
          <p:nvPr/>
        </p:nvSpPr>
        <p:spPr>
          <a:xfrm flipH="1">
            <a:off x="6796785" y="10140695"/>
            <a:ext cx="63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2" name="Connector 4399"/>
          <p:cNvSpPr/>
          <p:nvPr/>
        </p:nvSpPr>
        <p:spPr>
          <a:xfrm flipH="1">
            <a:off x="6777735" y="10283951"/>
            <a:ext cx="190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3" name="Connector 4400"/>
          <p:cNvSpPr/>
          <p:nvPr/>
        </p:nvSpPr>
        <p:spPr>
          <a:xfrm flipH="1">
            <a:off x="6745985" y="10427207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4" name="Connector 4401"/>
          <p:cNvSpPr/>
          <p:nvPr/>
        </p:nvSpPr>
        <p:spPr>
          <a:xfrm flipH="1">
            <a:off x="6701535" y="10570464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5" name="Connector 4402"/>
          <p:cNvSpPr/>
          <p:nvPr/>
        </p:nvSpPr>
        <p:spPr>
          <a:xfrm flipH="1">
            <a:off x="6644385" y="10713719"/>
            <a:ext cx="571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6" name="Connector 4403"/>
          <p:cNvSpPr/>
          <p:nvPr/>
        </p:nvSpPr>
        <p:spPr>
          <a:xfrm flipH="1">
            <a:off x="6574535" y="10856976"/>
            <a:ext cx="698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7" name="Connector 4404"/>
          <p:cNvSpPr/>
          <p:nvPr/>
        </p:nvSpPr>
        <p:spPr>
          <a:xfrm>
            <a:off x="6574535" y="10140695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8" name="Connector 4405"/>
          <p:cNvSpPr/>
          <p:nvPr/>
        </p:nvSpPr>
        <p:spPr>
          <a:xfrm>
            <a:off x="6630416" y="10212323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9" name="Connector 4406"/>
          <p:cNvSpPr/>
          <p:nvPr/>
        </p:nvSpPr>
        <p:spPr>
          <a:xfrm>
            <a:off x="6676135" y="10283952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0" name="Connector 4407"/>
          <p:cNvSpPr/>
          <p:nvPr/>
        </p:nvSpPr>
        <p:spPr>
          <a:xfrm>
            <a:off x="6711695" y="10355580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1" name="Connector 4408"/>
          <p:cNvSpPr/>
          <p:nvPr/>
        </p:nvSpPr>
        <p:spPr>
          <a:xfrm>
            <a:off x="6737095" y="10427207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2" name="Connector 4409"/>
          <p:cNvSpPr/>
          <p:nvPr/>
        </p:nvSpPr>
        <p:spPr>
          <a:xfrm>
            <a:off x="6752335" y="10498835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3" name="Connector 4410"/>
          <p:cNvSpPr/>
          <p:nvPr/>
        </p:nvSpPr>
        <p:spPr>
          <a:xfrm flipH="1">
            <a:off x="6752335" y="10570464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4" name="Connector 4411"/>
          <p:cNvSpPr/>
          <p:nvPr/>
        </p:nvSpPr>
        <p:spPr>
          <a:xfrm flipH="1">
            <a:off x="6737095" y="10642092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5" name="Connector 4412"/>
          <p:cNvSpPr/>
          <p:nvPr/>
        </p:nvSpPr>
        <p:spPr>
          <a:xfrm flipH="1">
            <a:off x="6711695" y="10713719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6" name="Connector 4413"/>
          <p:cNvSpPr/>
          <p:nvPr/>
        </p:nvSpPr>
        <p:spPr>
          <a:xfrm flipH="1">
            <a:off x="6676135" y="10785347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7" name="Connector 4414"/>
          <p:cNvSpPr/>
          <p:nvPr/>
        </p:nvSpPr>
        <p:spPr>
          <a:xfrm flipH="1">
            <a:off x="6630416" y="10856976"/>
            <a:ext cx="4572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8" name="Connector 4415"/>
          <p:cNvSpPr/>
          <p:nvPr/>
        </p:nvSpPr>
        <p:spPr>
          <a:xfrm flipH="1">
            <a:off x="6574535" y="10928602"/>
            <a:ext cx="5588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9" name="Connector 4416"/>
          <p:cNvSpPr/>
          <p:nvPr/>
        </p:nvSpPr>
        <p:spPr>
          <a:xfrm>
            <a:off x="7635240" y="4983479"/>
            <a:ext cx="5588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0" name="Connector 4417"/>
          <p:cNvSpPr/>
          <p:nvPr/>
        </p:nvSpPr>
        <p:spPr>
          <a:xfrm>
            <a:off x="7691118" y="5055106"/>
            <a:ext cx="45722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1" name="Connector 4418"/>
          <p:cNvSpPr/>
          <p:nvPr/>
        </p:nvSpPr>
        <p:spPr>
          <a:xfrm>
            <a:off x="7736840" y="5126735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2" name="Connector 4419"/>
          <p:cNvSpPr/>
          <p:nvPr/>
        </p:nvSpPr>
        <p:spPr>
          <a:xfrm>
            <a:off x="7772400" y="5198364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3" name="Connector 4420"/>
          <p:cNvSpPr/>
          <p:nvPr/>
        </p:nvSpPr>
        <p:spPr>
          <a:xfrm>
            <a:off x="7797799" y="5269991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4" name="Connector 4421"/>
          <p:cNvSpPr/>
          <p:nvPr/>
        </p:nvSpPr>
        <p:spPr>
          <a:xfrm>
            <a:off x="7813040" y="5341618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5" name="Connector 4422"/>
          <p:cNvSpPr/>
          <p:nvPr/>
        </p:nvSpPr>
        <p:spPr>
          <a:xfrm flipH="1">
            <a:off x="7813040" y="5413247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6" name="Connector 4423"/>
          <p:cNvSpPr/>
          <p:nvPr/>
        </p:nvSpPr>
        <p:spPr>
          <a:xfrm flipH="1">
            <a:off x="7797800" y="5484876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7" name="Connector 4424"/>
          <p:cNvSpPr/>
          <p:nvPr/>
        </p:nvSpPr>
        <p:spPr>
          <a:xfrm flipH="1">
            <a:off x="7772399" y="5556503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8" name="Connector 4425"/>
          <p:cNvSpPr/>
          <p:nvPr/>
        </p:nvSpPr>
        <p:spPr>
          <a:xfrm flipH="1">
            <a:off x="7736839" y="5628132"/>
            <a:ext cx="3556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9" name="Connector 4426"/>
          <p:cNvSpPr/>
          <p:nvPr/>
        </p:nvSpPr>
        <p:spPr>
          <a:xfrm flipH="1">
            <a:off x="7691119" y="5699759"/>
            <a:ext cx="4572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0" name="Connector 4427"/>
          <p:cNvSpPr/>
          <p:nvPr/>
        </p:nvSpPr>
        <p:spPr>
          <a:xfrm flipH="1">
            <a:off x="7635240" y="5771388"/>
            <a:ext cx="558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1" name="Connector 4428"/>
          <p:cNvSpPr/>
          <p:nvPr/>
        </p:nvSpPr>
        <p:spPr>
          <a:xfrm>
            <a:off x="7635240" y="4983479"/>
            <a:ext cx="69850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2" name="Connector 4429"/>
          <p:cNvSpPr/>
          <p:nvPr/>
        </p:nvSpPr>
        <p:spPr>
          <a:xfrm>
            <a:off x="7705089" y="5126735"/>
            <a:ext cx="57152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3" name="Connector 4430"/>
          <p:cNvSpPr/>
          <p:nvPr/>
        </p:nvSpPr>
        <p:spPr>
          <a:xfrm>
            <a:off x="7762240" y="5269991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4" name="Connector 4431"/>
          <p:cNvSpPr/>
          <p:nvPr/>
        </p:nvSpPr>
        <p:spPr>
          <a:xfrm>
            <a:off x="7806690" y="5413247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5" name="Connector 4432"/>
          <p:cNvSpPr/>
          <p:nvPr/>
        </p:nvSpPr>
        <p:spPr>
          <a:xfrm>
            <a:off x="7838440" y="5556503"/>
            <a:ext cx="190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6" name="Connector 4433"/>
          <p:cNvSpPr/>
          <p:nvPr/>
        </p:nvSpPr>
        <p:spPr>
          <a:xfrm>
            <a:off x="7857489" y="5699759"/>
            <a:ext cx="63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7" name="Connector 4434"/>
          <p:cNvSpPr/>
          <p:nvPr/>
        </p:nvSpPr>
        <p:spPr>
          <a:xfrm flipH="1">
            <a:off x="7857490" y="5843015"/>
            <a:ext cx="63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8" name="Connector 4435"/>
          <p:cNvSpPr/>
          <p:nvPr/>
        </p:nvSpPr>
        <p:spPr>
          <a:xfrm flipH="1">
            <a:off x="7838440" y="5986271"/>
            <a:ext cx="190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9" name="Connector 4436"/>
          <p:cNvSpPr/>
          <p:nvPr/>
        </p:nvSpPr>
        <p:spPr>
          <a:xfrm flipH="1">
            <a:off x="7806690" y="6129527"/>
            <a:ext cx="317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0" name="Connector 4437"/>
          <p:cNvSpPr/>
          <p:nvPr/>
        </p:nvSpPr>
        <p:spPr>
          <a:xfrm flipH="1">
            <a:off x="7762240" y="6272784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1" name="Connector 4438"/>
          <p:cNvSpPr/>
          <p:nvPr/>
        </p:nvSpPr>
        <p:spPr>
          <a:xfrm flipH="1">
            <a:off x="7705090" y="6416040"/>
            <a:ext cx="571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2" name="Connector 4439"/>
          <p:cNvSpPr/>
          <p:nvPr/>
        </p:nvSpPr>
        <p:spPr>
          <a:xfrm flipH="1">
            <a:off x="7635240" y="6559295"/>
            <a:ext cx="698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3" name="Connector 4440"/>
          <p:cNvSpPr/>
          <p:nvPr/>
        </p:nvSpPr>
        <p:spPr>
          <a:xfrm>
            <a:off x="7635240" y="4983479"/>
            <a:ext cx="8382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4" name="Connector 4441"/>
          <p:cNvSpPr/>
          <p:nvPr/>
        </p:nvSpPr>
        <p:spPr>
          <a:xfrm>
            <a:off x="7719059" y="5198362"/>
            <a:ext cx="6858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5" name="Connector 4442"/>
          <p:cNvSpPr/>
          <p:nvPr/>
        </p:nvSpPr>
        <p:spPr>
          <a:xfrm>
            <a:off x="7787640" y="5413247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6" name="Connector 4443"/>
          <p:cNvSpPr/>
          <p:nvPr/>
        </p:nvSpPr>
        <p:spPr>
          <a:xfrm>
            <a:off x="7840978" y="5628132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7" name="Connector 4444"/>
          <p:cNvSpPr/>
          <p:nvPr/>
        </p:nvSpPr>
        <p:spPr>
          <a:xfrm>
            <a:off x="7879080" y="5843015"/>
            <a:ext cx="2286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8" name="Connector 4445"/>
          <p:cNvSpPr/>
          <p:nvPr/>
        </p:nvSpPr>
        <p:spPr>
          <a:xfrm>
            <a:off x="7901939" y="6057898"/>
            <a:ext cx="762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9" name="Connector 4446"/>
          <p:cNvSpPr/>
          <p:nvPr/>
        </p:nvSpPr>
        <p:spPr>
          <a:xfrm flipH="1">
            <a:off x="7901940" y="6272784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0" name="Connector 4447"/>
          <p:cNvSpPr/>
          <p:nvPr/>
        </p:nvSpPr>
        <p:spPr>
          <a:xfrm flipH="1">
            <a:off x="7879080" y="6487667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1" name="Connector 4448"/>
          <p:cNvSpPr/>
          <p:nvPr/>
        </p:nvSpPr>
        <p:spPr>
          <a:xfrm flipH="1">
            <a:off x="7840978" y="6702552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2" name="Connector 4449"/>
          <p:cNvSpPr/>
          <p:nvPr/>
        </p:nvSpPr>
        <p:spPr>
          <a:xfrm flipH="1">
            <a:off x="7787640" y="6917435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3" name="Connector 4450"/>
          <p:cNvSpPr/>
          <p:nvPr/>
        </p:nvSpPr>
        <p:spPr>
          <a:xfrm flipH="1">
            <a:off x="7719059" y="7132319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4" name="Connector 4451"/>
          <p:cNvSpPr/>
          <p:nvPr/>
        </p:nvSpPr>
        <p:spPr>
          <a:xfrm flipH="1">
            <a:off x="7635240" y="7347204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5" name="Connector 4452"/>
          <p:cNvSpPr/>
          <p:nvPr/>
        </p:nvSpPr>
        <p:spPr>
          <a:xfrm>
            <a:off x="7635240" y="4983479"/>
            <a:ext cx="9779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6" name="Connector 4453"/>
          <p:cNvSpPr/>
          <p:nvPr/>
        </p:nvSpPr>
        <p:spPr>
          <a:xfrm>
            <a:off x="7733028" y="5269991"/>
            <a:ext cx="80012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7" name="Connector 4454"/>
          <p:cNvSpPr/>
          <p:nvPr/>
        </p:nvSpPr>
        <p:spPr>
          <a:xfrm>
            <a:off x="7813040" y="5556503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8" name="Connector 4455"/>
          <p:cNvSpPr/>
          <p:nvPr/>
        </p:nvSpPr>
        <p:spPr>
          <a:xfrm>
            <a:off x="7875269" y="5843015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9" name="Connector 4456"/>
          <p:cNvSpPr/>
          <p:nvPr/>
        </p:nvSpPr>
        <p:spPr>
          <a:xfrm>
            <a:off x="7919719" y="6129528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0" name="Connector 4457"/>
          <p:cNvSpPr/>
          <p:nvPr/>
        </p:nvSpPr>
        <p:spPr>
          <a:xfrm>
            <a:off x="7946389" y="6416040"/>
            <a:ext cx="889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1" name="Connector 4458"/>
          <p:cNvSpPr/>
          <p:nvPr/>
        </p:nvSpPr>
        <p:spPr>
          <a:xfrm flipH="1">
            <a:off x="7946390" y="6702552"/>
            <a:ext cx="889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2" name="Connector 4459"/>
          <p:cNvSpPr/>
          <p:nvPr/>
        </p:nvSpPr>
        <p:spPr>
          <a:xfrm flipH="1">
            <a:off x="7919720" y="6989064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3" name="Connector 4460"/>
          <p:cNvSpPr/>
          <p:nvPr/>
        </p:nvSpPr>
        <p:spPr>
          <a:xfrm flipH="1">
            <a:off x="7875269" y="7275576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4" name="Connector 4461"/>
          <p:cNvSpPr/>
          <p:nvPr/>
        </p:nvSpPr>
        <p:spPr>
          <a:xfrm flipH="1">
            <a:off x="7813040" y="7562088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5" name="Connector 4462"/>
          <p:cNvSpPr/>
          <p:nvPr/>
        </p:nvSpPr>
        <p:spPr>
          <a:xfrm flipH="1">
            <a:off x="7733028" y="7848600"/>
            <a:ext cx="80012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6" name="Connector 4463"/>
          <p:cNvSpPr/>
          <p:nvPr/>
        </p:nvSpPr>
        <p:spPr>
          <a:xfrm flipH="1">
            <a:off x="7635240" y="8135111"/>
            <a:ext cx="9779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7" name="Connector 4464"/>
          <p:cNvSpPr/>
          <p:nvPr/>
        </p:nvSpPr>
        <p:spPr>
          <a:xfrm>
            <a:off x="7635240" y="4983479"/>
            <a:ext cx="111760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8" name="Connector 4465"/>
          <p:cNvSpPr/>
          <p:nvPr/>
        </p:nvSpPr>
        <p:spPr>
          <a:xfrm>
            <a:off x="7746999" y="5341618"/>
            <a:ext cx="91442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9" name="Connector 4466"/>
          <p:cNvSpPr/>
          <p:nvPr/>
        </p:nvSpPr>
        <p:spPr>
          <a:xfrm>
            <a:off x="7838440" y="5699759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0" name="Connector 4467"/>
          <p:cNvSpPr/>
          <p:nvPr/>
        </p:nvSpPr>
        <p:spPr>
          <a:xfrm>
            <a:off x="7909559" y="6057899"/>
            <a:ext cx="50801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1" name="Connector 4468"/>
          <p:cNvSpPr/>
          <p:nvPr/>
        </p:nvSpPr>
        <p:spPr>
          <a:xfrm>
            <a:off x="7960359" y="6416040"/>
            <a:ext cx="30479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2" name="Connector 4469"/>
          <p:cNvSpPr/>
          <p:nvPr/>
        </p:nvSpPr>
        <p:spPr>
          <a:xfrm>
            <a:off x="7990839" y="6774178"/>
            <a:ext cx="10162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3" name="Connector 4470"/>
          <p:cNvSpPr/>
          <p:nvPr/>
        </p:nvSpPr>
        <p:spPr>
          <a:xfrm flipH="1">
            <a:off x="7990840" y="7132319"/>
            <a:ext cx="1016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4" name="Connector 4471"/>
          <p:cNvSpPr/>
          <p:nvPr/>
        </p:nvSpPr>
        <p:spPr>
          <a:xfrm flipH="1">
            <a:off x="7960359" y="7490459"/>
            <a:ext cx="30481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5" name="Connector 4472"/>
          <p:cNvSpPr/>
          <p:nvPr/>
        </p:nvSpPr>
        <p:spPr>
          <a:xfrm flipH="1">
            <a:off x="7909559" y="7848599"/>
            <a:ext cx="50801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6" name="Connector 4473"/>
          <p:cNvSpPr/>
          <p:nvPr/>
        </p:nvSpPr>
        <p:spPr>
          <a:xfrm flipH="1">
            <a:off x="7838440" y="8206740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7" name="Connector 4474"/>
          <p:cNvSpPr/>
          <p:nvPr/>
        </p:nvSpPr>
        <p:spPr>
          <a:xfrm flipH="1">
            <a:off x="7746999" y="8564880"/>
            <a:ext cx="91442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8" name="Connector 4475"/>
          <p:cNvSpPr/>
          <p:nvPr/>
        </p:nvSpPr>
        <p:spPr>
          <a:xfrm flipH="1">
            <a:off x="7635240" y="8923019"/>
            <a:ext cx="111760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9" name="Connector 4476"/>
          <p:cNvSpPr/>
          <p:nvPr/>
        </p:nvSpPr>
        <p:spPr>
          <a:xfrm>
            <a:off x="7635240" y="4983479"/>
            <a:ext cx="125730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0" name="Connector 4477"/>
          <p:cNvSpPr/>
          <p:nvPr/>
        </p:nvSpPr>
        <p:spPr>
          <a:xfrm>
            <a:off x="7760968" y="5413247"/>
            <a:ext cx="102872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1" name="Connector 4478"/>
          <p:cNvSpPr/>
          <p:nvPr/>
        </p:nvSpPr>
        <p:spPr>
          <a:xfrm>
            <a:off x="7863840" y="5843015"/>
            <a:ext cx="8001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2" name="Connector 4479"/>
          <p:cNvSpPr/>
          <p:nvPr/>
        </p:nvSpPr>
        <p:spPr>
          <a:xfrm>
            <a:off x="7943850" y="6272784"/>
            <a:ext cx="5715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3" name="Connector 4480"/>
          <p:cNvSpPr/>
          <p:nvPr/>
        </p:nvSpPr>
        <p:spPr>
          <a:xfrm>
            <a:off x="8000999" y="6702552"/>
            <a:ext cx="34292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4" name="Connector 4481"/>
          <p:cNvSpPr/>
          <p:nvPr/>
        </p:nvSpPr>
        <p:spPr>
          <a:xfrm>
            <a:off x="8035290" y="7132319"/>
            <a:ext cx="1143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5" name="Connector 4482"/>
          <p:cNvSpPr/>
          <p:nvPr/>
        </p:nvSpPr>
        <p:spPr>
          <a:xfrm flipH="1">
            <a:off x="8035290" y="7562088"/>
            <a:ext cx="1143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6" name="Connector 4483"/>
          <p:cNvSpPr/>
          <p:nvPr/>
        </p:nvSpPr>
        <p:spPr>
          <a:xfrm flipH="1">
            <a:off x="8001000" y="7991856"/>
            <a:ext cx="3429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7" name="Connector 4484"/>
          <p:cNvSpPr/>
          <p:nvPr/>
        </p:nvSpPr>
        <p:spPr>
          <a:xfrm flipH="1">
            <a:off x="7943849" y="8421623"/>
            <a:ext cx="5715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8" name="Connector 4485"/>
          <p:cNvSpPr/>
          <p:nvPr/>
        </p:nvSpPr>
        <p:spPr>
          <a:xfrm flipH="1">
            <a:off x="7863840" y="8851392"/>
            <a:ext cx="8001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9" name="Connector 4486"/>
          <p:cNvSpPr/>
          <p:nvPr/>
        </p:nvSpPr>
        <p:spPr>
          <a:xfrm flipH="1">
            <a:off x="7760969" y="9281159"/>
            <a:ext cx="10287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0" name="Connector 4487"/>
          <p:cNvSpPr/>
          <p:nvPr/>
        </p:nvSpPr>
        <p:spPr>
          <a:xfrm flipH="1">
            <a:off x="7635241" y="9710928"/>
            <a:ext cx="125730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1" name="Connector 4488"/>
          <p:cNvSpPr/>
          <p:nvPr/>
        </p:nvSpPr>
        <p:spPr>
          <a:xfrm>
            <a:off x="7635240" y="4983479"/>
            <a:ext cx="139700" cy="50139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2" name="Connector 4489"/>
          <p:cNvSpPr/>
          <p:nvPr/>
        </p:nvSpPr>
        <p:spPr>
          <a:xfrm>
            <a:off x="7774939" y="5484874"/>
            <a:ext cx="114302" cy="50139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3" name="Connector 4490"/>
          <p:cNvSpPr/>
          <p:nvPr/>
        </p:nvSpPr>
        <p:spPr>
          <a:xfrm>
            <a:off x="7889240" y="5986271"/>
            <a:ext cx="889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4" name="Connector 4491"/>
          <p:cNvSpPr/>
          <p:nvPr/>
        </p:nvSpPr>
        <p:spPr>
          <a:xfrm>
            <a:off x="7978140" y="6487667"/>
            <a:ext cx="635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5" name="Connector 4492"/>
          <p:cNvSpPr/>
          <p:nvPr/>
        </p:nvSpPr>
        <p:spPr>
          <a:xfrm>
            <a:off x="8041640" y="6989064"/>
            <a:ext cx="38100" cy="50139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6" name="Connector 4493"/>
          <p:cNvSpPr/>
          <p:nvPr/>
        </p:nvSpPr>
        <p:spPr>
          <a:xfrm>
            <a:off x="8079739" y="7490459"/>
            <a:ext cx="12702" cy="50139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7" name="Connector 4494"/>
          <p:cNvSpPr/>
          <p:nvPr/>
        </p:nvSpPr>
        <p:spPr>
          <a:xfrm flipH="1">
            <a:off x="8079739" y="7991856"/>
            <a:ext cx="12702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8" name="Connector 4495"/>
          <p:cNvSpPr/>
          <p:nvPr/>
        </p:nvSpPr>
        <p:spPr>
          <a:xfrm flipH="1">
            <a:off x="8041640" y="8493252"/>
            <a:ext cx="38100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9" name="Connector 4496"/>
          <p:cNvSpPr/>
          <p:nvPr/>
        </p:nvSpPr>
        <p:spPr>
          <a:xfrm flipH="1">
            <a:off x="7978140" y="8994647"/>
            <a:ext cx="635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0" name="Connector 4497"/>
          <p:cNvSpPr/>
          <p:nvPr/>
        </p:nvSpPr>
        <p:spPr>
          <a:xfrm flipH="1">
            <a:off x="7889240" y="9496043"/>
            <a:ext cx="889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1" name="Connector 4498"/>
          <p:cNvSpPr/>
          <p:nvPr/>
        </p:nvSpPr>
        <p:spPr>
          <a:xfrm flipH="1">
            <a:off x="7774939" y="9997440"/>
            <a:ext cx="114302" cy="50139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2" name="Connector 4499"/>
          <p:cNvSpPr/>
          <p:nvPr/>
        </p:nvSpPr>
        <p:spPr>
          <a:xfrm flipH="1">
            <a:off x="7635240" y="10498835"/>
            <a:ext cx="139700" cy="50139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3" name="Connector 4500"/>
          <p:cNvSpPr/>
          <p:nvPr/>
        </p:nvSpPr>
        <p:spPr>
          <a:xfrm>
            <a:off x="7635240" y="5843015"/>
            <a:ext cx="5588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4" name="Connector 4501"/>
          <p:cNvSpPr/>
          <p:nvPr/>
        </p:nvSpPr>
        <p:spPr>
          <a:xfrm>
            <a:off x="7691118" y="5914644"/>
            <a:ext cx="4572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5" name="Connector 4502"/>
          <p:cNvSpPr/>
          <p:nvPr/>
        </p:nvSpPr>
        <p:spPr>
          <a:xfrm>
            <a:off x="7736840" y="5986271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6" name="Connector 4503"/>
          <p:cNvSpPr/>
          <p:nvPr/>
        </p:nvSpPr>
        <p:spPr>
          <a:xfrm>
            <a:off x="7772400" y="6057900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7" name="Connector 4504"/>
          <p:cNvSpPr/>
          <p:nvPr/>
        </p:nvSpPr>
        <p:spPr>
          <a:xfrm>
            <a:off x="7797799" y="6129528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8" name="Connector 4505"/>
          <p:cNvSpPr/>
          <p:nvPr/>
        </p:nvSpPr>
        <p:spPr>
          <a:xfrm>
            <a:off x="7813040" y="6201155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9" name="Connector 4506"/>
          <p:cNvSpPr/>
          <p:nvPr/>
        </p:nvSpPr>
        <p:spPr>
          <a:xfrm flipH="1">
            <a:off x="7813040" y="6272784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0" name="Connector 4507"/>
          <p:cNvSpPr/>
          <p:nvPr/>
        </p:nvSpPr>
        <p:spPr>
          <a:xfrm flipH="1">
            <a:off x="7797800" y="6344411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1" name="Connector 4508"/>
          <p:cNvSpPr/>
          <p:nvPr/>
        </p:nvSpPr>
        <p:spPr>
          <a:xfrm flipH="1">
            <a:off x="7772399" y="6416040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2" name="Connector 4509"/>
          <p:cNvSpPr/>
          <p:nvPr/>
        </p:nvSpPr>
        <p:spPr>
          <a:xfrm flipH="1">
            <a:off x="7736839" y="6487667"/>
            <a:ext cx="3556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3" name="Connector 4510"/>
          <p:cNvSpPr/>
          <p:nvPr/>
        </p:nvSpPr>
        <p:spPr>
          <a:xfrm flipH="1">
            <a:off x="7691119" y="6559295"/>
            <a:ext cx="4572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4" name="Connector 4511"/>
          <p:cNvSpPr/>
          <p:nvPr/>
        </p:nvSpPr>
        <p:spPr>
          <a:xfrm flipH="1">
            <a:off x="7635240" y="6630923"/>
            <a:ext cx="558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5" name="Connector 4512"/>
          <p:cNvSpPr/>
          <p:nvPr/>
        </p:nvSpPr>
        <p:spPr>
          <a:xfrm>
            <a:off x="7635240" y="5843015"/>
            <a:ext cx="698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6" name="Connector 4513"/>
          <p:cNvSpPr/>
          <p:nvPr/>
        </p:nvSpPr>
        <p:spPr>
          <a:xfrm>
            <a:off x="7705089" y="5986271"/>
            <a:ext cx="571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7" name="Connector 4514"/>
          <p:cNvSpPr/>
          <p:nvPr/>
        </p:nvSpPr>
        <p:spPr>
          <a:xfrm>
            <a:off x="7762240" y="6129528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8" name="Connector 4515"/>
          <p:cNvSpPr/>
          <p:nvPr/>
        </p:nvSpPr>
        <p:spPr>
          <a:xfrm>
            <a:off x="7806690" y="6272784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9" name="Connector 4516"/>
          <p:cNvSpPr/>
          <p:nvPr/>
        </p:nvSpPr>
        <p:spPr>
          <a:xfrm>
            <a:off x="7838440" y="6416040"/>
            <a:ext cx="19050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0" name="Connector 4517"/>
          <p:cNvSpPr/>
          <p:nvPr/>
        </p:nvSpPr>
        <p:spPr>
          <a:xfrm>
            <a:off x="7857489" y="6559295"/>
            <a:ext cx="6352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1" name="Connector 4518"/>
          <p:cNvSpPr/>
          <p:nvPr/>
        </p:nvSpPr>
        <p:spPr>
          <a:xfrm flipH="1">
            <a:off x="7857490" y="6702552"/>
            <a:ext cx="63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2" name="Connector 4519"/>
          <p:cNvSpPr/>
          <p:nvPr/>
        </p:nvSpPr>
        <p:spPr>
          <a:xfrm flipH="1">
            <a:off x="7838440" y="6845807"/>
            <a:ext cx="190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3" name="Connector 4520"/>
          <p:cNvSpPr/>
          <p:nvPr/>
        </p:nvSpPr>
        <p:spPr>
          <a:xfrm flipH="1">
            <a:off x="7806690" y="6989064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4" name="Connector 4521"/>
          <p:cNvSpPr/>
          <p:nvPr/>
        </p:nvSpPr>
        <p:spPr>
          <a:xfrm flipH="1">
            <a:off x="7762240" y="7132319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5" name="Connector 4522"/>
          <p:cNvSpPr/>
          <p:nvPr/>
        </p:nvSpPr>
        <p:spPr>
          <a:xfrm flipH="1">
            <a:off x="7705090" y="7275576"/>
            <a:ext cx="571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6" name="Connector 4523"/>
          <p:cNvSpPr/>
          <p:nvPr/>
        </p:nvSpPr>
        <p:spPr>
          <a:xfrm flipH="1">
            <a:off x="7635240" y="7418831"/>
            <a:ext cx="698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7" name="Connector 4524"/>
          <p:cNvSpPr/>
          <p:nvPr/>
        </p:nvSpPr>
        <p:spPr>
          <a:xfrm>
            <a:off x="7635240" y="5843015"/>
            <a:ext cx="8382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8" name="Connector 4525"/>
          <p:cNvSpPr/>
          <p:nvPr/>
        </p:nvSpPr>
        <p:spPr>
          <a:xfrm>
            <a:off x="7719059" y="6057898"/>
            <a:ext cx="6858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9" name="Connector 4526"/>
          <p:cNvSpPr/>
          <p:nvPr/>
        </p:nvSpPr>
        <p:spPr>
          <a:xfrm>
            <a:off x="7787640" y="6272784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0" name="Connector 4527"/>
          <p:cNvSpPr/>
          <p:nvPr/>
        </p:nvSpPr>
        <p:spPr>
          <a:xfrm>
            <a:off x="7840978" y="6487667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1" name="Connector 4528"/>
          <p:cNvSpPr/>
          <p:nvPr/>
        </p:nvSpPr>
        <p:spPr>
          <a:xfrm>
            <a:off x="7879080" y="6702552"/>
            <a:ext cx="2286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2" name="Connector 4529"/>
          <p:cNvSpPr/>
          <p:nvPr/>
        </p:nvSpPr>
        <p:spPr>
          <a:xfrm>
            <a:off x="7901939" y="6917435"/>
            <a:ext cx="762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3" name="Connector 4530"/>
          <p:cNvSpPr/>
          <p:nvPr/>
        </p:nvSpPr>
        <p:spPr>
          <a:xfrm flipH="1">
            <a:off x="7901940" y="7132319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4" name="Connector 4531"/>
          <p:cNvSpPr/>
          <p:nvPr/>
        </p:nvSpPr>
        <p:spPr>
          <a:xfrm flipH="1">
            <a:off x="7879080" y="7347204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5" name="Connector 4532"/>
          <p:cNvSpPr/>
          <p:nvPr/>
        </p:nvSpPr>
        <p:spPr>
          <a:xfrm flipH="1">
            <a:off x="7840978" y="7562088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6" name="Connector 4533"/>
          <p:cNvSpPr/>
          <p:nvPr/>
        </p:nvSpPr>
        <p:spPr>
          <a:xfrm flipH="1">
            <a:off x="7787640" y="7776971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7" name="Connector 4534"/>
          <p:cNvSpPr/>
          <p:nvPr/>
        </p:nvSpPr>
        <p:spPr>
          <a:xfrm flipH="1">
            <a:off x="7719059" y="7991856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8" name="Connector 4535"/>
          <p:cNvSpPr/>
          <p:nvPr/>
        </p:nvSpPr>
        <p:spPr>
          <a:xfrm flipH="1">
            <a:off x="7635240" y="8206740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9" name="Connector 4536"/>
          <p:cNvSpPr/>
          <p:nvPr/>
        </p:nvSpPr>
        <p:spPr>
          <a:xfrm>
            <a:off x="7635240" y="5843015"/>
            <a:ext cx="9779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0" name="Connector 4537"/>
          <p:cNvSpPr/>
          <p:nvPr/>
        </p:nvSpPr>
        <p:spPr>
          <a:xfrm>
            <a:off x="7733028" y="6129527"/>
            <a:ext cx="80012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1" name="Connector 4538"/>
          <p:cNvSpPr/>
          <p:nvPr/>
        </p:nvSpPr>
        <p:spPr>
          <a:xfrm>
            <a:off x="7813040" y="6416040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2" name="Connector 4539"/>
          <p:cNvSpPr/>
          <p:nvPr/>
        </p:nvSpPr>
        <p:spPr>
          <a:xfrm>
            <a:off x="7875269" y="6702552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3" name="Connector 4540"/>
          <p:cNvSpPr/>
          <p:nvPr/>
        </p:nvSpPr>
        <p:spPr>
          <a:xfrm>
            <a:off x="7919719" y="6989064"/>
            <a:ext cx="2667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4" name="Connector 4541"/>
          <p:cNvSpPr/>
          <p:nvPr/>
        </p:nvSpPr>
        <p:spPr>
          <a:xfrm>
            <a:off x="7946389" y="7275575"/>
            <a:ext cx="8891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5" name="Connector 4542"/>
          <p:cNvSpPr/>
          <p:nvPr/>
        </p:nvSpPr>
        <p:spPr>
          <a:xfrm flipH="1">
            <a:off x="7946390" y="7562088"/>
            <a:ext cx="889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6" name="Connector 4543"/>
          <p:cNvSpPr/>
          <p:nvPr/>
        </p:nvSpPr>
        <p:spPr>
          <a:xfrm flipH="1">
            <a:off x="7919720" y="7848599"/>
            <a:ext cx="26670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7" name="Connector 4544"/>
          <p:cNvSpPr/>
          <p:nvPr/>
        </p:nvSpPr>
        <p:spPr>
          <a:xfrm flipH="1">
            <a:off x="7875269" y="8135111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8" name="Connector 4545"/>
          <p:cNvSpPr/>
          <p:nvPr/>
        </p:nvSpPr>
        <p:spPr>
          <a:xfrm flipH="1">
            <a:off x="7813040" y="8421623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9" name="Connector 4546"/>
          <p:cNvSpPr/>
          <p:nvPr/>
        </p:nvSpPr>
        <p:spPr>
          <a:xfrm flipH="1">
            <a:off x="7733028" y="8708135"/>
            <a:ext cx="80012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0" name="Connector 4547"/>
          <p:cNvSpPr/>
          <p:nvPr/>
        </p:nvSpPr>
        <p:spPr>
          <a:xfrm flipH="1">
            <a:off x="7635240" y="8994647"/>
            <a:ext cx="9779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1" name="Connector 4548"/>
          <p:cNvSpPr/>
          <p:nvPr/>
        </p:nvSpPr>
        <p:spPr>
          <a:xfrm>
            <a:off x="7635240" y="5843015"/>
            <a:ext cx="111760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2" name="Connector 4549"/>
          <p:cNvSpPr/>
          <p:nvPr/>
        </p:nvSpPr>
        <p:spPr>
          <a:xfrm>
            <a:off x="7746999" y="6201154"/>
            <a:ext cx="91442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3" name="Connector 4550"/>
          <p:cNvSpPr/>
          <p:nvPr/>
        </p:nvSpPr>
        <p:spPr>
          <a:xfrm>
            <a:off x="7838440" y="6559295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4" name="Connector 4551"/>
          <p:cNvSpPr/>
          <p:nvPr/>
        </p:nvSpPr>
        <p:spPr>
          <a:xfrm>
            <a:off x="7909559" y="6917435"/>
            <a:ext cx="5080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5" name="Connector 4552"/>
          <p:cNvSpPr/>
          <p:nvPr/>
        </p:nvSpPr>
        <p:spPr>
          <a:xfrm>
            <a:off x="7960359" y="7275576"/>
            <a:ext cx="30479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6" name="Connector 4553"/>
          <p:cNvSpPr/>
          <p:nvPr/>
        </p:nvSpPr>
        <p:spPr>
          <a:xfrm>
            <a:off x="7990839" y="7633714"/>
            <a:ext cx="10162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7" name="Connector 4554"/>
          <p:cNvSpPr/>
          <p:nvPr/>
        </p:nvSpPr>
        <p:spPr>
          <a:xfrm flipH="1">
            <a:off x="7990840" y="7991856"/>
            <a:ext cx="1016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8" name="Connector 4555"/>
          <p:cNvSpPr/>
          <p:nvPr/>
        </p:nvSpPr>
        <p:spPr>
          <a:xfrm flipH="1">
            <a:off x="7960359" y="8349995"/>
            <a:ext cx="3048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9" name="Connector 4556"/>
          <p:cNvSpPr/>
          <p:nvPr/>
        </p:nvSpPr>
        <p:spPr>
          <a:xfrm flipH="1">
            <a:off x="7909559" y="8708135"/>
            <a:ext cx="5080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0" name="Connector 4557"/>
          <p:cNvSpPr/>
          <p:nvPr/>
        </p:nvSpPr>
        <p:spPr>
          <a:xfrm flipH="1">
            <a:off x="7838440" y="9066276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1" name="Connector 4558"/>
          <p:cNvSpPr/>
          <p:nvPr/>
        </p:nvSpPr>
        <p:spPr>
          <a:xfrm flipH="1">
            <a:off x="7746999" y="9424416"/>
            <a:ext cx="91442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2" name="Connector 4559"/>
          <p:cNvSpPr/>
          <p:nvPr/>
        </p:nvSpPr>
        <p:spPr>
          <a:xfrm flipH="1">
            <a:off x="7635240" y="9782556"/>
            <a:ext cx="111760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3" name="Connector 4560"/>
          <p:cNvSpPr/>
          <p:nvPr/>
        </p:nvSpPr>
        <p:spPr>
          <a:xfrm>
            <a:off x="7635240" y="5843015"/>
            <a:ext cx="125730" cy="42976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4" name="Connector 4561"/>
          <p:cNvSpPr/>
          <p:nvPr/>
        </p:nvSpPr>
        <p:spPr>
          <a:xfrm>
            <a:off x="7760968" y="6272782"/>
            <a:ext cx="102872" cy="42977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5" name="Connector 4562"/>
          <p:cNvSpPr/>
          <p:nvPr/>
        </p:nvSpPr>
        <p:spPr>
          <a:xfrm>
            <a:off x="7863840" y="6702552"/>
            <a:ext cx="8001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6" name="Connector 4563"/>
          <p:cNvSpPr/>
          <p:nvPr/>
        </p:nvSpPr>
        <p:spPr>
          <a:xfrm>
            <a:off x="7943850" y="7132319"/>
            <a:ext cx="5715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7" name="Connector 4564"/>
          <p:cNvSpPr/>
          <p:nvPr/>
        </p:nvSpPr>
        <p:spPr>
          <a:xfrm>
            <a:off x="8000999" y="7562088"/>
            <a:ext cx="34292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8" name="Connector 4565"/>
          <p:cNvSpPr/>
          <p:nvPr/>
        </p:nvSpPr>
        <p:spPr>
          <a:xfrm>
            <a:off x="8035290" y="7991856"/>
            <a:ext cx="1143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59" name="Connector 4566"/>
          <p:cNvSpPr/>
          <p:nvPr/>
        </p:nvSpPr>
        <p:spPr>
          <a:xfrm flipH="1">
            <a:off x="8035290" y="8421623"/>
            <a:ext cx="1143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0" name="Connector 4567"/>
          <p:cNvSpPr/>
          <p:nvPr/>
        </p:nvSpPr>
        <p:spPr>
          <a:xfrm flipH="1">
            <a:off x="8001000" y="8851392"/>
            <a:ext cx="3429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1" name="Connector 4568"/>
          <p:cNvSpPr/>
          <p:nvPr/>
        </p:nvSpPr>
        <p:spPr>
          <a:xfrm flipH="1">
            <a:off x="7943849" y="9281159"/>
            <a:ext cx="5715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2" name="Connector 4569"/>
          <p:cNvSpPr/>
          <p:nvPr/>
        </p:nvSpPr>
        <p:spPr>
          <a:xfrm flipH="1">
            <a:off x="7863840" y="9710928"/>
            <a:ext cx="8001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3" name="Connector 4570"/>
          <p:cNvSpPr/>
          <p:nvPr/>
        </p:nvSpPr>
        <p:spPr>
          <a:xfrm flipH="1">
            <a:off x="7760969" y="10140695"/>
            <a:ext cx="10287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4" name="Connector 4571"/>
          <p:cNvSpPr/>
          <p:nvPr/>
        </p:nvSpPr>
        <p:spPr>
          <a:xfrm flipH="1">
            <a:off x="7635241" y="10570464"/>
            <a:ext cx="125730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5" name="Connector 4572"/>
          <p:cNvSpPr/>
          <p:nvPr/>
        </p:nvSpPr>
        <p:spPr>
          <a:xfrm>
            <a:off x="7635240" y="6702552"/>
            <a:ext cx="5588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6" name="Connector 4573"/>
          <p:cNvSpPr/>
          <p:nvPr/>
        </p:nvSpPr>
        <p:spPr>
          <a:xfrm>
            <a:off x="7691118" y="6774178"/>
            <a:ext cx="45722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7" name="Connector 4574"/>
          <p:cNvSpPr/>
          <p:nvPr/>
        </p:nvSpPr>
        <p:spPr>
          <a:xfrm>
            <a:off x="7736840" y="6845807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8" name="Connector 4575"/>
          <p:cNvSpPr/>
          <p:nvPr/>
        </p:nvSpPr>
        <p:spPr>
          <a:xfrm>
            <a:off x="7772400" y="6917435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9" name="Connector 4576"/>
          <p:cNvSpPr/>
          <p:nvPr/>
        </p:nvSpPr>
        <p:spPr>
          <a:xfrm>
            <a:off x="7797799" y="6989064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0" name="Connector 4577"/>
          <p:cNvSpPr/>
          <p:nvPr/>
        </p:nvSpPr>
        <p:spPr>
          <a:xfrm>
            <a:off x="7813040" y="7060690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1" name="Connector 4578"/>
          <p:cNvSpPr/>
          <p:nvPr/>
        </p:nvSpPr>
        <p:spPr>
          <a:xfrm flipH="1">
            <a:off x="7813040" y="7132319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2" name="Connector 4579"/>
          <p:cNvSpPr/>
          <p:nvPr/>
        </p:nvSpPr>
        <p:spPr>
          <a:xfrm flipH="1">
            <a:off x="7797800" y="7203947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3" name="Connector 4580"/>
          <p:cNvSpPr/>
          <p:nvPr/>
        </p:nvSpPr>
        <p:spPr>
          <a:xfrm flipH="1">
            <a:off x="7772399" y="7275576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4" name="Connector 4581"/>
          <p:cNvSpPr/>
          <p:nvPr/>
        </p:nvSpPr>
        <p:spPr>
          <a:xfrm flipH="1">
            <a:off x="7736839" y="7347204"/>
            <a:ext cx="3556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5" name="Connector 4582"/>
          <p:cNvSpPr/>
          <p:nvPr/>
        </p:nvSpPr>
        <p:spPr>
          <a:xfrm flipH="1">
            <a:off x="7691119" y="7418831"/>
            <a:ext cx="4572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6" name="Connector 4583"/>
          <p:cNvSpPr/>
          <p:nvPr/>
        </p:nvSpPr>
        <p:spPr>
          <a:xfrm flipH="1">
            <a:off x="7635240" y="7490459"/>
            <a:ext cx="558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7" name="Connector 4584"/>
          <p:cNvSpPr/>
          <p:nvPr/>
        </p:nvSpPr>
        <p:spPr>
          <a:xfrm>
            <a:off x="7635240" y="6702552"/>
            <a:ext cx="69850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8" name="Connector 4585"/>
          <p:cNvSpPr/>
          <p:nvPr/>
        </p:nvSpPr>
        <p:spPr>
          <a:xfrm>
            <a:off x="7705089" y="6845807"/>
            <a:ext cx="57152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9" name="Connector 4586"/>
          <p:cNvSpPr/>
          <p:nvPr/>
        </p:nvSpPr>
        <p:spPr>
          <a:xfrm>
            <a:off x="7762240" y="6989064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0" name="Connector 4587"/>
          <p:cNvSpPr/>
          <p:nvPr/>
        </p:nvSpPr>
        <p:spPr>
          <a:xfrm>
            <a:off x="7806690" y="7132319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1" name="Connector 4588"/>
          <p:cNvSpPr/>
          <p:nvPr/>
        </p:nvSpPr>
        <p:spPr>
          <a:xfrm>
            <a:off x="7838440" y="7275576"/>
            <a:ext cx="19050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2" name="Connector 4589"/>
          <p:cNvSpPr/>
          <p:nvPr/>
        </p:nvSpPr>
        <p:spPr>
          <a:xfrm>
            <a:off x="7857489" y="7418831"/>
            <a:ext cx="6352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3" name="Connector 4590"/>
          <p:cNvSpPr/>
          <p:nvPr/>
        </p:nvSpPr>
        <p:spPr>
          <a:xfrm flipH="1">
            <a:off x="7857490" y="7562088"/>
            <a:ext cx="63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4" name="Connector 4591"/>
          <p:cNvSpPr/>
          <p:nvPr/>
        </p:nvSpPr>
        <p:spPr>
          <a:xfrm flipH="1">
            <a:off x="7838440" y="7705342"/>
            <a:ext cx="190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5" name="Connector 4592"/>
          <p:cNvSpPr/>
          <p:nvPr/>
        </p:nvSpPr>
        <p:spPr>
          <a:xfrm flipH="1">
            <a:off x="7806690" y="7848600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6" name="Connector 4593"/>
          <p:cNvSpPr/>
          <p:nvPr/>
        </p:nvSpPr>
        <p:spPr>
          <a:xfrm flipH="1">
            <a:off x="7762240" y="7991856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7" name="Connector 4594"/>
          <p:cNvSpPr/>
          <p:nvPr/>
        </p:nvSpPr>
        <p:spPr>
          <a:xfrm flipH="1">
            <a:off x="7705090" y="8135111"/>
            <a:ext cx="571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8" name="Connector 4595"/>
          <p:cNvSpPr/>
          <p:nvPr/>
        </p:nvSpPr>
        <p:spPr>
          <a:xfrm flipH="1">
            <a:off x="7635240" y="8278366"/>
            <a:ext cx="698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89" name="Connector 4596"/>
          <p:cNvSpPr/>
          <p:nvPr/>
        </p:nvSpPr>
        <p:spPr>
          <a:xfrm>
            <a:off x="7635240" y="6702552"/>
            <a:ext cx="8382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0" name="Connector 4597"/>
          <p:cNvSpPr/>
          <p:nvPr/>
        </p:nvSpPr>
        <p:spPr>
          <a:xfrm>
            <a:off x="7719059" y="6917435"/>
            <a:ext cx="6858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1" name="Connector 4598"/>
          <p:cNvSpPr/>
          <p:nvPr/>
        </p:nvSpPr>
        <p:spPr>
          <a:xfrm>
            <a:off x="7787640" y="7132319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2" name="Connector 4599"/>
          <p:cNvSpPr/>
          <p:nvPr/>
        </p:nvSpPr>
        <p:spPr>
          <a:xfrm>
            <a:off x="7840978" y="7347204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3" name="Connector 4600"/>
          <p:cNvSpPr/>
          <p:nvPr/>
        </p:nvSpPr>
        <p:spPr>
          <a:xfrm>
            <a:off x="7879080" y="7562088"/>
            <a:ext cx="2286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4" name="Connector 4601"/>
          <p:cNvSpPr/>
          <p:nvPr/>
        </p:nvSpPr>
        <p:spPr>
          <a:xfrm>
            <a:off x="7901939" y="7776971"/>
            <a:ext cx="762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5" name="Connector 4602"/>
          <p:cNvSpPr/>
          <p:nvPr/>
        </p:nvSpPr>
        <p:spPr>
          <a:xfrm flipH="1">
            <a:off x="7901940" y="7991856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6" name="Connector 4603"/>
          <p:cNvSpPr/>
          <p:nvPr/>
        </p:nvSpPr>
        <p:spPr>
          <a:xfrm flipH="1">
            <a:off x="7879080" y="8206740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7" name="Connector 4604"/>
          <p:cNvSpPr/>
          <p:nvPr/>
        </p:nvSpPr>
        <p:spPr>
          <a:xfrm flipH="1">
            <a:off x="7840978" y="8421623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8" name="Connector 4605"/>
          <p:cNvSpPr/>
          <p:nvPr/>
        </p:nvSpPr>
        <p:spPr>
          <a:xfrm flipH="1">
            <a:off x="7787640" y="8636507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99" name="Connector 4606"/>
          <p:cNvSpPr/>
          <p:nvPr/>
        </p:nvSpPr>
        <p:spPr>
          <a:xfrm flipH="1">
            <a:off x="7719059" y="8851392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0" name="Connector 4607"/>
          <p:cNvSpPr/>
          <p:nvPr/>
        </p:nvSpPr>
        <p:spPr>
          <a:xfrm flipH="1">
            <a:off x="7635240" y="9066276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1" name="Connector 4608"/>
          <p:cNvSpPr/>
          <p:nvPr/>
        </p:nvSpPr>
        <p:spPr>
          <a:xfrm>
            <a:off x="7635240" y="6702552"/>
            <a:ext cx="9779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2" name="Connector 4609"/>
          <p:cNvSpPr/>
          <p:nvPr/>
        </p:nvSpPr>
        <p:spPr>
          <a:xfrm>
            <a:off x="7733028" y="6989063"/>
            <a:ext cx="80012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3" name="Connector 4610"/>
          <p:cNvSpPr/>
          <p:nvPr/>
        </p:nvSpPr>
        <p:spPr>
          <a:xfrm>
            <a:off x="7813040" y="7275576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4" name="Connector 4611"/>
          <p:cNvSpPr/>
          <p:nvPr/>
        </p:nvSpPr>
        <p:spPr>
          <a:xfrm>
            <a:off x="7875269" y="7562088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5" name="Connector 4612"/>
          <p:cNvSpPr/>
          <p:nvPr/>
        </p:nvSpPr>
        <p:spPr>
          <a:xfrm>
            <a:off x="7919719" y="7848600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6" name="Connector 4613"/>
          <p:cNvSpPr/>
          <p:nvPr/>
        </p:nvSpPr>
        <p:spPr>
          <a:xfrm>
            <a:off x="7946389" y="8135111"/>
            <a:ext cx="889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7" name="Connector 4614"/>
          <p:cNvSpPr/>
          <p:nvPr/>
        </p:nvSpPr>
        <p:spPr>
          <a:xfrm flipH="1">
            <a:off x="7946390" y="8421623"/>
            <a:ext cx="889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8" name="Connector 4615"/>
          <p:cNvSpPr/>
          <p:nvPr/>
        </p:nvSpPr>
        <p:spPr>
          <a:xfrm flipH="1">
            <a:off x="7919720" y="8708135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9" name="Connector 4616"/>
          <p:cNvSpPr/>
          <p:nvPr/>
        </p:nvSpPr>
        <p:spPr>
          <a:xfrm flipH="1">
            <a:off x="7875269" y="8994647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0" name="Connector 4617"/>
          <p:cNvSpPr/>
          <p:nvPr/>
        </p:nvSpPr>
        <p:spPr>
          <a:xfrm flipH="1">
            <a:off x="7813040" y="9281159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1" name="Connector 4618"/>
          <p:cNvSpPr/>
          <p:nvPr/>
        </p:nvSpPr>
        <p:spPr>
          <a:xfrm flipH="1">
            <a:off x="7733028" y="9567671"/>
            <a:ext cx="80012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2" name="Connector 4619"/>
          <p:cNvSpPr/>
          <p:nvPr/>
        </p:nvSpPr>
        <p:spPr>
          <a:xfrm flipH="1">
            <a:off x="7635240" y="9854183"/>
            <a:ext cx="97790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3" name="Connector 4620"/>
          <p:cNvSpPr/>
          <p:nvPr/>
        </p:nvSpPr>
        <p:spPr>
          <a:xfrm>
            <a:off x="7635240" y="6702552"/>
            <a:ext cx="111760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4" name="Connector 4621"/>
          <p:cNvSpPr/>
          <p:nvPr/>
        </p:nvSpPr>
        <p:spPr>
          <a:xfrm>
            <a:off x="7746999" y="7060692"/>
            <a:ext cx="91442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5" name="Connector 4622"/>
          <p:cNvSpPr/>
          <p:nvPr/>
        </p:nvSpPr>
        <p:spPr>
          <a:xfrm>
            <a:off x="7838440" y="7418831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6" name="Connector 4623"/>
          <p:cNvSpPr/>
          <p:nvPr/>
        </p:nvSpPr>
        <p:spPr>
          <a:xfrm>
            <a:off x="7909559" y="7776971"/>
            <a:ext cx="5080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7" name="Connector 4624"/>
          <p:cNvSpPr/>
          <p:nvPr/>
        </p:nvSpPr>
        <p:spPr>
          <a:xfrm>
            <a:off x="7960359" y="8135111"/>
            <a:ext cx="30479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8" name="Connector 4625"/>
          <p:cNvSpPr/>
          <p:nvPr/>
        </p:nvSpPr>
        <p:spPr>
          <a:xfrm>
            <a:off x="7990839" y="8493251"/>
            <a:ext cx="10162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19" name="Connector 4626"/>
          <p:cNvSpPr/>
          <p:nvPr/>
        </p:nvSpPr>
        <p:spPr>
          <a:xfrm flipH="1">
            <a:off x="7990840" y="8851392"/>
            <a:ext cx="1016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0" name="Connector 4627"/>
          <p:cNvSpPr/>
          <p:nvPr/>
        </p:nvSpPr>
        <p:spPr>
          <a:xfrm flipH="1">
            <a:off x="7960359" y="9209531"/>
            <a:ext cx="3048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1" name="Connector 4628"/>
          <p:cNvSpPr/>
          <p:nvPr/>
        </p:nvSpPr>
        <p:spPr>
          <a:xfrm flipH="1">
            <a:off x="7909559" y="9567671"/>
            <a:ext cx="5080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2" name="Connector 4629"/>
          <p:cNvSpPr/>
          <p:nvPr/>
        </p:nvSpPr>
        <p:spPr>
          <a:xfrm flipH="1">
            <a:off x="7838440" y="9925811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3" name="Connector 4630"/>
          <p:cNvSpPr/>
          <p:nvPr/>
        </p:nvSpPr>
        <p:spPr>
          <a:xfrm flipH="1">
            <a:off x="7746999" y="10283952"/>
            <a:ext cx="91442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4" name="Connector 4631"/>
          <p:cNvSpPr/>
          <p:nvPr/>
        </p:nvSpPr>
        <p:spPr>
          <a:xfrm flipH="1">
            <a:off x="7635240" y="10642090"/>
            <a:ext cx="111760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5" name="Connector 4632"/>
          <p:cNvSpPr/>
          <p:nvPr/>
        </p:nvSpPr>
        <p:spPr>
          <a:xfrm>
            <a:off x="7635240" y="7562088"/>
            <a:ext cx="5588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6" name="Connector 4633"/>
          <p:cNvSpPr/>
          <p:nvPr/>
        </p:nvSpPr>
        <p:spPr>
          <a:xfrm>
            <a:off x="7691118" y="7633716"/>
            <a:ext cx="4572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7" name="Connector 4634"/>
          <p:cNvSpPr/>
          <p:nvPr/>
        </p:nvSpPr>
        <p:spPr>
          <a:xfrm>
            <a:off x="7736840" y="7705343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8" name="Connector 4635"/>
          <p:cNvSpPr/>
          <p:nvPr/>
        </p:nvSpPr>
        <p:spPr>
          <a:xfrm>
            <a:off x="7772400" y="7776971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9" name="Connector 4636"/>
          <p:cNvSpPr/>
          <p:nvPr/>
        </p:nvSpPr>
        <p:spPr>
          <a:xfrm>
            <a:off x="7797799" y="7848600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0" name="Connector 4637"/>
          <p:cNvSpPr/>
          <p:nvPr/>
        </p:nvSpPr>
        <p:spPr>
          <a:xfrm>
            <a:off x="7813040" y="7920226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1" name="Connector 4638"/>
          <p:cNvSpPr/>
          <p:nvPr/>
        </p:nvSpPr>
        <p:spPr>
          <a:xfrm flipH="1">
            <a:off x="7813040" y="7991856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2" name="Connector 4639"/>
          <p:cNvSpPr/>
          <p:nvPr/>
        </p:nvSpPr>
        <p:spPr>
          <a:xfrm flipH="1">
            <a:off x="7797800" y="8063483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3" name="Connector 4640"/>
          <p:cNvSpPr/>
          <p:nvPr/>
        </p:nvSpPr>
        <p:spPr>
          <a:xfrm flipH="1">
            <a:off x="7772399" y="8135111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4" name="Connector 4641"/>
          <p:cNvSpPr/>
          <p:nvPr/>
        </p:nvSpPr>
        <p:spPr>
          <a:xfrm flipH="1">
            <a:off x="7736839" y="8206740"/>
            <a:ext cx="35562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5" name="Connector 4642"/>
          <p:cNvSpPr/>
          <p:nvPr/>
        </p:nvSpPr>
        <p:spPr>
          <a:xfrm flipH="1">
            <a:off x="7691119" y="8278366"/>
            <a:ext cx="4572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6" name="Connector 4643"/>
          <p:cNvSpPr/>
          <p:nvPr/>
        </p:nvSpPr>
        <p:spPr>
          <a:xfrm flipH="1">
            <a:off x="7635240" y="8349994"/>
            <a:ext cx="558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7" name="Connector 4644"/>
          <p:cNvSpPr/>
          <p:nvPr/>
        </p:nvSpPr>
        <p:spPr>
          <a:xfrm>
            <a:off x="7635240" y="7562088"/>
            <a:ext cx="698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8" name="Connector 4645"/>
          <p:cNvSpPr/>
          <p:nvPr/>
        </p:nvSpPr>
        <p:spPr>
          <a:xfrm>
            <a:off x="7705089" y="7705342"/>
            <a:ext cx="571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39" name="Connector 4646"/>
          <p:cNvSpPr/>
          <p:nvPr/>
        </p:nvSpPr>
        <p:spPr>
          <a:xfrm>
            <a:off x="7762240" y="7848600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0" name="Connector 4647"/>
          <p:cNvSpPr/>
          <p:nvPr/>
        </p:nvSpPr>
        <p:spPr>
          <a:xfrm>
            <a:off x="7806690" y="7991856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1" name="Connector 4648"/>
          <p:cNvSpPr/>
          <p:nvPr/>
        </p:nvSpPr>
        <p:spPr>
          <a:xfrm>
            <a:off x="7838440" y="8135111"/>
            <a:ext cx="190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2" name="Connector 4649"/>
          <p:cNvSpPr/>
          <p:nvPr/>
        </p:nvSpPr>
        <p:spPr>
          <a:xfrm>
            <a:off x="7857489" y="8278366"/>
            <a:ext cx="63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3" name="Connector 4650"/>
          <p:cNvSpPr/>
          <p:nvPr/>
        </p:nvSpPr>
        <p:spPr>
          <a:xfrm flipH="1">
            <a:off x="7857490" y="8421623"/>
            <a:ext cx="63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4" name="Connector 4651"/>
          <p:cNvSpPr/>
          <p:nvPr/>
        </p:nvSpPr>
        <p:spPr>
          <a:xfrm flipH="1">
            <a:off x="7838440" y="8564880"/>
            <a:ext cx="190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5" name="Connector 4652"/>
          <p:cNvSpPr/>
          <p:nvPr/>
        </p:nvSpPr>
        <p:spPr>
          <a:xfrm flipH="1">
            <a:off x="7806690" y="8708135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6" name="Connector 4653"/>
          <p:cNvSpPr/>
          <p:nvPr/>
        </p:nvSpPr>
        <p:spPr>
          <a:xfrm flipH="1">
            <a:off x="7762240" y="8851392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7" name="Connector 4654"/>
          <p:cNvSpPr/>
          <p:nvPr/>
        </p:nvSpPr>
        <p:spPr>
          <a:xfrm flipH="1">
            <a:off x="7705090" y="8994647"/>
            <a:ext cx="571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8" name="Connector 4655"/>
          <p:cNvSpPr/>
          <p:nvPr/>
        </p:nvSpPr>
        <p:spPr>
          <a:xfrm flipH="1">
            <a:off x="7635240" y="9137902"/>
            <a:ext cx="698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9" name="Connector 4656"/>
          <p:cNvSpPr/>
          <p:nvPr/>
        </p:nvSpPr>
        <p:spPr>
          <a:xfrm>
            <a:off x="7635240" y="7562088"/>
            <a:ext cx="8382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0" name="Connector 4657"/>
          <p:cNvSpPr/>
          <p:nvPr/>
        </p:nvSpPr>
        <p:spPr>
          <a:xfrm>
            <a:off x="7719059" y="7776971"/>
            <a:ext cx="6858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1" name="Connector 4658"/>
          <p:cNvSpPr/>
          <p:nvPr/>
        </p:nvSpPr>
        <p:spPr>
          <a:xfrm>
            <a:off x="7787640" y="7991856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2" name="Connector 4659"/>
          <p:cNvSpPr/>
          <p:nvPr/>
        </p:nvSpPr>
        <p:spPr>
          <a:xfrm>
            <a:off x="7840978" y="8206740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3" name="Connector 4660"/>
          <p:cNvSpPr/>
          <p:nvPr/>
        </p:nvSpPr>
        <p:spPr>
          <a:xfrm>
            <a:off x="7879080" y="8421623"/>
            <a:ext cx="2286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4" name="Connector 4661"/>
          <p:cNvSpPr/>
          <p:nvPr/>
        </p:nvSpPr>
        <p:spPr>
          <a:xfrm>
            <a:off x="7901939" y="8636506"/>
            <a:ext cx="762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5" name="Connector 4662"/>
          <p:cNvSpPr/>
          <p:nvPr/>
        </p:nvSpPr>
        <p:spPr>
          <a:xfrm flipH="1">
            <a:off x="7901940" y="8851392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6" name="Connector 4663"/>
          <p:cNvSpPr/>
          <p:nvPr/>
        </p:nvSpPr>
        <p:spPr>
          <a:xfrm flipH="1">
            <a:off x="7879080" y="9066276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7" name="Connector 4664"/>
          <p:cNvSpPr/>
          <p:nvPr/>
        </p:nvSpPr>
        <p:spPr>
          <a:xfrm flipH="1">
            <a:off x="7840978" y="9281159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8" name="Connector 4665"/>
          <p:cNvSpPr/>
          <p:nvPr/>
        </p:nvSpPr>
        <p:spPr>
          <a:xfrm flipH="1">
            <a:off x="7787640" y="9496043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9" name="Connector 4666"/>
          <p:cNvSpPr/>
          <p:nvPr/>
        </p:nvSpPr>
        <p:spPr>
          <a:xfrm flipH="1">
            <a:off x="7719059" y="9710928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0" name="Connector 4667"/>
          <p:cNvSpPr/>
          <p:nvPr/>
        </p:nvSpPr>
        <p:spPr>
          <a:xfrm flipH="1">
            <a:off x="7635240" y="9925811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1" name="Connector 4668"/>
          <p:cNvSpPr/>
          <p:nvPr/>
        </p:nvSpPr>
        <p:spPr>
          <a:xfrm>
            <a:off x="7635240" y="7562088"/>
            <a:ext cx="9779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2" name="Connector 4669"/>
          <p:cNvSpPr/>
          <p:nvPr/>
        </p:nvSpPr>
        <p:spPr>
          <a:xfrm>
            <a:off x="7733028" y="7848599"/>
            <a:ext cx="80012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3" name="Connector 4670"/>
          <p:cNvSpPr/>
          <p:nvPr/>
        </p:nvSpPr>
        <p:spPr>
          <a:xfrm>
            <a:off x="7813040" y="8135111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4" name="Connector 4671"/>
          <p:cNvSpPr/>
          <p:nvPr/>
        </p:nvSpPr>
        <p:spPr>
          <a:xfrm>
            <a:off x="7875269" y="8421623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5" name="Connector 4672"/>
          <p:cNvSpPr/>
          <p:nvPr/>
        </p:nvSpPr>
        <p:spPr>
          <a:xfrm>
            <a:off x="7919719" y="8708135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6" name="Connector 4673"/>
          <p:cNvSpPr/>
          <p:nvPr/>
        </p:nvSpPr>
        <p:spPr>
          <a:xfrm>
            <a:off x="7946389" y="8994647"/>
            <a:ext cx="889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7" name="Connector 4674"/>
          <p:cNvSpPr/>
          <p:nvPr/>
        </p:nvSpPr>
        <p:spPr>
          <a:xfrm flipH="1">
            <a:off x="7946390" y="9281159"/>
            <a:ext cx="889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8" name="Connector 4675"/>
          <p:cNvSpPr/>
          <p:nvPr/>
        </p:nvSpPr>
        <p:spPr>
          <a:xfrm flipH="1">
            <a:off x="7919720" y="9567671"/>
            <a:ext cx="2667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69" name="Connector 4676"/>
          <p:cNvSpPr/>
          <p:nvPr/>
        </p:nvSpPr>
        <p:spPr>
          <a:xfrm flipH="1">
            <a:off x="7875269" y="9854183"/>
            <a:ext cx="44451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0" name="Connector 4677"/>
          <p:cNvSpPr/>
          <p:nvPr/>
        </p:nvSpPr>
        <p:spPr>
          <a:xfrm flipH="1">
            <a:off x="7813040" y="10140695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1" name="Connector 4678"/>
          <p:cNvSpPr/>
          <p:nvPr/>
        </p:nvSpPr>
        <p:spPr>
          <a:xfrm flipH="1">
            <a:off x="7733028" y="10427207"/>
            <a:ext cx="80012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2" name="Connector 4679"/>
          <p:cNvSpPr/>
          <p:nvPr/>
        </p:nvSpPr>
        <p:spPr>
          <a:xfrm flipH="1">
            <a:off x="7635240" y="10713718"/>
            <a:ext cx="97790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3" name="Connector 4680"/>
          <p:cNvSpPr/>
          <p:nvPr/>
        </p:nvSpPr>
        <p:spPr>
          <a:xfrm>
            <a:off x="7635240" y="8421623"/>
            <a:ext cx="5588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4" name="Connector 4681"/>
          <p:cNvSpPr/>
          <p:nvPr/>
        </p:nvSpPr>
        <p:spPr>
          <a:xfrm>
            <a:off x="7691118" y="8493251"/>
            <a:ext cx="45722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5" name="Connector 4682"/>
          <p:cNvSpPr/>
          <p:nvPr/>
        </p:nvSpPr>
        <p:spPr>
          <a:xfrm>
            <a:off x="7736840" y="8564880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6" name="Connector 4683"/>
          <p:cNvSpPr/>
          <p:nvPr/>
        </p:nvSpPr>
        <p:spPr>
          <a:xfrm>
            <a:off x="7772400" y="8636507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7" name="Connector 4684"/>
          <p:cNvSpPr/>
          <p:nvPr/>
        </p:nvSpPr>
        <p:spPr>
          <a:xfrm>
            <a:off x="7797799" y="8708135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8" name="Connector 4685"/>
          <p:cNvSpPr/>
          <p:nvPr/>
        </p:nvSpPr>
        <p:spPr>
          <a:xfrm>
            <a:off x="7813040" y="8779763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79" name="Connector 4686"/>
          <p:cNvSpPr/>
          <p:nvPr/>
        </p:nvSpPr>
        <p:spPr>
          <a:xfrm flipH="1">
            <a:off x="7813040" y="8851392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0" name="Connector 4687"/>
          <p:cNvSpPr/>
          <p:nvPr/>
        </p:nvSpPr>
        <p:spPr>
          <a:xfrm flipH="1">
            <a:off x="7797800" y="8923019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1" name="Connector 4688"/>
          <p:cNvSpPr/>
          <p:nvPr/>
        </p:nvSpPr>
        <p:spPr>
          <a:xfrm flipH="1">
            <a:off x="7772399" y="8994647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2" name="Connector 4689"/>
          <p:cNvSpPr/>
          <p:nvPr/>
        </p:nvSpPr>
        <p:spPr>
          <a:xfrm flipH="1">
            <a:off x="7736839" y="9066276"/>
            <a:ext cx="3556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3" name="Connector 4690"/>
          <p:cNvSpPr/>
          <p:nvPr/>
        </p:nvSpPr>
        <p:spPr>
          <a:xfrm flipH="1">
            <a:off x="7691119" y="9137904"/>
            <a:ext cx="4572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4" name="Connector 4691"/>
          <p:cNvSpPr/>
          <p:nvPr/>
        </p:nvSpPr>
        <p:spPr>
          <a:xfrm flipH="1">
            <a:off x="7635240" y="9209530"/>
            <a:ext cx="558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5" name="Connector 4692"/>
          <p:cNvSpPr/>
          <p:nvPr/>
        </p:nvSpPr>
        <p:spPr>
          <a:xfrm>
            <a:off x="7635240" y="8421623"/>
            <a:ext cx="69850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6" name="Connector 4693"/>
          <p:cNvSpPr/>
          <p:nvPr/>
        </p:nvSpPr>
        <p:spPr>
          <a:xfrm>
            <a:off x="7705089" y="8564880"/>
            <a:ext cx="57152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7" name="Connector 4694"/>
          <p:cNvSpPr/>
          <p:nvPr/>
        </p:nvSpPr>
        <p:spPr>
          <a:xfrm>
            <a:off x="7762240" y="8708135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8" name="Connector 4695"/>
          <p:cNvSpPr/>
          <p:nvPr/>
        </p:nvSpPr>
        <p:spPr>
          <a:xfrm>
            <a:off x="7806690" y="8851392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89" name="Connector 4696"/>
          <p:cNvSpPr/>
          <p:nvPr/>
        </p:nvSpPr>
        <p:spPr>
          <a:xfrm>
            <a:off x="7838440" y="8994647"/>
            <a:ext cx="190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0" name="Connector 4697"/>
          <p:cNvSpPr/>
          <p:nvPr/>
        </p:nvSpPr>
        <p:spPr>
          <a:xfrm>
            <a:off x="7857489" y="9137902"/>
            <a:ext cx="63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1" name="Connector 4698"/>
          <p:cNvSpPr/>
          <p:nvPr/>
        </p:nvSpPr>
        <p:spPr>
          <a:xfrm flipH="1">
            <a:off x="7857490" y="9281159"/>
            <a:ext cx="63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2" name="Connector 4699"/>
          <p:cNvSpPr/>
          <p:nvPr/>
        </p:nvSpPr>
        <p:spPr>
          <a:xfrm flipH="1">
            <a:off x="7838440" y="9424416"/>
            <a:ext cx="190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3" name="Connector 4700"/>
          <p:cNvSpPr/>
          <p:nvPr/>
        </p:nvSpPr>
        <p:spPr>
          <a:xfrm flipH="1">
            <a:off x="7806690" y="9567671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4" name="Connector 4701"/>
          <p:cNvSpPr/>
          <p:nvPr/>
        </p:nvSpPr>
        <p:spPr>
          <a:xfrm flipH="1">
            <a:off x="7762240" y="9710928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5" name="Connector 4702"/>
          <p:cNvSpPr/>
          <p:nvPr/>
        </p:nvSpPr>
        <p:spPr>
          <a:xfrm flipH="1">
            <a:off x="7705090" y="9854183"/>
            <a:ext cx="571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6" name="Connector 4703"/>
          <p:cNvSpPr/>
          <p:nvPr/>
        </p:nvSpPr>
        <p:spPr>
          <a:xfrm flipH="1">
            <a:off x="7635240" y="9997439"/>
            <a:ext cx="698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7" name="Connector 4704"/>
          <p:cNvSpPr/>
          <p:nvPr/>
        </p:nvSpPr>
        <p:spPr>
          <a:xfrm>
            <a:off x="7635240" y="8421623"/>
            <a:ext cx="8382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8" name="Connector 4705"/>
          <p:cNvSpPr/>
          <p:nvPr/>
        </p:nvSpPr>
        <p:spPr>
          <a:xfrm>
            <a:off x="7719059" y="8636506"/>
            <a:ext cx="6858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9" name="Connector 4706"/>
          <p:cNvSpPr/>
          <p:nvPr/>
        </p:nvSpPr>
        <p:spPr>
          <a:xfrm>
            <a:off x="7787640" y="8851392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0" name="Connector 4707"/>
          <p:cNvSpPr/>
          <p:nvPr/>
        </p:nvSpPr>
        <p:spPr>
          <a:xfrm>
            <a:off x="7840978" y="9066276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1" name="Connector 4708"/>
          <p:cNvSpPr/>
          <p:nvPr/>
        </p:nvSpPr>
        <p:spPr>
          <a:xfrm>
            <a:off x="7879080" y="9281159"/>
            <a:ext cx="2286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2" name="Connector 4709"/>
          <p:cNvSpPr/>
          <p:nvPr/>
        </p:nvSpPr>
        <p:spPr>
          <a:xfrm>
            <a:off x="7901939" y="9496042"/>
            <a:ext cx="762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3" name="Connector 4710"/>
          <p:cNvSpPr/>
          <p:nvPr/>
        </p:nvSpPr>
        <p:spPr>
          <a:xfrm flipH="1">
            <a:off x="7901940" y="9710928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4" name="Connector 4711"/>
          <p:cNvSpPr/>
          <p:nvPr/>
        </p:nvSpPr>
        <p:spPr>
          <a:xfrm flipH="1">
            <a:off x="7879080" y="9925811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5" name="Connector 4712"/>
          <p:cNvSpPr/>
          <p:nvPr/>
        </p:nvSpPr>
        <p:spPr>
          <a:xfrm flipH="1">
            <a:off x="7840978" y="10140695"/>
            <a:ext cx="3810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6" name="Connector 4713"/>
          <p:cNvSpPr/>
          <p:nvPr/>
        </p:nvSpPr>
        <p:spPr>
          <a:xfrm flipH="1">
            <a:off x="7787640" y="10355580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7" name="Connector 4714"/>
          <p:cNvSpPr/>
          <p:nvPr/>
        </p:nvSpPr>
        <p:spPr>
          <a:xfrm flipH="1">
            <a:off x="7719059" y="10570464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8" name="Connector 4715"/>
          <p:cNvSpPr/>
          <p:nvPr/>
        </p:nvSpPr>
        <p:spPr>
          <a:xfrm flipH="1">
            <a:off x="7635240" y="10785347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9" name="Connector 4716"/>
          <p:cNvSpPr/>
          <p:nvPr/>
        </p:nvSpPr>
        <p:spPr>
          <a:xfrm>
            <a:off x="7635240" y="9281159"/>
            <a:ext cx="5588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0" name="Connector 4717"/>
          <p:cNvSpPr/>
          <p:nvPr/>
        </p:nvSpPr>
        <p:spPr>
          <a:xfrm>
            <a:off x="7691118" y="9352787"/>
            <a:ext cx="45722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1" name="Connector 4718"/>
          <p:cNvSpPr/>
          <p:nvPr/>
        </p:nvSpPr>
        <p:spPr>
          <a:xfrm>
            <a:off x="7736840" y="9424416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2" name="Connector 4719"/>
          <p:cNvSpPr/>
          <p:nvPr/>
        </p:nvSpPr>
        <p:spPr>
          <a:xfrm>
            <a:off x="7772400" y="9496043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3" name="Connector 4720"/>
          <p:cNvSpPr/>
          <p:nvPr/>
        </p:nvSpPr>
        <p:spPr>
          <a:xfrm>
            <a:off x="7797799" y="9567671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4" name="Connector 4721"/>
          <p:cNvSpPr/>
          <p:nvPr/>
        </p:nvSpPr>
        <p:spPr>
          <a:xfrm>
            <a:off x="7813040" y="9639299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5" name="Connector 4722"/>
          <p:cNvSpPr/>
          <p:nvPr/>
        </p:nvSpPr>
        <p:spPr>
          <a:xfrm flipH="1">
            <a:off x="7813040" y="9710928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6" name="Connector 4723"/>
          <p:cNvSpPr/>
          <p:nvPr/>
        </p:nvSpPr>
        <p:spPr>
          <a:xfrm flipH="1">
            <a:off x="7797800" y="9782556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7" name="Connector 4724"/>
          <p:cNvSpPr/>
          <p:nvPr/>
        </p:nvSpPr>
        <p:spPr>
          <a:xfrm flipH="1">
            <a:off x="7772399" y="9854183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8" name="Connector 4725"/>
          <p:cNvSpPr/>
          <p:nvPr/>
        </p:nvSpPr>
        <p:spPr>
          <a:xfrm flipH="1">
            <a:off x="7736839" y="9925811"/>
            <a:ext cx="3556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9" name="Connector 4726"/>
          <p:cNvSpPr/>
          <p:nvPr/>
        </p:nvSpPr>
        <p:spPr>
          <a:xfrm flipH="1">
            <a:off x="7691119" y="9997440"/>
            <a:ext cx="4572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0" name="Connector 4727"/>
          <p:cNvSpPr/>
          <p:nvPr/>
        </p:nvSpPr>
        <p:spPr>
          <a:xfrm flipH="1">
            <a:off x="7635240" y="10069066"/>
            <a:ext cx="558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1" name="Connector 4728"/>
          <p:cNvSpPr/>
          <p:nvPr/>
        </p:nvSpPr>
        <p:spPr>
          <a:xfrm>
            <a:off x="7635240" y="9281159"/>
            <a:ext cx="698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2" name="Connector 4729"/>
          <p:cNvSpPr/>
          <p:nvPr/>
        </p:nvSpPr>
        <p:spPr>
          <a:xfrm>
            <a:off x="7705089" y="9424414"/>
            <a:ext cx="571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3" name="Connector 4730"/>
          <p:cNvSpPr/>
          <p:nvPr/>
        </p:nvSpPr>
        <p:spPr>
          <a:xfrm>
            <a:off x="7762240" y="9567671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4" name="Connector 4731"/>
          <p:cNvSpPr/>
          <p:nvPr/>
        </p:nvSpPr>
        <p:spPr>
          <a:xfrm>
            <a:off x="7806690" y="9710928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5" name="Connector 4732"/>
          <p:cNvSpPr/>
          <p:nvPr/>
        </p:nvSpPr>
        <p:spPr>
          <a:xfrm>
            <a:off x="7838440" y="9854183"/>
            <a:ext cx="190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6" name="Connector 4733"/>
          <p:cNvSpPr/>
          <p:nvPr/>
        </p:nvSpPr>
        <p:spPr>
          <a:xfrm>
            <a:off x="7857489" y="9997439"/>
            <a:ext cx="63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7" name="Connector 4734"/>
          <p:cNvSpPr/>
          <p:nvPr/>
        </p:nvSpPr>
        <p:spPr>
          <a:xfrm flipH="1">
            <a:off x="7857490" y="10140695"/>
            <a:ext cx="63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8" name="Connector 4735"/>
          <p:cNvSpPr/>
          <p:nvPr/>
        </p:nvSpPr>
        <p:spPr>
          <a:xfrm flipH="1">
            <a:off x="7838440" y="10283951"/>
            <a:ext cx="190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9" name="Connector 4736"/>
          <p:cNvSpPr/>
          <p:nvPr/>
        </p:nvSpPr>
        <p:spPr>
          <a:xfrm flipH="1">
            <a:off x="7806690" y="10427207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0" name="Connector 4737"/>
          <p:cNvSpPr/>
          <p:nvPr/>
        </p:nvSpPr>
        <p:spPr>
          <a:xfrm flipH="1">
            <a:off x="7762240" y="10570464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1" name="Connector 4738"/>
          <p:cNvSpPr/>
          <p:nvPr/>
        </p:nvSpPr>
        <p:spPr>
          <a:xfrm flipH="1">
            <a:off x="7705090" y="10713719"/>
            <a:ext cx="571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2" name="Connector 4739"/>
          <p:cNvSpPr/>
          <p:nvPr/>
        </p:nvSpPr>
        <p:spPr>
          <a:xfrm flipH="1">
            <a:off x="7635240" y="10856976"/>
            <a:ext cx="698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3" name="Connector 4740"/>
          <p:cNvSpPr/>
          <p:nvPr/>
        </p:nvSpPr>
        <p:spPr>
          <a:xfrm>
            <a:off x="7635240" y="10140695"/>
            <a:ext cx="5588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4" name="Connector 4741"/>
          <p:cNvSpPr/>
          <p:nvPr/>
        </p:nvSpPr>
        <p:spPr>
          <a:xfrm>
            <a:off x="7691118" y="10212323"/>
            <a:ext cx="4572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5" name="Connector 4742"/>
          <p:cNvSpPr/>
          <p:nvPr/>
        </p:nvSpPr>
        <p:spPr>
          <a:xfrm>
            <a:off x="7736840" y="10283952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6" name="Connector 4743"/>
          <p:cNvSpPr/>
          <p:nvPr/>
        </p:nvSpPr>
        <p:spPr>
          <a:xfrm>
            <a:off x="7772400" y="10355580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7" name="Connector 4744"/>
          <p:cNvSpPr/>
          <p:nvPr/>
        </p:nvSpPr>
        <p:spPr>
          <a:xfrm>
            <a:off x="7797799" y="10427207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8" name="Connector 4745"/>
          <p:cNvSpPr/>
          <p:nvPr/>
        </p:nvSpPr>
        <p:spPr>
          <a:xfrm>
            <a:off x="7813040" y="10498835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39" name="Connector 4746"/>
          <p:cNvSpPr/>
          <p:nvPr/>
        </p:nvSpPr>
        <p:spPr>
          <a:xfrm flipH="1">
            <a:off x="7813040" y="10570464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0" name="Connector 4747"/>
          <p:cNvSpPr/>
          <p:nvPr/>
        </p:nvSpPr>
        <p:spPr>
          <a:xfrm flipH="1">
            <a:off x="7797800" y="10642092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1" name="Connector 4748"/>
          <p:cNvSpPr/>
          <p:nvPr/>
        </p:nvSpPr>
        <p:spPr>
          <a:xfrm flipH="1">
            <a:off x="7772399" y="10713719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2" name="Connector 4749"/>
          <p:cNvSpPr/>
          <p:nvPr/>
        </p:nvSpPr>
        <p:spPr>
          <a:xfrm flipH="1">
            <a:off x="7736839" y="10785347"/>
            <a:ext cx="3556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3" name="Connector 4750"/>
          <p:cNvSpPr/>
          <p:nvPr/>
        </p:nvSpPr>
        <p:spPr>
          <a:xfrm flipH="1">
            <a:off x="7691119" y="10856976"/>
            <a:ext cx="4572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4" name="Connector 4751"/>
          <p:cNvSpPr/>
          <p:nvPr/>
        </p:nvSpPr>
        <p:spPr>
          <a:xfrm flipH="1">
            <a:off x="7635240" y="10928602"/>
            <a:ext cx="558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5" name="Connector 4752"/>
          <p:cNvSpPr/>
          <p:nvPr/>
        </p:nvSpPr>
        <p:spPr>
          <a:xfrm>
            <a:off x="8695943" y="4983479"/>
            <a:ext cx="5588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6" name="Connector 4753"/>
          <p:cNvSpPr/>
          <p:nvPr/>
        </p:nvSpPr>
        <p:spPr>
          <a:xfrm>
            <a:off x="8751823" y="5055106"/>
            <a:ext cx="4572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7" name="Connector 4754"/>
          <p:cNvSpPr/>
          <p:nvPr/>
        </p:nvSpPr>
        <p:spPr>
          <a:xfrm>
            <a:off x="8797543" y="5126735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8" name="Connector 4755"/>
          <p:cNvSpPr/>
          <p:nvPr/>
        </p:nvSpPr>
        <p:spPr>
          <a:xfrm>
            <a:off x="8833104" y="5198364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9" name="Connector 4756"/>
          <p:cNvSpPr/>
          <p:nvPr/>
        </p:nvSpPr>
        <p:spPr>
          <a:xfrm>
            <a:off x="8858504" y="5269991"/>
            <a:ext cx="1524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0" name="Connector 4757"/>
          <p:cNvSpPr/>
          <p:nvPr/>
        </p:nvSpPr>
        <p:spPr>
          <a:xfrm>
            <a:off x="8873742" y="5341618"/>
            <a:ext cx="508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1" name="Connector 4758"/>
          <p:cNvSpPr/>
          <p:nvPr/>
        </p:nvSpPr>
        <p:spPr>
          <a:xfrm flipH="1">
            <a:off x="8873743" y="5413247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2" name="Connector 4759"/>
          <p:cNvSpPr/>
          <p:nvPr/>
        </p:nvSpPr>
        <p:spPr>
          <a:xfrm flipH="1">
            <a:off x="8858504" y="5484876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3" name="Connector 4760"/>
          <p:cNvSpPr/>
          <p:nvPr/>
        </p:nvSpPr>
        <p:spPr>
          <a:xfrm flipH="1">
            <a:off x="8833104" y="5556503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4" name="Connector 4761"/>
          <p:cNvSpPr/>
          <p:nvPr/>
        </p:nvSpPr>
        <p:spPr>
          <a:xfrm flipH="1">
            <a:off x="8797543" y="5628132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5" name="Connector 4762"/>
          <p:cNvSpPr/>
          <p:nvPr/>
        </p:nvSpPr>
        <p:spPr>
          <a:xfrm flipH="1">
            <a:off x="8751823" y="5699759"/>
            <a:ext cx="4572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6" name="Connector 4763"/>
          <p:cNvSpPr/>
          <p:nvPr/>
        </p:nvSpPr>
        <p:spPr>
          <a:xfrm flipH="1">
            <a:off x="8695943" y="5771388"/>
            <a:ext cx="558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7" name="Connector 4764"/>
          <p:cNvSpPr/>
          <p:nvPr/>
        </p:nvSpPr>
        <p:spPr>
          <a:xfrm>
            <a:off x="8695943" y="4983479"/>
            <a:ext cx="69850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8" name="Connector 4765"/>
          <p:cNvSpPr/>
          <p:nvPr/>
        </p:nvSpPr>
        <p:spPr>
          <a:xfrm>
            <a:off x="8765792" y="5126735"/>
            <a:ext cx="57152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9" name="Connector 4766"/>
          <p:cNvSpPr/>
          <p:nvPr/>
        </p:nvSpPr>
        <p:spPr>
          <a:xfrm>
            <a:off x="8822943" y="5269991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0" name="Connector 4767"/>
          <p:cNvSpPr/>
          <p:nvPr/>
        </p:nvSpPr>
        <p:spPr>
          <a:xfrm>
            <a:off x="8867393" y="5413247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1" name="Connector 4768"/>
          <p:cNvSpPr/>
          <p:nvPr/>
        </p:nvSpPr>
        <p:spPr>
          <a:xfrm>
            <a:off x="8899143" y="5556503"/>
            <a:ext cx="190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2" name="Connector 4769"/>
          <p:cNvSpPr/>
          <p:nvPr/>
        </p:nvSpPr>
        <p:spPr>
          <a:xfrm>
            <a:off x="8918193" y="5699759"/>
            <a:ext cx="63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3" name="Connector 4770"/>
          <p:cNvSpPr/>
          <p:nvPr/>
        </p:nvSpPr>
        <p:spPr>
          <a:xfrm flipH="1">
            <a:off x="8918193" y="5843015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4" name="Connector 4771"/>
          <p:cNvSpPr/>
          <p:nvPr/>
        </p:nvSpPr>
        <p:spPr>
          <a:xfrm flipH="1">
            <a:off x="8899143" y="5986271"/>
            <a:ext cx="190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5" name="Connector 4772"/>
          <p:cNvSpPr/>
          <p:nvPr/>
        </p:nvSpPr>
        <p:spPr>
          <a:xfrm flipH="1">
            <a:off x="8867393" y="6129527"/>
            <a:ext cx="317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6" name="Connector 4773"/>
          <p:cNvSpPr/>
          <p:nvPr/>
        </p:nvSpPr>
        <p:spPr>
          <a:xfrm flipH="1">
            <a:off x="8822943" y="6272784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7" name="Connector 4774"/>
          <p:cNvSpPr/>
          <p:nvPr/>
        </p:nvSpPr>
        <p:spPr>
          <a:xfrm flipH="1">
            <a:off x="8765793" y="6416040"/>
            <a:ext cx="571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8" name="Connector 4775"/>
          <p:cNvSpPr/>
          <p:nvPr/>
        </p:nvSpPr>
        <p:spPr>
          <a:xfrm flipH="1">
            <a:off x="8695943" y="6559295"/>
            <a:ext cx="698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9" name="Connector 4776"/>
          <p:cNvSpPr/>
          <p:nvPr/>
        </p:nvSpPr>
        <p:spPr>
          <a:xfrm>
            <a:off x="8695943" y="4983479"/>
            <a:ext cx="8382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0" name="Connector 4777"/>
          <p:cNvSpPr/>
          <p:nvPr/>
        </p:nvSpPr>
        <p:spPr>
          <a:xfrm>
            <a:off x="8779764" y="5198362"/>
            <a:ext cx="6858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1" name="Connector 4778"/>
          <p:cNvSpPr/>
          <p:nvPr/>
        </p:nvSpPr>
        <p:spPr>
          <a:xfrm>
            <a:off x="8848343" y="5413247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2" name="Connector 4779"/>
          <p:cNvSpPr/>
          <p:nvPr/>
        </p:nvSpPr>
        <p:spPr>
          <a:xfrm>
            <a:off x="8901683" y="5628132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3" name="Connector 4780"/>
          <p:cNvSpPr/>
          <p:nvPr/>
        </p:nvSpPr>
        <p:spPr>
          <a:xfrm>
            <a:off x="8939783" y="5843015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4" name="Connector 4781"/>
          <p:cNvSpPr/>
          <p:nvPr/>
        </p:nvSpPr>
        <p:spPr>
          <a:xfrm>
            <a:off x="8962643" y="6057898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5" name="Connector 4782"/>
          <p:cNvSpPr/>
          <p:nvPr/>
        </p:nvSpPr>
        <p:spPr>
          <a:xfrm flipH="1">
            <a:off x="8962643" y="6272784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6" name="Connector 4783"/>
          <p:cNvSpPr/>
          <p:nvPr/>
        </p:nvSpPr>
        <p:spPr>
          <a:xfrm flipH="1">
            <a:off x="8939783" y="6487667"/>
            <a:ext cx="22862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7" name="Connector 4784"/>
          <p:cNvSpPr/>
          <p:nvPr/>
        </p:nvSpPr>
        <p:spPr>
          <a:xfrm flipH="1">
            <a:off x="8901683" y="6702552"/>
            <a:ext cx="3810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8" name="Connector 4785"/>
          <p:cNvSpPr/>
          <p:nvPr/>
        </p:nvSpPr>
        <p:spPr>
          <a:xfrm flipH="1">
            <a:off x="8848344" y="6917435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9" name="Connector 4786"/>
          <p:cNvSpPr/>
          <p:nvPr/>
        </p:nvSpPr>
        <p:spPr>
          <a:xfrm flipH="1">
            <a:off x="8779764" y="7132319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0" name="Connector 4787"/>
          <p:cNvSpPr/>
          <p:nvPr/>
        </p:nvSpPr>
        <p:spPr>
          <a:xfrm flipH="1">
            <a:off x="8695943" y="7347204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1" name="Connector 4788"/>
          <p:cNvSpPr/>
          <p:nvPr/>
        </p:nvSpPr>
        <p:spPr>
          <a:xfrm>
            <a:off x="8695943" y="4983479"/>
            <a:ext cx="9779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2" name="Connector 4789"/>
          <p:cNvSpPr/>
          <p:nvPr/>
        </p:nvSpPr>
        <p:spPr>
          <a:xfrm>
            <a:off x="8793733" y="5269991"/>
            <a:ext cx="8001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3" name="Connector 4790"/>
          <p:cNvSpPr/>
          <p:nvPr/>
        </p:nvSpPr>
        <p:spPr>
          <a:xfrm>
            <a:off x="8873743" y="5556503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4" name="Connector 4791"/>
          <p:cNvSpPr/>
          <p:nvPr/>
        </p:nvSpPr>
        <p:spPr>
          <a:xfrm>
            <a:off x="8935973" y="5843015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5" name="Connector 4792"/>
          <p:cNvSpPr/>
          <p:nvPr/>
        </p:nvSpPr>
        <p:spPr>
          <a:xfrm>
            <a:off x="8980423" y="6129528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6" name="Connector 4793"/>
          <p:cNvSpPr/>
          <p:nvPr/>
        </p:nvSpPr>
        <p:spPr>
          <a:xfrm>
            <a:off x="9007092" y="6416040"/>
            <a:ext cx="8892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7" name="Connector 4794"/>
          <p:cNvSpPr/>
          <p:nvPr/>
        </p:nvSpPr>
        <p:spPr>
          <a:xfrm flipH="1">
            <a:off x="9007093" y="6702552"/>
            <a:ext cx="889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8" name="Connector 4795"/>
          <p:cNvSpPr/>
          <p:nvPr/>
        </p:nvSpPr>
        <p:spPr>
          <a:xfrm flipH="1">
            <a:off x="8980424" y="6989064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9" name="Connector 4796"/>
          <p:cNvSpPr/>
          <p:nvPr/>
        </p:nvSpPr>
        <p:spPr>
          <a:xfrm flipH="1">
            <a:off x="8935973" y="7275576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0" name="Connector 4797"/>
          <p:cNvSpPr/>
          <p:nvPr/>
        </p:nvSpPr>
        <p:spPr>
          <a:xfrm flipH="1">
            <a:off x="8873743" y="7562088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1" name="Connector 4798"/>
          <p:cNvSpPr/>
          <p:nvPr/>
        </p:nvSpPr>
        <p:spPr>
          <a:xfrm flipH="1">
            <a:off x="8793733" y="7848600"/>
            <a:ext cx="8001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2" name="Connector 4799"/>
          <p:cNvSpPr/>
          <p:nvPr/>
        </p:nvSpPr>
        <p:spPr>
          <a:xfrm flipH="1">
            <a:off x="8695943" y="8135111"/>
            <a:ext cx="9779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3" name="Connector 4800"/>
          <p:cNvSpPr/>
          <p:nvPr/>
        </p:nvSpPr>
        <p:spPr>
          <a:xfrm>
            <a:off x="8695943" y="4983479"/>
            <a:ext cx="111761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4" name="Connector 4801"/>
          <p:cNvSpPr/>
          <p:nvPr/>
        </p:nvSpPr>
        <p:spPr>
          <a:xfrm>
            <a:off x="8807704" y="5341618"/>
            <a:ext cx="9144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5" name="Connector 4802"/>
          <p:cNvSpPr/>
          <p:nvPr/>
        </p:nvSpPr>
        <p:spPr>
          <a:xfrm>
            <a:off x="8899143" y="5699759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6" name="Connector 4803"/>
          <p:cNvSpPr/>
          <p:nvPr/>
        </p:nvSpPr>
        <p:spPr>
          <a:xfrm>
            <a:off x="8970264" y="6057899"/>
            <a:ext cx="5080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7" name="Connector 4804"/>
          <p:cNvSpPr/>
          <p:nvPr/>
        </p:nvSpPr>
        <p:spPr>
          <a:xfrm>
            <a:off x="9021064" y="6416040"/>
            <a:ext cx="30479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8" name="Connector 4805"/>
          <p:cNvSpPr/>
          <p:nvPr/>
        </p:nvSpPr>
        <p:spPr>
          <a:xfrm>
            <a:off x="9051542" y="6774178"/>
            <a:ext cx="10162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99" name="Connector 4806"/>
          <p:cNvSpPr/>
          <p:nvPr/>
        </p:nvSpPr>
        <p:spPr>
          <a:xfrm flipH="1">
            <a:off x="9051543" y="7132319"/>
            <a:ext cx="101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0" name="Connector 4807"/>
          <p:cNvSpPr/>
          <p:nvPr/>
        </p:nvSpPr>
        <p:spPr>
          <a:xfrm flipH="1">
            <a:off x="9021064" y="7490459"/>
            <a:ext cx="30481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1" name="Connector 4808"/>
          <p:cNvSpPr/>
          <p:nvPr/>
        </p:nvSpPr>
        <p:spPr>
          <a:xfrm flipH="1">
            <a:off x="8970264" y="7848599"/>
            <a:ext cx="5080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2" name="Connector 4809"/>
          <p:cNvSpPr/>
          <p:nvPr/>
        </p:nvSpPr>
        <p:spPr>
          <a:xfrm flipH="1">
            <a:off x="8899143" y="8206740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3" name="Connector 4810"/>
          <p:cNvSpPr/>
          <p:nvPr/>
        </p:nvSpPr>
        <p:spPr>
          <a:xfrm flipH="1">
            <a:off x="8807704" y="8564880"/>
            <a:ext cx="9144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4" name="Connector 4811"/>
          <p:cNvSpPr/>
          <p:nvPr/>
        </p:nvSpPr>
        <p:spPr>
          <a:xfrm flipH="1">
            <a:off x="8695943" y="8923019"/>
            <a:ext cx="1117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5" name="Connector 4812"/>
          <p:cNvSpPr/>
          <p:nvPr/>
        </p:nvSpPr>
        <p:spPr>
          <a:xfrm>
            <a:off x="8695943" y="4983479"/>
            <a:ext cx="125730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6" name="Connector 4813"/>
          <p:cNvSpPr/>
          <p:nvPr/>
        </p:nvSpPr>
        <p:spPr>
          <a:xfrm>
            <a:off x="8821673" y="5413247"/>
            <a:ext cx="10287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7" name="Connector 4814"/>
          <p:cNvSpPr/>
          <p:nvPr/>
        </p:nvSpPr>
        <p:spPr>
          <a:xfrm>
            <a:off x="8924543" y="5843015"/>
            <a:ext cx="8001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8" name="Connector 4815"/>
          <p:cNvSpPr/>
          <p:nvPr/>
        </p:nvSpPr>
        <p:spPr>
          <a:xfrm>
            <a:off x="9004554" y="6272784"/>
            <a:ext cx="5715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9" name="Connector 4816"/>
          <p:cNvSpPr/>
          <p:nvPr/>
        </p:nvSpPr>
        <p:spPr>
          <a:xfrm>
            <a:off x="9061704" y="6702552"/>
            <a:ext cx="3429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0" name="Connector 4817"/>
          <p:cNvSpPr/>
          <p:nvPr/>
        </p:nvSpPr>
        <p:spPr>
          <a:xfrm>
            <a:off x="9095993" y="7132319"/>
            <a:ext cx="1143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1" name="Connector 4818"/>
          <p:cNvSpPr/>
          <p:nvPr/>
        </p:nvSpPr>
        <p:spPr>
          <a:xfrm flipH="1">
            <a:off x="9095993" y="7562088"/>
            <a:ext cx="1143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2" name="Connector 4819"/>
          <p:cNvSpPr/>
          <p:nvPr/>
        </p:nvSpPr>
        <p:spPr>
          <a:xfrm flipH="1">
            <a:off x="9061704" y="7991856"/>
            <a:ext cx="3429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3" name="Connector 4820"/>
          <p:cNvSpPr/>
          <p:nvPr/>
        </p:nvSpPr>
        <p:spPr>
          <a:xfrm flipH="1">
            <a:off x="9004554" y="8421623"/>
            <a:ext cx="5715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4" name="Connector 4821"/>
          <p:cNvSpPr/>
          <p:nvPr/>
        </p:nvSpPr>
        <p:spPr>
          <a:xfrm flipH="1">
            <a:off x="8924543" y="8851392"/>
            <a:ext cx="8001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5" name="Connector 4822"/>
          <p:cNvSpPr/>
          <p:nvPr/>
        </p:nvSpPr>
        <p:spPr>
          <a:xfrm flipH="1">
            <a:off x="8821673" y="9281159"/>
            <a:ext cx="10287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6" name="Connector 4823"/>
          <p:cNvSpPr/>
          <p:nvPr/>
        </p:nvSpPr>
        <p:spPr>
          <a:xfrm flipH="1">
            <a:off x="8695944" y="9710928"/>
            <a:ext cx="125730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7" name="Connector 4824"/>
          <p:cNvSpPr/>
          <p:nvPr/>
        </p:nvSpPr>
        <p:spPr>
          <a:xfrm>
            <a:off x="8695943" y="4983479"/>
            <a:ext cx="139700" cy="50139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8" name="Connector 4825"/>
          <p:cNvSpPr/>
          <p:nvPr/>
        </p:nvSpPr>
        <p:spPr>
          <a:xfrm>
            <a:off x="8835642" y="5484874"/>
            <a:ext cx="114302" cy="50139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9" name="Connector 4826"/>
          <p:cNvSpPr/>
          <p:nvPr/>
        </p:nvSpPr>
        <p:spPr>
          <a:xfrm>
            <a:off x="8949943" y="5986271"/>
            <a:ext cx="889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0" name="Connector 4827"/>
          <p:cNvSpPr/>
          <p:nvPr/>
        </p:nvSpPr>
        <p:spPr>
          <a:xfrm>
            <a:off x="9038843" y="6487667"/>
            <a:ext cx="635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1" name="Connector 4828"/>
          <p:cNvSpPr/>
          <p:nvPr/>
        </p:nvSpPr>
        <p:spPr>
          <a:xfrm>
            <a:off x="9102343" y="6989064"/>
            <a:ext cx="38101" cy="50139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2" name="Connector 4829"/>
          <p:cNvSpPr/>
          <p:nvPr/>
        </p:nvSpPr>
        <p:spPr>
          <a:xfrm>
            <a:off x="9140443" y="7490459"/>
            <a:ext cx="12701" cy="50139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3" name="Connector 4830"/>
          <p:cNvSpPr/>
          <p:nvPr/>
        </p:nvSpPr>
        <p:spPr>
          <a:xfrm flipH="1">
            <a:off x="9140443" y="7991856"/>
            <a:ext cx="127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4" name="Connector 4831"/>
          <p:cNvSpPr/>
          <p:nvPr/>
        </p:nvSpPr>
        <p:spPr>
          <a:xfrm flipH="1">
            <a:off x="9102343" y="8493252"/>
            <a:ext cx="381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5" name="Connector 4832"/>
          <p:cNvSpPr/>
          <p:nvPr/>
        </p:nvSpPr>
        <p:spPr>
          <a:xfrm flipH="1">
            <a:off x="9038843" y="8994647"/>
            <a:ext cx="635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6" name="Connector 4833"/>
          <p:cNvSpPr/>
          <p:nvPr/>
        </p:nvSpPr>
        <p:spPr>
          <a:xfrm flipH="1">
            <a:off x="8949943" y="9496043"/>
            <a:ext cx="889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7" name="Connector 4834"/>
          <p:cNvSpPr/>
          <p:nvPr/>
        </p:nvSpPr>
        <p:spPr>
          <a:xfrm flipH="1">
            <a:off x="8835643" y="9997440"/>
            <a:ext cx="114301" cy="50139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8" name="Connector 4835"/>
          <p:cNvSpPr/>
          <p:nvPr/>
        </p:nvSpPr>
        <p:spPr>
          <a:xfrm flipH="1">
            <a:off x="8695943" y="10498835"/>
            <a:ext cx="139701" cy="50139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9" name="Connector 4836"/>
          <p:cNvSpPr/>
          <p:nvPr/>
        </p:nvSpPr>
        <p:spPr>
          <a:xfrm>
            <a:off x="8695943" y="5843015"/>
            <a:ext cx="5588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0" name="Connector 4837"/>
          <p:cNvSpPr/>
          <p:nvPr/>
        </p:nvSpPr>
        <p:spPr>
          <a:xfrm>
            <a:off x="8751823" y="5914644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1" name="Connector 4838"/>
          <p:cNvSpPr/>
          <p:nvPr/>
        </p:nvSpPr>
        <p:spPr>
          <a:xfrm>
            <a:off x="8797543" y="5986271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2" name="Connector 4839"/>
          <p:cNvSpPr/>
          <p:nvPr/>
        </p:nvSpPr>
        <p:spPr>
          <a:xfrm>
            <a:off x="8833104" y="6057900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3" name="Connector 4840"/>
          <p:cNvSpPr/>
          <p:nvPr/>
        </p:nvSpPr>
        <p:spPr>
          <a:xfrm>
            <a:off x="8858504" y="6129528"/>
            <a:ext cx="1524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4" name="Connector 4841"/>
          <p:cNvSpPr/>
          <p:nvPr/>
        </p:nvSpPr>
        <p:spPr>
          <a:xfrm>
            <a:off x="8873742" y="6201155"/>
            <a:ext cx="508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5" name="Connector 4842"/>
          <p:cNvSpPr/>
          <p:nvPr/>
        </p:nvSpPr>
        <p:spPr>
          <a:xfrm flipH="1">
            <a:off x="8873743" y="6272784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6" name="Connector 4843"/>
          <p:cNvSpPr/>
          <p:nvPr/>
        </p:nvSpPr>
        <p:spPr>
          <a:xfrm flipH="1">
            <a:off x="8858504" y="6344411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7" name="Connector 4844"/>
          <p:cNvSpPr/>
          <p:nvPr/>
        </p:nvSpPr>
        <p:spPr>
          <a:xfrm flipH="1">
            <a:off x="8833104" y="6416040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8" name="Connector 4845"/>
          <p:cNvSpPr/>
          <p:nvPr/>
        </p:nvSpPr>
        <p:spPr>
          <a:xfrm flipH="1">
            <a:off x="8797543" y="6487667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9" name="Connector 4846"/>
          <p:cNvSpPr/>
          <p:nvPr/>
        </p:nvSpPr>
        <p:spPr>
          <a:xfrm flipH="1">
            <a:off x="8751823" y="6559295"/>
            <a:ext cx="4572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0" name="Connector 4847"/>
          <p:cNvSpPr/>
          <p:nvPr/>
        </p:nvSpPr>
        <p:spPr>
          <a:xfrm flipH="1">
            <a:off x="8695943" y="6630923"/>
            <a:ext cx="558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1" name="Connector 4848"/>
          <p:cNvSpPr/>
          <p:nvPr/>
        </p:nvSpPr>
        <p:spPr>
          <a:xfrm>
            <a:off x="8695943" y="5843015"/>
            <a:ext cx="69850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2" name="Connector 4849"/>
          <p:cNvSpPr/>
          <p:nvPr/>
        </p:nvSpPr>
        <p:spPr>
          <a:xfrm>
            <a:off x="8765792" y="5986271"/>
            <a:ext cx="57152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3" name="Connector 4850"/>
          <p:cNvSpPr/>
          <p:nvPr/>
        </p:nvSpPr>
        <p:spPr>
          <a:xfrm>
            <a:off x="8822943" y="6129528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4" name="Connector 4851"/>
          <p:cNvSpPr/>
          <p:nvPr/>
        </p:nvSpPr>
        <p:spPr>
          <a:xfrm>
            <a:off x="8867393" y="6272784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5" name="Connector 4852"/>
          <p:cNvSpPr/>
          <p:nvPr/>
        </p:nvSpPr>
        <p:spPr>
          <a:xfrm>
            <a:off x="8899143" y="6416040"/>
            <a:ext cx="190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6" name="Connector 4853"/>
          <p:cNvSpPr/>
          <p:nvPr/>
        </p:nvSpPr>
        <p:spPr>
          <a:xfrm>
            <a:off x="8918193" y="6559295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7" name="Connector 4854"/>
          <p:cNvSpPr/>
          <p:nvPr/>
        </p:nvSpPr>
        <p:spPr>
          <a:xfrm flipH="1">
            <a:off x="8918193" y="6702552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8" name="Connector 4855"/>
          <p:cNvSpPr/>
          <p:nvPr/>
        </p:nvSpPr>
        <p:spPr>
          <a:xfrm flipH="1">
            <a:off x="8899143" y="6845807"/>
            <a:ext cx="190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9" name="Connector 4856"/>
          <p:cNvSpPr/>
          <p:nvPr/>
        </p:nvSpPr>
        <p:spPr>
          <a:xfrm flipH="1">
            <a:off x="8867393" y="6989064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0" name="Connector 4857"/>
          <p:cNvSpPr/>
          <p:nvPr/>
        </p:nvSpPr>
        <p:spPr>
          <a:xfrm flipH="1">
            <a:off x="8822943" y="7132319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1" name="Connector 4858"/>
          <p:cNvSpPr/>
          <p:nvPr/>
        </p:nvSpPr>
        <p:spPr>
          <a:xfrm flipH="1">
            <a:off x="8765793" y="7275576"/>
            <a:ext cx="571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2" name="Connector 4859"/>
          <p:cNvSpPr/>
          <p:nvPr/>
        </p:nvSpPr>
        <p:spPr>
          <a:xfrm flipH="1">
            <a:off x="8695943" y="7418831"/>
            <a:ext cx="698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3" name="Connector 4860"/>
          <p:cNvSpPr/>
          <p:nvPr/>
        </p:nvSpPr>
        <p:spPr>
          <a:xfrm>
            <a:off x="8695943" y="5843015"/>
            <a:ext cx="8382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4" name="Connector 4861"/>
          <p:cNvSpPr/>
          <p:nvPr/>
        </p:nvSpPr>
        <p:spPr>
          <a:xfrm>
            <a:off x="8779764" y="6057898"/>
            <a:ext cx="6858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5" name="Connector 4862"/>
          <p:cNvSpPr/>
          <p:nvPr/>
        </p:nvSpPr>
        <p:spPr>
          <a:xfrm>
            <a:off x="8848343" y="6272784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6" name="Connector 4863"/>
          <p:cNvSpPr/>
          <p:nvPr/>
        </p:nvSpPr>
        <p:spPr>
          <a:xfrm>
            <a:off x="8901683" y="6487667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7" name="Connector 4864"/>
          <p:cNvSpPr/>
          <p:nvPr/>
        </p:nvSpPr>
        <p:spPr>
          <a:xfrm>
            <a:off x="8939783" y="6702552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8" name="Connector 4865"/>
          <p:cNvSpPr/>
          <p:nvPr/>
        </p:nvSpPr>
        <p:spPr>
          <a:xfrm>
            <a:off x="8962643" y="6917435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59" name="Connector 4866"/>
          <p:cNvSpPr/>
          <p:nvPr/>
        </p:nvSpPr>
        <p:spPr>
          <a:xfrm flipH="1">
            <a:off x="8962643" y="7132319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0" name="Connector 4867"/>
          <p:cNvSpPr/>
          <p:nvPr/>
        </p:nvSpPr>
        <p:spPr>
          <a:xfrm flipH="1">
            <a:off x="8939783" y="7347204"/>
            <a:ext cx="22862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1" name="Connector 4868"/>
          <p:cNvSpPr/>
          <p:nvPr/>
        </p:nvSpPr>
        <p:spPr>
          <a:xfrm flipH="1">
            <a:off x="8901683" y="7562088"/>
            <a:ext cx="3810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2" name="Connector 4869"/>
          <p:cNvSpPr/>
          <p:nvPr/>
        </p:nvSpPr>
        <p:spPr>
          <a:xfrm flipH="1">
            <a:off x="8848344" y="7776971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3" name="Connector 4870"/>
          <p:cNvSpPr/>
          <p:nvPr/>
        </p:nvSpPr>
        <p:spPr>
          <a:xfrm flipH="1">
            <a:off x="8779764" y="7991856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4" name="Connector 4871"/>
          <p:cNvSpPr/>
          <p:nvPr/>
        </p:nvSpPr>
        <p:spPr>
          <a:xfrm flipH="1">
            <a:off x="8695943" y="8206740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5" name="Connector 4872"/>
          <p:cNvSpPr/>
          <p:nvPr/>
        </p:nvSpPr>
        <p:spPr>
          <a:xfrm>
            <a:off x="8695943" y="5843015"/>
            <a:ext cx="97791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6" name="Connector 4873"/>
          <p:cNvSpPr/>
          <p:nvPr/>
        </p:nvSpPr>
        <p:spPr>
          <a:xfrm>
            <a:off x="8793733" y="6129527"/>
            <a:ext cx="80011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7" name="Connector 4874"/>
          <p:cNvSpPr/>
          <p:nvPr/>
        </p:nvSpPr>
        <p:spPr>
          <a:xfrm>
            <a:off x="8873743" y="6416040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8" name="Connector 4875"/>
          <p:cNvSpPr/>
          <p:nvPr/>
        </p:nvSpPr>
        <p:spPr>
          <a:xfrm>
            <a:off x="8935973" y="6702552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9" name="Connector 4876"/>
          <p:cNvSpPr/>
          <p:nvPr/>
        </p:nvSpPr>
        <p:spPr>
          <a:xfrm>
            <a:off x="8980423" y="6989064"/>
            <a:ext cx="26670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0" name="Connector 4877"/>
          <p:cNvSpPr/>
          <p:nvPr/>
        </p:nvSpPr>
        <p:spPr>
          <a:xfrm>
            <a:off x="9007092" y="7275575"/>
            <a:ext cx="8892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1" name="Connector 4878"/>
          <p:cNvSpPr/>
          <p:nvPr/>
        </p:nvSpPr>
        <p:spPr>
          <a:xfrm flipH="1">
            <a:off x="9007093" y="7562088"/>
            <a:ext cx="8891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2" name="Connector 4879"/>
          <p:cNvSpPr/>
          <p:nvPr/>
        </p:nvSpPr>
        <p:spPr>
          <a:xfrm flipH="1">
            <a:off x="8980424" y="7848599"/>
            <a:ext cx="26670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3" name="Connector 4880"/>
          <p:cNvSpPr/>
          <p:nvPr/>
        </p:nvSpPr>
        <p:spPr>
          <a:xfrm flipH="1">
            <a:off x="8935973" y="8135111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4" name="Connector 4881"/>
          <p:cNvSpPr/>
          <p:nvPr/>
        </p:nvSpPr>
        <p:spPr>
          <a:xfrm flipH="1">
            <a:off x="8873743" y="8421623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5" name="Connector 4882"/>
          <p:cNvSpPr/>
          <p:nvPr/>
        </p:nvSpPr>
        <p:spPr>
          <a:xfrm flipH="1">
            <a:off x="8793733" y="8708135"/>
            <a:ext cx="8001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6" name="Connector 4883"/>
          <p:cNvSpPr/>
          <p:nvPr/>
        </p:nvSpPr>
        <p:spPr>
          <a:xfrm flipH="1">
            <a:off x="8695943" y="8994647"/>
            <a:ext cx="9779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7" name="Connector 4884"/>
          <p:cNvSpPr/>
          <p:nvPr/>
        </p:nvSpPr>
        <p:spPr>
          <a:xfrm>
            <a:off x="8695943" y="5843015"/>
            <a:ext cx="111761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8" name="Connector 4885"/>
          <p:cNvSpPr/>
          <p:nvPr/>
        </p:nvSpPr>
        <p:spPr>
          <a:xfrm>
            <a:off x="8807704" y="6201154"/>
            <a:ext cx="9144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9" name="Connector 4886"/>
          <p:cNvSpPr/>
          <p:nvPr/>
        </p:nvSpPr>
        <p:spPr>
          <a:xfrm>
            <a:off x="8899143" y="6559295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0" name="Connector 4887"/>
          <p:cNvSpPr/>
          <p:nvPr/>
        </p:nvSpPr>
        <p:spPr>
          <a:xfrm>
            <a:off x="8970264" y="6917435"/>
            <a:ext cx="5080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1" name="Connector 4888"/>
          <p:cNvSpPr/>
          <p:nvPr/>
        </p:nvSpPr>
        <p:spPr>
          <a:xfrm>
            <a:off x="9021064" y="7275576"/>
            <a:ext cx="30479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2" name="Connector 4889"/>
          <p:cNvSpPr/>
          <p:nvPr/>
        </p:nvSpPr>
        <p:spPr>
          <a:xfrm>
            <a:off x="9051542" y="7633714"/>
            <a:ext cx="10162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3" name="Connector 4890"/>
          <p:cNvSpPr/>
          <p:nvPr/>
        </p:nvSpPr>
        <p:spPr>
          <a:xfrm flipH="1">
            <a:off x="9051543" y="7991856"/>
            <a:ext cx="101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4" name="Connector 4891"/>
          <p:cNvSpPr/>
          <p:nvPr/>
        </p:nvSpPr>
        <p:spPr>
          <a:xfrm flipH="1">
            <a:off x="9021064" y="8349995"/>
            <a:ext cx="3048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5" name="Connector 4892"/>
          <p:cNvSpPr/>
          <p:nvPr/>
        </p:nvSpPr>
        <p:spPr>
          <a:xfrm flipH="1">
            <a:off x="8970264" y="8708135"/>
            <a:ext cx="5080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6" name="Connector 4893"/>
          <p:cNvSpPr/>
          <p:nvPr/>
        </p:nvSpPr>
        <p:spPr>
          <a:xfrm flipH="1">
            <a:off x="8899143" y="9066276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7" name="Connector 4894"/>
          <p:cNvSpPr/>
          <p:nvPr/>
        </p:nvSpPr>
        <p:spPr>
          <a:xfrm flipH="1">
            <a:off x="8807704" y="9424416"/>
            <a:ext cx="9144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8" name="Connector 4895"/>
          <p:cNvSpPr/>
          <p:nvPr/>
        </p:nvSpPr>
        <p:spPr>
          <a:xfrm flipH="1">
            <a:off x="8695943" y="9782556"/>
            <a:ext cx="1117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9" name="Connector 4896"/>
          <p:cNvSpPr/>
          <p:nvPr/>
        </p:nvSpPr>
        <p:spPr>
          <a:xfrm>
            <a:off x="8695943" y="5843015"/>
            <a:ext cx="125730" cy="42976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0" name="Connector 4897"/>
          <p:cNvSpPr/>
          <p:nvPr/>
        </p:nvSpPr>
        <p:spPr>
          <a:xfrm>
            <a:off x="8821673" y="6272782"/>
            <a:ext cx="102871" cy="42977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1" name="Connector 4898"/>
          <p:cNvSpPr/>
          <p:nvPr/>
        </p:nvSpPr>
        <p:spPr>
          <a:xfrm>
            <a:off x="8924543" y="6702552"/>
            <a:ext cx="8001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2" name="Connector 4899"/>
          <p:cNvSpPr/>
          <p:nvPr/>
        </p:nvSpPr>
        <p:spPr>
          <a:xfrm>
            <a:off x="9004554" y="7132319"/>
            <a:ext cx="5715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3" name="Connector 4900"/>
          <p:cNvSpPr/>
          <p:nvPr/>
        </p:nvSpPr>
        <p:spPr>
          <a:xfrm>
            <a:off x="9061704" y="7562088"/>
            <a:ext cx="3429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4" name="Connector 4901"/>
          <p:cNvSpPr/>
          <p:nvPr/>
        </p:nvSpPr>
        <p:spPr>
          <a:xfrm>
            <a:off x="9095993" y="7991856"/>
            <a:ext cx="1143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5" name="Connector 4902"/>
          <p:cNvSpPr/>
          <p:nvPr/>
        </p:nvSpPr>
        <p:spPr>
          <a:xfrm flipH="1">
            <a:off x="9095993" y="8421623"/>
            <a:ext cx="1143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6" name="Connector 4903"/>
          <p:cNvSpPr/>
          <p:nvPr/>
        </p:nvSpPr>
        <p:spPr>
          <a:xfrm flipH="1">
            <a:off x="9061704" y="8851392"/>
            <a:ext cx="3429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7" name="Connector 4904"/>
          <p:cNvSpPr/>
          <p:nvPr/>
        </p:nvSpPr>
        <p:spPr>
          <a:xfrm flipH="1">
            <a:off x="9004554" y="9281159"/>
            <a:ext cx="5715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8" name="Connector 4905"/>
          <p:cNvSpPr/>
          <p:nvPr/>
        </p:nvSpPr>
        <p:spPr>
          <a:xfrm flipH="1">
            <a:off x="8924543" y="9710928"/>
            <a:ext cx="8001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99" name="Connector 4906"/>
          <p:cNvSpPr/>
          <p:nvPr/>
        </p:nvSpPr>
        <p:spPr>
          <a:xfrm flipH="1">
            <a:off x="8821673" y="10140695"/>
            <a:ext cx="10287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0" name="Connector 4907"/>
          <p:cNvSpPr/>
          <p:nvPr/>
        </p:nvSpPr>
        <p:spPr>
          <a:xfrm flipH="1">
            <a:off x="8695944" y="10570464"/>
            <a:ext cx="125730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1" name="Connector 4908"/>
          <p:cNvSpPr/>
          <p:nvPr/>
        </p:nvSpPr>
        <p:spPr>
          <a:xfrm>
            <a:off x="8695943" y="6702552"/>
            <a:ext cx="5588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2" name="Connector 4909"/>
          <p:cNvSpPr/>
          <p:nvPr/>
        </p:nvSpPr>
        <p:spPr>
          <a:xfrm>
            <a:off x="8751823" y="6774178"/>
            <a:ext cx="4572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3" name="Connector 4910"/>
          <p:cNvSpPr/>
          <p:nvPr/>
        </p:nvSpPr>
        <p:spPr>
          <a:xfrm>
            <a:off x="8797543" y="6845807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4" name="Connector 4911"/>
          <p:cNvSpPr/>
          <p:nvPr/>
        </p:nvSpPr>
        <p:spPr>
          <a:xfrm>
            <a:off x="8833104" y="6917435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5" name="Connector 4912"/>
          <p:cNvSpPr/>
          <p:nvPr/>
        </p:nvSpPr>
        <p:spPr>
          <a:xfrm>
            <a:off x="8858504" y="6989064"/>
            <a:ext cx="1524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6" name="Connector 4913"/>
          <p:cNvSpPr/>
          <p:nvPr/>
        </p:nvSpPr>
        <p:spPr>
          <a:xfrm>
            <a:off x="8873742" y="7060690"/>
            <a:ext cx="508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7" name="Connector 4914"/>
          <p:cNvSpPr/>
          <p:nvPr/>
        </p:nvSpPr>
        <p:spPr>
          <a:xfrm flipH="1">
            <a:off x="8873743" y="7132319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8" name="Connector 4915"/>
          <p:cNvSpPr/>
          <p:nvPr/>
        </p:nvSpPr>
        <p:spPr>
          <a:xfrm flipH="1">
            <a:off x="8858504" y="7203947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09" name="Connector 4916"/>
          <p:cNvSpPr/>
          <p:nvPr/>
        </p:nvSpPr>
        <p:spPr>
          <a:xfrm flipH="1">
            <a:off x="8833104" y="7275576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0" name="Connector 4917"/>
          <p:cNvSpPr/>
          <p:nvPr/>
        </p:nvSpPr>
        <p:spPr>
          <a:xfrm flipH="1">
            <a:off x="8797543" y="7347204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1" name="Connector 4918"/>
          <p:cNvSpPr/>
          <p:nvPr/>
        </p:nvSpPr>
        <p:spPr>
          <a:xfrm flipH="1">
            <a:off x="8751823" y="7418831"/>
            <a:ext cx="4572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2" name="Connector 4919"/>
          <p:cNvSpPr/>
          <p:nvPr/>
        </p:nvSpPr>
        <p:spPr>
          <a:xfrm flipH="1">
            <a:off x="8695943" y="7490459"/>
            <a:ext cx="558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3" name="Connector 4920"/>
          <p:cNvSpPr/>
          <p:nvPr/>
        </p:nvSpPr>
        <p:spPr>
          <a:xfrm>
            <a:off x="8695943" y="6702552"/>
            <a:ext cx="69850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4" name="Connector 4921"/>
          <p:cNvSpPr/>
          <p:nvPr/>
        </p:nvSpPr>
        <p:spPr>
          <a:xfrm>
            <a:off x="8765792" y="6845807"/>
            <a:ext cx="57152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5" name="Connector 4922"/>
          <p:cNvSpPr/>
          <p:nvPr/>
        </p:nvSpPr>
        <p:spPr>
          <a:xfrm>
            <a:off x="8822943" y="6989064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6" name="Connector 4923"/>
          <p:cNvSpPr/>
          <p:nvPr/>
        </p:nvSpPr>
        <p:spPr>
          <a:xfrm>
            <a:off x="8867393" y="7132319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7" name="Connector 4924"/>
          <p:cNvSpPr/>
          <p:nvPr/>
        </p:nvSpPr>
        <p:spPr>
          <a:xfrm>
            <a:off x="8899143" y="7275576"/>
            <a:ext cx="190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8" name="Connector 4925"/>
          <p:cNvSpPr/>
          <p:nvPr/>
        </p:nvSpPr>
        <p:spPr>
          <a:xfrm>
            <a:off x="8918193" y="7418831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9" name="Connector 4926"/>
          <p:cNvSpPr/>
          <p:nvPr/>
        </p:nvSpPr>
        <p:spPr>
          <a:xfrm flipH="1">
            <a:off x="8918193" y="7562088"/>
            <a:ext cx="63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0" name="Connector 4927"/>
          <p:cNvSpPr/>
          <p:nvPr/>
        </p:nvSpPr>
        <p:spPr>
          <a:xfrm flipH="1">
            <a:off x="8899143" y="7705342"/>
            <a:ext cx="190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1" name="Connector 4928"/>
          <p:cNvSpPr/>
          <p:nvPr/>
        </p:nvSpPr>
        <p:spPr>
          <a:xfrm flipH="1">
            <a:off x="8867393" y="7848600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2" name="Connector 4929"/>
          <p:cNvSpPr/>
          <p:nvPr/>
        </p:nvSpPr>
        <p:spPr>
          <a:xfrm flipH="1">
            <a:off x="8822943" y="7991856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3" name="Connector 4930"/>
          <p:cNvSpPr/>
          <p:nvPr/>
        </p:nvSpPr>
        <p:spPr>
          <a:xfrm flipH="1">
            <a:off x="8765793" y="8135111"/>
            <a:ext cx="571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4" name="Connector 4931"/>
          <p:cNvSpPr/>
          <p:nvPr/>
        </p:nvSpPr>
        <p:spPr>
          <a:xfrm flipH="1">
            <a:off x="8695943" y="8278366"/>
            <a:ext cx="698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5" name="Connector 4932"/>
          <p:cNvSpPr/>
          <p:nvPr/>
        </p:nvSpPr>
        <p:spPr>
          <a:xfrm>
            <a:off x="8695943" y="6702552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6" name="Connector 4933"/>
          <p:cNvSpPr/>
          <p:nvPr/>
        </p:nvSpPr>
        <p:spPr>
          <a:xfrm>
            <a:off x="8779764" y="6917435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7" name="Connector 4934"/>
          <p:cNvSpPr/>
          <p:nvPr/>
        </p:nvSpPr>
        <p:spPr>
          <a:xfrm>
            <a:off x="8848343" y="7132319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8" name="Connector 4935"/>
          <p:cNvSpPr/>
          <p:nvPr/>
        </p:nvSpPr>
        <p:spPr>
          <a:xfrm>
            <a:off x="8901683" y="7347204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9" name="Connector 4936"/>
          <p:cNvSpPr/>
          <p:nvPr/>
        </p:nvSpPr>
        <p:spPr>
          <a:xfrm>
            <a:off x="8939783" y="7562088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0" name="Connector 4937"/>
          <p:cNvSpPr/>
          <p:nvPr/>
        </p:nvSpPr>
        <p:spPr>
          <a:xfrm>
            <a:off x="8962643" y="7776971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1" name="Connector 4938"/>
          <p:cNvSpPr/>
          <p:nvPr/>
        </p:nvSpPr>
        <p:spPr>
          <a:xfrm flipH="1">
            <a:off x="8962643" y="7991856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2" name="Connector 4939"/>
          <p:cNvSpPr/>
          <p:nvPr/>
        </p:nvSpPr>
        <p:spPr>
          <a:xfrm flipH="1">
            <a:off x="8939783" y="8206740"/>
            <a:ext cx="22862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3" name="Connector 4940"/>
          <p:cNvSpPr/>
          <p:nvPr/>
        </p:nvSpPr>
        <p:spPr>
          <a:xfrm flipH="1">
            <a:off x="8901683" y="8421623"/>
            <a:ext cx="3810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4" name="Connector 4941"/>
          <p:cNvSpPr/>
          <p:nvPr/>
        </p:nvSpPr>
        <p:spPr>
          <a:xfrm flipH="1">
            <a:off x="8848344" y="8636507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5" name="Connector 4942"/>
          <p:cNvSpPr/>
          <p:nvPr/>
        </p:nvSpPr>
        <p:spPr>
          <a:xfrm flipH="1">
            <a:off x="8779764" y="8851392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6" name="Connector 4943"/>
          <p:cNvSpPr/>
          <p:nvPr/>
        </p:nvSpPr>
        <p:spPr>
          <a:xfrm flipH="1">
            <a:off x="8695943" y="9066276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7" name="Connector 4944"/>
          <p:cNvSpPr/>
          <p:nvPr/>
        </p:nvSpPr>
        <p:spPr>
          <a:xfrm>
            <a:off x="8695943" y="6702552"/>
            <a:ext cx="97791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8" name="Connector 4945"/>
          <p:cNvSpPr/>
          <p:nvPr/>
        </p:nvSpPr>
        <p:spPr>
          <a:xfrm>
            <a:off x="8793733" y="6989063"/>
            <a:ext cx="80011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39" name="Connector 4946"/>
          <p:cNvSpPr/>
          <p:nvPr/>
        </p:nvSpPr>
        <p:spPr>
          <a:xfrm>
            <a:off x="8873743" y="7275576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0" name="Connector 4947"/>
          <p:cNvSpPr/>
          <p:nvPr/>
        </p:nvSpPr>
        <p:spPr>
          <a:xfrm>
            <a:off x="8935973" y="7562088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1" name="Connector 4948"/>
          <p:cNvSpPr/>
          <p:nvPr/>
        </p:nvSpPr>
        <p:spPr>
          <a:xfrm>
            <a:off x="8980423" y="7848600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2" name="Connector 4949"/>
          <p:cNvSpPr/>
          <p:nvPr/>
        </p:nvSpPr>
        <p:spPr>
          <a:xfrm>
            <a:off x="9007092" y="8135111"/>
            <a:ext cx="8892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3" name="Connector 4950"/>
          <p:cNvSpPr/>
          <p:nvPr/>
        </p:nvSpPr>
        <p:spPr>
          <a:xfrm flipH="1">
            <a:off x="9007093" y="8421623"/>
            <a:ext cx="889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4" name="Connector 4951"/>
          <p:cNvSpPr/>
          <p:nvPr/>
        </p:nvSpPr>
        <p:spPr>
          <a:xfrm flipH="1">
            <a:off x="8980424" y="8708135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5" name="Connector 4952"/>
          <p:cNvSpPr/>
          <p:nvPr/>
        </p:nvSpPr>
        <p:spPr>
          <a:xfrm flipH="1">
            <a:off x="8935973" y="8994647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6" name="Connector 4953"/>
          <p:cNvSpPr/>
          <p:nvPr/>
        </p:nvSpPr>
        <p:spPr>
          <a:xfrm flipH="1">
            <a:off x="8873743" y="9281159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7" name="Connector 4954"/>
          <p:cNvSpPr/>
          <p:nvPr/>
        </p:nvSpPr>
        <p:spPr>
          <a:xfrm flipH="1">
            <a:off x="8793733" y="9567671"/>
            <a:ext cx="80011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8" name="Connector 4955"/>
          <p:cNvSpPr/>
          <p:nvPr/>
        </p:nvSpPr>
        <p:spPr>
          <a:xfrm flipH="1">
            <a:off x="8695943" y="9854183"/>
            <a:ext cx="97791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49" name="Connector 4956"/>
          <p:cNvSpPr/>
          <p:nvPr/>
        </p:nvSpPr>
        <p:spPr>
          <a:xfrm>
            <a:off x="8695943" y="6702552"/>
            <a:ext cx="1117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0" name="Connector 4957"/>
          <p:cNvSpPr/>
          <p:nvPr/>
        </p:nvSpPr>
        <p:spPr>
          <a:xfrm>
            <a:off x="8807704" y="7060692"/>
            <a:ext cx="9144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1" name="Connector 4958"/>
          <p:cNvSpPr/>
          <p:nvPr/>
        </p:nvSpPr>
        <p:spPr>
          <a:xfrm>
            <a:off x="8899143" y="7418831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2" name="Connector 4959"/>
          <p:cNvSpPr/>
          <p:nvPr/>
        </p:nvSpPr>
        <p:spPr>
          <a:xfrm>
            <a:off x="8970264" y="7776971"/>
            <a:ext cx="5080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3" name="Connector 4960"/>
          <p:cNvSpPr/>
          <p:nvPr/>
        </p:nvSpPr>
        <p:spPr>
          <a:xfrm>
            <a:off x="9021064" y="8135111"/>
            <a:ext cx="30479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4" name="Connector 4961"/>
          <p:cNvSpPr/>
          <p:nvPr/>
        </p:nvSpPr>
        <p:spPr>
          <a:xfrm>
            <a:off x="9051542" y="8493251"/>
            <a:ext cx="10162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5" name="Connector 4962"/>
          <p:cNvSpPr/>
          <p:nvPr/>
        </p:nvSpPr>
        <p:spPr>
          <a:xfrm flipH="1">
            <a:off x="9051543" y="8851392"/>
            <a:ext cx="101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6" name="Connector 4963"/>
          <p:cNvSpPr/>
          <p:nvPr/>
        </p:nvSpPr>
        <p:spPr>
          <a:xfrm flipH="1">
            <a:off x="9021064" y="9209531"/>
            <a:ext cx="3048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7" name="Connector 4964"/>
          <p:cNvSpPr/>
          <p:nvPr/>
        </p:nvSpPr>
        <p:spPr>
          <a:xfrm flipH="1">
            <a:off x="8970264" y="9567671"/>
            <a:ext cx="5080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8" name="Connector 4965"/>
          <p:cNvSpPr/>
          <p:nvPr/>
        </p:nvSpPr>
        <p:spPr>
          <a:xfrm flipH="1">
            <a:off x="8899143" y="9925811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59" name="Connector 4966"/>
          <p:cNvSpPr/>
          <p:nvPr/>
        </p:nvSpPr>
        <p:spPr>
          <a:xfrm flipH="1">
            <a:off x="8807704" y="10283952"/>
            <a:ext cx="91441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0" name="Connector 4967"/>
          <p:cNvSpPr/>
          <p:nvPr/>
        </p:nvSpPr>
        <p:spPr>
          <a:xfrm flipH="1">
            <a:off x="8695943" y="10642090"/>
            <a:ext cx="11176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1" name="Connector 4968"/>
          <p:cNvSpPr/>
          <p:nvPr/>
        </p:nvSpPr>
        <p:spPr>
          <a:xfrm>
            <a:off x="8695943" y="7562088"/>
            <a:ext cx="5588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2" name="Connector 4969"/>
          <p:cNvSpPr/>
          <p:nvPr/>
        </p:nvSpPr>
        <p:spPr>
          <a:xfrm>
            <a:off x="8751823" y="7633716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3" name="Connector 4970"/>
          <p:cNvSpPr/>
          <p:nvPr/>
        </p:nvSpPr>
        <p:spPr>
          <a:xfrm>
            <a:off x="8797543" y="7705343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4" name="Connector 4971"/>
          <p:cNvSpPr/>
          <p:nvPr/>
        </p:nvSpPr>
        <p:spPr>
          <a:xfrm>
            <a:off x="8833104" y="7776971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5" name="Connector 4972"/>
          <p:cNvSpPr/>
          <p:nvPr/>
        </p:nvSpPr>
        <p:spPr>
          <a:xfrm>
            <a:off x="8858504" y="7848600"/>
            <a:ext cx="1524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6" name="Connector 4973"/>
          <p:cNvSpPr/>
          <p:nvPr/>
        </p:nvSpPr>
        <p:spPr>
          <a:xfrm>
            <a:off x="8873742" y="7920226"/>
            <a:ext cx="508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7" name="Connector 4974"/>
          <p:cNvSpPr/>
          <p:nvPr/>
        </p:nvSpPr>
        <p:spPr>
          <a:xfrm flipH="1">
            <a:off x="8873743" y="7991856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8" name="Connector 4975"/>
          <p:cNvSpPr/>
          <p:nvPr/>
        </p:nvSpPr>
        <p:spPr>
          <a:xfrm flipH="1">
            <a:off x="8858504" y="8063483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9" name="Connector 4976"/>
          <p:cNvSpPr/>
          <p:nvPr/>
        </p:nvSpPr>
        <p:spPr>
          <a:xfrm flipH="1">
            <a:off x="8833104" y="8135111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0" name="Connector 4977"/>
          <p:cNvSpPr/>
          <p:nvPr/>
        </p:nvSpPr>
        <p:spPr>
          <a:xfrm flipH="1">
            <a:off x="8797543" y="8206740"/>
            <a:ext cx="3556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1" name="Connector 4978"/>
          <p:cNvSpPr/>
          <p:nvPr/>
        </p:nvSpPr>
        <p:spPr>
          <a:xfrm flipH="1">
            <a:off x="8751823" y="8278366"/>
            <a:ext cx="4572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2" name="Connector 4979"/>
          <p:cNvSpPr/>
          <p:nvPr/>
        </p:nvSpPr>
        <p:spPr>
          <a:xfrm flipH="1">
            <a:off x="8695943" y="8349994"/>
            <a:ext cx="558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3" name="Connector 4980"/>
          <p:cNvSpPr/>
          <p:nvPr/>
        </p:nvSpPr>
        <p:spPr>
          <a:xfrm>
            <a:off x="8695943" y="7562088"/>
            <a:ext cx="69850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4" name="Connector 4981"/>
          <p:cNvSpPr/>
          <p:nvPr/>
        </p:nvSpPr>
        <p:spPr>
          <a:xfrm>
            <a:off x="8765792" y="7705342"/>
            <a:ext cx="57152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5" name="Connector 4982"/>
          <p:cNvSpPr/>
          <p:nvPr/>
        </p:nvSpPr>
        <p:spPr>
          <a:xfrm>
            <a:off x="8822943" y="7848600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6" name="Connector 4983"/>
          <p:cNvSpPr/>
          <p:nvPr/>
        </p:nvSpPr>
        <p:spPr>
          <a:xfrm>
            <a:off x="8867393" y="7991856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7" name="Connector 4984"/>
          <p:cNvSpPr/>
          <p:nvPr/>
        </p:nvSpPr>
        <p:spPr>
          <a:xfrm>
            <a:off x="8899143" y="8135111"/>
            <a:ext cx="190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8" name="Connector 4985"/>
          <p:cNvSpPr/>
          <p:nvPr/>
        </p:nvSpPr>
        <p:spPr>
          <a:xfrm>
            <a:off x="8918193" y="8278366"/>
            <a:ext cx="63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9" name="Connector 4986"/>
          <p:cNvSpPr/>
          <p:nvPr/>
        </p:nvSpPr>
        <p:spPr>
          <a:xfrm flipH="1">
            <a:off x="8918193" y="8421623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0" name="Connector 4987"/>
          <p:cNvSpPr/>
          <p:nvPr/>
        </p:nvSpPr>
        <p:spPr>
          <a:xfrm flipH="1">
            <a:off x="8899143" y="8564880"/>
            <a:ext cx="190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1" name="Connector 4988"/>
          <p:cNvSpPr/>
          <p:nvPr/>
        </p:nvSpPr>
        <p:spPr>
          <a:xfrm flipH="1">
            <a:off x="8867393" y="8708135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2" name="Connector 4989"/>
          <p:cNvSpPr/>
          <p:nvPr/>
        </p:nvSpPr>
        <p:spPr>
          <a:xfrm flipH="1">
            <a:off x="8822943" y="8851392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3" name="Connector 4990"/>
          <p:cNvSpPr/>
          <p:nvPr/>
        </p:nvSpPr>
        <p:spPr>
          <a:xfrm flipH="1">
            <a:off x="8765793" y="8994647"/>
            <a:ext cx="571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4" name="Connector 4991"/>
          <p:cNvSpPr/>
          <p:nvPr/>
        </p:nvSpPr>
        <p:spPr>
          <a:xfrm flipH="1">
            <a:off x="8695943" y="9137902"/>
            <a:ext cx="698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5" name="Connector 4992"/>
          <p:cNvSpPr/>
          <p:nvPr/>
        </p:nvSpPr>
        <p:spPr>
          <a:xfrm>
            <a:off x="8695943" y="7562088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6" name="Connector 4993"/>
          <p:cNvSpPr/>
          <p:nvPr/>
        </p:nvSpPr>
        <p:spPr>
          <a:xfrm>
            <a:off x="8779764" y="7776971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7" name="Connector 4994"/>
          <p:cNvSpPr/>
          <p:nvPr/>
        </p:nvSpPr>
        <p:spPr>
          <a:xfrm>
            <a:off x="8848343" y="7991856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8" name="Connector 4995"/>
          <p:cNvSpPr/>
          <p:nvPr/>
        </p:nvSpPr>
        <p:spPr>
          <a:xfrm>
            <a:off x="8901683" y="8206740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89" name="Connector 4996"/>
          <p:cNvSpPr/>
          <p:nvPr/>
        </p:nvSpPr>
        <p:spPr>
          <a:xfrm>
            <a:off x="8939783" y="8421623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0" name="Connector 4997"/>
          <p:cNvSpPr/>
          <p:nvPr/>
        </p:nvSpPr>
        <p:spPr>
          <a:xfrm>
            <a:off x="8962643" y="8636506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1" name="Connector 4998"/>
          <p:cNvSpPr/>
          <p:nvPr/>
        </p:nvSpPr>
        <p:spPr>
          <a:xfrm flipH="1">
            <a:off x="8962643" y="8851392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2" name="Connector 4999"/>
          <p:cNvSpPr/>
          <p:nvPr/>
        </p:nvSpPr>
        <p:spPr>
          <a:xfrm flipH="1">
            <a:off x="8939783" y="9066276"/>
            <a:ext cx="22862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3" name="Connector 5000"/>
          <p:cNvSpPr/>
          <p:nvPr/>
        </p:nvSpPr>
        <p:spPr>
          <a:xfrm flipH="1">
            <a:off x="8901683" y="9281159"/>
            <a:ext cx="3810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4" name="Connector 5001"/>
          <p:cNvSpPr/>
          <p:nvPr/>
        </p:nvSpPr>
        <p:spPr>
          <a:xfrm flipH="1">
            <a:off x="8848344" y="9496043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5" name="Connector 5002"/>
          <p:cNvSpPr/>
          <p:nvPr/>
        </p:nvSpPr>
        <p:spPr>
          <a:xfrm flipH="1">
            <a:off x="8779764" y="9710928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6" name="Connector 5003"/>
          <p:cNvSpPr/>
          <p:nvPr/>
        </p:nvSpPr>
        <p:spPr>
          <a:xfrm flipH="1">
            <a:off x="8695943" y="9925811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7" name="Connector 5004"/>
          <p:cNvSpPr/>
          <p:nvPr/>
        </p:nvSpPr>
        <p:spPr>
          <a:xfrm>
            <a:off x="8695943" y="7562088"/>
            <a:ext cx="97791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8" name="Connector 5005"/>
          <p:cNvSpPr/>
          <p:nvPr/>
        </p:nvSpPr>
        <p:spPr>
          <a:xfrm>
            <a:off x="8793733" y="7848599"/>
            <a:ext cx="80011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99" name="Connector 5006"/>
          <p:cNvSpPr/>
          <p:nvPr/>
        </p:nvSpPr>
        <p:spPr>
          <a:xfrm>
            <a:off x="8873743" y="8135111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0" name="Connector 5007"/>
          <p:cNvSpPr/>
          <p:nvPr/>
        </p:nvSpPr>
        <p:spPr>
          <a:xfrm>
            <a:off x="8935973" y="8421623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1" name="Connector 5008"/>
          <p:cNvSpPr/>
          <p:nvPr/>
        </p:nvSpPr>
        <p:spPr>
          <a:xfrm>
            <a:off x="8980423" y="8708135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2" name="Connector 5009"/>
          <p:cNvSpPr/>
          <p:nvPr/>
        </p:nvSpPr>
        <p:spPr>
          <a:xfrm>
            <a:off x="9007092" y="8994647"/>
            <a:ext cx="8892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3" name="Connector 5010"/>
          <p:cNvSpPr/>
          <p:nvPr/>
        </p:nvSpPr>
        <p:spPr>
          <a:xfrm flipH="1">
            <a:off x="9007093" y="9281159"/>
            <a:ext cx="889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4" name="Connector 5011"/>
          <p:cNvSpPr/>
          <p:nvPr/>
        </p:nvSpPr>
        <p:spPr>
          <a:xfrm flipH="1">
            <a:off x="8980424" y="9567671"/>
            <a:ext cx="26670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5" name="Connector 5012"/>
          <p:cNvSpPr/>
          <p:nvPr/>
        </p:nvSpPr>
        <p:spPr>
          <a:xfrm flipH="1">
            <a:off x="8935973" y="9854183"/>
            <a:ext cx="44451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6" name="Connector 5013"/>
          <p:cNvSpPr/>
          <p:nvPr/>
        </p:nvSpPr>
        <p:spPr>
          <a:xfrm flipH="1">
            <a:off x="8873743" y="10140695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7" name="Connector 5014"/>
          <p:cNvSpPr/>
          <p:nvPr/>
        </p:nvSpPr>
        <p:spPr>
          <a:xfrm flipH="1">
            <a:off x="8793733" y="10427207"/>
            <a:ext cx="80011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8" name="Connector 5015"/>
          <p:cNvSpPr/>
          <p:nvPr/>
        </p:nvSpPr>
        <p:spPr>
          <a:xfrm flipH="1">
            <a:off x="8695943" y="10713718"/>
            <a:ext cx="97791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09" name="Connector 5016"/>
          <p:cNvSpPr/>
          <p:nvPr/>
        </p:nvSpPr>
        <p:spPr>
          <a:xfrm>
            <a:off x="8695943" y="8421623"/>
            <a:ext cx="5588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0" name="Connector 5017"/>
          <p:cNvSpPr/>
          <p:nvPr/>
        </p:nvSpPr>
        <p:spPr>
          <a:xfrm>
            <a:off x="8751823" y="8493251"/>
            <a:ext cx="4572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1" name="Connector 5018"/>
          <p:cNvSpPr/>
          <p:nvPr/>
        </p:nvSpPr>
        <p:spPr>
          <a:xfrm>
            <a:off x="8797543" y="8564880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2" name="Connector 5019"/>
          <p:cNvSpPr/>
          <p:nvPr/>
        </p:nvSpPr>
        <p:spPr>
          <a:xfrm>
            <a:off x="8833104" y="8636507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3" name="Connector 5020"/>
          <p:cNvSpPr/>
          <p:nvPr/>
        </p:nvSpPr>
        <p:spPr>
          <a:xfrm>
            <a:off x="8858504" y="8708135"/>
            <a:ext cx="1524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4" name="Connector 5021"/>
          <p:cNvSpPr/>
          <p:nvPr/>
        </p:nvSpPr>
        <p:spPr>
          <a:xfrm>
            <a:off x="8873742" y="8779763"/>
            <a:ext cx="508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5" name="Connector 5022"/>
          <p:cNvSpPr/>
          <p:nvPr/>
        </p:nvSpPr>
        <p:spPr>
          <a:xfrm flipH="1">
            <a:off x="8873743" y="8851392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6" name="Connector 5023"/>
          <p:cNvSpPr/>
          <p:nvPr/>
        </p:nvSpPr>
        <p:spPr>
          <a:xfrm flipH="1">
            <a:off x="8858504" y="8923019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7" name="Connector 5024"/>
          <p:cNvSpPr/>
          <p:nvPr/>
        </p:nvSpPr>
        <p:spPr>
          <a:xfrm flipH="1">
            <a:off x="8833104" y="8994647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8" name="Connector 5025"/>
          <p:cNvSpPr/>
          <p:nvPr/>
        </p:nvSpPr>
        <p:spPr>
          <a:xfrm flipH="1">
            <a:off x="8797543" y="9066276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9" name="Connector 5026"/>
          <p:cNvSpPr/>
          <p:nvPr/>
        </p:nvSpPr>
        <p:spPr>
          <a:xfrm flipH="1">
            <a:off x="8751823" y="9137904"/>
            <a:ext cx="4572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0" name="Connector 5027"/>
          <p:cNvSpPr/>
          <p:nvPr/>
        </p:nvSpPr>
        <p:spPr>
          <a:xfrm flipH="1">
            <a:off x="8695943" y="9209530"/>
            <a:ext cx="558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1" name="Connector 5028"/>
          <p:cNvSpPr/>
          <p:nvPr/>
        </p:nvSpPr>
        <p:spPr>
          <a:xfrm>
            <a:off x="8695943" y="8421623"/>
            <a:ext cx="69850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2" name="Connector 5029"/>
          <p:cNvSpPr/>
          <p:nvPr/>
        </p:nvSpPr>
        <p:spPr>
          <a:xfrm>
            <a:off x="8765792" y="8564880"/>
            <a:ext cx="57152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3" name="Connector 5030"/>
          <p:cNvSpPr/>
          <p:nvPr/>
        </p:nvSpPr>
        <p:spPr>
          <a:xfrm>
            <a:off x="8822943" y="8708135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4" name="Connector 5031"/>
          <p:cNvSpPr/>
          <p:nvPr/>
        </p:nvSpPr>
        <p:spPr>
          <a:xfrm>
            <a:off x="8867393" y="8851392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5" name="Connector 5032"/>
          <p:cNvSpPr/>
          <p:nvPr/>
        </p:nvSpPr>
        <p:spPr>
          <a:xfrm>
            <a:off x="8899143" y="8994647"/>
            <a:ext cx="190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6" name="Connector 5033"/>
          <p:cNvSpPr/>
          <p:nvPr/>
        </p:nvSpPr>
        <p:spPr>
          <a:xfrm>
            <a:off x="8918193" y="9137902"/>
            <a:ext cx="63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7" name="Connector 5034"/>
          <p:cNvSpPr/>
          <p:nvPr/>
        </p:nvSpPr>
        <p:spPr>
          <a:xfrm flipH="1">
            <a:off x="8918193" y="9281159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8" name="Connector 5035"/>
          <p:cNvSpPr/>
          <p:nvPr/>
        </p:nvSpPr>
        <p:spPr>
          <a:xfrm flipH="1">
            <a:off x="8899143" y="9424416"/>
            <a:ext cx="190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9" name="Connector 5036"/>
          <p:cNvSpPr/>
          <p:nvPr/>
        </p:nvSpPr>
        <p:spPr>
          <a:xfrm flipH="1">
            <a:off x="8867393" y="9567671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0" name="Connector 5037"/>
          <p:cNvSpPr/>
          <p:nvPr/>
        </p:nvSpPr>
        <p:spPr>
          <a:xfrm flipH="1">
            <a:off x="8822943" y="9710928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1" name="Connector 5038"/>
          <p:cNvSpPr/>
          <p:nvPr/>
        </p:nvSpPr>
        <p:spPr>
          <a:xfrm flipH="1">
            <a:off x="8765793" y="9854183"/>
            <a:ext cx="571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2" name="Connector 5039"/>
          <p:cNvSpPr/>
          <p:nvPr/>
        </p:nvSpPr>
        <p:spPr>
          <a:xfrm flipH="1">
            <a:off x="8695943" y="9997439"/>
            <a:ext cx="698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3" name="Connector 5040"/>
          <p:cNvSpPr/>
          <p:nvPr/>
        </p:nvSpPr>
        <p:spPr>
          <a:xfrm>
            <a:off x="8695943" y="8421623"/>
            <a:ext cx="8382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4" name="Connector 5041"/>
          <p:cNvSpPr/>
          <p:nvPr/>
        </p:nvSpPr>
        <p:spPr>
          <a:xfrm>
            <a:off x="8779764" y="8636506"/>
            <a:ext cx="6858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5" name="Connector 5042"/>
          <p:cNvSpPr/>
          <p:nvPr/>
        </p:nvSpPr>
        <p:spPr>
          <a:xfrm>
            <a:off x="8848343" y="8851392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6" name="Connector 5043"/>
          <p:cNvSpPr/>
          <p:nvPr/>
        </p:nvSpPr>
        <p:spPr>
          <a:xfrm>
            <a:off x="8901683" y="9066276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7" name="Connector 5044"/>
          <p:cNvSpPr/>
          <p:nvPr/>
        </p:nvSpPr>
        <p:spPr>
          <a:xfrm>
            <a:off x="8939783" y="9281159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8" name="Connector 5045"/>
          <p:cNvSpPr/>
          <p:nvPr/>
        </p:nvSpPr>
        <p:spPr>
          <a:xfrm>
            <a:off x="8962643" y="9496042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9" name="Connector 5046"/>
          <p:cNvSpPr/>
          <p:nvPr/>
        </p:nvSpPr>
        <p:spPr>
          <a:xfrm flipH="1">
            <a:off x="8962643" y="9710928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0" name="Connector 5047"/>
          <p:cNvSpPr/>
          <p:nvPr/>
        </p:nvSpPr>
        <p:spPr>
          <a:xfrm flipH="1">
            <a:off x="8939783" y="9925811"/>
            <a:ext cx="22862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1" name="Connector 5048"/>
          <p:cNvSpPr/>
          <p:nvPr/>
        </p:nvSpPr>
        <p:spPr>
          <a:xfrm flipH="1">
            <a:off x="8901683" y="10140695"/>
            <a:ext cx="3810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2" name="Connector 5049"/>
          <p:cNvSpPr/>
          <p:nvPr/>
        </p:nvSpPr>
        <p:spPr>
          <a:xfrm flipH="1">
            <a:off x="8848344" y="10355580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3" name="Connector 5050"/>
          <p:cNvSpPr/>
          <p:nvPr/>
        </p:nvSpPr>
        <p:spPr>
          <a:xfrm flipH="1">
            <a:off x="8779764" y="10570464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4" name="Connector 5051"/>
          <p:cNvSpPr/>
          <p:nvPr/>
        </p:nvSpPr>
        <p:spPr>
          <a:xfrm flipH="1">
            <a:off x="8695943" y="10785347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5" name="Connector 5052"/>
          <p:cNvSpPr/>
          <p:nvPr/>
        </p:nvSpPr>
        <p:spPr>
          <a:xfrm>
            <a:off x="8695943" y="9281159"/>
            <a:ext cx="5588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6" name="Connector 5053"/>
          <p:cNvSpPr/>
          <p:nvPr/>
        </p:nvSpPr>
        <p:spPr>
          <a:xfrm>
            <a:off x="8751823" y="9352787"/>
            <a:ext cx="4572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7" name="Connector 5054"/>
          <p:cNvSpPr/>
          <p:nvPr/>
        </p:nvSpPr>
        <p:spPr>
          <a:xfrm>
            <a:off x="8797543" y="9424416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8" name="Connector 5055"/>
          <p:cNvSpPr/>
          <p:nvPr/>
        </p:nvSpPr>
        <p:spPr>
          <a:xfrm>
            <a:off x="8833104" y="9496043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9" name="Connector 5056"/>
          <p:cNvSpPr/>
          <p:nvPr/>
        </p:nvSpPr>
        <p:spPr>
          <a:xfrm>
            <a:off x="8858504" y="9567671"/>
            <a:ext cx="1524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0" name="Connector 5057"/>
          <p:cNvSpPr/>
          <p:nvPr/>
        </p:nvSpPr>
        <p:spPr>
          <a:xfrm>
            <a:off x="8873742" y="9639299"/>
            <a:ext cx="508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1" name="Connector 5058"/>
          <p:cNvSpPr/>
          <p:nvPr/>
        </p:nvSpPr>
        <p:spPr>
          <a:xfrm flipH="1">
            <a:off x="8873743" y="9710928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2" name="Connector 5059"/>
          <p:cNvSpPr/>
          <p:nvPr/>
        </p:nvSpPr>
        <p:spPr>
          <a:xfrm flipH="1">
            <a:off x="8858504" y="9782556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3" name="Connector 5060"/>
          <p:cNvSpPr/>
          <p:nvPr/>
        </p:nvSpPr>
        <p:spPr>
          <a:xfrm flipH="1">
            <a:off x="8833104" y="9854183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4" name="Connector 5061"/>
          <p:cNvSpPr/>
          <p:nvPr/>
        </p:nvSpPr>
        <p:spPr>
          <a:xfrm flipH="1">
            <a:off x="8797543" y="9925811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5" name="Connector 5062"/>
          <p:cNvSpPr/>
          <p:nvPr/>
        </p:nvSpPr>
        <p:spPr>
          <a:xfrm flipH="1">
            <a:off x="8751823" y="9997440"/>
            <a:ext cx="4572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6" name="Connector 5063"/>
          <p:cNvSpPr/>
          <p:nvPr/>
        </p:nvSpPr>
        <p:spPr>
          <a:xfrm flipH="1">
            <a:off x="8695943" y="10069066"/>
            <a:ext cx="558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7" name="Connector 5064"/>
          <p:cNvSpPr/>
          <p:nvPr/>
        </p:nvSpPr>
        <p:spPr>
          <a:xfrm>
            <a:off x="8695943" y="9281159"/>
            <a:ext cx="69850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8" name="Connector 5065"/>
          <p:cNvSpPr/>
          <p:nvPr/>
        </p:nvSpPr>
        <p:spPr>
          <a:xfrm>
            <a:off x="8765792" y="9424414"/>
            <a:ext cx="57152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9" name="Connector 5066"/>
          <p:cNvSpPr/>
          <p:nvPr/>
        </p:nvSpPr>
        <p:spPr>
          <a:xfrm>
            <a:off x="8822943" y="9567671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0" name="Connector 5067"/>
          <p:cNvSpPr/>
          <p:nvPr/>
        </p:nvSpPr>
        <p:spPr>
          <a:xfrm>
            <a:off x="8867393" y="9710928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1" name="Connector 5068"/>
          <p:cNvSpPr/>
          <p:nvPr/>
        </p:nvSpPr>
        <p:spPr>
          <a:xfrm>
            <a:off x="8899143" y="9854183"/>
            <a:ext cx="190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2" name="Connector 5069"/>
          <p:cNvSpPr/>
          <p:nvPr/>
        </p:nvSpPr>
        <p:spPr>
          <a:xfrm>
            <a:off x="8918193" y="9997439"/>
            <a:ext cx="63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3" name="Connector 5070"/>
          <p:cNvSpPr/>
          <p:nvPr/>
        </p:nvSpPr>
        <p:spPr>
          <a:xfrm flipH="1">
            <a:off x="8918193" y="10140695"/>
            <a:ext cx="63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4" name="Connector 5071"/>
          <p:cNvSpPr/>
          <p:nvPr/>
        </p:nvSpPr>
        <p:spPr>
          <a:xfrm flipH="1">
            <a:off x="8899143" y="10283951"/>
            <a:ext cx="190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5" name="Connector 5072"/>
          <p:cNvSpPr/>
          <p:nvPr/>
        </p:nvSpPr>
        <p:spPr>
          <a:xfrm flipH="1">
            <a:off x="8867393" y="10427207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6" name="Connector 5073"/>
          <p:cNvSpPr/>
          <p:nvPr/>
        </p:nvSpPr>
        <p:spPr>
          <a:xfrm flipH="1">
            <a:off x="8822943" y="10570464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7" name="Connector 5074"/>
          <p:cNvSpPr/>
          <p:nvPr/>
        </p:nvSpPr>
        <p:spPr>
          <a:xfrm flipH="1">
            <a:off x="8765793" y="10713719"/>
            <a:ext cx="571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8" name="Connector 5075"/>
          <p:cNvSpPr/>
          <p:nvPr/>
        </p:nvSpPr>
        <p:spPr>
          <a:xfrm flipH="1">
            <a:off x="8695943" y="10856976"/>
            <a:ext cx="698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9" name="Connector 5076"/>
          <p:cNvSpPr/>
          <p:nvPr/>
        </p:nvSpPr>
        <p:spPr>
          <a:xfrm>
            <a:off x="8695943" y="10140695"/>
            <a:ext cx="5588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0" name="Connector 5077"/>
          <p:cNvSpPr/>
          <p:nvPr/>
        </p:nvSpPr>
        <p:spPr>
          <a:xfrm>
            <a:off x="8751823" y="10212323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1" name="Connector 5078"/>
          <p:cNvSpPr/>
          <p:nvPr/>
        </p:nvSpPr>
        <p:spPr>
          <a:xfrm>
            <a:off x="8797543" y="10283952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2" name="Connector 5079"/>
          <p:cNvSpPr/>
          <p:nvPr/>
        </p:nvSpPr>
        <p:spPr>
          <a:xfrm>
            <a:off x="8833104" y="10355580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3" name="Connector 5080"/>
          <p:cNvSpPr/>
          <p:nvPr/>
        </p:nvSpPr>
        <p:spPr>
          <a:xfrm>
            <a:off x="8858504" y="10427207"/>
            <a:ext cx="1524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4" name="Connector 5081"/>
          <p:cNvSpPr/>
          <p:nvPr/>
        </p:nvSpPr>
        <p:spPr>
          <a:xfrm>
            <a:off x="8873742" y="10498835"/>
            <a:ext cx="508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5" name="Connector 5082"/>
          <p:cNvSpPr/>
          <p:nvPr/>
        </p:nvSpPr>
        <p:spPr>
          <a:xfrm flipH="1">
            <a:off x="8873743" y="10570464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6" name="Connector 5083"/>
          <p:cNvSpPr/>
          <p:nvPr/>
        </p:nvSpPr>
        <p:spPr>
          <a:xfrm flipH="1">
            <a:off x="8858504" y="10642092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7" name="Connector 5084"/>
          <p:cNvSpPr/>
          <p:nvPr/>
        </p:nvSpPr>
        <p:spPr>
          <a:xfrm flipH="1">
            <a:off x="8833104" y="10713719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8" name="Connector 5085"/>
          <p:cNvSpPr/>
          <p:nvPr/>
        </p:nvSpPr>
        <p:spPr>
          <a:xfrm flipH="1">
            <a:off x="8797543" y="10785347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9" name="Connector 5086"/>
          <p:cNvSpPr/>
          <p:nvPr/>
        </p:nvSpPr>
        <p:spPr>
          <a:xfrm flipH="1">
            <a:off x="8751823" y="10856976"/>
            <a:ext cx="4572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0" name="Connector 5087"/>
          <p:cNvSpPr/>
          <p:nvPr/>
        </p:nvSpPr>
        <p:spPr>
          <a:xfrm flipH="1">
            <a:off x="8695943" y="10928602"/>
            <a:ext cx="558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1" name="Connector 5088"/>
          <p:cNvSpPr/>
          <p:nvPr/>
        </p:nvSpPr>
        <p:spPr>
          <a:xfrm>
            <a:off x="9756647" y="4983479"/>
            <a:ext cx="5588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2" name="Connector 5089"/>
          <p:cNvSpPr/>
          <p:nvPr/>
        </p:nvSpPr>
        <p:spPr>
          <a:xfrm>
            <a:off x="9812526" y="5055106"/>
            <a:ext cx="4572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3" name="Connector 5090"/>
          <p:cNvSpPr/>
          <p:nvPr/>
        </p:nvSpPr>
        <p:spPr>
          <a:xfrm>
            <a:off x="9858247" y="5126735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4" name="Connector 5091"/>
          <p:cNvSpPr/>
          <p:nvPr/>
        </p:nvSpPr>
        <p:spPr>
          <a:xfrm>
            <a:off x="9893807" y="5198364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5" name="Connector 5092"/>
          <p:cNvSpPr/>
          <p:nvPr/>
        </p:nvSpPr>
        <p:spPr>
          <a:xfrm>
            <a:off x="9919207" y="5269991"/>
            <a:ext cx="1524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6" name="Connector 5093"/>
          <p:cNvSpPr/>
          <p:nvPr/>
        </p:nvSpPr>
        <p:spPr>
          <a:xfrm>
            <a:off x="9934447" y="5341618"/>
            <a:ext cx="508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7" name="Connector 5094"/>
          <p:cNvSpPr/>
          <p:nvPr/>
        </p:nvSpPr>
        <p:spPr>
          <a:xfrm flipH="1">
            <a:off x="9934447" y="5413247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8" name="Connector 5095"/>
          <p:cNvSpPr/>
          <p:nvPr/>
        </p:nvSpPr>
        <p:spPr>
          <a:xfrm flipH="1">
            <a:off x="9919207" y="5484876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9" name="Connector 5096"/>
          <p:cNvSpPr/>
          <p:nvPr/>
        </p:nvSpPr>
        <p:spPr>
          <a:xfrm flipH="1">
            <a:off x="9893807" y="5556503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0" name="Connector 5097"/>
          <p:cNvSpPr/>
          <p:nvPr/>
        </p:nvSpPr>
        <p:spPr>
          <a:xfrm flipH="1">
            <a:off x="9858247" y="5628132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1" name="Connector 5098"/>
          <p:cNvSpPr/>
          <p:nvPr/>
        </p:nvSpPr>
        <p:spPr>
          <a:xfrm flipH="1">
            <a:off x="9812528" y="5699759"/>
            <a:ext cx="4572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2" name="Connector 5099"/>
          <p:cNvSpPr/>
          <p:nvPr/>
        </p:nvSpPr>
        <p:spPr>
          <a:xfrm flipH="1">
            <a:off x="9756647" y="5771388"/>
            <a:ext cx="558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3" name="Connector 5100"/>
          <p:cNvSpPr/>
          <p:nvPr/>
        </p:nvSpPr>
        <p:spPr>
          <a:xfrm>
            <a:off x="9756647" y="4983479"/>
            <a:ext cx="69850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4" name="Connector 5101"/>
          <p:cNvSpPr/>
          <p:nvPr/>
        </p:nvSpPr>
        <p:spPr>
          <a:xfrm>
            <a:off x="9826497" y="5126735"/>
            <a:ext cx="57152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5" name="Connector 5102"/>
          <p:cNvSpPr/>
          <p:nvPr/>
        </p:nvSpPr>
        <p:spPr>
          <a:xfrm>
            <a:off x="9883647" y="5269991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6" name="Connector 5103"/>
          <p:cNvSpPr/>
          <p:nvPr/>
        </p:nvSpPr>
        <p:spPr>
          <a:xfrm>
            <a:off x="9928097" y="5413247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7" name="Connector 5104"/>
          <p:cNvSpPr/>
          <p:nvPr/>
        </p:nvSpPr>
        <p:spPr>
          <a:xfrm>
            <a:off x="9959847" y="5556503"/>
            <a:ext cx="190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8" name="Connector 5105"/>
          <p:cNvSpPr/>
          <p:nvPr/>
        </p:nvSpPr>
        <p:spPr>
          <a:xfrm>
            <a:off x="9978897" y="5699759"/>
            <a:ext cx="63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99" name="Connector 5106"/>
          <p:cNvSpPr/>
          <p:nvPr/>
        </p:nvSpPr>
        <p:spPr>
          <a:xfrm flipH="1">
            <a:off x="9978897" y="5843015"/>
            <a:ext cx="63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0" name="Connector 5107"/>
          <p:cNvSpPr/>
          <p:nvPr/>
        </p:nvSpPr>
        <p:spPr>
          <a:xfrm flipH="1">
            <a:off x="9959847" y="5986271"/>
            <a:ext cx="190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1" name="Connector 5108"/>
          <p:cNvSpPr/>
          <p:nvPr/>
        </p:nvSpPr>
        <p:spPr>
          <a:xfrm flipH="1">
            <a:off x="9928097" y="6129527"/>
            <a:ext cx="317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2" name="Connector 5109"/>
          <p:cNvSpPr/>
          <p:nvPr/>
        </p:nvSpPr>
        <p:spPr>
          <a:xfrm flipH="1">
            <a:off x="9883647" y="6272784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3" name="Connector 5110"/>
          <p:cNvSpPr/>
          <p:nvPr/>
        </p:nvSpPr>
        <p:spPr>
          <a:xfrm flipH="1">
            <a:off x="9826497" y="6416040"/>
            <a:ext cx="571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4" name="Connector 5111"/>
          <p:cNvSpPr/>
          <p:nvPr/>
        </p:nvSpPr>
        <p:spPr>
          <a:xfrm flipH="1">
            <a:off x="9756647" y="6559295"/>
            <a:ext cx="698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5" name="Connector 5112"/>
          <p:cNvSpPr/>
          <p:nvPr/>
        </p:nvSpPr>
        <p:spPr>
          <a:xfrm>
            <a:off x="9756647" y="4983479"/>
            <a:ext cx="83820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6" name="Connector 5113"/>
          <p:cNvSpPr/>
          <p:nvPr/>
        </p:nvSpPr>
        <p:spPr>
          <a:xfrm>
            <a:off x="9840466" y="5198362"/>
            <a:ext cx="68582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7" name="Connector 5114"/>
          <p:cNvSpPr/>
          <p:nvPr/>
        </p:nvSpPr>
        <p:spPr>
          <a:xfrm>
            <a:off x="9909047" y="5413247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8" name="Connector 5115"/>
          <p:cNvSpPr/>
          <p:nvPr/>
        </p:nvSpPr>
        <p:spPr>
          <a:xfrm>
            <a:off x="9962388" y="5628132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9" name="Connector 5116"/>
          <p:cNvSpPr/>
          <p:nvPr/>
        </p:nvSpPr>
        <p:spPr>
          <a:xfrm>
            <a:off x="10000488" y="5843015"/>
            <a:ext cx="22861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0" name="Connector 5117"/>
          <p:cNvSpPr/>
          <p:nvPr/>
        </p:nvSpPr>
        <p:spPr>
          <a:xfrm>
            <a:off x="10023347" y="6057898"/>
            <a:ext cx="7621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1" name="Connector 5118"/>
          <p:cNvSpPr/>
          <p:nvPr/>
        </p:nvSpPr>
        <p:spPr>
          <a:xfrm flipH="1">
            <a:off x="10023347" y="6272784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2" name="Connector 5119"/>
          <p:cNvSpPr/>
          <p:nvPr/>
        </p:nvSpPr>
        <p:spPr>
          <a:xfrm flipH="1">
            <a:off x="10000488" y="6487667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3" name="Connector 5120"/>
          <p:cNvSpPr/>
          <p:nvPr/>
        </p:nvSpPr>
        <p:spPr>
          <a:xfrm flipH="1">
            <a:off x="9962388" y="6702552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4" name="Connector 5121"/>
          <p:cNvSpPr/>
          <p:nvPr/>
        </p:nvSpPr>
        <p:spPr>
          <a:xfrm flipH="1">
            <a:off x="9909048" y="6917435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5" name="Connector 5122"/>
          <p:cNvSpPr/>
          <p:nvPr/>
        </p:nvSpPr>
        <p:spPr>
          <a:xfrm flipH="1">
            <a:off x="9840468" y="7132319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6" name="Connector 5123"/>
          <p:cNvSpPr/>
          <p:nvPr/>
        </p:nvSpPr>
        <p:spPr>
          <a:xfrm flipH="1">
            <a:off x="9756647" y="7347204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7" name="Connector 5124"/>
          <p:cNvSpPr/>
          <p:nvPr/>
        </p:nvSpPr>
        <p:spPr>
          <a:xfrm>
            <a:off x="9756647" y="4983479"/>
            <a:ext cx="977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8" name="Connector 5125"/>
          <p:cNvSpPr/>
          <p:nvPr/>
        </p:nvSpPr>
        <p:spPr>
          <a:xfrm>
            <a:off x="9854438" y="5269991"/>
            <a:ext cx="8001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9" name="Connector 5126"/>
          <p:cNvSpPr/>
          <p:nvPr/>
        </p:nvSpPr>
        <p:spPr>
          <a:xfrm>
            <a:off x="9934447" y="5556503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0" name="Connector 5127"/>
          <p:cNvSpPr/>
          <p:nvPr/>
        </p:nvSpPr>
        <p:spPr>
          <a:xfrm>
            <a:off x="9996678" y="5843015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1" name="Connector 5128"/>
          <p:cNvSpPr/>
          <p:nvPr/>
        </p:nvSpPr>
        <p:spPr>
          <a:xfrm>
            <a:off x="10041128" y="6129528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2" name="Connector 5129"/>
          <p:cNvSpPr/>
          <p:nvPr/>
        </p:nvSpPr>
        <p:spPr>
          <a:xfrm>
            <a:off x="10067797" y="6416040"/>
            <a:ext cx="889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3" name="Connector 5130"/>
          <p:cNvSpPr/>
          <p:nvPr/>
        </p:nvSpPr>
        <p:spPr>
          <a:xfrm flipH="1">
            <a:off x="10067797" y="6702552"/>
            <a:ext cx="88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4" name="Connector 5131"/>
          <p:cNvSpPr/>
          <p:nvPr/>
        </p:nvSpPr>
        <p:spPr>
          <a:xfrm flipH="1">
            <a:off x="10041129" y="6989064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5" name="Connector 5132"/>
          <p:cNvSpPr/>
          <p:nvPr/>
        </p:nvSpPr>
        <p:spPr>
          <a:xfrm flipH="1">
            <a:off x="9996678" y="7275576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6" name="Connector 5133"/>
          <p:cNvSpPr/>
          <p:nvPr/>
        </p:nvSpPr>
        <p:spPr>
          <a:xfrm flipH="1">
            <a:off x="9934447" y="7562088"/>
            <a:ext cx="6223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7" name="Connector 5134"/>
          <p:cNvSpPr/>
          <p:nvPr/>
        </p:nvSpPr>
        <p:spPr>
          <a:xfrm flipH="1">
            <a:off x="9854438" y="7848600"/>
            <a:ext cx="8001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8" name="Connector 5135"/>
          <p:cNvSpPr/>
          <p:nvPr/>
        </p:nvSpPr>
        <p:spPr>
          <a:xfrm flipH="1">
            <a:off x="9756647" y="8135111"/>
            <a:ext cx="977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9" name="Connector 5136"/>
          <p:cNvSpPr/>
          <p:nvPr/>
        </p:nvSpPr>
        <p:spPr>
          <a:xfrm>
            <a:off x="9756647" y="4983479"/>
            <a:ext cx="11176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0" name="Connector 5137"/>
          <p:cNvSpPr/>
          <p:nvPr/>
        </p:nvSpPr>
        <p:spPr>
          <a:xfrm>
            <a:off x="9868407" y="5341618"/>
            <a:ext cx="9144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1" name="Connector 5138"/>
          <p:cNvSpPr/>
          <p:nvPr/>
        </p:nvSpPr>
        <p:spPr>
          <a:xfrm>
            <a:off x="9959847" y="5699759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2" name="Connector 5139"/>
          <p:cNvSpPr/>
          <p:nvPr/>
        </p:nvSpPr>
        <p:spPr>
          <a:xfrm>
            <a:off x="10030968" y="6057899"/>
            <a:ext cx="5080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3" name="Connector 5140"/>
          <p:cNvSpPr/>
          <p:nvPr/>
        </p:nvSpPr>
        <p:spPr>
          <a:xfrm>
            <a:off x="10081768" y="6416040"/>
            <a:ext cx="30479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4" name="Connector 5141"/>
          <p:cNvSpPr/>
          <p:nvPr/>
        </p:nvSpPr>
        <p:spPr>
          <a:xfrm>
            <a:off x="10112247" y="6774178"/>
            <a:ext cx="10162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5" name="Connector 5142"/>
          <p:cNvSpPr/>
          <p:nvPr/>
        </p:nvSpPr>
        <p:spPr>
          <a:xfrm flipH="1">
            <a:off x="10112247" y="7132319"/>
            <a:ext cx="101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6" name="Connector 5143"/>
          <p:cNvSpPr/>
          <p:nvPr/>
        </p:nvSpPr>
        <p:spPr>
          <a:xfrm flipH="1">
            <a:off x="10081768" y="7490459"/>
            <a:ext cx="3048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7" name="Connector 5144"/>
          <p:cNvSpPr/>
          <p:nvPr/>
        </p:nvSpPr>
        <p:spPr>
          <a:xfrm flipH="1">
            <a:off x="10030968" y="7848599"/>
            <a:ext cx="5080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8" name="Connector 5145"/>
          <p:cNvSpPr/>
          <p:nvPr/>
        </p:nvSpPr>
        <p:spPr>
          <a:xfrm flipH="1">
            <a:off x="9959847" y="8206740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39" name="Connector 5146"/>
          <p:cNvSpPr/>
          <p:nvPr/>
        </p:nvSpPr>
        <p:spPr>
          <a:xfrm flipH="1">
            <a:off x="9868407" y="8564880"/>
            <a:ext cx="9144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0" name="Connector 5147"/>
          <p:cNvSpPr/>
          <p:nvPr/>
        </p:nvSpPr>
        <p:spPr>
          <a:xfrm flipH="1">
            <a:off x="9756647" y="8923019"/>
            <a:ext cx="1117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1" name="Connector 5148"/>
          <p:cNvSpPr/>
          <p:nvPr/>
        </p:nvSpPr>
        <p:spPr>
          <a:xfrm>
            <a:off x="9756647" y="4983479"/>
            <a:ext cx="12573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2" name="Connector 5149"/>
          <p:cNvSpPr/>
          <p:nvPr/>
        </p:nvSpPr>
        <p:spPr>
          <a:xfrm>
            <a:off x="9882376" y="5413247"/>
            <a:ext cx="102872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3" name="Connector 5150"/>
          <p:cNvSpPr/>
          <p:nvPr/>
        </p:nvSpPr>
        <p:spPr>
          <a:xfrm>
            <a:off x="9985247" y="5843015"/>
            <a:ext cx="8001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4" name="Connector 5151"/>
          <p:cNvSpPr/>
          <p:nvPr/>
        </p:nvSpPr>
        <p:spPr>
          <a:xfrm>
            <a:off x="10065257" y="6272784"/>
            <a:ext cx="5715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5" name="Connector 5152"/>
          <p:cNvSpPr/>
          <p:nvPr/>
        </p:nvSpPr>
        <p:spPr>
          <a:xfrm>
            <a:off x="10122407" y="6702552"/>
            <a:ext cx="3429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6" name="Connector 5153"/>
          <p:cNvSpPr/>
          <p:nvPr/>
        </p:nvSpPr>
        <p:spPr>
          <a:xfrm>
            <a:off x="10156697" y="7132319"/>
            <a:ext cx="11432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7" name="Connector 5154"/>
          <p:cNvSpPr/>
          <p:nvPr/>
        </p:nvSpPr>
        <p:spPr>
          <a:xfrm flipH="1">
            <a:off x="10156697" y="7562088"/>
            <a:ext cx="1143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8" name="Connector 5155"/>
          <p:cNvSpPr/>
          <p:nvPr/>
        </p:nvSpPr>
        <p:spPr>
          <a:xfrm flipH="1">
            <a:off x="10122407" y="7991856"/>
            <a:ext cx="3429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49" name="Connector 5156"/>
          <p:cNvSpPr/>
          <p:nvPr/>
        </p:nvSpPr>
        <p:spPr>
          <a:xfrm flipH="1">
            <a:off x="10065257" y="8421623"/>
            <a:ext cx="5715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0" name="Connector 5157"/>
          <p:cNvSpPr/>
          <p:nvPr/>
        </p:nvSpPr>
        <p:spPr>
          <a:xfrm flipH="1">
            <a:off x="9985247" y="8851392"/>
            <a:ext cx="8001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1" name="Connector 5158"/>
          <p:cNvSpPr/>
          <p:nvPr/>
        </p:nvSpPr>
        <p:spPr>
          <a:xfrm flipH="1">
            <a:off x="9882378" y="9281159"/>
            <a:ext cx="10287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2" name="Connector 5159"/>
          <p:cNvSpPr/>
          <p:nvPr/>
        </p:nvSpPr>
        <p:spPr>
          <a:xfrm flipH="1">
            <a:off x="9756648" y="9710928"/>
            <a:ext cx="12573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3" name="Connector 5160"/>
          <p:cNvSpPr/>
          <p:nvPr/>
        </p:nvSpPr>
        <p:spPr>
          <a:xfrm>
            <a:off x="9756647" y="4983479"/>
            <a:ext cx="139700" cy="50139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4" name="Connector 5161"/>
          <p:cNvSpPr/>
          <p:nvPr/>
        </p:nvSpPr>
        <p:spPr>
          <a:xfrm>
            <a:off x="9896347" y="5484874"/>
            <a:ext cx="114302" cy="50139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5" name="Connector 5162"/>
          <p:cNvSpPr/>
          <p:nvPr/>
        </p:nvSpPr>
        <p:spPr>
          <a:xfrm>
            <a:off x="10010647" y="5986271"/>
            <a:ext cx="889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6" name="Connector 5163"/>
          <p:cNvSpPr/>
          <p:nvPr/>
        </p:nvSpPr>
        <p:spPr>
          <a:xfrm>
            <a:off x="10099547" y="6487667"/>
            <a:ext cx="635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7" name="Connector 5164"/>
          <p:cNvSpPr/>
          <p:nvPr/>
        </p:nvSpPr>
        <p:spPr>
          <a:xfrm>
            <a:off x="10163047" y="6989064"/>
            <a:ext cx="38101" cy="50139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8" name="Connector 5165"/>
          <p:cNvSpPr/>
          <p:nvPr/>
        </p:nvSpPr>
        <p:spPr>
          <a:xfrm>
            <a:off x="10201147" y="7490459"/>
            <a:ext cx="12701" cy="50139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59" name="Connector 5166"/>
          <p:cNvSpPr/>
          <p:nvPr/>
        </p:nvSpPr>
        <p:spPr>
          <a:xfrm flipH="1">
            <a:off x="10201147" y="7991856"/>
            <a:ext cx="127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0" name="Connector 5167"/>
          <p:cNvSpPr/>
          <p:nvPr/>
        </p:nvSpPr>
        <p:spPr>
          <a:xfrm flipH="1">
            <a:off x="10163047" y="8493252"/>
            <a:ext cx="38102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1" name="Connector 5168"/>
          <p:cNvSpPr/>
          <p:nvPr/>
        </p:nvSpPr>
        <p:spPr>
          <a:xfrm flipH="1">
            <a:off x="10099547" y="8994647"/>
            <a:ext cx="63500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2" name="Connector 5169"/>
          <p:cNvSpPr/>
          <p:nvPr/>
        </p:nvSpPr>
        <p:spPr>
          <a:xfrm flipH="1">
            <a:off x="10010647" y="9496043"/>
            <a:ext cx="889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3" name="Connector 5170"/>
          <p:cNvSpPr/>
          <p:nvPr/>
        </p:nvSpPr>
        <p:spPr>
          <a:xfrm flipH="1">
            <a:off x="9896347" y="9997440"/>
            <a:ext cx="114301" cy="50139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4" name="Connector 5171"/>
          <p:cNvSpPr/>
          <p:nvPr/>
        </p:nvSpPr>
        <p:spPr>
          <a:xfrm flipH="1">
            <a:off x="9756647" y="10498835"/>
            <a:ext cx="139701" cy="50139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5" name="Connector 5172"/>
          <p:cNvSpPr/>
          <p:nvPr/>
        </p:nvSpPr>
        <p:spPr>
          <a:xfrm>
            <a:off x="9756647" y="5843015"/>
            <a:ext cx="5588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6" name="Connector 5173"/>
          <p:cNvSpPr/>
          <p:nvPr/>
        </p:nvSpPr>
        <p:spPr>
          <a:xfrm>
            <a:off x="9812526" y="5914644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7" name="Connector 5174"/>
          <p:cNvSpPr/>
          <p:nvPr/>
        </p:nvSpPr>
        <p:spPr>
          <a:xfrm>
            <a:off x="9858247" y="5986271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8" name="Connector 5175"/>
          <p:cNvSpPr/>
          <p:nvPr/>
        </p:nvSpPr>
        <p:spPr>
          <a:xfrm>
            <a:off x="9893807" y="6057900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9" name="Connector 5176"/>
          <p:cNvSpPr/>
          <p:nvPr/>
        </p:nvSpPr>
        <p:spPr>
          <a:xfrm>
            <a:off x="9919207" y="6129528"/>
            <a:ext cx="1524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0" name="Connector 5177"/>
          <p:cNvSpPr/>
          <p:nvPr/>
        </p:nvSpPr>
        <p:spPr>
          <a:xfrm>
            <a:off x="9934447" y="6201155"/>
            <a:ext cx="508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1" name="Connector 5178"/>
          <p:cNvSpPr/>
          <p:nvPr/>
        </p:nvSpPr>
        <p:spPr>
          <a:xfrm flipH="1">
            <a:off x="9934447" y="6272784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2" name="Connector 5179"/>
          <p:cNvSpPr/>
          <p:nvPr/>
        </p:nvSpPr>
        <p:spPr>
          <a:xfrm flipH="1">
            <a:off x="9919207" y="6344411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3" name="Connector 5180"/>
          <p:cNvSpPr/>
          <p:nvPr/>
        </p:nvSpPr>
        <p:spPr>
          <a:xfrm flipH="1">
            <a:off x="9893807" y="6416040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4" name="Connector 5181"/>
          <p:cNvSpPr/>
          <p:nvPr/>
        </p:nvSpPr>
        <p:spPr>
          <a:xfrm flipH="1">
            <a:off x="9858247" y="6487667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5" name="Connector 5182"/>
          <p:cNvSpPr/>
          <p:nvPr/>
        </p:nvSpPr>
        <p:spPr>
          <a:xfrm flipH="1">
            <a:off x="9812528" y="6559295"/>
            <a:ext cx="4572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6" name="Connector 5183"/>
          <p:cNvSpPr/>
          <p:nvPr/>
        </p:nvSpPr>
        <p:spPr>
          <a:xfrm flipH="1">
            <a:off x="9756647" y="6630923"/>
            <a:ext cx="558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7" name="Connector 5184"/>
          <p:cNvSpPr/>
          <p:nvPr/>
        </p:nvSpPr>
        <p:spPr>
          <a:xfrm>
            <a:off x="9756647" y="5843015"/>
            <a:ext cx="698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8" name="Connector 5185"/>
          <p:cNvSpPr/>
          <p:nvPr/>
        </p:nvSpPr>
        <p:spPr>
          <a:xfrm>
            <a:off x="9826497" y="5986271"/>
            <a:ext cx="571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9" name="Connector 5186"/>
          <p:cNvSpPr/>
          <p:nvPr/>
        </p:nvSpPr>
        <p:spPr>
          <a:xfrm>
            <a:off x="9883647" y="6129528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0" name="Connector 5187"/>
          <p:cNvSpPr/>
          <p:nvPr/>
        </p:nvSpPr>
        <p:spPr>
          <a:xfrm>
            <a:off x="9928097" y="6272784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1" name="Connector 5188"/>
          <p:cNvSpPr/>
          <p:nvPr/>
        </p:nvSpPr>
        <p:spPr>
          <a:xfrm>
            <a:off x="9959847" y="6416040"/>
            <a:ext cx="19050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2" name="Connector 5189"/>
          <p:cNvSpPr/>
          <p:nvPr/>
        </p:nvSpPr>
        <p:spPr>
          <a:xfrm>
            <a:off x="9978897" y="6559295"/>
            <a:ext cx="6352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3" name="Connector 5190"/>
          <p:cNvSpPr/>
          <p:nvPr/>
        </p:nvSpPr>
        <p:spPr>
          <a:xfrm flipH="1">
            <a:off x="9978897" y="6702552"/>
            <a:ext cx="63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4" name="Connector 5191"/>
          <p:cNvSpPr/>
          <p:nvPr/>
        </p:nvSpPr>
        <p:spPr>
          <a:xfrm flipH="1">
            <a:off x="9959847" y="6845807"/>
            <a:ext cx="190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5" name="Connector 5192"/>
          <p:cNvSpPr/>
          <p:nvPr/>
        </p:nvSpPr>
        <p:spPr>
          <a:xfrm flipH="1">
            <a:off x="9928097" y="6989064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6" name="Connector 5193"/>
          <p:cNvSpPr/>
          <p:nvPr/>
        </p:nvSpPr>
        <p:spPr>
          <a:xfrm flipH="1">
            <a:off x="9883647" y="7132319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7" name="Connector 5194"/>
          <p:cNvSpPr/>
          <p:nvPr/>
        </p:nvSpPr>
        <p:spPr>
          <a:xfrm flipH="1">
            <a:off x="9826497" y="7275576"/>
            <a:ext cx="571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8" name="Connector 5195"/>
          <p:cNvSpPr/>
          <p:nvPr/>
        </p:nvSpPr>
        <p:spPr>
          <a:xfrm flipH="1">
            <a:off x="9756647" y="7418831"/>
            <a:ext cx="698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89" name="Connector 5196"/>
          <p:cNvSpPr/>
          <p:nvPr/>
        </p:nvSpPr>
        <p:spPr>
          <a:xfrm>
            <a:off x="9756647" y="5843015"/>
            <a:ext cx="83820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0" name="Connector 5197"/>
          <p:cNvSpPr/>
          <p:nvPr/>
        </p:nvSpPr>
        <p:spPr>
          <a:xfrm>
            <a:off x="9840466" y="6057898"/>
            <a:ext cx="68582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1" name="Connector 5198"/>
          <p:cNvSpPr/>
          <p:nvPr/>
        </p:nvSpPr>
        <p:spPr>
          <a:xfrm>
            <a:off x="9909047" y="6272784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2" name="Connector 5199"/>
          <p:cNvSpPr/>
          <p:nvPr/>
        </p:nvSpPr>
        <p:spPr>
          <a:xfrm>
            <a:off x="9962388" y="6487667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3" name="Connector 5200"/>
          <p:cNvSpPr/>
          <p:nvPr/>
        </p:nvSpPr>
        <p:spPr>
          <a:xfrm>
            <a:off x="10000488" y="6702552"/>
            <a:ext cx="22861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4" name="Connector 5201"/>
          <p:cNvSpPr/>
          <p:nvPr/>
        </p:nvSpPr>
        <p:spPr>
          <a:xfrm>
            <a:off x="10023347" y="6917435"/>
            <a:ext cx="7621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5" name="Connector 5202"/>
          <p:cNvSpPr/>
          <p:nvPr/>
        </p:nvSpPr>
        <p:spPr>
          <a:xfrm flipH="1">
            <a:off x="10023347" y="7132319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6" name="Connector 5203"/>
          <p:cNvSpPr/>
          <p:nvPr/>
        </p:nvSpPr>
        <p:spPr>
          <a:xfrm flipH="1">
            <a:off x="10000488" y="7347204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7" name="Connector 5204"/>
          <p:cNvSpPr/>
          <p:nvPr/>
        </p:nvSpPr>
        <p:spPr>
          <a:xfrm flipH="1">
            <a:off x="9962388" y="7562088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8" name="Connector 5205"/>
          <p:cNvSpPr/>
          <p:nvPr/>
        </p:nvSpPr>
        <p:spPr>
          <a:xfrm flipH="1">
            <a:off x="9909048" y="7776971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99" name="Connector 5206"/>
          <p:cNvSpPr/>
          <p:nvPr/>
        </p:nvSpPr>
        <p:spPr>
          <a:xfrm flipH="1">
            <a:off x="9840468" y="7991856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0" name="Connector 5207"/>
          <p:cNvSpPr/>
          <p:nvPr/>
        </p:nvSpPr>
        <p:spPr>
          <a:xfrm flipH="1">
            <a:off x="9756647" y="8206740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1" name="Connector 5208"/>
          <p:cNvSpPr/>
          <p:nvPr/>
        </p:nvSpPr>
        <p:spPr>
          <a:xfrm>
            <a:off x="9756647" y="5843015"/>
            <a:ext cx="9779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2" name="Connector 5209"/>
          <p:cNvSpPr/>
          <p:nvPr/>
        </p:nvSpPr>
        <p:spPr>
          <a:xfrm>
            <a:off x="9854438" y="6129527"/>
            <a:ext cx="8001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3" name="Connector 5210"/>
          <p:cNvSpPr/>
          <p:nvPr/>
        </p:nvSpPr>
        <p:spPr>
          <a:xfrm>
            <a:off x="9934447" y="6416040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4" name="Connector 5211"/>
          <p:cNvSpPr/>
          <p:nvPr/>
        </p:nvSpPr>
        <p:spPr>
          <a:xfrm>
            <a:off x="9996678" y="6702552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5" name="Connector 5212"/>
          <p:cNvSpPr/>
          <p:nvPr/>
        </p:nvSpPr>
        <p:spPr>
          <a:xfrm>
            <a:off x="10041128" y="6989064"/>
            <a:ext cx="26670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6" name="Connector 5213"/>
          <p:cNvSpPr/>
          <p:nvPr/>
        </p:nvSpPr>
        <p:spPr>
          <a:xfrm>
            <a:off x="10067797" y="7275575"/>
            <a:ext cx="8892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7" name="Connector 5214"/>
          <p:cNvSpPr/>
          <p:nvPr/>
        </p:nvSpPr>
        <p:spPr>
          <a:xfrm flipH="1">
            <a:off x="10067797" y="7562088"/>
            <a:ext cx="889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8" name="Connector 5215"/>
          <p:cNvSpPr/>
          <p:nvPr/>
        </p:nvSpPr>
        <p:spPr>
          <a:xfrm flipH="1">
            <a:off x="10041129" y="7848599"/>
            <a:ext cx="26670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09" name="Connector 5216"/>
          <p:cNvSpPr/>
          <p:nvPr/>
        </p:nvSpPr>
        <p:spPr>
          <a:xfrm flipH="1">
            <a:off x="9996678" y="8135111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0" name="Connector 5217"/>
          <p:cNvSpPr/>
          <p:nvPr/>
        </p:nvSpPr>
        <p:spPr>
          <a:xfrm flipH="1">
            <a:off x="9934447" y="8421623"/>
            <a:ext cx="6223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1" name="Connector 5218"/>
          <p:cNvSpPr/>
          <p:nvPr/>
        </p:nvSpPr>
        <p:spPr>
          <a:xfrm flipH="1">
            <a:off x="9854438" y="8708135"/>
            <a:ext cx="8001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2" name="Connector 5219"/>
          <p:cNvSpPr/>
          <p:nvPr/>
        </p:nvSpPr>
        <p:spPr>
          <a:xfrm flipH="1">
            <a:off x="9756647" y="8994647"/>
            <a:ext cx="977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3" name="Connector 5220"/>
          <p:cNvSpPr/>
          <p:nvPr/>
        </p:nvSpPr>
        <p:spPr>
          <a:xfrm>
            <a:off x="9756647" y="5843015"/>
            <a:ext cx="11176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4" name="Connector 5221"/>
          <p:cNvSpPr/>
          <p:nvPr/>
        </p:nvSpPr>
        <p:spPr>
          <a:xfrm>
            <a:off x="9868407" y="6201154"/>
            <a:ext cx="9144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5" name="Connector 5222"/>
          <p:cNvSpPr/>
          <p:nvPr/>
        </p:nvSpPr>
        <p:spPr>
          <a:xfrm>
            <a:off x="9959847" y="6559295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6" name="Connector 5223"/>
          <p:cNvSpPr/>
          <p:nvPr/>
        </p:nvSpPr>
        <p:spPr>
          <a:xfrm>
            <a:off x="10030968" y="6917435"/>
            <a:ext cx="5080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7" name="Connector 5224"/>
          <p:cNvSpPr/>
          <p:nvPr/>
        </p:nvSpPr>
        <p:spPr>
          <a:xfrm>
            <a:off x="10081768" y="7275576"/>
            <a:ext cx="30479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8" name="Connector 5225"/>
          <p:cNvSpPr/>
          <p:nvPr/>
        </p:nvSpPr>
        <p:spPr>
          <a:xfrm>
            <a:off x="10112247" y="7633714"/>
            <a:ext cx="10162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19" name="Connector 5226"/>
          <p:cNvSpPr/>
          <p:nvPr/>
        </p:nvSpPr>
        <p:spPr>
          <a:xfrm flipH="1">
            <a:off x="10112247" y="7991856"/>
            <a:ext cx="101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0" name="Connector 5227"/>
          <p:cNvSpPr/>
          <p:nvPr/>
        </p:nvSpPr>
        <p:spPr>
          <a:xfrm flipH="1">
            <a:off x="10081768" y="8349995"/>
            <a:ext cx="3048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1" name="Connector 5228"/>
          <p:cNvSpPr/>
          <p:nvPr/>
        </p:nvSpPr>
        <p:spPr>
          <a:xfrm flipH="1">
            <a:off x="10030968" y="8708135"/>
            <a:ext cx="5080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2" name="Connector 5229"/>
          <p:cNvSpPr/>
          <p:nvPr/>
        </p:nvSpPr>
        <p:spPr>
          <a:xfrm flipH="1">
            <a:off x="9959847" y="9066276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3" name="Connector 5230"/>
          <p:cNvSpPr/>
          <p:nvPr/>
        </p:nvSpPr>
        <p:spPr>
          <a:xfrm flipH="1">
            <a:off x="9868407" y="9424416"/>
            <a:ext cx="9144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4" name="Connector 5231"/>
          <p:cNvSpPr/>
          <p:nvPr/>
        </p:nvSpPr>
        <p:spPr>
          <a:xfrm flipH="1">
            <a:off x="9756647" y="9782556"/>
            <a:ext cx="1117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5" name="Connector 5232"/>
          <p:cNvSpPr/>
          <p:nvPr/>
        </p:nvSpPr>
        <p:spPr>
          <a:xfrm>
            <a:off x="9756647" y="5843015"/>
            <a:ext cx="125730" cy="42976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6" name="Connector 5233"/>
          <p:cNvSpPr/>
          <p:nvPr/>
        </p:nvSpPr>
        <p:spPr>
          <a:xfrm>
            <a:off x="9882376" y="6272782"/>
            <a:ext cx="102872" cy="42977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7" name="Connector 5234"/>
          <p:cNvSpPr/>
          <p:nvPr/>
        </p:nvSpPr>
        <p:spPr>
          <a:xfrm>
            <a:off x="9985247" y="6702552"/>
            <a:ext cx="8001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8" name="Connector 5235"/>
          <p:cNvSpPr/>
          <p:nvPr/>
        </p:nvSpPr>
        <p:spPr>
          <a:xfrm>
            <a:off x="10065257" y="7132319"/>
            <a:ext cx="5715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9" name="Connector 5236"/>
          <p:cNvSpPr/>
          <p:nvPr/>
        </p:nvSpPr>
        <p:spPr>
          <a:xfrm>
            <a:off x="10122407" y="7562088"/>
            <a:ext cx="3429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0" name="Connector 5237"/>
          <p:cNvSpPr/>
          <p:nvPr/>
        </p:nvSpPr>
        <p:spPr>
          <a:xfrm>
            <a:off x="10156697" y="7991856"/>
            <a:ext cx="11432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1" name="Connector 5238"/>
          <p:cNvSpPr/>
          <p:nvPr/>
        </p:nvSpPr>
        <p:spPr>
          <a:xfrm flipH="1">
            <a:off x="10156697" y="8421623"/>
            <a:ext cx="1143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2" name="Connector 5239"/>
          <p:cNvSpPr/>
          <p:nvPr/>
        </p:nvSpPr>
        <p:spPr>
          <a:xfrm flipH="1">
            <a:off x="10122407" y="8851392"/>
            <a:ext cx="3429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3" name="Connector 5240"/>
          <p:cNvSpPr/>
          <p:nvPr/>
        </p:nvSpPr>
        <p:spPr>
          <a:xfrm flipH="1">
            <a:off x="10065257" y="9281159"/>
            <a:ext cx="5715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4" name="Connector 5241"/>
          <p:cNvSpPr/>
          <p:nvPr/>
        </p:nvSpPr>
        <p:spPr>
          <a:xfrm flipH="1">
            <a:off x="9985247" y="9710928"/>
            <a:ext cx="8001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5" name="Connector 5242"/>
          <p:cNvSpPr/>
          <p:nvPr/>
        </p:nvSpPr>
        <p:spPr>
          <a:xfrm flipH="1">
            <a:off x="9882378" y="10140695"/>
            <a:ext cx="10287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6" name="Connector 5243"/>
          <p:cNvSpPr/>
          <p:nvPr/>
        </p:nvSpPr>
        <p:spPr>
          <a:xfrm flipH="1">
            <a:off x="9756648" y="10570464"/>
            <a:ext cx="12573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7" name="Connector 5244"/>
          <p:cNvSpPr/>
          <p:nvPr/>
        </p:nvSpPr>
        <p:spPr>
          <a:xfrm>
            <a:off x="9756647" y="6702552"/>
            <a:ext cx="5588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8" name="Connector 5245"/>
          <p:cNvSpPr/>
          <p:nvPr/>
        </p:nvSpPr>
        <p:spPr>
          <a:xfrm>
            <a:off x="9812526" y="6774178"/>
            <a:ext cx="4572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9" name="Connector 5246"/>
          <p:cNvSpPr/>
          <p:nvPr/>
        </p:nvSpPr>
        <p:spPr>
          <a:xfrm>
            <a:off x="9858247" y="6845807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0" name="Connector 5247"/>
          <p:cNvSpPr/>
          <p:nvPr/>
        </p:nvSpPr>
        <p:spPr>
          <a:xfrm>
            <a:off x="9893807" y="6917435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1" name="Connector 5248"/>
          <p:cNvSpPr/>
          <p:nvPr/>
        </p:nvSpPr>
        <p:spPr>
          <a:xfrm>
            <a:off x="9919207" y="6989064"/>
            <a:ext cx="1524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2" name="Connector 5249"/>
          <p:cNvSpPr/>
          <p:nvPr/>
        </p:nvSpPr>
        <p:spPr>
          <a:xfrm>
            <a:off x="9934447" y="7060690"/>
            <a:ext cx="508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3" name="Connector 5250"/>
          <p:cNvSpPr/>
          <p:nvPr/>
        </p:nvSpPr>
        <p:spPr>
          <a:xfrm flipH="1">
            <a:off x="9934447" y="7132319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4" name="Connector 5251"/>
          <p:cNvSpPr/>
          <p:nvPr/>
        </p:nvSpPr>
        <p:spPr>
          <a:xfrm flipH="1">
            <a:off x="9919207" y="7203947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5" name="Connector 5252"/>
          <p:cNvSpPr/>
          <p:nvPr/>
        </p:nvSpPr>
        <p:spPr>
          <a:xfrm flipH="1">
            <a:off x="9893807" y="7275576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6" name="Connector 5253"/>
          <p:cNvSpPr/>
          <p:nvPr/>
        </p:nvSpPr>
        <p:spPr>
          <a:xfrm flipH="1">
            <a:off x="9858247" y="7347204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7" name="Connector 5254"/>
          <p:cNvSpPr/>
          <p:nvPr/>
        </p:nvSpPr>
        <p:spPr>
          <a:xfrm flipH="1">
            <a:off x="9812528" y="7418831"/>
            <a:ext cx="4572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8" name="Connector 5255"/>
          <p:cNvSpPr/>
          <p:nvPr/>
        </p:nvSpPr>
        <p:spPr>
          <a:xfrm flipH="1">
            <a:off x="9756647" y="7490459"/>
            <a:ext cx="558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49" name="Connector 5256"/>
          <p:cNvSpPr/>
          <p:nvPr/>
        </p:nvSpPr>
        <p:spPr>
          <a:xfrm>
            <a:off x="9756647" y="6702552"/>
            <a:ext cx="69850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0" name="Connector 5257"/>
          <p:cNvSpPr/>
          <p:nvPr/>
        </p:nvSpPr>
        <p:spPr>
          <a:xfrm>
            <a:off x="9826497" y="6845807"/>
            <a:ext cx="57152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1" name="Connector 5258"/>
          <p:cNvSpPr/>
          <p:nvPr/>
        </p:nvSpPr>
        <p:spPr>
          <a:xfrm>
            <a:off x="9883647" y="6989064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2" name="Connector 5259"/>
          <p:cNvSpPr/>
          <p:nvPr/>
        </p:nvSpPr>
        <p:spPr>
          <a:xfrm>
            <a:off x="9928097" y="7132319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3" name="Connector 5260"/>
          <p:cNvSpPr/>
          <p:nvPr/>
        </p:nvSpPr>
        <p:spPr>
          <a:xfrm>
            <a:off x="9959847" y="7275576"/>
            <a:ext cx="19050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4" name="Connector 5261"/>
          <p:cNvSpPr/>
          <p:nvPr/>
        </p:nvSpPr>
        <p:spPr>
          <a:xfrm>
            <a:off x="9978897" y="7418831"/>
            <a:ext cx="6352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5" name="Connector 5262"/>
          <p:cNvSpPr/>
          <p:nvPr/>
        </p:nvSpPr>
        <p:spPr>
          <a:xfrm flipH="1">
            <a:off x="9978897" y="7562088"/>
            <a:ext cx="63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6" name="Connector 5263"/>
          <p:cNvSpPr/>
          <p:nvPr/>
        </p:nvSpPr>
        <p:spPr>
          <a:xfrm flipH="1">
            <a:off x="9959847" y="7705342"/>
            <a:ext cx="190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7" name="Connector 5264"/>
          <p:cNvSpPr/>
          <p:nvPr/>
        </p:nvSpPr>
        <p:spPr>
          <a:xfrm flipH="1">
            <a:off x="9928097" y="7848600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8" name="Connector 5265"/>
          <p:cNvSpPr/>
          <p:nvPr/>
        </p:nvSpPr>
        <p:spPr>
          <a:xfrm flipH="1">
            <a:off x="9883647" y="7991856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9" name="Connector 5266"/>
          <p:cNvSpPr/>
          <p:nvPr/>
        </p:nvSpPr>
        <p:spPr>
          <a:xfrm flipH="1">
            <a:off x="9826497" y="8135111"/>
            <a:ext cx="571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0" name="Connector 5267"/>
          <p:cNvSpPr/>
          <p:nvPr/>
        </p:nvSpPr>
        <p:spPr>
          <a:xfrm flipH="1">
            <a:off x="9756647" y="8278366"/>
            <a:ext cx="698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1" name="Connector 5268"/>
          <p:cNvSpPr/>
          <p:nvPr/>
        </p:nvSpPr>
        <p:spPr>
          <a:xfrm>
            <a:off x="9756647" y="6702552"/>
            <a:ext cx="8382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2" name="Connector 5269"/>
          <p:cNvSpPr/>
          <p:nvPr/>
        </p:nvSpPr>
        <p:spPr>
          <a:xfrm>
            <a:off x="9840466" y="6917435"/>
            <a:ext cx="68582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3" name="Connector 5270"/>
          <p:cNvSpPr/>
          <p:nvPr/>
        </p:nvSpPr>
        <p:spPr>
          <a:xfrm>
            <a:off x="9909047" y="7132319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4" name="Connector 5271"/>
          <p:cNvSpPr/>
          <p:nvPr/>
        </p:nvSpPr>
        <p:spPr>
          <a:xfrm>
            <a:off x="9962388" y="7347204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5" name="Connector 5272"/>
          <p:cNvSpPr/>
          <p:nvPr/>
        </p:nvSpPr>
        <p:spPr>
          <a:xfrm>
            <a:off x="10000488" y="7562088"/>
            <a:ext cx="22861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6" name="Connector 5273"/>
          <p:cNvSpPr/>
          <p:nvPr/>
        </p:nvSpPr>
        <p:spPr>
          <a:xfrm>
            <a:off x="10023347" y="7776971"/>
            <a:ext cx="7621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7" name="Connector 5274"/>
          <p:cNvSpPr/>
          <p:nvPr/>
        </p:nvSpPr>
        <p:spPr>
          <a:xfrm flipH="1">
            <a:off x="10023347" y="7991856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8" name="Connector 5275"/>
          <p:cNvSpPr/>
          <p:nvPr/>
        </p:nvSpPr>
        <p:spPr>
          <a:xfrm flipH="1">
            <a:off x="10000488" y="8206740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9" name="Connector 5276"/>
          <p:cNvSpPr/>
          <p:nvPr/>
        </p:nvSpPr>
        <p:spPr>
          <a:xfrm flipH="1">
            <a:off x="9962388" y="8421623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0" name="Connector 5277"/>
          <p:cNvSpPr/>
          <p:nvPr/>
        </p:nvSpPr>
        <p:spPr>
          <a:xfrm flipH="1">
            <a:off x="9909048" y="8636507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1" name="Connector 5278"/>
          <p:cNvSpPr/>
          <p:nvPr/>
        </p:nvSpPr>
        <p:spPr>
          <a:xfrm flipH="1">
            <a:off x="9840468" y="8851392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2" name="Connector 5279"/>
          <p:cNvSpPr/>
          <p:nvPr/>
        </p:nvSpPr>
        <p:spPr>
          <a:xfrm flipH="1">
            <a:off x="9756647" y="9066276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3" name="Connector 5280"/>
          <p:cNvSpPr/>
          <p:nvPr/>
        </p:nvSpPr>
        <p:spPr>
          <a:xfrm>
            <a:off x="9756647" y="6702552"/>
            <a:ext cx="9779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4" name="Connector 5281"/>
          <p:cNvSpPr/>
          <p:nvPr/>
        </p:nvSpPr>
        <p:spPr>
          <a:xfrm>
            <a:off x="9854438" y="6989063"/>
            <a:ext cx="8001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5" name="Connector 5282"/>
          <p:cNvSpPr/>
          <p:nvPr/>
        </p:nvSpPr>
        <p:spPr>
          <a:xfrm>
            <a:off x="9934447" y="7275576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6" name="Connector 5283"/>
          <p:cNvSpPr/>
          <p:nvPr/>
        </p:nvSpPr>
        <p:spPr>
          <a:xfrm>
            <a:off x="9996678" y="7562088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7" name="Connector 5284"/>
          <p:cNvSpPr/>
          <p:nvPr/>
        </p:nvSpPr>
        <p:spPr>
          <a:xfrm>
            <a:off x="10041128" y="7848600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8" name="Connector 5285"/>
          <p:cNvSpPr/>
          <p:nvPr/>
        </p:nvSpPr>
        <p:spPr>
          <a:xfrm>
            <a:off x="10067797" y="8135111"/>
            <a:ext cx="889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79" name="Connector 5286"/>
          <p:cNvSpPr/>
          <p:nvPr/>
        </p:nvSpPr>
        <p:spPr>
          <a:xfrm flipH="1">
            <a:off x="10067797" y="8421623"/>
            <a:ext cx="88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0" name="Connector 5287"/>
          <p:cNvSpPr/>
          <p:nvPr/>
        </p:nvSpPr>
        <p:spPr>
          <a:xfrm flipH="1">
            <a:off x="10041129" y="8708135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1" name="Connector 5288"/>
          <p:cNvSpPr/>
          <p:nvPr/>
        </p:nvSpPr>
        <p:spPr>
          <a:xfrm flipH="1">
            <a:off x="9996678" y="8994647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2" name="Connector 5289"/>
          <p:cNvSpPr/>
          <p:nvPr/>
        </p:nvSpPr>
        <p:spPr>
          <a:xfrm flipH="1">
            <a:off x="9934447" y="9281159"/>
            <a:ext cx="6223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3" name="Connector 5290"/>
          <p:cNvSpPr/>
          <p:nvPr/>
        </p:nvSpPr>
        <p:spPr>
          <a:xfrm flipH="1">
            <a:off x="9854438" y="9567671"/>
            <a:ext cx="80010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4" name="Connector 5291"/>
          <p:cNvSpPr/>
          <p:nvPr/>
        </p:nvSpPr>
        <p:spPr>
          <a:xfrm flipH="1">
            <a:off x="9756647" y="9854183"/>
            <a:ext cx="9779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5" name="Connector 5292"/>
          <p:cNvSpPr/>
          <p:nvPr/>
        </p:nvSpPr>
        <p:spPr>
          <a:xfrm>
            <a:off x="9756647" y="6702552"/>
            <a:ext cx="1117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6" name="Connector 5293"/>
          <p:cNvSpPr/>
          <p:nvPr/>
        </p:nvSpPr>
        <p:spPr>
          <a:xfrm>
            <a:off x="9868407" y="7060692"/>
            <a:ext cx="9144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7" name="Connector 5294"/>
          <p:cNvSpPr/>
          <p:nvPr/>
        </p:nvSpPr>
        <p:spPr>
          <a:xfrm>
            <a:off x="9959847" y="7418831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8" name="Connector 5295"/>
          <p:cNvSpPr/>
          <p:nvPr/>
        </p:nvSpPr>
        <p:spPr>
          <a:xfrm>
            <a:off x="10030968" y="7776971"/>
            <a:ext cx="5080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9" name="Connector 5296"/>
          <p:cNvSpPr/>
          <p:nvPr/>
        </p:nvSpPr>
        <p:spPr>
          <a:xfrm>
            <a:off x="10081768" y="8135111"/>
            <a:ext cx="30479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0" name="Connector 5297"/>
          <p:cNvSpPr/>
          <p:nvPr/>
        </p:nvSpPr>
        <p:spPr>
          <a:xfrm>
            <a:off x="10112247" y="8493251"/>
            <a:ext cx="10162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1" name="Connector 5298"/>
          <p:cNvSpPr/>
          <p:nvPr/>
        </p:nvSpPr>
        <p:spPr>
          <a:xfrm flipH="1">
            <a:off x="10112247" y="8851392"/>
            <a:ext cx="101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2" name="Connector 5299"/>
          <p:cNvSpPr/>
          <p:nvPr/>
        </p:nvSpPr>
        <p:spPr>
          <a:xfrm flipH="1">
            <a:off x="10081768" y="9209531"/>
            <a:ext cx="3048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3" name="Connector 5300"/>
          <p:cNvSpPr/>
          <p:nvPr/>
        </p:nvSpPr>
        <p:spPr>
          <a:xfrm flipH="1">
            <a:off x="10030968" y="9567671"/>
            <a:ext cx="5080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4" name="Connector 5301"/>
          <p:cNvSpPr/>
          <p:nvPr/>
        </p:nvSpPr>
        <p:spPr>
          <a:xfrm flipH="1">
            <a:off x="9959847" y="9925811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5" name="Connector 5302"/>
          <p:cNvSpPr/>
          <p:nvPr/>
        </p:nvSpPr>
        <p:spPr>
          <a:xfrm flipH="1">
            <a:off x="9868407" y="10283952"/>
            <a:ext cx="9144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6" name="Connector 5303"/>
          <p:cNvSpPr/>
          <p:nvPr/>
        </p:nvSpPr>
        <p:spPr>
          <a:xfrm flipH="1">
            <a:off x="9756647" y="10642090"/>
            <a:ext cx="11176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7" name="Connector 5304"/>
          <p:cNvSpPr/>
          <p:nvPr/>
        </p:nvSpPr>
        <p:spPr>
          <a:xfrm>
            <a:off x="9756647" y="7562088"/>
            <a:ext cx="5588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8" name="Connector 5305"/>
          <p:cNvSpPr/>
          <p:nvPr/>
        </p:nvSpPr>
        <p:spPr>
          <a:xfrm>
            <a:off x="9812526" y="7633716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99" name="Connector 5306"/>
          <p:cNvSpPr/>
          <p:nvPr/>
        </p:nvSpPr>
        <p:spPr>
          <a:xfrm>
            <a:off x="9858247" y="7705343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0" name="Connector 5307"/>
          <p:cNvSpPr/>
          <p:nvPr/>
        </p:nvSpPr>
        <p:spPr>
          <a:xfrm>
            <a:off x="9893807" y="7776971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1" name="Connector 5308"/>
          <p:cNvSpPr/>
          <p:nvPr/>
        </p:nvSpPr>
        <p:spPr>
          <a:xfrm>
            <a:off x="9919207" y="7848600"/>
            <a:ext cx="1524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2" name="Connector 5309"/>
          <p:cNvSpPr/>
          <p:nvPr/>
        </p:nvSpPr>
        <p:spPr>
          <a:xfrm>
            <a:off x="9934447" y="7920226"/>
            <a:ext cx="508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3" name="Connector 5310"/>
          <p:cNvSpPr/>
          <p:nvPr/>
        </p:nvSpPr>
        <p:spPr>
          <a:xfrm flipH="1">
            <a:off x="9934447" y="7991856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4" name="Connector 5311"/>
          <p:cNvSpPr/>
          <p:nvPr/>
        </p:nvSpPr>
        <p:spPr>
          <a:xfrm flipH="1">
            <a:off x="9919207" y="8063483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5" name="Connector 5312"/>
          <p:cNvSpPr/>
          <p:nvPr/>
        </p:nvSpPr>
        <p:spPr>
          <a:xfrm flipH="1">
            <a:off x="9893807" y="8135111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6" name="Connector 5313"/>
          <p:cNvSpPr/>
          <p:nvPr/>
        </p:nvSpPr>
        <p:spPr>
          <a:xfrm flipH="1">
            <a:off x="9858247" y="8206740"/>
            <a:ext cx="3556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7" name="Connector 5314"/>
          <p:cNvSpPr/>
          <p:nvPr/>
        </p:nvSpPr>
        <p:spPr>
          <a:xfrm flipH="1">
            <a:off x="9812528" y="8278366"/>
            <a:ext cx="4572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8" name="Connector 5315"/>
          <p:cNvSpPr/>
          <p:nvPr/>
        </p:nvSpPr>
        <p:spPr>
          <a:xfrm flipH="1">
            <a:off x="9756647" y="8349994"/>
            <a:ext cx="558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09" name="Connector 5316"/>
          <p:cNvSpPr/>
          <p:nvPr/>
        </p:nvSpPr>
        <p:spPr>
          <a:xfrm>
            <a:off x="9756647" y="7562088"/>
            <a:ext cx="698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0" name="Connector 5317"/>
          <p:cNvSpPr/>
          <p:nvPr/>
        </p:nvSpPr>
        <p:spPr>
          <a:xfrm>
            <a:off x="9826497" y="7705342"/>
            <a:ext cx="571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1" name="Connector 5318"/>
          <p:cNvSpPr/>
          <p:nvPr/>
        </p:nvSpPr>
        <p:spPr>
          <a:xfrm>
            <a:off x="9883647" y="7848600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2" name="Connector 5319"/>
          <p:cNvSpPr/>
          <p:nvPr/>
        </p:nvSpPr>
        <p:spPr>
          <a:xfrm>
            <a:off x="9928097" y="7991856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3" name="Connector 5320"/>
          <p:cNvSpPr/>
          <p:nvPr/>
        </p:nvSpPr>
        <p:spPr>
          <a:xfrm>
            <a:off x="9959847" y="8135111"/>
            <a:ext cx="190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4" name="Connector 5321"/>
          <p:cNvSpPr/>
          <p:nvPr/>
        </p:nvSpPr>
        <p:spPr>
          <a:xfrm>
            <a:off x="9978897" y="8278366"/>
            <a:ext cx="63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5" name="Connector 5322"/>
          <p:cNvSpPr/>
          <p:nvPr/>
        </p:nvSpPr>
        <p:spPr>
          <a:xfrm flipH="1">
            <a:off x="9978897" y="8421623"/>
            <a:ext cx="63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6" name="Connector 5323"/>
          <p:cNvSpPr/>
          <p:nvPr/>
        </p:nvSpPr>
        <p:spPr>
          <a:xfrm flipH="1">
            <a:off x="9959847" y="8564880"/>
            <a:ext cx="190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7" name="Connector 5324"/>
          <p:cNvSpPr/>
          <p:nvPr/>
        </p:nvSpPr>
        <p:spPr>
          <a:xfrm flipH="1">
            <a:off x="9928097" y="8708135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8" name="Connector 5325"/>
          <p:cNvSpPr/>
          <p:nvPr/>
        </p:nvSpPr>
        <p:spPr>
          <a:xfrm flipH="1">
            <a:off x="9883647" y="8851392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19" name="Connector 5326"/>
          <p:cNvSpPr/>
          <p:nvPr/>
        </p:nvSpPr>
        <p:spPr>
          <a:xfrm flipH="1">
            <a:off x="9826497" y="8994647"/>
            <a:ext cx="571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0" name="Connector 5327"/>
          <p:cNvSpPr/>
          <p:nvPr/>
        </p:nvSpPr>
        <p:spPr>
          <a:xfrm flipH="1">
            <a:off x="9756647" y="9137902"/>
            <a:ext cx="698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1" name="Connector 5328"/>
          <p:cNvSpPr/>
          <p:nvPr/>
        </p:nvSpPr>
        <p:spPr>
          <a:xfrm>
            <a:off x="9756647" y="7562088"/>
            <a:ext cx="8382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2" name="Connector 5329"/>
          <p:cNvSpPr/>
          <p:nvPr/>
        </p:nvSpPr>
        <p:spPr>
          <a:xfrm>
            <a:off x="9840466" y="7776971"/>
            <a:ext cx="68582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3" name="Connector 5330"/>
          <p:cNvSpPr/>
          <p:nvPr/>
        </p:nvSpPr>
        <p:spPr>
          <a:xfrm>
            <a:off x="9909047" y="7991856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4" name="Connector 5331"/>
          <p:cNvSpPr/>
          <p:nvPr/>
        </p:nvSpPr>
        <p:spPr>
          <a:xfrm>
            <a:off x="9962388" y="8206740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5" name="Connector 5332"/>
          <p:cNvSpPr/>
          <p:nvPr/>
        </p:nvSpPr>
        <p:spPr>
          <a:xfrm>
            <a:off x="10000488" y="8421623"/>
            <a:ext cx="22861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6" name="Connector 5333"/>
          <p:cNvSpPr/>
          <p:nvPr/>
        </p:nvSpPr>
        <p:spPr>
          <a:xfrm>
            <a:off x="10023347" y="8636506"/>
            <a:ext cx="7621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7" name="Connector 5334"/>
          <p:cNvSpPr/>
          <p:nvPr/>
        </p:nvSpPr>
        <p:spPr>
          <a:xfrm flipH="1">
            <a:off x="10023347" y="8851392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8" name="Connector 5335"/>
          <p:cNvSpPr/>
          <p:nvPr/>
        </p:nvSpPr>
        <p:spPr>
          <a:xfrm flipH="1">
            <a:off x="10000488" y="9066276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9" name="Connector 5336"/>
          <p:cNvSpPr/>
          <p:nvPr/>
        </p:nvSpPr>
        <p:spPr>
          <a:xfrm flipH="1">
            <a:off x="9962388" y="9281159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0" name="Connector 5337"/>
          <p:cNvSpPr/>
          <p:nvPr/>
        </p:nvSpPr>
        <p:spPr>
          <a:xfrm flipH="1">
            <a:off x="9909048" y="9496043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1" name="Connector 5338"/>
          <p:cNvSpPr/>
          <p:nvPr/>
        </p:nvSpPr>
        <p:spPr>
          <a:xfrm flipH="1">
            <a:off x="9840468" y="9710928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2" name="Connector 5339"/>
          <p:cNvSpPr/>
          <p:nvPr/>
        </p:nvSpPr>
        <p:spPr>
          <a:xfrm flipH="1">
            <a:off x="9756647" y="9925811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3" name="Connector 5340"/>
          <p:cNvSpPr/>
          <p:nvPr/>
        </p:nvSpPr>
        <p:spPr>
          <a:xfrm>
            <a:off x="9756647" y="7562088"/>
            <a:ext cx="9779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4" name="Connector 5341"/>
          <p:cNvSpPr/>
          <p:nvPr/>
        </p:nvSpPr>
        <p:spPr>
          <a:xfrm>
            <a:off x="9854438" y="7848599"/>
            <a:ext cx="8001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5" name="Connector 5342"/>
          <p:cNvSpPr/>
          <p:nvPr/>
        </p:nvSpPr>
        <p:spPr>
          <a:xfrm>
            <a:off x="9934447" y="8135111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6" name="Connector 5343"/>
          <p:cNvSpPr/>
          <p:nvPr/>
        </p:nvSpPr>
        <p:spPr>
          <a:xfrm>
            <a:off x="9996678" y="8421623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7" name="Connector 5344"/>
          <p:cNvSpPr/>
          <p:nvPr/>
        </p:nvSpPr>
        <p:spPr>
          <a:xfrm>
            <a:off x="10041128" y="8708135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8" name="Connector 5345"/>
          <p:cNvSpPr/>
          <p:nvPr/>
        </p:nvSpPr>
        <p:spPr>
          <a:xfrm>
            <a:off x="10067797" y="8994647"/>
            <a:ext cx="889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9" name="Connector 5346"/>
          <p:cNvSpPr/>
          <p:nvPr/>
        </p:nvSpPr>
        <p:spPr>
          <a:xfrm flipH="1">
            <a:off x="10067797" y="9281159"/>
            <a:ext cx="88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0" name="Connector 5347"/>
          <p:cNvSpPr/>
          <p:nvPr/>
        </p:nvSpPr>
        <p:spPr>
          <a:xfrm flipH="1">
            <a:off x="10041129" y="9567671"/>
            <a:ext cx="26670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1" name="Connector 5348"/>
          <p:cNvSpPr/>
          <p:nvPr/>
        </p:nvSpPr>
        <p:spPr>
          <a:xfrm flipH="1">
            <a:off x="9996678" y="9854183"/>
            <a:ext cx="4445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2" name="Connector 5349"/>
          <p:cNvSpPr/>
          <p:nvPr/>
        </p:nvSpPr>
        <p:spPr>
          <a:xfrm flipH="1">
            <a:off x="9934447" y="10140695"/>
            <a:ext cx="6223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3" name="Connector 5350"/>
          <p:cNvSpPr/>
          <p:nvPr/>
        </p:nvSpPr>
        <p:spPr>
          <a:xfrm flipH="1">
            <a:off x="9854438" y="10427207"/>
            <a:ext cx="80010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4" name="Connector 5351"/>
          <p:cNvSpPr/>
          <p:nvPr/>
        </p:nvSpPr>
        <p:spPr>
          <a:xfrm flipH="1">
            <a:off x="9756647" y="10713718"/>
            <a:ext cx="9779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5" name="Connector 5352"/>
          <p:cNvSpPr/>
          <p:nvPr/>
        </p:nvSpPr>
        <p:spPr>
          <a:xfrm>
            <a:off x="9756647" y="8421623"/>
            <a:ext cx="5588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6" name="Connector 5353"/>
          <p:cNvSpPr/>
          <p:nvPr/>
        </p:nvSpPr>
        <p:spPr>
          <a:xfrm>
            <a:off x="9812526" y="8493251"/>
            <a:ext cx="4572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7" name="Connector 5354"/>
          <p:cNvSpPr/>
          <p:nvPr/>
        </p:nvSpPr>
        <p:spPr>
          <a:xfrm>
            <a:off x="9858247" y="8564880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8" name="Connector 5355"/>
          <p:cNvSpPr/>
          <p:nvPr/>
        </p:nvSpPr>
        <p:spPr>
          <a:xfrm>
            <a:off x="9893807" y="8636507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9" name="Connector 5356"/>
          <p:cNvSpPr/>
          <p:nvPr/>
        </p:nvSpPr>
        <p:spPr>
          <a:xfrm>
            <a:off x="9919207" y="8708135"/>
            <a:ext cx="1524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0" name="Connector 5357"/>
          <p:cNvSpPr/>
          <p:nvPr/>
        </p:nvSpPr>
        <p:spPr>
          <a:xfrm>
            <a:off x="9934447" y="8779763"/>
            <a:ext cx="508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1" name="Connector 5358"/>
          <p:cNvSpPr/>
          <p:nvPr/>
        </p:nvSpPr>
        <p:spPr>
          <a:xfrm flipH="1">
            <a:off x="9934447" y="8851392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2" name="Connector 5359"/>
          <p:cNvSpPr/>
          <p:nvPr/>
        </p:nvSpPr>
        <p:spPr>
          <a:xfrm flipH="1">
            <a:off x="9919207" y="8923019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3" name="Connector 5360"/>
          <p:cNvSpPr/>
          <p:nvPr/>
        </p:nvSpPr>
        <p:spPr>
          <a:xfrm flipH="1">
            <a:off x="9893807" y="8994647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4" name="Connector 5361"/>
          <p:cNvSpPr/>
          <p:nvPr/>
        </p:nvSpPr>
        <p:spPr>
          <a:xfrm flipH="1">
            <a:off x="9858247" y="9066276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5" name="Connector 5362"/>
          <p:cNvSpPr/>
          <p:nvPr/>
        </p:nvSpPr>
        <p:spPr>
          <a:xfrm flipH="1">
            <a:off x="9812528" y="9137904"/>
            <a:ext cx="4572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6" name="Connector 5363"/>
          <p:cNvSpPr/>
          <p:nvPr/>
        </p:nvSpPr>
        <p:spPr>
          <a:xfrm flipH="1">
            <a:off x="9756647" y="9209530"/>
            <a:ext cx="558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7" name="Connector 5364"/>
          <p:cNvSpPr/>
          <p:nvPr/>
        </p:nvSpPr>
        <p:spPr>
          <a:xfrm>
            <a:off x="9756647" y="8421623"/>
            <a:ext cx="69850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8" name="Connector 5365"/>
          <p:cNvSpPr/>
          <p:nvPr/>
        </p:nvSpPr>
        <p:spPr>
          <a:xfrm>
            <a:off x="9826497" y="8564880"/>
            <a:ext cx="57152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9" name="Connector 5366"/>
          <p:cNvSpPr/>
          <p:nvPr/>
        </p:nvSpPr>
        <p:spPr>
          <a:xfrm>
            <a:off x="9883647" y="8708135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0" name="Connector 5367"/>
          <p:cNvSpPr/>
          <p:nvPr/>
        </p:nvSpPr>
        <p:spPr>
          <a:xfrm>
            <a:off x="9928097" y="8851392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1" name="Connector 5368"/>
          <p:cNvSpPr/>
          <p:nvPr/>
        </p:nvSpPr>
        <p:spPr>
          <a:xfrm>
            <a:off x="9959847" y="8994647"/>
            <a:ext cx="190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2" name="Connector 5369"/>
          <p:cNvSpPr/>
          <p:nvPr/>
        </p:nvSpPr>
        <p:spPr>
          <a:xfrm>
            <a:off x="9978897" y="9137902"/>
            <a:ext cx="63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3" name="Connector 5370"/>
          <p:cNvSpPr/>
          <p:nvPr/>
        </p:nvSpPr>
        <p:spPr>
          <a:xfrm flipH="1">
            <a:off x="9978897" y="9281159"/>
            <a:ext cx="63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4" name="Connector 5371"/>
          <p:cNvSpPr/>
          <p:nvPr/>
        </p:nvSpPr>
        <p:spPr>
          <a:xfrm flipH="1">
            <a:off x="9959847" y="9424416"/>
            <a:ext cx="190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5" name="Connector 5372"/>
          <p:cNvSpPr/>
          <p:nvPr/>
        </p:nvSpPr>
        <p:spPr>
          <a:xfrm flipH="1">
            <a:off x="9928097" y="9567671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6" name="Connector 5373"/>
          <p:cNvSpPr/>
          <p:nvPr/>
        </p:nvSpPr>
        <p:spPr>
          <a:xfrm flipH="1">
            <a:off x="9883647" y="9710928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7" name="Connector 5374"/>
          <p:cNvSpPr/>
          <p:nvPr/>
        </p:nvSpPr>
        <p:spPr>
          <a:xfrm flipH="1">
            <a:off x="9826497" y="9854183"/>
            <a:ext cx="571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8" name="Connector 5375"/>
          <p:cNvSpPr/>
          <p:nvPr/>
        </p:nvSpPr>
        <p:spPr>
          <a:xfrm flipH="1">
            <a:off x="9756647" y="9997439"/>
            <a:ext cx="698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69" name="Connector 5376"/>
          <p:cNvSpPr/>
          <p:nvPr/>
        </p:nvSpPr>
        <p:spPr>
          <a:xfrm>
            <a:off x="9756647" y="8421623"/>
            <a:ext cx="83820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0" name="Connector 5377"/>
          <p:cNvSpPr/>
          <p:nvPr/>
        </p:nvSpPr>
        <p:spPr>
          <a:xfrm>
            <a:off x="9840466" y="8636506"/>
            <a:ext cx="68582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1" name="Connector 5378"/>
          <p:cNvSpPr/>
          <p:nvPr/>
        </p:nvSpPr>
        <p:spPr>
          <a:xfrm>
            <a:off x="9909047" y="8851392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2" name="Connector 5379"/>
          <p:cNvSpPr/>
          <p:nvPr/>
        </p:nvSpPr>
        <p:spPr>
          <a:xfrm>
            <a:off x="9962388" y="9066276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3" name="Connector 5380"/>
          <p:cNvSpPr/>
          <p:nvPr/>
        </p:nvSpPr>
        <p:spPr>
          <a:xfrm>
            <a:off x="10000488" y="9281159"/>
            <a:ext cx="22861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4" name="Connector 5381"/>
          <p:cNvSpPr/>
          <p:nvPr/>
        </p:nvSpPr>
        <p:spPr>
          <a:xfrm>
            <a:off x="10023347" y="9496042"/>
            <a:ext cx="7621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5" name="Connector 5382"/>
          <p:cNvSpPr/>
          <p:nvPr/>
        </p:nvSpPr>
        <p:spPr>
          <a:xfrm flipH="1">
            <a:off x="10023347" y="9710928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6" name="Connector 5383"/>
          <p:cNvSpPr/>
          <p:nvPr/>
        </p:nvSpPr>
        <p:spPr>
          <a:xfrm flipH="1">
            <a:off x="10000488" y="9925811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7" name="Connector 5384"/>
          <p:cNvSpPr/>
          <p:nvPr/>
        </p:nvSpPr>
        <p:spPr>
          <a:xfrm flipH="1">
            <a:off x="9962388" y="10140695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8" name="Connector 5385"/>
          <p:cNvSpPr/>
          <p:nvPr/>
        </p:nvSpPr>
        <p:spPr>
          <a:xfrm flipH="1">
            <a:off x="9909048" y="10355580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9" name="Connector 5386"/>
          <p:cNvSpPr/>
          <p:nvPr/>
        </p:nvSpPr>
        <p:spPr>
          <a:xfrm flipH="1">
            <a:off x="9840468" y="10570464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0" name="Connector 5387"/>
          <p:cNvSpPr/>
          <p:nvPr/>
        </p:nvSpPr>
        <p:spPr>
          <a:xfrm flipH="1">
            <a:off x="9756647" y="10785347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1" name="Connector 5388"/>
          <p:cNvSpPr/>
          <p:nvPr/>
        </p:nvSpPr>
        <p:spPr>
          <a:xfrm>
            <a:off x="9756647" y="9281159"/>
            <a:ext cx="5588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2" name="Connector 5389"/>
          <p:cNvSpPr/>
          <p:nvPr/>
        </p:nvSpPr>
        <p:spPr>
          <a:xfrm>
            <a:off x="9812526" y="9352787"/>
            <a:ext cx="4572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3" name="Connector 5390"/>
          <p:cNvSpPr/>
          <p:nvPr/>
        </p:nvSpPr>
        <p:spPr>
          <a:xfrm>
            <a:off x="9858247" y="9424416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4" name="Connector 5391"/>
          <p:cNvSpPr/>
          <p:nvPr/>
        </p:nvSpPr>
        <p:spPr>
          <a:xfrm>
            <a:off x="9893807" y="9496043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5" name="Connector 5392"/>
          <p:cNvSpPr/>
          <p:nvPr/>
        </p:nvSpPr>
        <p:spPr>
          <a:xfrm>
            <a:off x="9919207" y="9567671"/>
            <a:ext cx="1524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6" name="Connector 5393"/>
          <p:cNvSpPr/>
          <p:nvPr/>
        </p:nvSpPr>
        <p:spPr>
          <a:xfrm>
            <a:off x="9934447" y="9639299"/>
            <a:ext cx="508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7" name="Connector 5394"/>
          <p:cNvSpPr/>
          <p:nvPr/>
        </p:nvSpPr>
        <p:spPr>
          <a:xfrm flipH="1">
            <a:off x="9934447" y="9710928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8" name="Connector 5395"/>
          <p:cNvSpPr/>
          <p:nvPr/>
        </p:nvSpPr>
        <p:spPr>
          <a:xfrm flipH="1">
            <a:off x="9919207" y="9782556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9" name="Connector 5396"/>
          <p:cNvSpPr/>
          <p:nvPr/>
        </p:nvSpPr>
        <p:spPr>
          <a:xfrm flipH="1">
            <a:off x="9893807" y="9854183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0" name="Connector 5397"/>
          <p:cNvSpPr/>
          <p:nvPr/>
        </p:nvSpPr>
        <p:spPr>
          <a:xfrm flipH="1">
            <a:off x="9858247" y="9925811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1" name="Connector 5398"/>
          <p:cNvSpPr/>
          <p:nvPr/>
        </p:nvSpPr>
        <p:spPr>
          <a:xfrm flipH="1">
            <a:off x="9812528" y="9997440"/>
            <a:ext cx="4572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2" name="Connector 5399"/>
          <p:cNvSpPr/>
          <p:nvPr/>
        </p:nvSpPr>
        <p:spPr>
          <a:xfrm flipH="1">
            <a:off x="9756647" y="10069066"/>
            <a:ext cx="558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3" name="Connector 5400"/>
          <p:cNvSpPr/>
          <p:nvPr/>
        </p:nvSpPr>
        <p:spPr>
          <a:xfrm>
            <a:off x="9756647" y="9281159"/>
            <a:ext cx="698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4" name="Connector 5401"/>
          <p:cNvSpPr/>
          <p:nvPr/>
        </p:nvSpPr>
        <p:spPr>
          <a:xfrm>
            <a:off x="9826497" y="9424414"/>
            <a:ext cx="571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5" name="Connector 5402"/>
          <p:cNvSpPr/>
          <p:nvPr/>
        </p:nvSpPr>
        <p:spPr>
          <a:xfrm>
            <a:off x="9883647" y="9567671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6" name="Connector 5403"/>
          <p:cNvSpPr/>
          <p:nvPr/>
        </p:nvSpPr>
        <p:spPr>
          <a:xfrm>
            <a:off x="9928097" y="9710928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7" name="Connector 5404"/>
          <p:cNvSpPr/>
          <p:nvPr/>
        </p:nvSpPr>
        <p:spPr>
          <a:xfrm>
            <a:off x="9959847" y="9854183"/>
            <a:ext cx="190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8" name="Connector 5405"/>
          <p:cNvSpPr/>
          <p:nvPr/>
        </p:nvSpPr>
        <p:spPr>
          <a:xfrm>
            <a:off x="9978897" y="9997439"/>
            <a:ext cx="63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9" name="Connector 5406"/>
          <p:cNvSpPr/>
          <p:nvPr/>
        </p:nvSpPr>
        <p:spPr>
          <a:xfrm flipH="1">
            <a:off x="9978897" y="10140695"/>
            <a:ext cx="63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0" name="Connector 5407"/>
          <p:cNvSpPr/>
          <p:nvPr/>
        </p:nvSpPr>
        <p:spPr>
          <a:xfrm flipH="1">
            <a:off x="9959847" y="10283951"/>
            <a:ext cx="190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1" name="Connector 5408"/>
          <p:cNvSpPr/>
          <p:nvPr/>
        </p:nvSpPr>
        <p:spPr>
          <a:xfrm flipH="1">
            <a:off x="9928097" y="10427207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2" name="Connector 5409"/>
          <p:cNvSpPr/>
          <p:nvPr/>
        </p:nvSpPr>
        <p:spPr>
          <a:xfrm flipH="1">
            <a:off x="9883647" y="10570464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3" name="Connector 5410"/>
          <p:cNvSpPr/>
          <p:nvPr/>
        </p:nvSpPr>
        <p:spPr>
          <a:xfrm flipH="1">
            <a:off x="9826497" y="10713719"/>
            <a:ext cx="571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4" name="Connector 5411"/>
          <p:cNvSpPr/>
          <p:nvPr/>
        </p:nvSpPr>
        <p:spPr>
          <a:xfrm flipH="1">
            <a:off x="9756647" y="10856976"/>
            <a:ext cx="698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5" name="Connector 5412"/>
          <p:cNvSpPr/>
          <p:nvPr/>
        </p:nvSpPr>
        <p:spPr>
          <a:xfrm>
            <a:off x="9756647" y="10140695"/>
            <a:ext cx="5588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6" name="Connector 5413"/>
          <p:cNvSpPr/>
          <p:nvPr/>
        </p:nvSpPr>
        <p:spPr>
          <a:xfrm>
            <a:off x="9812526" y="10212323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7" name="Connector 5414"/>
          <p:cNvSpPr/>
          <p:nvPr/>
        </p:nvSpPr>
        <p:spPr>
          <a:xfrm>
            <a:off x="9858247" y="10283952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8" name="Connector 5415"/>
          <p:cNvSpPr/>
          <p:nvPr/>
        </p:nvSpPr>
        <p:spPr>
          <a:xfrm>
            <a:off x="9893807" y="10355580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09" name="Connector 5416"/>
          <p:cNvSpPr/>
          <p:nvPr/>
        </p:nvSpPr>
        <p:spPr>
          <a:xfrm>
            <a:off x="9919207" y="10427207"/>
            <a:ext cx="1524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0" name="Connector 5417"/>
          <p:cNvSpPr/>
          <p:nvPr/>
        </p:nvSpPr>
        <p:spPr>
          <a:xfrm>
            <a:off x="9934447" y="10498835"/>
            <a:ext cx="508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1" name="Connector 5418"/>
          <p:cNvSpPr/>
          <p:nvPr/>
        </p:nvSpPr>
        <p:spPr>
          <a:xfrm flipH="1">
            <a:off x="9934447" y="10570464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2" name="Connector 5419"/>
          <p:cNvSpPr/>
          <p:nvPr/>
        </p:nvSpPr>
        <p:spPr>
          <a:xfrm flipH="1">
            <a:off x="9919207" y="10642092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3" name="Connector 5420"/>
          <p:cNvSpPr/>
          <p:nvPr/>
        </p:nvSpPr>
        <p:spPr>
          <a:xfrm flipH="1">
            <a:off x="9893807" y="10713719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4" name="Connector 5421"/>
          <p:cNvSpPr/>
          <p:nvPr/>
        </p:nvSpPr>
        <p:spPr>
          <a:xfrm flipH="1">
            <a:off x="9858247" y="10785347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5" name="Connector 5422"/>
          <p:cNvSpPr/>
          <p:nvPr/>
        </p:nvSpPr>
        <p:spPr>
          <a:xfrm flipH="1">
            <a:off x="9812528" y="10856976"/>
            <a:ext cx="4572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6" name="Connector 5423"/>
          <p:cNvSpPr/>
          <p:nvPr/>
        </p:nvSpPr>
        <p:spPr>
          <a:xfrm flipH="1">
            <a:off x="9756647" y="10928602"/>
            <a:ext cx="558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17" name="TextBox 5424"/>
          <p:cNvSpPr txBox="1"/>
          <p:nvPr/>
        </p:nvSpPr>
        <p:spPr>
          <a:xfrm>
            <a:off x="2130518" y="4370832"/>
            <a:ext cx="4024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0</a:t>
            </a:r>
          </a:p>
        </p:txBody>
      </p:sp>
      <p:sp>
        <p:nvSpPr>
          <p:cNvPr id="5518" name="TextBox 5425"/>
          <p:cNvSpPr txBox="1"/>
          <p:nvPr/>
        </p:nvSpPr>
        <p:spPr>
          <a:xfrm>
            <a:off x="3191220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1</a:t>
            </a:r>
          </a:p>
        </p:txBody>
      </p:sp>
      <p:sp>
        <p:nvSpPr>
          <p:cNvPr id="5519" name="TextBox 5426"/>
          <p:cNvSpPr txBox="1"/>
          <p:nvPr/>
        </p:nvSpPr>
        <p:spPr>
          <a:xfrm>
            <a:off x="4251924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2</a:t>
            </a:r>
          </a:p>
        </p:txBody>
      </p:sp>
      <p:sp>
        <p:nvSpPr>
          <p:cNvPr id="5520" name="TextBox 5427"/>
          <p:cNvSpPr txBox="1"/>
          <p:nvPr/>
        </p:nvSpPr>
        <p:spPr>
          <a:xfrm>
            <a:off x="5312628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3</a:t>
            </a:r>
          </a:p>
        </p:txBody>
      </p:sp>
      <p:sp>
        <p:nvSpPr>
          <p:cNvPr id="5521" name="TextBox 5428"/>
          <p:cNvSpPr txBox="1"/>
          <p:nvPr/>
        </p:nvSpPr>
        <p:spPr>
          <a:xfrm>
            <a:off x="6373332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A77D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4</a:t>
            </a:r>
          </a:p>
        </p:txBody>
      </p:sp>
      <p:sp>
        <p:nvSpPr>
          <p:cNvPr id="5522" name="TextBox 5429"/>
          <p:cNvSpPr txBox="1"/>
          <p:nvPr/>
        </p:nvSpPr>
        <p:spPr>
          <a:xfrm>
            <a:off x="7434036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329CA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5</a:t>
            </a:r>
          </a:p>
        </p:txBody>
      </p:sp>
      <p:sp>
        <p:nvSpPr>
          <p:cNvPr id="5523" name="TextBox 5430"/>
          <p:cNvSpPr txBox="1"/>
          <p:nvPr/>
        </p:nvSpPr>
        <p:spPr>
          <a:xfrm>
            <a:off x="8494740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CF4B4B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6</a:t>
            </a:r>
          </a:p>
        </p:txBody>
      </p:sp>
      <p:sp>
        <p:nvSpPr>
          <p:cNvPr id="5524" name="TextBox 5431"/>
          <p:cNvSpPr txBox="1"/>
          <p:nvPr/>
        </p:nvSpPr>
        <p:spPr>
          <a:xfrm>
            <a:off x="9555444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667482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7</a:t>
            </a:r>
          </a:p>
        </p:txBody>
      </p:sp>
      <p:sp>
        <p:nvSpPr>
          <p:cNvPr id="5525" name="TextBox 5432"/>
          <p:cNvSpPr txBox="1"/>
          <p:nvPr/>
        </p:nvSpPr>
        <p:spPr>
          <a:xfrm>
            <a:off x="621791" y="4873752"/>
            <a:ext cx="5041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5526" name="Rectangle 5433"/>
          <p:cNvSpPr/>
          <p:nvPr/>
        </p:nvSpPr>
        <p:spPr>
          <a:xfrm>
            <a:off x="2011679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7" name="TextBox 5434"/>
          <p:cNvSpPr txBox="1"/>
          <p:nvPr/>
        </p:nvSpPr>
        <p:spPr>
          <a:xfrm>
            <a:off x="2263263" y="4873752"/>
            <a:ext cx="13691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5528" name="Rectangle 5435"/>
          <p:cNvSpPr/>
          <p:nvPr/>
        </p:nvSpPr>
        <p:spPr>
          <a:xfrm>
            <a:off x="3072383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9" name="TextBox 5436"/>
          <p:cNvSpPr txBox="1"/>
          <p:nvPr/>
        </p:nvSpPr>
        <p:spPr>
          <a:xfrm>
            <a:off x="3323966" y="4873752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5530" name="Rectangle 5437"/>
          <p:cNvSpPr/>
          <p:nvPr/>
        </p:nvSpPr>
        <p:spPr>
          <a:xfrm>
            <a:off x="4133086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1" name="TextBox 5438"/>
          <p:cNvSpPr txBox="1"/>
          <p:nvPr/>
        </p:nvSpPr>
        <p:spPr>
          <a:xfrm>
            <a:off x="4384670" y="4873752"/>
            <a:ext cx="13691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5532" name="Rectangle 5439"/>
          <p:cNvSpPr/>
          <p:nvPr/>
        </p:nvSpPr>
        <p:spPr>
          <a:xfrm>
            <a:off x="5193791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3" name="TextBox 5440"/>
          <p:cNvSpPr txBox="1"/>
          <p:nvPr/>
        </p:nvSpPr>
        <p:spPr>
          <a:xfrm>
            <a:off x="5445374" y="4873752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5534" name="Rectangle 5441"/>
          <p:cNvSpPr/>
          <p:nvPr/>
        </p:nvSpPr>
        <p:spPr>
          <a:xfrm>
            <a:off x="6254496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5" name="TextBox 5442"/>
          <p:cNvSpPr txBox="1"/>
          <p:nvPr/>
        </p:nvSpPr>
        <p:spPr>
          <a:xfrm>
            <a:off x="6506078" y="4873752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</a:t>
            </a:r>
          </a:p>
        </p:txBody>
      </p:sp>
      <p:sp>
        <p:nvSpPr>
          <p:cNvPr id="5536" name="Rectangle 5443"/>
          <p:cNvSpPr/>
          <p:nvPr/>
        </p:nvSpPr>
        <p:spPr>
          <a:xfrm>
            <a:off x="7315199" y="4837176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7" name="TextBox 5444"/>
          <p:cNvSpPr txBox="1"/>
          <p:nvPr/>
        </p:nvSpPr>
        <p:spPr>
          <a:xfrm>
            <a:off x="7566782" y="4873752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5538" name="Rectangle 5445"/>
          <p:cNvSpPr/>
          <p:nvPr/>
        </p:nvSpPr>
        <p:spPr>
          <a:xfrm>
            <a:off x="8375904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9" name="TextBox 5446"/>
          <p:cNvSpPr txBox="1"/>
          <p:nvPr/>
        </p:nvSpPr>
        <p:spPr>
          <a:xfrm>
            <a:off x="8627486" y="4873752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</a:t>
            </a:r>
          </a:p>
        </p:txBody>
      </p:sp>
      <p:sp>
        <p:nvSpPr>
          <p:cNvPr id="5540" name="Rectangle 5447"/>
          <p:cNvSpPr/>
          <p:nvPr/>
        </p:nvSpPr>
        <p:spPr>
          <a:xfrm>
            <a:off x="9436607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41" name="TextBox 5448"/>
          <p:cNvSpPr txBox="1"/>
          <p:nvPr/>
        </p:nvSpPr>
        <p:spPr>
          <a:xfrm>
            <a:off x="9688190" y="4873752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5542" name="TextBox 5449"/>
          <p:cNvSpPr txBox="1"/>
          <p:nvPr/>
        </p:nvSpPr>
        <p:spPr>
          <a:xfrm>
            <a:off x="621791" y="5733288"/>
            <a:ext cx="5041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</a:t>
            </a:r>
          </a:p>
        </p:txBody>
      </p:sp>
      <p:sp>
        <p:nvSpPr>
          <p:cNvPr id="5543" name="Rectangle 5450"/>
          <p:cNvSpPr/>
          <p:nvPr/>
        </p:nvSpPr>
        <p:spPr>
          <a:xfrm>
            <a:off x="2011679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44" name="TextBox 5451"/>
          <p:cNvSpPr txBox="1"/>
          <p:nvPr/>
        </p:nvSpPr>
        <p:spPr>
          <a:xfrm>
            <a:off x="2263263" y="5733288"/>
            <a:ext cx="13691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</a:t>
            </a:r>
          </a:p>
        </p:txBody>
      </p:sp>
      <p:sp>
        <p:nvSpPr>
          <p:cNvPr id="5545" name="Rectangle 5452"/>
          <p:cNvSpPr/>
          <p:nvPr/>
        </p:nvSpPr>
        <p:spPr>
          <a:xfrm>
            <a:off x="3072383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46" name="TextBox 5453"/>
          <p:cNvSpPr txBox="1"/>
          <p:nvPr/>
        </p:nvSpPr>
        <p:spPr>
          <a:xfrm>
            <a:off x="3323966" y="5733288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5547" name="Rectangle 5454"/>
          <p:cNvSpPr/>
          <p:nvPr/>
        </p:nvSpPr>
        <p:spPr>
          <a:xfrm>
            <a:off x="4133086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48" name="TextBox 5455"/>
          <p:cNvSpPr txBox="1"/>
          <p:nvPr/>
        </p:nvSpPr>
        <p:spPr>
          <a:xfrm>
            <a:off x="4345823" y="573328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</a:t>
            </a:r>
          </a:p>
        </p:txBody>
      </p:sp>
      <p:sp>
        <p:nvSpPr>
          <p:cNvPr id="5549" name="Rectangle 5456"/>
          <p:cNvSpPr/>
          <p:nvPr/>
        </p:nvSpPr>
        <p:spPr>
          <a:xfrm>
            <a:off x="5193791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50" name="TextBox 5457"/>
          <p:cNvSpPr txBox="1"/>
          <p:nvPr/>
        </p:nvSpPr>
        <p:spPr>
          <a:xfrm>
            <a:off x="5411677" y="5733288"/>
            <a:ext cx="2043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</a:t>
            </a:r>
          </a:p>
        </p:txBody>
      </p:sp>
      <p:sp>
        <p:nvSpPr>
          <p:cNvPr id="5551" name="Rectangle 5458"/>
          <p:cNvSpPr/>
          <p:nvPr/>
        </p:nvSpPr>
        <p:spPr>
          <a:xfrm>
            <a:off x="6254496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52" name="TextBox 5459"/>
          <p:cNvSpPr txBox="1"/>
          <p:nvPr/>
        </p:nvSpPr>
        <p:spPr>
          <a:xfrm>
            <a:off x="6467230" y="573328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</a:t>
            </a:r>
          </a:p>
        </p:txBody>
      </p:sp>
      <p:sp>
        <p:nvSpPr>
          <p:cNvPr id="5553" name="Rectangle 5460"/>
          <p:cNvSpPr/>
          <p:nvPr/>
        </p:nvSpPr>
        <p:spPr>
          <a:xfrm>
            <a:off x="7315199" y="5696711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54" name="TextBox 5461"/>
          <p:cNvSpPr txBox="1"/>
          <p:nvPr/>
        </p:nvSpPr>
        <p:spPr>
          <a:xfrm>
            <a:off x="7527934" y="573328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</a:t>
            </a:r>
          </a:p>
        </p:txBody>
      </p:sp>
      <p:sp>
        <p:nvSpPr>
          <p:cNvPr id="5555" name="Rectangle 5462"/>
          <p:cNvSpPr/>
          <p:nvPr/>
        </p:nvSpPr>
        <p:spPr>
          <a:xfrm>
            <a:off x="8375904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56" name="TextBox 5463"/>
          <p:cNvSpPr txBox="1"/>
          <p:nvPr/>
        </p:nvSpPr>
        <p:spPr>
          <a:xfrm>
            <a:off x="8588638" y="573328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</a:t>
            </a:r>
          </a:p>
        </p:txBody>
      </p:sp>
      <p:sp>
        <p:nvSpPr>
          <p:cNvPr id="5557" name="Rectangle 5464"/>
          <p:cNvSpPr/>
          <p:nvPr/>
        </p:nvSpPr>
        <p:spPr>
          <a:xfrm>
            <a:off x="9436607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58" name="TextBox 5465"/>
          <p:cNvSpPr txBox="1"/>
          <p:nvPr/>
        </p:nvSpPr>
        <p:spPr>
          <a:xfrm>
            <a:off x="9649342" y="573328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r15</a:t>
            </a:r>
          </a:p>
        </p:txBody>
      </p:sp>
      <p:sp>
        <p:nvSpPr>
          <p:cNvPr id="5559" name="TextBox 5466"/>
          <p:cNvSpPr txBox="1"/>
          <p:nvPr/>
        </p:nvSpPr>
        <p:spPr>
          <a:xfrm>
            <a:off x="621791" y="6592823"/>
            <a:ext cx="5041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2</a:t>
            </a:r>
          </a:p>
        </p:txBody>
      </p:sp>
      <p:sp>
        <p:nvSpPr>
          <p:cNvPr id="5560" name="Rectangle 5467"/>
          <p:cNvSpPr/>
          <p:nvPr/>
        </p:nvSpPr>
        <p:spPr>
          <a:xfrm>
            <a:off x="2011679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61" name="TextBox 5468"/>
          <p:cNvSpPr txBox="1"/>
          <p:nvPr/>
        </p:nvSpPr>
        <p:spPr>
          <a:xfrm>
            <a:off x="2224416" y="6592823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r16</a:t>
            </a:r>
          </a:p>
        </p:txBody>
      </p:sp>
      <p:sp>
        <p:nvSpPr>
          <p:cNvPr id="5562" name="Rectangle 5469"/>
          <p:cNvSpPr/>
          <p:nvPr/>
        </p:nvSpPr>
        <p:spPr>
          <a:xfrm>
            <a:off x="3072383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63" name="TextBox 5470"/>
          <p:cNvSpPr txBox="1"/>
          <p:nvPr/>
        </p:nvSpPr>
        <p:spPr>
          <a:xfrm>
            <a:off x="3285118" y="6592823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r17</a:t>
            </a:r>
          </a:p>
        </p:txBody>
      </p:sp>
      <p:sp>
        <p:nvSpPr>
          <p:cNvPr id="5564" name="Rectangle 5471"/>
          <p:cNvSpPr/>
          <p:nvPr/>
        </p:nvSpPr>
        <p:spPr>
          <a:xfrm>
            <a:off x="4133086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65" name="TextBox 5472"/>
          <p:cNvSpPr txBox="1"/>
          <p:nvPr/>
        </p:nvSpPr>
        <p:spPr>
          <a:xfrm>
            <a:off x="4345823" y="6592823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r18</a:t>
            </a:r>
          </a:p>
        </p:txBody>
      </p:sp>
      <p:sp>
        <p:nvSpPr>
          <p:cNvPr id="5566" name="Rectangle 5473"/>
          <p:cNvSpPr/>
          <p:nvPr/>
        </p:nvSpPr>
        <p:spPr>
          <a:xfrm>
            <a:off x="5193791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67" name="TextBox 5474"/>
          <p:cNvSpPr txBox="1"/>
          <p:nvPr/>
        </p:nvSpPr>
        <p:spPr>
          <a:xfrm>
            <a:off x="5406526" y="6592823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r19</a:t>
            </a:r>
          </a:p>
        </p:txBody>
      </p:sp>
      <p:sp>
        <p:nvSpPr>
          <p:cNvPr id="5568" name="Rectangle 5475"/>
          <p:cNvSpPr/>
          <p:nvPr/>
        </p:nvSpPr>
        <p:spPr>
          <a:xfrm>
            <a:off x="6254496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69" name="TextBox 5476"/>
          <p:cNvSpPr txBox="1"/>
          <p:nvPr/>
        </p:nvSpPr>
        <p:spPr>
          <a:xfrm>
            <a:off x="6467230" y="6592823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r20</a:t>
            </a:r>
          </a:p>
        </p:txBody>
      </p:sp>
      <p:sp>
        <p:nvSpPr>
          <p:cNvPr id="5570" name="Rectangle 5477"/>
          <p:cNvSpPr/>
          <p:nvPr/>
        </p:nvSpPr>
        <p:spPr>
          <a:xfrm>
            <a:off x="7315199" y="6556247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1" name="TextBox 5478"/>
          <p:cNvSpPr txBox="1"/>
          <p:nvPr/>
        </p:nvSpPr>
        <p:spPr>
          <a:xfrm>
            <a:off x="7527934" y="6592823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r21</a:t>
            </a:r>
          </a:p>
        </p:txBody>
      </p:sp>
      <p:sp>
        <p:nvSpPr>
          <p:cNvPr id="5572" name="Rectangle 5479"/>
          <p:cNvSpPr/>
          <p:nvPr/>
        </p:nvSpPr>
        <p:spPr>
          <a:xfrm>
            <a:off x="8375904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3" name="TextBox 5480"/>
          <p:cNvSpPr txBox="1"/>
          <p:nvPr/>
        </p:nvSpPr>
        <p:spPr>
          <a:xfrm>
            <a:off x="8588638" y="6592823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r22</a:t>
            </a:r>
          </a:p>
        </p:txBody>
      </p:sp>
      <p:sp>
        <p:nvSpPr>
          <p:cNvPr id="5574" name="Rectangle 5481"/>
          <p:cNvSpPr/>
          <p:nvPr/>
        </p:nvSpPr>
        <p:spPr>
          <a:xfrm>
            <a:off x="9436607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5" name="TextBox 5482"/>
          <p:cNvSpPr txBox="1"/>
          <p:nvPr/>
        </p:nvSpPr>
        <p:spPr>
          <a:xfrm>
            <a:off x="9649342" y="6592823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r23</a:t>
            </a:r>
          </a:p>
        </p:txBody>
      </p:sp>
      <p:sp>
        <p:nvSpPr>
          <p:cNvPr id="5576" name="TextBox 5483"/>
          <p:cNvSpPr txBox="1"/>
          <p:nvPr/>
        </p:nvSpPr>
        <p:spPr>
          <a:xfrm>
            <a:off x="621791" y="7452359"/>
            <a:ext cx="5041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3</a:t>
            </a:r>
          </a:p>
        </p:txBody>
      </p:sp>
      <p:sp>
        <p:nvSpPr>
          <p:cNvPr id="5577" name="Rectangle 5484"/>
          <p:cNvSpPr/>
          <p:nvPr/>
        </p:nvSpPr>
        <p:spPr>
          <a:xfrm>
            <a:off x="2011679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8" name="TextBox 5485"/>
          <p:cNvSpPr txBox="1"/>
          <p:nvPr/>
        </p:nvSpPr>
        <p:spPr>
          <a:xfrm>
            <a:off x="2224416" y="7452359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r24</a:t>
            </a:r>
          </a:p>
        </p:txBody>
      </p:sp>
      <p:sp>
        <p:nvSpPr>
          <p:cNvPr id="5579" name="Rectangle 5486"/>
          <p:cNvSpPr/>
          <p:nvPr/>
        </p:nvSpPr>
        <p:spPr>
          <a:xfrm>
            <a:off x="3072383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0" name="TextBox 5487"/>
          <p:cNvSpPr txBox="1"/>
          <p:nvPr/>
        </p:nvSpPr>
        <p:spPr>
          <a:xfrm>
            <a:off x="3285118" y="7452359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r25</a:t>
            </a:r>
          </a:p>
        </p:txBody>
      </p:sp>
      <p:sp>
        <p:nvSpPr>
          <p:cNvPr id="5581" name="Rectangle 5488"/>
          <p:cNvSpPr/>
          <p:nvPr/>
        </p:nvSpPr>
        <p:spPr>
          <a:xfrm>
            <a:off x="4133086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2" name="TextBox 5489"/>
          <p:cNvSpPr txBox="1"/>
          <p:nvPr/>
        </p:nvSpPr>
        <p:spPr>
          <a:xfrm>
            <a:off x="4345823" y="7452359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r26</a:t>
            </a:r>
          </a:p>
        </p:txBody>
      </p:sp>
      <p:sp>
        <p:nvSpPr>
          <p:cNvPr id="5583" name="Rectangle 5490"/>
          <p:cNvSpPr/>
          <p:nvPr/>
        </p:nvSpPr>
        <p:spPr>
          <a:xfrm>
            <a:off x="5193791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4" name="TextBox 5491"/>
          <p:cNvSpPr txBox="1"/>
          <p:nvPr/>
        </p:nvSpPr>
        <p:spPr>
          <a:xfrm>
            <a:off x="5406526" y="7452359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r27</a:t>
            </a:r>
          </a:p>
        </p:txBody>
      </p:sp>
      <p:sp>
        <p:nvSpPr>
          <p:cNvPr id="5585" name="Rectangle 5492"/>
          <p:cNvSpPr/>
          <p:nvPr/>
        </p:nvSpPr>
        <p:spPr>
          <a:xfrm>
            <a:off x="6254496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6" name="TextBox 5493"/>
          <p:cNvSpPr txBox="1"/>
          <p:nvPr/>
        </p:nvSpPr>
        <p:spPr>
          <a:xfrm>
            <a:off x="6467230" y="7452359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r28</a:t>
            </a:r>
          </a:p>
        </p:txBody>
      </p:sp>
      <p:sp>
        <p:nvSpPr>
          <p:cNvPr id="5587" name="Rectangle 5494"/>
          <p:cNvSpPr/>
          <p:nvPr/>
        </p:nvSpPr>
        <p:spPr>
          <a:xfrm>
            <a:off x="7315199" y="7415783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8" name="TextBox 5495"/>
          <p:cNvSpPr txBox="1"/>
          <p:nvPr/>
        </p:nvSpPr>
        <p:spPr>
          <a:xfrm>
            <a:off x="7527934" y="7452359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r29</a:t>
            </a:r>
          </a:p>
        </p:txBody>
      </p:sp>
      <p:sp>
        <p:nvSpPr>
          <p:cNvPr id="5589" name="Rectangle 5496"/>
          <p:cNvSpPr/>
          <p:nvPr/>
        </p:nvSpPr>
        <p:spPr>
          <a:xfrm>
            <a:off x="8375904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0" name="TextBox 5497"/>
          <p:cNvSpPr txBox="1"/>
          <p:nvPr/>
        </p:nvSpPr>
        <p:spPr>
          <a:xfrm>
            <a:off x="8588638" y="7452359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r30</a:t>
            </a:r>
          </a:p>
        </p:txBody>
      </p:sp>
      <p:sp>
        <p:nvSpPr>
          <p:cNvPr id="5591" name="Rectangle 5498"/>
          <p:cNvSpPr/>
          <p:nvPr/>
        </p:nvSpPr>
        <p:spPr>
          <a:xfrm>
            <a:off x="9436607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2" name="TextBox 5499"/>
          <p:cNvSpPr txBox="1"/>
          <p:nvPr/>
        </p:nvSpPr>
        <p:spPr>
          <a:xfrm>
            <a:off x="9649342" y="7452359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r31</a:t>
            </a:r>
          </a:p>
        </p:txBody>
      </p:sp>
      <p:sp>
        <p:nvSpPr>
          <p:cNvPr id="5593" name="TextBox 5500"/>
          <p:cNvSpPr txBox="1"/>
          <p:nvPr/>
        </p:nvSpPr>
        <p:spPr>
          <a:xfrm>
            <a:off x="621791" y="8311895"/>
            <a:ext cx="5041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4</a:t>
            </a:r>
          </a:p>
        </p:txBody>
      </p:sp>
      <p:sp>
        <p:nvSpPr>
          <p:cNvPr id="5594" name="Rectangle 5501"/>
          <p:cNvSpPr/>
          <p:nvPr/>
        </p:nvSpPr>
        <p:spPr>
          <a:xfrm>
            <a:off x="2011679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5" name="TextBox 5502"/>
          <p:cNvSpPr txBox="1"/>
          <p:nvPr/>
        </p:nvSpPr>
        <p:spPr>
          <a:xfrm>
            <a:off x="2224416" y="8311895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r32</a:t>
            </a:r>
          </a:p>
        </p:txBody>
      </p:sp>
      <p:sp>
        <p:nvSpPr>
          <p:cNvPr id="5596" name="Rectangle 5503"/>
          <p:cNvSpPr/>
          <p:nvPr/>
        </p:nvSpPr>
        <p:spPr>
          <a:xfrm>
            <a:off x="3072383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7" name="TextBox 5504"/>
          <p:cNvSpPr txBox="1"/>
          <p:nvPr/>
        </p:nvSpPr>
        <p:spPr>
          <a:xfrm>
            <a:off x="3285118" y="8311895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r33</a:t>
            </a:r>
          </a:p>
        </p:txBody>
      </p:sp>
      <p:sp>
        <p:nvSpPr>
          <p:cNvPr id="5598" name="Rectangle 5505"/>
          <p:cNvSpPr/>
          <p:nvPr/>
        </p:nvSpPr>
        <p:spPr>
          <a:xfrm>
            <a:off x="4133086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9" name="TextBox 5506"/>
          <p:cNvSpPr txBox="1"/>
          <p:nvPr/>
        </p:nvSpPr>
        <p:spPr>
          <a:xfrm>
            <a:off x="4345823" y="8311895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r34</a:t>
            </a:r>
          </a:p>
        </p:txBody>
      </p:sp>
      <p:sp>
        <p:nvSpPr>
          <p:cNvPr id="5600" name="Rectangle 5507"/>
          <p:cNvSpPr/>
          <p:nvPr/>
        </p:nvSpPr>
        <p:spPr>
          <a:xfrm>
            <a:off x="5193791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1" name="TextBox 5508"/>
          <p:cNvSpPr txBox="1"/>
          <p:nvPr/>
        </p:nvSpPr>
        <p:spPr>
          <a:xfrm>
            <a:off x="5406526" y="8311895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r35</a:t>
            </a:r>
          </a:p>
        </p:txBody>
      </p:sp>
      <p:sp>
        <p:nvSpPr>
          <p:cNvPr id="5602" name="Rectangle 5509"/>
          <p:cNvSpPr/>
          <p:nvPr/>
        </p:nvSpPr>
        <p:spPr>
          <a:xfrm>
            <a:off x="6254496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3" name="TextBox 5510"/>
          <p:cNvSpPr txBox="1"/>
          <p:nvPr/>
        </p:nvSpPr>
        <p:spPr>
          <a:xfrm>
            <a:off x="6467230" y="8311895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r36</a:t>
            </a:r>
          </a:p>
        </p:txBody>
      </p:sp>
      <p:sp>
        <p:nvSpPr>
          <p:cNvPr id="5604" name="Rectangle 5511"/>
          <p:cNvSpPr/>
          <p:nvPr/>
        </p:nvSpPr>
        <p:spPr>
          <a:xfrm>
            <a:off x="7315199" y="8275319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5" name="TextBox 5512"/>
          <p:cNvSpPr txBox="1"/>
          <p:nvPr/>
        </p:nvSpPr>
        <p:spPr>
          <a:xfrm>
            <a:off x="7527934" y="8311895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r37</a:t>
            </a:r>
          </a:p>
        </p:txBody>
      </p:sp>
      <p:sp>
        <p:nvSpPr>
          <p:cNvPr id="5606" name="Rectangle 5513"/>
          <p:cNvSpPr/>
          <p:nvPr/>
        </p:nvSpPr>
        <p:spPr>
          <a:xfrm>
            <a:off x="8375904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7" name="TextBox 5514"/>
          <p:cNvSpPr txBox="1"/>
          <p:nvPr/>
        </p:nvSpPr>
        <p:spPr>
          <a:xfrm>
            <a:off x="8588638" y="8311895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r38</a:t>
            </a:r>
          </a:p>
        </p:txBody>
      </p:sp>
      <p:sp>
        <p:nvSpPr>
          <p:cNvPr id="5608" name="Rectangle 5515"/>
          <p:cNvSpPr/>
          <p:nvPr/>
        </p:nvSpPr>
        <p:spPr>
          <a:xfrm>
            <a:off x="9436607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9" name="TextBox 5516"/>
          <p:cNvSpPr txBox="1"/>
          <p:nvPr/>
        </p:nvSpPr>
        <p:spPr>
          <a:xfrm>
            <a:off x="9649342" y="8311895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r39</a:t>
            </a:r>
          </a:p>
        </p:txBody>
      </p:sp>
      <p:sp>
        <p:nvSpPr>
          <p:cNvPr id="5610" name="TextBox 5517"/>
          <p:cNvSpPr txBox="1"/>
          <p:nvPr/>
        </p:nvSpPr>
        <p:spPr>
          <a:xfrm>
            <a:off x="621791" y="9171431"/>
            <a:ext cx="5041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5</a:t>
            </a:r>
          </a:p>
        </p:txBody>
      </p:sp>
      <p:sp>
        <p:nvSpPr>
          <p:cNvPr id="5611" name="Rectangle 5518"/>
          <p:cNvSpPr/>
          <p:nvPr/>
        </p:nvSpPr>
        <p:spPr>
          <a:xfrm>
            <a:off x="2011679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2" name="TextBox 5519"/>
          <p:cNvSpPr txBox="1"/>
          <p:nvPr/>
        </p:nvSpPr>
        <p:spPr>
          <a:xfrm>
            <a:off x="2224416" y="91714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r40</a:t>
            </a:r>
          </a:p>
        </p:txBody>
      </p:sp>
      <p:sp>
        <p:nvSpPr>
          <p:cNvPr id="5613" name="Rectangle 5520"/>
          <p:cNvSpPr/>
          <p:nvPr/>
        </p:nvSpPr>
        <p:spPr>
          <a:xfrm>
            <a:off x="3072383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4" name="TextBox 5521"/>
          <p:cNvSpPr txBox="1"/>
          <p:nvPr/>
        </p:nvSpPr>
        <p:spPr>
          <a:xfrm>
            <a:off x="3285118" y="91714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r41</a:t>
            </a:r>
          </a:p>
        </p:txBody>
      </p:sp>
      <p:sp>
        <p:nvSpPr>
          <p:cNvPr id="5615" name="Rectangle 5522"/>
          <p:cNvSpPr/>
          <p:nvPr/>
        </p:nvSpPr>
        <p:spPr>
          <a:xfrm>
            <a:off x="4133086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6" name="TextBox 5523"/>
          <p:cNvSpPr txBox="1"/>
          <p:nvPr/>
        </p:nvSpPr>
        <p:spPr>
          <a:xfrm>
            <a:off x="4345823" y="91714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r42</a:t>
            </a:r>
          </a:p>
        </p:txBody>
      </p:sp>
      <p:sp>
        <p:nvSpPr>
          <p:cNvPr id="5617" name="Rectangle 5524"/>
          <p:cNvSpPr/>
          <p:nvPr/>
        </p:nvSpPr>
        <p:spPr>
          <a:xfrm>
            <a:off x="5193791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8" name="TextBox 5525"/>
          <p:cNvSpPr txBox="1"/>
          <p:nvPr/>
        </p:nvSpPr>
        <p:spPr>
          <a:xfrm>
            <a:off x="5406526" y="91714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r43</a:t>
            </a:r>
          </a:p>
        </p:txBody>
      </p:sp>
      <p:sp>
        <p:nvSpPr>
          <p:cNvPr id="5619" name="Rectangle 5526"/>
          <p:cNvSpPr/>
          <p:nvPr/>
        </p:nvSpPr>
        <p:spPr>
          <a:xfrm>
            <a:off x="6254496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0" name="TextBox 5527"/>
          <p:cNvSpPr txBox="1"/>
          <p:nvPr/>
        </p:nvSpPr>
        <p:spPr>
          <a:xfrm>
            <a:off x="6467230" y="91714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r44</a:t>
            </a:r>
          </a:p>
        </p:txBody>
      </p:sp>
      <p:sp>
        <p:nvSpPr>
          <p:cNvPr id="5621" name="Rectangle 5528"/>
          <p:cNvSpPr/>
          <p:nvPr/>
        </p:nvSpPr>
        <p:spPr>
          <a:xfrm>
            <a:off x="7315199" y="9134856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2" name="TextBox 5529"/>
          <p:cNvSpPr txBox="1"/>
          <p:nvPr/>
        </p:nvSpPr>
        <p:spPr>
          <a:xfrm>
            <a:off x="7527934" y="91714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r45</a:t>
            </a:r>
          </a:p>
        </p:txBody>
      </p:sp>
      <p:sp>
        <p:nvSpPr>
          <p:cNvPr id="5623" name="Rectangle 5530"/>
          <p:cNvSpPr/>
          <p:nvPr/>
        </p:nvSpPr>
        <p:spPr>
          <a:xfrm>
            <a:off x="8375904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4" name="TextBox 5531"/>
          <p:cNvSpPr txBox="1"/>
          <p:nvPr/>
        </p:nvSpPr>
        <p:spPr>
          <a:xfrm>
            <a:off x="8588638" y="91714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r46</a:t>
            </a:r>
          </a:p>
        </p:txBody>
      </p:sp>
      <p:sp>
        <p:nvSpPr>
          <p:cNvPr id="5625" name="Rectangle 5532"/>
          <p:cNvSpPr/>
          <p:nvPr/>
        </p:nvSpPr>
        <p:spPr>
          <a:xfrm>
            <a:off x="9436607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6" name="TextBox 5533"/>
          <p:cNvSpPr txBox="1"/>
          <p:nvPr/>
        </p:nvSpPr>
        <p:spPr>
          <a:xfrm>
            <a:off x="9649342" y="91714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r47</a:t>
            </a:r>
          </a:p>
        </p:txBody>
      </p:sp>
      <p:sp>
        <p:nvSpPr>
          <p:cNvPr id="5627" name="TextBox 5534"/>
          <p:cNvSpPr txBox="1"/>
          <p:nvPr/>
        </p:nvSpPr>
        <p:spPr>
          <a:xfrm>
            <a:off x="621791" y="10030968"/>
            <a:ext cx="5041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6</a:t>
            </a:r>
          </a:p>
        </p:txBody>
      </p:sp>
      <p:sp>
        <p:nvSpPr>
          <p:cNvPr id="5628" name="Rectangle 5535"/>
          <p:cNvSpPr/>
          <p:nvPr/>
        </p:nvSpPr>
        <p:spPr>
          <a:xfrm>
            <a:off x="2011679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9" name="TextBox 5536"/>
          <p:cNvSpPr txBox="1"/>
          <p:nvPr/>
        </p:nvSpPr>
        <p:spPr>
          <a:xfrm>
            <a:off x="2224416" y="1003096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r48</a:t>
            </a:r>
          </a:p>
        </p:txBody>
      </p:sp>
      <p:sp>
        <p:nvSpPr>
          <p:cNvPr id="5630" name="Rectangle 5537"/>
          <p:cNvSpPr/>
          <p:nvPr/>
        </p:nvSpPr>
        <p:spPr>
          <a:xfrm>
            <a:off x="3072383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1" name="TextBox 5538"/>
          <p:cNvSpPr txBox="1"/>
          <p:nvPr/>
        </p:nvSpPr>
        <p:spPr>
          <a:xfrm>
            <a:off x="3285118" y="1003096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r49</a:t>
            </a:r>
          </a:p>
        </p:txBody>
      </p:sp>
      <p:sp>
        <p:nvSpPr>
          <p:cNvPr id="5632" name="Rectangle 5539"/>
          <p:cNvSpPr/>
          <p:nvPr/>
        </p:nvSpPr>
        <p:spPr>
          <a:xfrm>
            <a:off x="4133086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3" name="TextBox 5540"/>
          <p:cNvSpPr txBox="1"/>
          <p:nvPr/>
        </p:nvSpPr>
        <p:spPr>
          <a:xfrm>
            <a:off x="4345823" y="1003096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r50</a:t>
            </a:r>
          </a:p>
        </p:txBody>
      </p:sp>
      <p:sp>
        <p:nvSpPr>
          <p:cNvPr id="5634" name="Rectangle 5541"/>
          <p:cNvSpPr/>
          <p:nvPr/>
        </p:nvSpPr>
        <p:spPr>
          <a:xfrm>
            <a:off x="5193791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5" name="TextBox 5542"/>
          <p:cNvSpPr txBox="1"/>
          <p:nvPr/>
        </p:nvSpPr>
        <p:spPr>
          <a:xfrm>
            <a:off x="5406526" y="1003096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r51</a:t>
            </a:r>
          </a:p>
        </p:txBody>
      </p:sp>
      <p:sp>
        <p:nvSpPr>
          <p:cNvPr id="5636" name="Rectangle 5543"/>
          <p:cNvSpPr/>
          <p:nvPr/>
        </p:nvSpPr>
        <p:spPr>
          <a:xfrm>
            <a:off x="6254496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7" name="TextBox 5544"/>
          <p:cNvSpPr txBox="1"/>
          <p:nvPr/>
        </p:nvSpPr>
        <p:spPr>
          <a:xfrm>
            <a:off x="6467230" y="1003096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r52</a:t>
            </a:r>
          </a:p>
        </p:txBody>
      </p:sp>
      <p:sp>
        <p:nvSpPr>
          <p:cNvPr id="5638" name="Rectangle 5545"/>
          <p:cNvSpPr/>
          <p:nvPr/>
        </p:nvSpPr>
        <p:spPr>
          <a:xfrm>
            <a:off x="7315199" y="9994392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9" name="TextBox 5546"/>
          <p:cNvSpPr txBox="1"/>
          <p:nvPr/>
        </p:nvSpPr>
        <p:spPr>
          <a:xfrm>
            <a:off x="7527934" y="1003096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r53</a:t>
            </a:r>
          </a:p>
        </p:txBody>
      </p:sp>
      <p:sp>
        <p:nvSpPr>
          <p:cNvPr id="5640" name="Rectangle 5547"/>
          <p:cNvSpPr/>
          <p:nvPr/>
        </p:nvSpPr>
        <p:spPr>
          <a:xfrm>
            <a:off x="8375904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41" name="TextBox 5548"/>
          <p:cNvSpPr txBox="1"/>
          <p:nvPr/>
        </p:nvSpPr>
        <p:spPr>
          <a:xfrm>
            <a:off x="8588638" y="1003096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r54</a:t>
            </a:r>
          </a:p>
        </p:txBody>
      </p:sp>
      <p:sp>
        <p:nvSpPr>
          <p:cNvPr id="5642" name="Rectangle 5549"/>
          <p:cNvSpPr/>
          <p:nvPr/>
        </p:nvSpPr>
        <p:spPr>
          <a:xfrm>
            <a:off x="9436607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43" name="TextBox 5550"/>
          <p:cNvSpPr txBox="1"/>
          <p:nvPr/>
        </p:nvSpPr>
        <p:spPr>
          <a:xfrm>
            <a:off x="9649342" y="1003096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r55</a:t>
            </a:r>
          </a:p>
        </p:txBody>
      </p:sp>
      <p:sp>
        <p:nvSpPr>
          <p:cNvPr id="5644" name="TextBox 5551"/>
          <p:cNvSpPr txBox="1"/>
          <p:nvPr/>
        </p:nvSpPr>
        <p:spPr>
          <a:xfrm>
            <a:off x="621791" y="10890504"/>
            <a:ext cx="5041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7</a:t>
            </a:r>
          </a:p>
        </p:txBody>
      </p:sp>
      <p:sp>
        <p:nvSpPr>
          <p:cNvPr id="5645" name="Rectangle 5552"/>
          <p:cNvSpPr/>
          <p:nvPr/>
        </p:nvSpPr>
        <p:spPr>
          <a:xfrm>
            <a:off x="2011679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46" name="TextBox 5553"/>
          <p:cNvSpPr txBox="1"/>
          <p:nvPr/>
        </p:nvSpPr>
        <p:spPr>
          <a:xfrm>
            <a:off x="2224416" y="10890504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r56</a:t>
            </a:r>
          </a:p>
        </p:txBody>
      </p:sp>
      <p:sp>
        <p:nvSpPr>
          <p:cNvPr id="5647" name="Rectangle 5554"/>
          <p:cNvSpPr/>
          <p:nvPr/>
        </p:nvSpPr>
        <p:spPr>
          <a:xfrm>
            <a:off x="3072383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48" name="TextBox 5555"/>
          <p:cNvSpPr txBox="1"/>
          <p:nvPr/>
        </p:nvSpPr>
        <p:spPr>
          <a:xfrm>
            <a:off x="3285118" y="10890504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r57</a:t>
            </a:r>
          </a:p>
        </p:txBody>
      </p:sp>
      <p:sp>
        <p:nvSpPr>
          <p:cNvPr id="5649" name="Rectangle 5556"/>
          <p:cNvSpPr/>
          <p:nvPr/>
        </p:nvSpPr>
        <p:spPr>
          <a:xfrm>
            <a:off x="4133086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0" name="TextBox 5557"/>
          <p:cNvSpPr txBox="1"/>
          <p:nvPr/>
        </p:nvSpPr>
        <p:spPr>
          <a:xfrm>
            <a:off x="4345823" y="10890504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r58</a:t>
            </a:r>
          </a:p>
        </p:txBody>
      </p:sp>
      <p:sp>
        <p:nvSpPr>
          <p:cNvPr id="5651" name="Rectangle 5558"/>
          <p:cNvSpPr/>
          <p:nvPr/>
        </p:nvSpPr>
        <p:spPr>
          <a:xfrm>
            <a:off x="5193791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2" name="TextBox 5559"/>
          <p:cNvSpPr txBox="1"/>
          <p:nvPr/>
        </p:nvSpPr>
        <p:spPr>
          <a:xfrm>
            <a:off x="5406526" y="10890504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r59</a:t>
            </a:r>
          </a:p>
        </p:txBody>
      </p:sp>
      <p:sp>
        <p:nvSpPr>
          <p:cNvPr id="5653" name="Rectangle 5560"/>
          <p:cNvSpPr/>
          <p:nvPr/>
        </p:nvSpPr>
        <p:spPr>
          <a:xfrm>
            <a:off x="6254496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4" name="TextBox 5561"/>
          <p:cNvSpPr txBox="1"/>
          <p:nvPr/>
        </p:nvSpPr>
        <p:spPr>
          <a:xfrm>
            <a:off x="6467230" y="10890504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r60</a:t>
            </a:r>
          </a:p>
        </p:txBody>
      </p:sp>
      <p:sp>
        <p:nvSpPr>
          <p:cNvPr id="5655" name="Rectangle 5562"/>
          <p:cNvSpPr/>
          <p:nvPr/>
        </p:nvSpPr>
        <p:spPr>
          <a:xfrm>
            <a:off x="7315199" y="10853928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6" name="TextBox 5563"/>
          <p:cNvSpPr txBox="1"/>
          <p:nvPr/>
        </p:nvSpPr>
        <p:spPr>
          <a:xfrm>
            <a:off x="7527934" y="10890504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r61</a:t>
            </a:r>
          </a:p>
        </p:txBody>
      </p:sp>
      <p:sp>
        <p:nvSpPr>
          <p:cNvPr id="5657" name="Rectangle 5564"/>
          <p:cNvSpPr/>
          <p:nvPr/>
        </p:nvSpPr>
        <p:spPr>
          <a:xfrm>
            <a:off x="8375904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8" name="TextBox 5565"/>
          <p:cNvSpPr txBox="1"/>
          <p:nvPr/>
        </p:nvSpPr>
        <p:spPr>
          <a:xfrm>
            <a:off x="8588638" y="10890504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r62</a:t>
            </a:r>
          </a:p>
        </p:txBody>
      </p:sp>
      <p:sp>
        <p:nvSpPr>
          <p:cNvPr id="5659" name="Rectangle 5566"/>
          <p:cNvSpPr/>
          <p:nvPr/>
        </p:nvSpPr>
        <p:spPr>
          <a:xfrm>
            <a:off x="9436607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60" name="TextBox 5567"/>
          <p:cNvSpPr txBox="1"/>
          <p:nvPr/>
        </p:nvSpPr>
        <p:spPr>
          <a:xfrm>
            <a:off x="9649342" y="10890504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r63</a:t>
            </a:r>
          </a:p>
        </p:txBody>
      </p:sp>
      <p:sp>
        <p:nvSpPr>
          <p:cNvPr id="5661" name="TextBox 5568"/>
          <p:cNvSpPr txBox="1"/>
          <p:nvPr/>
        </p:nvSpPr>
        <p:spPr>
          <a:xfrm>
            <a:off x="3015678" y="11247119"/>
            <a:ext cx="490486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Every colored column is an independent 8-Node FullMesh</a:t>
            </a:r>
          </a:p>
        </p:txBody>
      </p:sp>
      <p:sp>
        <p:nvSpPr>
          <p:cNvPr id="5662" name="TextBox 5569"/>
          <p:cNvSpPr txBox="1"/>
          <p:nvPr/>
        </p:nvSpPr>
        <p:spPr>
          <a:xfrm>
            <a:off x="14509876" y="3776471"/>
            <a:ext cx="386207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Cabinet 1: all 8 Nodes / all 64 NPUs</a:t>
            </a:r>
          </a:p>
        </p:txBody>
      </p:sp>
      <p:sp>
        <p:nvSpPr>
          <p:cNvPr id="5663" name="Connector 5570"/>
          <p:cNvSpPr/>
          <p:nvPr/>
        </p:nvSpPr>
        <p:spPr>
          <a:xfrm flipV="1">
            <a:off x="13304519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4" name="Connector 5571"/>
          <p:cNvSpPr/>
          <p:nvPr/>
        </p:nvSpPr>
        <p:spPr>
          <a:xfrm flipV="1">
            <a:off x="13392911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5" name="Connector 5572"/>
          <p:cNvSpPr/>
          <p:nvPr/>
        </p:nvSpPr>
        <p:spPr>
          <a:xfrm flipV="1">
            <a:off x="13481304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6" name="Connector 5573"/>
          <p:cNvSpPr/>
          <p:nvPr/>
        </p:nvSpPr>
        <p:spPr>
          <a:xfrm flipV="1">
            <a:off x="13569695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7" name="Connector 5574"/>
          <p:cNvSpPr/>
          <p:nvPr/>
        </p:nvSpPr>
        <p:spPr>
          <a:xfrm flipV="1">
            <a:off x="13658087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8" name="Connector 5575"/>
          <p:cNvSpPr/>
          <p:nvPr/>
        </p:nvSpPr>
        <p:spPr>
          <a:xfrm flipV="1">
            <a:off x="13746478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9" name="Connector 5576"/>
          <p:cNvSpPr/>
          <p:nvPr/>
        </p:nvSpPr>
        <p:spPr>
          <a:xfrm>
            <a:off x="13834871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0" name="Connector 5577"/>
          <p:cNvSpPr/>
          <p:nvPr/>
        </p:nvSpPr>
        <p:spPr>
          <a:xfrm>
            <a:off x="13923263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1" name="Connector 5578"/>
          <p:cNvSpPr/>
          <p:nvPr/>
        </p:nvSpPr>
        <p:spPr>
          <a:xfrm>
            <a:off x="14011656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2" name="Connector 5579"/>
          <p:cNvSpPr/>
          <p:nvPr/>
        </p:nvSpPr>
        <p:spPr>
          <a:xfrm>
            <a:off x="14100047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3" name="Connector 5580"/>
          <p:cNvSpPr/>
          <p:nvPr/>
        </p:nvSpPr>
        <p:spPr>
          <a:xfrm>
            <a:off x="14188439" y="489712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4" name="Connector 5581"/>
          <p:cNvSpPr/>
          <p:nvPr/>
        </p:nvSpPr>
        <p:spPr>
          <a:xfrm>
            <a:off x="14276832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5" name="Connector 5582"/>
          <p:cNvSpPr/>
          <p:nvPr/>
        </p:nvSpPr>
        <p:spPr>
          <a:xfrm flipV="1">
            <a:off x="13304519" y="492340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6" name="Connector 5583"/>
          <p:cNvSpPr/>
          <p:nvPr/>
        </p:nvSpPr>
        <p:spPr>
          <a:xfrm flipV="1">
            <a:off x="13481302" y="4874259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7" name="Connector 5584"/>
          <p:cNvSpPr/>
          <p:nvPr/>
        </p:nvSpPr>
        <p:spPr>
          <a:xfrm flipV="1">
            <a:off x="13658087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8" name="Connector 5585"/>
          <p:cNvSpPr/>
          <p:nvPr/>
        </p:nvSpPr>
        <p:spPr>
          <a:xfrm flipV="1">
            <a:off x="13834871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9" name="Connector 5586"/>
          <p:cNvSpPr/>
          <p:nvPr/>
        </p:nvSpPr>
        <p:spPr>
          <a:xfrm flipV="1">
            <a:off x="14011656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0" name="Connector 5587"/>
          <p:cNvSpPr/>
          <p:nvPr/>
        </p:nvSpPr>
        <p:spPr>
          <a:xfrm flipV="1">
            <a:off x="14188439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1" name="Connector 5588"/>
          <p:cNvSpPr/>
          <p:nvPr/>
        </p:nvSpPr>
        <p:spPr>
          <a:xfrm>
            <a:off x="14365223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2" name="Connector 5589"/>
          <p:cNvSpPr/>
          <p:nvPr/>
        </p:nvSpPr>
        <p:spPr>
          <a:xfrm>
            <a:off x="14542008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3" name="Connector 5590"/>
          <p:cNvSpPr/>
          <p:nvPr/>
        </p:nvSpPr>
        <p:spPr>
          <a:xfrm>
            <a:off x="14718791" y="4808728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4" name="Connector 5591"/>
          <p:cNvSpPr/>
          <p:nvPr/>
        </p:nvSpPr>
        <p:spPr>
          <a:xfrm>
            <a:off x="14895576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5" name="Connector 5592"/>
          <p:cNvSpPr/>
          <p:nvPr/>
        </p:nvSpPr>
        <p:spPr>
          <a:xfrm>
            <a:off x="15072360" y="4874259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6" name="Connector 5593"/>
          <p:cNvSpPr/>
          <p:nvPr/>
        </p:nvSpPr>
        <p:spPr>
          <a:xfrm>
            <a:off x="15249143" y="492340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7" name="Connector 5594"/>
          <p:cNvSpPr/>
          <p:nvPr/>
        </p:nvSpPr>
        <p:spPr>
          <a:xfrm flipV="1">
            <a:off x="13304519" y="4910835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8" name="Connector 5595"/>
          <p:cNvSpPr/>
          <p:nvPr/>
        </p:nvSpPr>
        <p:spPr>
          <a:xfrm flipV="1">
            <a:off x="13569695" y="4851399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9" name="Connector 5596"/>
          <p:cNvSpPr/>
          <p:nvPr/>
        </p:nvSpPr>
        <p:spPr>
          <a:xfrm flipV="1">
            <a:off x="13834871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0" name="Connector 5597"/>
          <p:cNvSpPr/>
          <p:nvPr/>
        </p:nvSpPr>
        <p:spPr>
          <a:xfrm flipV="1">
            <a:off x="14100047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1" name="Connector 5598"/>
          <p:cNvSpPr/>
          <p:nvPr/>
        </p:nvSpPr>
        <p:spPr>
          <a:xfrm flipV="1">
            <a:off x="14365223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2" name="Connector 5599"/>
          <p:cNvSpPr/>
          <p:nvPr/>
        </p:nvSpPr>
        <p:spPr>
          <a:xfrm flipV="1">
            <a:off x="14630400" y="4745735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3" name="Connector 5600"/>
          <p:cNvSpPr/>
          <p:nvPr/>
        </p:nvSpPr>
        <p:spPr>
          <a:xfrm>
            <a:off x="14895576" y="4745735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4" name="Connector 5601"/>
          <p:cNvSpPr/>
          <p:nvPr/>
        </p:nvSpPr>
        <p:spPr>
          <a:xfrm>
            <a:off x="15160750" y="4752340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5" name="Connector 5602"/>
          <p:cNvSpPr/>
          <p:nvPr/>
        </p:nvSpPr>
        <p:spPr>
          <a:xfrm>
            <a:off x="15425928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6" name="Connector 5603"/>
          <p:cNvSpPr/>
          <p:nvPr/>
        </p:nvSpPr>
        <p:spPr>
          <a:xfrm>
            <a:off x="15691104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7" name="Connector 5604"/>
          <p:cNvSpPr/>
          <p:nvPr/>
        </p:nvSpPr>
        <p:spPr>
          <a:xfrm>
            <a:off x="15956280" y="4851400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8" name="Connector 5605"/>
          <p:cNvSpPr/>
          <p:nvPr/>
        </p:nvSpPr>
        <p:spPr>
          <a:xfrm>
            <a:off x="16221454" y="4910835"/>
            <a:ext cx="265178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9" name="Connector 5606"/>
          <p:cNvSpPr/>
          <p:nvPr/>
        </p:nvSpPr>
        <p:spPr>
          <a:xfrm flipV="1">
            <a:off x="13304519" y="4898261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0" name="Connector 5607"/>
          <p:cNvSpPr/>
          <p:nvPr/>
        </p:nvSpPr>
        <p:spPr>
          <a:xfrm flipV="1">
            <a:off x="13658087" y="4828540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1" name="Connector 5608"/>
          <p:cNvSpPr/>
          <p:nvPr/>
        </p:nvSpPr>
        <p:spPr>
          <a:xfrm flipV="1">
            <a:off x="14011656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2" name="Connector 5609"/>
          <p:cNvSpPr/>
          <p:nvPr/>
        </p:nvSpPr>
        <p:spPr>
          <a:xfrm flipV="1">
            <a:off x="14365223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3" name="Connector 5610"/>
          <p:cNvSpPr/>
          <p:nvPr/>
        </p:nvSpPr>
        <p:spPr>
          <a:xfrm flipV="1">
            <a:off x="14718791" y="4712334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4" name="Connector 5611"/>
          <p:cNvSpPr/>
          <p:nvPr/>
        </p:nvSpPr>
        <p:spPr>
          <a:xfrm flipV="1">
            <a:off x="15072359" y="4704588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5" name="Connector 5612"/>
          <p:cNvSpPr/>
          <p:nvPr/>
        </p:nvSpPr>
        <p:spPr>
          <a:xfrm>
            <a:off x="15425928" y="4704588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6" name="Connector 5613"/>
          <p:cNvSpPr/>
          <p:nvPr/>
        </p:nvSpPr>
        <p:spPr>
          <a:xfrm>
            <a:off x="15779495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7" name="Connector 5614"/>
          <p:cNvSpPr/>
          <p:nvPr/>
        </p:nvSpPr>
        <p:spPr>
          <a:xfrm>
            <a:off x="16133063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8" name="Connector 5615"/>
          <p:cNvSpPr/>
          <p:nvPr/>
        </p:nvSpPr>
        <p:spPr>
          <a:xfrm>
            <a:off x="16486632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9" name="Connector 5616"/>
          <p:cNvSpPr/>
          <p:nvPr/>
        </p:nvSpPr>
        <p:spPr>
          <a:xfrm>
            <a:off x="16840199" y="4828540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0" name="Connector 5617"/>
          <p:cNvSpPr/>
          <p:nvPr/>
        </p:nvSpPr>
        <p:spPr>
          <a:xfrm>
            <a:off x="17193767" y="4898263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1" name="Connector 5618"/>
          <p:cNvSpPr/>
          <p:nvPr/>
        </p:nvSpPr>
        <p:spPr>
          <a:xfrm flipV="1">
            <a:off x="13304519" y="488568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2" name="Connector 5619"/>
          <p:cNvSpPr/>
          <p:nvPr/>
        </p:nvSpPr>
        <p:spPr>
          <a:xfrm flipV="1">
            <a:off x="13746478" y="480567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3" name="Connector 5620"/>
          <p:cNvSpPr/>
          <p:nvPr/>
        </p:nvSpPr>
        <p:spPr>
          <a:xfrm flipV="1">
            <a:off x="14188439" y="474345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4" name="Connector 5621"/>
          <p:cNvSpPr/>
          <p:nvPr/>
        </p:nvSpPr>
        <p:spPr>
          <a:xfrm flipV="1">
            <a:off x="14630400" y="4698999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5" name="Connector 5622"/>
          <p:cNvSpPr/>
          <p:nvPr/>
        </p:nvSpPr>
        <p:spPr>
          <a:xfrm flipV="1">
            <a:off x="15072360" y="4672329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6" name="Connector 5623"/>
          <p:cNvSpPr/>
          <p:nvPr/>
        </p:nvSpPr>
        <p:spPr>
          <a:xfrm flipV="1">
            <a:off x="15514319" y="4663440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7" name="Connector 5624"/>
          <p:cNvSpPr/>
          <p:nvPr/>
        </p:nvSpPr>
        <p:spPr>
          <a:xfrm>
            <a:off x="15956280" y="4663440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8" name="Connector 5625"/>
          <p:cNvSpPr/>
          <p:nvPr/>
        </p:nvSpPr>
        <p:spPr>
          <a:xfrm>
            <a:off x="16398239" y="467232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9" name="Connector 5626"/>
          <p:cNvSpPr/>
          <p:nvPr/>
        </p:nvSpPr>
        <p:spPr>
          <a:xfrm>
            <a:off x="16840200" y="469900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0" name="Connector 5627"/>
          <p:cNvSpPr/>
          <p:nvPr/>
        </p:nvSpPr>
        <p:spPr>
          <a:xfrm>
            <a:off x="17282160" y="4743449"/>
            <a:ext cx="441961" cy="62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1" name="Connector 5628"/>
          <p:cNvSpPr/>
          <p:nvPr/>
        </p:nvSpPr>
        <p:spPr>
          <a:xfrm>
            <a:off x="17724119" y="4805679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2" name="Connector 5629"/>
          <p:cNvSpPr/>
          <p:nvPr/>
        </p:nvSpPr>
        <p:spPr>
          <a:xfrm>
            <a:off x="18166078" y="4885688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3" name="Connector 5630"/>
          <p:cNvSpPr/>
          <p:nvPr/>
        </p:nvSpPr>
        <p:spPr>
          <a:xfrm flipV="1">
            <a:off x="13304519" y="4873116"/>
            <a:ext cx="530352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4" name="Connector 5631"/>
          <p:cNvSpPr/>
          <p:nvPr/>
        </p:nvSpPr>
        <p:spPr>
          <a:xfrm flipV="1">
            <a:off x="13834870" y="4782820"/>
            <a:ext cx="530354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5" name="Connector 5632"/>
          <p:cNvSpPr/>
          <p:nvPr/>
        </p:nvSpPr>
        <p:spPr>
          <a:xfrm flipV="1">
            <a:off x="14365223" y="4712589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6" name="Connector 5633"/>
          <p:cNvSpPr/>
          <p:nvPr/>
        </p:nvSpPr>
        <p:spPr>
          <a:xfrm flipV="1">
            <a:off x="14895576" y="4662423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7" name="Connector 5634"/>
          <p:cNvSpPr/>
          <p:nvPr/>
        </p:nvSpPr>
        <p:spPr>
          <a:xfrm flipV="1">
            <a:off x="15425928" y="4632323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8" name="Connector 5635"/>
          <p:cNvSpPr/>
          <p:nvPr/>
        </p:nvSpPr>
        <p:spPr>
          <a:xfrm flipV="1">
            <a:off x="15956280" y="4622291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9" name="Connector 5636"/>
          <p:cNvSpPr/>
          <p:nvPr/>
        </p:nvSpPr>
        <p:spPr>
          <a:xfrm>
            <a:off x="16486632" y="462229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0" name="Connector 5637"/>
          <p:cNvSpPr/>
          <p:nvPr/>
        </p:nvSpPr>
        <p:spPr>
          <a:xfrm>
            <a:off x="17016984" y="4632325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1" name="Connector 5638"/>
          <p:cNvSpPr/>
          <p:nvPr/>
        </p:nvSpPr>
        <p:spPr>
          <a:xfrm>
            <a:off x="17547336" y="4662423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2" name="Connector 5639"/>
          <p:cNvSpPr/>
          <p:nvPr/>
        </p:nvSpPr>
        <p:spPr>
          <a:xfrm>
            <a:off x="18077687" y="4712589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3" name="Connector 5640"/>
          <p:cNvSpPr/>
          <p:nvPr/>
        </p:nvSpPr>
        <p:spPr>
          <a:xfrm>
            <a:off x="18608039" y="4782820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4" name="Connector 5641"/>
          <p:cNvSpPr/>
          <p:nvPr/>
        </p:nvSpPr>
        <p:spPr>
          <a:xfrm>
            <a:off x="19138391" y="4873116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5" name="Connector 5642"/>
          <p:cNvSpPr/>
          <p:nvPr/>
        </p:nvSpPr>
        <p:spPr>
          <a:xfrm flipV="1">
            <a:off x="13304519" y="4860542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6" name="Connector 5643"/>
          <p:cNvSpPr/>
          <p:nvPr/>
        </p:nvSpPr>
        <p:spPr>
          <a:xfrm flipV="1">
            <a:off x="13923263" y="4759959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7" name="Connector 5644"/>
          <p:cNvSpPr/>
          <p:nvPr/>
        </p:nvSpPr>
        <p:spPr>
          <a:xfrm flipV="1">
            <a:off x="14542008" y="4681728"/>
            <a:ext cx="618744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8" name="Connector 5645"/>
          <p:cNvSpPr/>
          <p:nvPr/>
        </p:nvSpPr>
        <p:spPr>
          <a:xfrm flipV="1">
            <a:off x="15160750" y="4625847"/>
            <a:ext cx="618746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9" name="Connector 5646"/>
          <p:cNvSpPr/>
          <p:nvPr/>
        </p:nvSpPr>
        <p:spPr>
          <a:xfrm flipV="1">
            <a:off x="15779495" y="4592320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0" name="Connector 5647"/>
          <p:cNvSpPr/>
          <p:nvPr/>
        </p:nvSpPr>
        <p:spPr>
          <a:xfrm flipV="1">
            <a:off x="16398239" y="4581144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1" name="Connector 5648"/>
          <p:cNvSpPr/>
          <p:nvPr/>
        </p:nvSpPr>
        <p:spPr>
          <a:xfrm>
            <a:off x="17016984" y="4581144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2" name="Connector 5649"/>
          <p:cNvSpPr/>
          <p:nvPr/>
        </p:nvSpPr>
        <p:spPr>
          <a:xfrm>
            <a:off x="17635728" y="4592320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3" name="Connector 5650"/>
          <p:cNvSpPr/>
          <p:nvPr/>
        </p:nvSpPr>
        <p:spPr>
          <a:xfrm>
            <a:off x="18254471" y="4625847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4" name="Connector 5651"/>
          <p:cNvSpPr/>
          <p:nvPr/>
        </p:nvSpPr>
        <p:spPr>
          <a:xfrm>
            <a:off x="18873215" y="4681728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5" name="Connector 5652"/>
          <p:cNvSpPr/>
          <p:nvPr/>
        </p:nvSpPr>
        <p:spPr>
          <a:xfrm>
            <a:off x="19491960" y="4759959"/>
            <a:ext cx="618744" cy="100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6" name="Connector 5653"/>
          <p:cNvSpPr/>
          <p:nvPr/>
        </p:nvSpPr>
        <p:spPr>
          <a:xfrm>
            <a:off x="20110702" y="4860544"/>
            <a:ext cx="618746" cy="12293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7" name="Connector 5654"/>
          <p:cNvSpPr/>
          <p:nvPr/>
        </p:nvSpPr>
        <p:spPr>
          <a:xfrm flipV="1">
            <a:off x="14365223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8" name="Connector 5655"/>
          <p:cNvSpPr/>
          <p:nvPr/>
        </p:nvSpPr>
        <p:spPr>
          <a:xfrm flipV="1">
            <a:off x="14453615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9" name="Connector 5656"/>
          <p:cNvSpPr/>
          <p:nvPr/>
        </p:nvSpPr>
        <p:spPr>
          <a:xfrm flipV="1">
            <a:off x="14542008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0" name="Connector 5657"/>
          <p:cNvSpPr/>
          <p:nvPr/>
        </p:nvSpPr>
        <p:spPr>
          <a:xfrm flipV="1">
            <a:off x="14630399" y="4845303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1" name="Connector 5658"/>
          <p:cNvSpPr/>
          <p:nvPr/>
        </p:nvSpPr>
        <p:spPr>
          <a:xfrm flipV="1">
            <a:off x="14718791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2" name="Connector 5659"/>
          <p:cNvSpPr/>
          <p:nvPr/>
        </p:nvSpPr>
        <p:spPr>
          <a:xfrm flipV="1">
            <a:off x="14807183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3" name="Connector 5660"/>
          <p:cNvSpPr/>
          <p:nvPr/>
        </p:nvSpPr>
        <p:spPr>
          <a:xfrm>
            <a:off x="14895576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4" name="Connector 5661"/>
          <p:cNvSpPr/>
          <p:nvPr/>
        </p:nvSpPr>
        <p:spPr>
          <a:xfrm>
            <a:off x="14983967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5" name="Connector 5662"/>
          <p:cNvSpPr/>
          <p:nvPr/>
        </p:nvSpPr>
        <p:spPr>
          <a:xfrm>
            <a:off x="15072360" y="4845303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6" name="Connector 5663"/>
          <p:cNvSpPr/>
          <p:nvPr/>
        </p:nvSpPr>
        <p:spPr>
          <a:xfrm>
            <a:off x="15160750" y="4866894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7" name="Connector 5664"/>
          <p:cNvSpPr/>
          <p:nvPr/>
        </p:nvSpPr>
        <p:spPr>
          <a:xfrm>
            <a:off x="15249143" y="489712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8" name="Connector 5665"/>
          <p:cNvSpPr/>
          <p:nvPr/>
        </p:nvSpPr>
        <p:spPr>
          <a:xfrm>
            <a:off x="15337536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9" name="Connector 5666"/>
          <p:cNvSpPr/>
          <p:nvPr/>
        </p:nvSpPr>
        <p:spPr>
          <a:xfrm flipV="1">
            <a:off x="14365223" y="492340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0" name="Connector 5667"/>
          <p:cNvSpPr/>
          <p:nvPr/>
        </p:nvSpPr>
        <p:spPr>
          <a:xfrm flipV="1">
            <a:off x="14542006" y="4874259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1" name="Connector 5668"/>
          <p:cNvSpPr/>
          <p:nvPr/>
        </p:nvSpPr>
        <p:spPr>
          <a:xfrm flipV="1">
            <a:off x="14718791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2" name="Connector 5669"/>
          <p:cNvSpPr/>
          <p:nvPr/>
        </p:nvSpPr>
        <p:spPr>
          <a:xfrm flipV="1">
            <a:off x="14895576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3" name="Connector 5670"/>
          <p:cNvSpPr/>
          <p:nvPr/>
        </p:nvSpPr>
        <p:spPr>
          <a:xfrm flipV="1">
            <a:off x="15072360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4" name="Connector 5671"/>
          <p:cNvSpPr/>
          <p:nvPr/>
        </p:nvSpPr>
        <p:spPr>
          <a:xfrm flipV="1">
            <a:off x="15249143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5" name="Connector 5672"/>
          <p:cNvSpPr/>
          <p:nvPr/>
        </p:nvSpPr>
        <p:spPr>
          <a:xfrm>
            <a:off x="15425928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6" name="Connector 5673"/>
          <p:cNvSpPr/>
          <p:nvPr/>
        </p:nvSpPr>
        <p:spPr>
          <a:xfrm>
            <a:off x="15602712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7" name="Connector 5674"/>
          <p:cNvSpPr/>
          <p:nvPr/>
        </p:nvSpPr>
        <p:spPr>
          <a:xfrm>
            <a:off x="15779495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8" name="Connector 5675"/>
          <p:cNvSpPr/>
          <p:nvPr/>
        </p:nvSpPr>
        <p:spPr>
          <a:xfrm>
            <a:off x="15956280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9" name="Connector 5676"/>
          <p:cNvSpPr/>
          <p:nvPr/>
        </p:nvSpPr>
        <p:spPr>
          <a:xfrm>
            <a:off x="16133063" y="4874259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0" name="Connector 5677"/>
          <p:cNvSpPr/>
          <p:nvPr/>
        </p:nvSpPr>
        <p:spPr>
          <a:xfrm>
            <a:off x="16309847" y="492340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1" name="Connector 5678"/>
          <p:cNvSpPr/>
          <p:nvPr/>
        </p:nvSpPr>
        <p:spPr>
          <a:xfrm flipV="1">
            <a:off x="14365223" y="4910835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2" name="Connector 5679"/>
          <p:cNvSpPr/>
          <p:nvPr/>
        </p:nvSpPr>
        <p:spPr>
          <a:xfrm flipV="1">
            <a:off x="14630398" y="4851399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3" name="Connector 5680"/>
          <p:cNvSpPr/>
          <p:nvPr/>
        </p:nvSpPr>
        <p:spPr>
          <a:xfrm flipV="1">
            <a:off x="14895576" y="4805171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4" name="Connector 5681"/>
          <p:cNvSpPr/>
          <p:nvPr/>
        </p:nvSpPr>
        <p:spPr>
          <a:xfrm flipV="1">
            <a:off x="15160750" y="4772152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5" name="Connector 5682"/>
          <p:cNvSpPr/>
          <p:nvPr/>
        </p:nvSpPr>
        <p:spPr>
          <a:xfrm flipV="1">
            <a:off x="15425928" y="4752340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6" name="Connector 5683"/>
          <p:cNvSpPr/>
          <p:nvPr/>
        </p:nvSpPr>
        <p:spPr>
          <a:xfrm flipV="1">
            <a:off x="15691102" y="4745735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7" name="Connector 5684"/>
          <p:cNvSpPr/>
          <p:nvPr/>
        </p:nvSpPr>
        <p:spPr>
          <a:xfrm>
            <a:off x="15956280" y="4745735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8" name="Connector 5685"/>
          <p:cNvSpPr/>
          <p:nvPr/>
        </p:nvSpPr>
        <p:spPr>
          <a:xfrm>
            <a:off x="16221454" y="4752340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9" name="Connector 5686"/>
          <p:cNvSpPr/>
          <p:nvPr/>
        </p:nvSpPr>
        <p:spPr>
          <a:xfrm>
            <a:off x="16486632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0" name="Connector 5687"/>
          <p:cNvSpPr/>
          <p:nvPr/>
        </p:nvSpPr>
        <p:spPr>
          <a:xfrm>
            <a:off x="16751808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1" name="Connector 5688"/>
          <p:cNvSpPr/>
          <p:nvPr/>
        </p:nvSpPr>
        <p:spPr>
          <a:xfrm>
            <a:off x="17016984" y="485140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2" name="Connector 5689"/>
          <p:cNvSpPr/>
          <p:nvPr/>
        </p:nvSpPr>
        <p:spPr>
          <a:xfrm>
            <a:off x="17282160" y="4910835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3" name="Connector 5690"/>
          <p:cNvSpPr/>
          <p:nvPr/>
        </p:nvSpPr>
        <p:spPr>
          <a:xfrm flipV="1">
            <a:off x="14365223" y="489826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4" name="Connector 5691"/>
          <p:cNvSpPr/>
          <p:nvPr/>
        </p:nvSpPr>
        <p:spPr>
          <a:xfrm flipV="1">
            <a:off x="14718791" y="4828540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5" name="Connector 5692"/>
          <p:cNvSpPr/>
          <p:nvPr/>
        </p:nvSpPr>
        <p:spPr>
          <a:xfrm flipV="1">
            <a:off x="15072360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6" name="Connector 5693"/>
          <p:cNvSpPr/>
          <p:nvPr/>
        </p:nvSpPr>
        <p:spPr>
          <a:xfrm flipV="1">
            <a:off x="15425928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7" name="Connector 5694"/>
          <p:cNvSpPr/>
          <p:nvPr/>
        </p:nvSpPr>
        <p:spPr>
          <a:xfrm flipV="1">
            <a:off x="15779495" y="4712334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8" name="Connector 5695"/>
          <p:cNvSpPr/>
          <p:nvPr/>
        </p:nvSpPr>
        <p:spPr>
          <a:xfrm flipV="1">
            <a:off x="16133063" y="4704588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9" name="Connector 5696"/>
          <p:cNvSpPr/>
          <p:nvPr/>
        </p:nvSpPr>
        <p:spPr>
          <a:xfrm>
            <a:off x="16486632" y="4704588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0" name="Connector 5697"/>
          <p:cNvSpPr/>
          <p:nvPr/>
        </p:nvSpPr>
        <p:spPr>
          <a:xfrm>
            <a:off x="16840199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1" name="Connector 5698"/>
          <p:cNvSpPr/>
          <p:nvPr/>
        </p:nvSpPr>
        <p:spPr>
          <a:xfrm>
            <a:off x="17193767" y="4735576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2" name="Connector 5699"/>
          <p:cNvSpPr/>
          <p:nvPr/>
        </p:nvSpPr>
        <p:spPr>
          <a:xfrm>
            <a:off x="17547336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3" name="Connector 5700"/>
          <p:cNvSpPr/>
          <p:nvPr/>
        </p:nvSpPr>
        <p:spPr>
          <a:xfrm>
            <a:off x="17900904" y="4828540"/>
            <a:ext cx="353568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4" name="Connector 5701"/>
          <p:cNvSpPr/>
          <p:nvPr/>
        </p:nvSpPr>
        <p:spPr>
          <a:xfrm>
            <a:off x="18254470" y="4898263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5" name="Connector 5702"/>
          <p:cNvSpPr/>
          <p:nvPr/>
        </p:nvSpPr>
        <p:spPr>
          <a:xfrm flipV="1">
            <a:off x="14365223" y="488568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6" name="Connector 5703"/>
          <p:cNvSpPr/>
          <p:nvPr/>
        </p:nvSpPr>
        <p:spPr>
          <a:xfrm flipV="1">
            <a:off x="14807183" y="480567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7" name="Connector 5704"/>
          <p:cNvSpPr/>
          <p:nvPr/>
        </p:nvSpPr>
        <p:spPr>
          <a:xfrm flipV="1">
            <a:off x="15249143" y="474345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8" name="Connector 5705"/>
          <p:cNvSpPr/>
          <p:nvPr/>
        </p:nvSpPr>
        <p:spPr>
          <a:xfrm flipV="1">
            <a:off x="15691104" y="4698999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9" name="Connector 5706"/>
          <p:cNvSpPr/>
          <p:nvPr/>
        </p:nvSpPr>
        <p:spPr>
          <a:xfrm flipV="1">
            <a:off x="16133063" y="4672329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0" name="Connector 5707"/>
          <p:cNvSpPr/>
          <p:nvPr/>
        </p:nvSpPr>
        <p:spPr>
          <a:xfrm flipV="1">
            <a:off x="16575022" y="4663440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1" name="Connector 5708"/>
          <p:cNvSpPr/>
          <p:nvPr/>
        </p:nvSpPr>
        <p:spPr>
          <a:xfrm>
            <a:off x="17016984" y="4663440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2" name="Connector 5709"/>
          <p:cNvSpPr/>
          <p:nvPr/>
        </p:nvSpPr>
        <p:spPr>
          <a:xfrm>
            <a:off x="17458943" y="467232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3" name="Connector 5710"/>
          <p:cNvSpPr/>
          <p:nvPr/>
        </p:nvSpPr>
        <p:spPr>
          <a:xfrm>
            <a:off x="17900904" y="469900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4" name="Connector 5711"/>
          <p:cNvSpPr/>
          <p:nvPr/>
        </p:nvSpPr>
        <p:spPr>
          <a:xfrm>
            <a:off x="18342863" y="4743449"/>
            <a:ext cx="441961" cy="62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5" name="Connector 5712"/>
          <p:cNvSpPr/>
          <p:nvPr/>
        </p:nvSpPr>
        <p:spPr>
          <a:xfrm>
            <a:off x="18784823" y="4805679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6" name="Connector 5713"/>
          <p:cNvSpPr/>
          <p:nvPr/>
        </p:nvSpPr>
        <p:spPr>
          <a:xfrm>
            <a:off x="19226783" y="4885688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7" name="Connector 5714"/>
          <p:cNvSpPr/>
          <p:nvPr/>
        </p:nvSpPr>
        <p:spPr>
          <a:xfrm flipV="1">
            <a:off x="14365223" y="4873116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8" name="Connector 5715"/>
          <p:cNvSpPr/>
          <p:nvPr/>
        </p:nvSpPr>
        <p:spPr>
          <a:xfrm flipV="1">
            <a:off x="14895576" y="4782820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9" name="Connector 5716"/>
          <p:cNvSpPr/>
          <p:nvPr/>
        </p:nvSpPr>
        <p:spPr>
          <a:xfrm flipV="1">
            <a:off x="15425928" y="4712589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0" name="Connector 5717"/>
          <p:cNvSpPr/>
          <p:nvPr/>
        </p:nvSpPr>
        <p:spPr>
          <a:xfrm flipV="1">
            <a:off x="15956280" y="4662423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1" name="Connector 5718"/>
          <p:cNvSpPr/>
          <p:nvPr/>
        </p:nvSpPr>
        <p:spPr>
          <a:xfrm flipV="1">
            <a:off x="16486632" y="4632323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2" name="Connector 5719"/>
          <p:cNvSpPr/>
          <p:nvPr/>
        </p:nvSpPr>
        <p:spPr>
          <a:xfrm flipV="1">
            <a:off x="17016984" y="4622291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3" name="Connector 5720"/>
          <p:cNvSpPr/>
          <p:nvPr/>
        </p:nvSpPr>
        <p:spPr>
          <a:xfrm>
            <a:off x="17547336" y="462229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4" name="Connector 5721"/>
          <p:cNvSpPr/>
          <p:nvPr/>
        </p:nvSpPr>
        <p:spPr>
          <a:xfrm>
            <a:off x="18077687" y="4632325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5" name="Connector 5722"/>
          <p:cNvSpPr/>
          <p:nvPr/>
        </p:nvSpPr>
        <p:spPr>
          <a:xfrm>
            <a:off x="18608039" y="4662423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6" name="Connector 5723"/>
          <p:cNvSpPr/>
          <p:nvPr/>
        </p:nvSpPr>
        <p:spPr>
          <a:xfrm>
            <a:off x="19138391" y="4712589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7" name="Connector 5724"/>
          <p:cNvSpPr/>
          <p:nvPr/>
        </p:nvSpPr>
        <p:spPr>
          <a:xfrm>
            <a:off x="19668743" y="4782820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8" name="Connector 5725"/>
          <p:cNvSpPr/>
          <p:nvPr/>
        </p:nvSpPr>
        <p:spPr>
          <a:xfrm>
            <a:off x="20199095" y="4873116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9" name="Connector 5726"/>
          <p:cNvSpPr/>
          <p:nvPr/>
        </p:nvSpPr>
        <p:spPr>
          <a:xfrm flipV="1">
            <a:off x="15425928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0" name="Connector 5727"/>
          <p:cNvSpPr/>
          <p:nvPr/>
        </p:nvSpPr>
        <p:spPr>
          <a:xfrm flipV="1">
            <a:off x="15514319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1" name="Connector 5728"/>
          <p:cNvSpPr/>
          <p:nvPr/>
        </p:nvSpPr>
        <p:spPr>
          <a:xfrm flipV="1">
            <a:off x="15602712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2" name="Connector 5729"/>
          <p:cNvSpPr/>
          <p:nvPr/>
        </p:nvSpPr>
        <p:spPr>
          <a:xfrm flipV="1">
            <a:off x="15691104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3" name="Connector 5730"/>
          <p:cNvSpPr/>
          <p:nvPr/>
        </p:nvSpPr>
        <p:spPr>
          <a:xfrm flipV="1">
            <a:off x="15779495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4" name="Connector 5731"/>
          <p:cNvSpPr/>
          <p:nvPr/>
        </p:nvSpPr>
        <p:spPr>
          <a:xfrm flipV="1">
            <a:off x="15867887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5" name="Connector 5732"/>
          <p:cNvSpPr/>
          <p:nvPr/>
        </p:nvSpPr>
        <p:spPr>
          <a:xfrm>
            <a:off x="15956280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6" name="Connector 5733"/>
          <p:cNvSpPr/>
          <p:nvPr/>
        </p:nvSpPr>
        <p:spPr>
          <a:xfrm>
            <a:off x="16044671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7" name="Connector 5734"/>
          <p:cNvSpPr/>
          <p:nvPr/>
        </p:nvSpPr>
        <p:spPr>
          <a:xfrm>
            <a:off x="16133063" y="4845303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8" name="Connector 5735"/>
          <p:cNvSpPr/>
          <p:nvPr/>
        </p:nvSpPr>
        <p:spPr>
          <a:xfrm>
            <a:off x="16221454" y="4866894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9" name="Connector 5736"/>
          <p:cNvSpPr/>
          <p:nvPr/>
        </p:nvSpPr>
        <p:spPr>
          <a:xfrm>
            <a:off x="16309847" y="489712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0" name="Connector 5737"/>
          <p:cNvSpPr/>
          <p:nvPr/>
        </p:nvSpPr>
        <p:spPr>
          <a:xfrm>
            <a:off x="16398239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1" name="Connector 5738"/>
          <p:cNvSpPr/>
          <p:nvPr/>
        </p:nvSpPr>
        <p:spPr>
          <a:xfrm flipV="1">
            <a:off x="15425928" y="492340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2" name="Connector 5739"/>
          <p:cNvSpPr/>
          <p:nvPr/>
        </p:nvSpPr>
        <p:spPr>
          <a:xfrm flipV="1">
            <a:off x="15602711" y="4874259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3" name="Connector 5740"/>
          <p:cNvSpPr/>
          <p:nvPr/>
        </p:nvSpPr>
        <p:spPr>
          <a:xfrm flipV="1">
            <a:off x="15779495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4" name="Connector 5741"/>
          <p:cNvSpPr/>
          <p:nvPr/>
        </p:nvSpPr>
        <p:spPr>
          <a:xfrm flipV="1">
            <a:off x="15956280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5" name="Connector 5742"/>
          <p:cNvSpPr/>
          <p:nvPr/>
        </p:nvSpPr>
        <p:spPr>
          <a:xfrm flipV="1">
            <a:off x="16133063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6" name="Connector 5743"/>
          <p:cNvSpPr/>
          <p:nvPr/>
        </p:nvSpPr>
        <p:spPr>
          <a:xfrm flipV="1">
            <a:off x="16309847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7" name="Connector 5744"/>
          <p:cNvSpPr/>
          <p:nvPr/>
        </p:nvSpPr>
        <p:spPr>
          <a:xfrm>
            <a:off x="16486632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8" name="Connector 5745"/>
          <p:cNvSpPr/>
          <p:nvPr/>
        </p:nvSpPr>
        <p:spPr>
          <a:xfrm>
            <a:off x="16663415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9" name="Connector 5746"/>
          <p:cNvSpPr/>
          <p:nvPr/>
        </p:nvSpPr>
        <p:spPr>
          <a:xfrm>
            <a:off x="16840198" y="4808728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0" name="Connector 5747"/>
          <p:cNvSpPr/>
          <p:nvPr/>
        </p:nvSpPr>
        <p:spPr>
          <a:xfrm>
            <a:off x="17016984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1" name="Connector 5748"/>
          <p:cNvSpPr/>
          <p:nvPr/>
        </p:nvSpPr>
        <p:spPr>
          <a:xfrm>
            <a:off x="17193767" y="4874259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2" name="Connector 5749"/>
          <p:cNvSpPr/>
          <p:nvPr/>
        </p:nvSpPr>
        <p:spPr>
          <a:xfrm>
            <a:off x="17370552" y="492340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3" name="Connector 5750"/>
          <p:cNvSpPr/>
          <p:nvPr/>
        </p:nvSpPr>
        <p:spPr>
          <a:xfrm flipV="1">
            <a:off x="15425928" y="4910835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4" name="Connector 5751"/>
          <p:cNvSpPr/>
          <p:nvPr/>
        </p:nvSpPr>
        <p:spPr>
          <a:xfrm flipV="1">
            <a:off x="15691102" y="4851399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5" name="Connector 5752"/>
          <p:cNvSpPr/>
          <p:nvPr/>
        </p:nvSpPr>
        <p:spPr>
          <a:xfrm flipV="1">
            <a:off x="15956280" y="4805171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6" name="Connector 5753"/>
          <p:cNvSpPr/>
          <p:nvPr/>
        </p:nvSpPr>
        <p:spPr>
          <a:xfrm flipV="1">
            <a:off x="16221454" y="4772152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7" name="Connector 5754"/>
          <p:cNvSpPr/>
          <p:nvPr/>
        </p:nvSpPr>
        <p:spPr>
          <a:xfrm flipV="1">
            <a:off x="16486632" y="4752340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8" name="Connector 5755"/>
          <p:cNvSpPr/>
          <p:nvPr/>
        </p:nvSpPr>
        <p:spPr>
          <a:xfrm flipV="1">
            <a:off x="16751806" y="4745735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9" name="Connector 5756"/>
          <p:cNvSpPr/>
          <p:nvPr/>
        </p:nvSpPr>
        <p:spPr>
          <a:xfrm>
            <a:off x="17016984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0" name="Connector 5757"/>
          <p:cNvSpPr/>
          <p:nvPr/>
        </p:nvSpPr>
        <p:spPr>
          <a:xfrm>
            <a:off x="17282160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1" name="Connector 5758"/>
          <p:cNvSpPr/>
          <p:nvPr/>
        </p:nvSpPr>
        <p:spPr>
          <a:xfrm>
            <a:off x="17547336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2" name="Connector 5759"/>
          <p:cNvSpPr/>
          <p:nvPr/>
        </p:nvSpPr>
        <p:spPr>
          <a:xfrm>
            <a:off x="17812512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3" name="Connector 5760"/>
          <p:cNvSpPr/>
          <p:nvPr/>
        </p:nvSpPr>
        <p:spPr>
          <a:xfrm>
            <a:off x="18077687" y="485140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4" name="Connector 5761"/>
          <p:cNvSpPr/>
          <p:nvPr/>
        </p:nvSpPr>
        <p:spPr>
          <a:xfrm>
            <a:off x="18342863" y="4910835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5" name="Connector 5762"/>
          <p:cNvSpPr/>
          <p:nvPr/>
        </p:nvSpPr>
        <p:spPr>
          <a:xfrm flipV="1">
            <a:off x="15425928" y="489826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6" name="Connector 5763"/>
          <p:cNvSpPr/>
          <p:nvPr/>
        </p:nvSpPr>
        <p:spPr>
          <a:xfrm flipV="1">
            <a:off x="15779495" y="4828540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7" name="Connector 5764"/>
          <p:cNvSpPr/>
          <p:nvPr/>
        </p:nvSpPr>
        <p:spPr>
          <a:xfrm flipV="1">
            <a:off x="16133063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8" name="Connector 5765"/>
          <p:cNvSpPr/>
          <p:nvPr/>
        </p:nvSpPr>
        <p:spPr>
          <a:xfrm flipV="1">
            <a:off x="16486632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9" name="Connector 5766"/>
          <p:cNvSpPr/>
          <p:nvPr/>
        </p:nvSpPr>
        <p:spPr>
          <a:xfrm flipV="1">
            <a:off x="16840199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0" name="Connector 5767"/>
          <p:cNvSpPr/>
          <p:nvPr/>
        </p:nvSpPr>
        <p:spPr>
          <a:xfrm flipV="1">
            <a:off x="17193767" y="4704588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1" name="Connector 5768"/>
          <p:cNvSpPr/>
          <p:nvPr/>
        </p:nvSpPr>
        <p:spPr>
          <a:xfrm>
            <a:off x="17547336" y="4704588"/>
            <a:ext cx="353568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2" name="Connector 5769"/>
          <p:cNvSpPr/>
          <p:nvPr/>
        </p:nvSpPr>
        <p:spPr>
          <a:xfrm>
            <a:off x="17900902" y="4712334"/>
            <a:ext cx="353570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3" name="Connector 5770"/>
          <p:cNvSpPr/>
          <p:nvPr/>
        </p:nvSpPr>
        <p:spPr>
          <a:xfrm>
            <a:off x="18254471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4" name="Connector 5771"/>
          <p:cNvSpPr/>
          <p:nvPr/>
        </p:nvSpPr>
        <p:spPr>
          <a:xfrm>
            <a:off x="18608039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5" name="Connector 5772"/>
          <p:cNvSpPr/>
          <p:nvPr/>
        </p:nvSpPr>
        <p:spPr>
          <a:xfrm>
            <a:off x="18961608" y="4828540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6" name="Connector 5773"/>
          <p:cNvSpPr/>
          <p:nvPr/>
        </p:nvSpPr>
        <p:spPr>
          <a:xfrm>
            <a:off x="19315176" y="489826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7" name="Connector 5774"/>
          <p:cNvSpPr/>
          <p:nvPr/>
        </p:nvSpPr>
        <p:spPr>
          <a:xfrm flipV="1">
            <a:off x="15425928" y="488568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8" name="Connector 5775"/>
          <p:cNvSpPr/>
          <p:nvPr/>
        </p:nvSpPr>
        <p:spPr>
          <a:xfrm flipV="1">
            <a:off x="15867887" y="480567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9" name="Connector 5776"/>
          <p:cNvSpPr/>
          <p:nvPr/>
        </p:nvSpPr>
        <p:spPr>
          <a:xfrm flipV="1">
            <a:off x="16309847" y="474345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0" name="Connector 5777"/>
          <p:cNvSpPr/>
          <p:nvPr/>
        </p:nvSpPr>
        <p:spPr>
          <a:xfrm flipV="1">
            <a:off x="16751808" y="4698999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1" name="Connector 5778"/>
          <p:cNvSpPr/>
          <p:nvPr/>
        </p:nvSpPr>
        <p:spPr>
          <a:xfrm flipV="1">
            <a:off x="17193767" y="4672329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2" name="Connector 5779"/>
          <p:cNvSpPr/>
          <p:nvPr/>
        </p:nvSpPr>
        <p:spPr>
          <a:xfrm flipV="1">
            <a:off x="17635726" y="4663440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3" name="Connector 5780"/>
          <p:cNvSpPr/>
          <p:nvPr/>
        </p:nvSpPr>
        <p:spPr>
          <a:xfrm>
            <a:off x="18077687" y="4663440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4" name="Connector 5781"/>
          <p:cNvSpPr/>
          <p:nvPr/>
        </p:nvSpPr>
        <p:spPr>
          <a:xfrm>
            <a:off x="18519647" y="467232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5" name="Connector 5782"/>
          <p:cNvSpPr/>
          <p:nvPr/>
        </p:nvSpPr>
        <p:spPr>
          <a:xfrm>
            <a:off x="18961608" y="469900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6" name="Connector 5783"/>
          <p:cNvSpPr/>
          <p:nvPr/>
        </p:nvSpPr>
        <p:spPr>
          <a:xfrm>
            <a:off x="19403567" y="4743449"/>
            <a:ext cx="441961" cy="62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7" name="Connector 5784"/>
          <p:cNvSpPr/>
          <p:nvPr/>
        </p:nvSpPr>
        <p:spPr>
          <a:xfrm>
            <a:off x="19845528" y="4805679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8" name="Connector 5785"/>
          <p:cNvSpPr/>
          <p:nvPr/>
        </p:nvSpPr>
        <p:spPr>
          <a:xfrm>
            <a:off x="20287487" y="4885688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9" name="Connector 5786"/>
          <p:cNvSpPr/>
          <p:nvPr/>
        </p:nvSpPr>
        <p:spPr>
          <a:xfrm flipV="1">
            <a:off x="16486632" y="4935980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0" name="Connector 5787"/>
          <p:cNvSpPr/>
          <p:nvPr/>
        </p:nvSpPr>
        <p:spPr>
          <a:xfrm flipV="1">
            <a:off x="16575022" y="4897120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1" name="Connector 5788"/>
          <p:cNvSpPr/>
          <p:nvPr/>
        </p:nvSpPr>
        <p:spPr>
          <a:xfrm flipV="1">
            <a:off x="16663415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2" name="Connector 5789"/>
          <p:cNvSpPr/>
          <p:nvPr/>
        </p:nvSpPr>
        <p:spPr>
          <a:xfrm flipV="1">
            <a:off x="16751808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3" name="Connector 5790"/>
          <p:cNvSpPr/>
          <p:nvPr/>
        </p:nvSpPr>
        <p:spPr>
          <a:xfrm flipV="1">
            <a:off x="16840199" y="4832348"/>
            <a:ext cx="88394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4" name="Connector 5791"/>
          <p:cNvSpPr/>
          <p:nvPr/>
        </p:nvSpPr>
        <p:spPr>
          <a:xfrm flipV="1">
            <a:off x="16928591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5" name="Connector 5792"/>
          <p:cNvSpPr/>
          <p:nvPr/>
        </p:nvSpPr>
        <p:spPr>
          <a:xfrm>
            <a:off x="17016984" y="4828032"/>
            <a:ext cx="88392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6" name="Connector 5793"/>
          <p:cNvSpPr/>
          <p:nvPr/>
        </p:nvSpPr>
        <p:spPr>
          <a:xfrm>
            <a:off x="17105374" y="4832348"/>
            <a:ext cx="88394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7" name="Connector 5794"/>
          <p:cNvSpPr/>
          <p:nvPr/>
        </p:nvSpPr>
        <p:spPr>
          <a:xfrm>
            <a:off x="17193767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8" name="Connector 5795"/>
          <p:cNvSpPr/>
          <p:nvPr/>
        </p:nvSpPr>
        <p:spPr>
          <a:xfrm>
            <a:off x="17282160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9" name="Connector 5796"/>
          <p:cNvSpPr/>
          <p:nvPr/>
        </p:nvSpPr>
        <p:spPr>
          <a:xfrm>
            <a:off x="17370552" y="489712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0" name="Connector 5797"/>
          <p:cNvSpPr/>
          <p:nvPr/>
        </p:nvSpPr>
        <p:spPr>
          <a:xfrm>
            <a:off x="17458943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1" name="Connector 5798"/>
          <p:cNvSpPr/>
          <p:nvPr/>
        </p:nvSpPr>
        <p:spPr>
          <a:xfrm flipV="1">
            <a:off x="16486632" y="492340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2" name="Connector 5799"/>
          <p:cNvSpPr/>
          <p:nvPr/>
        </p:nvSpPr>
        <p:spPr>
          <a:xfrm flipV="1">
            <a:off x="16663415" y="4874259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3" name="Connector 5800"/>
          <p:cNvSpPr/>
          <p:nvPr/>
        </p:nvSpPr>
        <p:spPr>
          <a:xfrm flipV="1">
            <a:off x="16840199" y="4836033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4" name="Connector 5801"/>
          <p:cNvSpPr/>
          <p:nvPr/>
        </p:nvSpPr>
        <p:spPr>
          <a:xfrm flipV="1">
            <a:off x="17016984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5" name="Connector 5802"/>
          <p:cNvSpPr/>
          <p:nvPr/>
        </p:nvSpPr>
        <p:spPr>
          <a:xfrm flipV="1">
            <a:off x="17193767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6" name="Connector 5803"/>
          <p:cNvSpPr/>
          <p:nvPr/>
        </p:nvSpPr>
        <p:spPr>
          <a:xfrm flipV="1">
            <a:off x="17370550" y="478688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7" name="Connector 5804"/>
          <p:cNvSpPr/>
          <p:nvPr/>
        </p:nvSpPr>
        <p:spPr>
          <a:xfrm>
            <a:off x="17547336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8" name="Connector 5805"/>
          <p:cNvSpPr/>
          <p:nvPr/>
        </p:nvSpPr>
        <p:spPr>
          <a:xfrm>
            <a:off x="17724119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9" name="Connector 5806"/>
          <p:cNvSpPr/>
          <p:nvPr/>
        </p:nvSpPr>
        <p:spPr>
          <a:xfrm>
            <a:off x="17900902" y="4808728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0" name="Connector 5807"/>
          <p:cNvSpPr/>
          <p:nvPr/>
        </p:nvSpPr>
        <p:spPr>
          <a:xfrm>
            <a:off x="18077687" y="4836033"/>
            <a:ext cx="176784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1" name="Connector 5808"/>
          <p:cNvSpPr/>
          <p:nvPr/>
        </p:nvSpPr>
        <p:spPr>
          <a:xfrm>
            <a:off x="18254470" y="4874259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2" name="Connector 5809"/>
          <p:cNvSpPr/>
          <p:nvPr/>
        </p:nvSpPr>
        <p:spPr>
          <a:xfrm>
            <a:off x="18431256" y="492340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3" name="Connector 5810"/>
          <p:cNvSpPr/>
          <p:nvPr/>
        </p:nvSpPr>
        <p:spPr>
          <a:xfrm flipV="1">
            <a:off x="16486632" y="4910835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4" name="Connector 5811"/>
          <p:cNvSpPr/>
          <p:nvPr/>
        </p:nvSpPr>
        <p:spPr>
          <a:xfrm flipV="1">
            <a:off x="16751808" y="4851399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5" name="Connector 5812"/>
          <p:cNvSpPr/>
          <p:nvPr/>
        </p:nvSpPr>
        <p:spPr>
          <a:xfrm flipV="1">
            <a:off x="17016984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6" name="Connector 5813"/>
          <p:cNvSpPr/>
          <p:nvPr/>
        </p:nvSpPr>
        <p:spPr>
          <a:xfrm flipV="1">
            <a:off x="17282160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7" name="Connector 5814"/>
          <p:cNvSpPr/>
          <p:nvPr/>
        </p:nvSpPr>
        <p:spPr>
          <a:xfrm flipV="1">
            <a:off x="17547336" y="4752340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8" name="Connector 5815"/>
          <p:cNvSpPr/>
          <p:nvPr/>
        </p:nvSpPr>
        <p:spPr>
          <a:xfrm flipV="1">
            <a:off x="17812511" y="4745735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9" name="Connector 5816"/>
          <p:cNvSpPr/>
          <p:nvPr/>
        </p:nvSpPr>
        <p:spPr>
          <a:xfrm>
            <a:off x="18077687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0" name="Connector 5817"/>
          <p:cNvSpPr/>
          <p:nvPr/>
        </p:nvSpPr>
        <p:spPr>
          <a:xfrm>
            <a:off x="18342863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1" name="Connector 5818"/>
          <p:cNvSpPr/>
          <p:nvPr/>
        </p:nvSpPr>
        <p:spPr>
          <a:xfrm>
            <a:off x="18608039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2" name="Connector 5819"/>
          <p:cNvSpPr/>
          <p:nvPr/>
        </p:nvSpPr>
        <p:spPr>
          <a:xfrm>
            <a:off x="18873215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3" name="Connector 5820"/>
          <p:cNvSpPr/>
          <p:nvPr/>
        </p:nvSpPr>
        <p:spPr>
          <a:xfrm>
            <a:off x="19138391" y="485140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4" name="Connector 5821"/>
          <p:cNvSpPr/>
          <p:nvPr/>
        </p:nvSpPr>
        <p:spPr>
          <a:xfrm>
            <a:off x="19403567" y="4910835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5" name="Connector 5822"/>
          <p:cNvSpPr/>
          <p:nvPr/>
        </p:nvSpPr>
        <p:spPr>
          <a:xfrm flipV="1">
            <a:off x="16486632" y="4898261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6" name="Connector 5823"/>
          <p:cNvSpPr/>
          <p:nvPr/>
        </p:nvSpPr>
        <p:spPr>
          <a:xfrm flipV="1">
            <a:off x="16840199" y="4828540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7" name="Connector 5824"/>
          <p:cNvSpPr/>
          <p:nvPr/>
        </p:nvSpPr>
        <p:spPr>
          <a:xfrm flipV="1">
            <a:off x="17193767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8" name="Connector 5825"/>
          <p:cNvSpPr/>
          <p:nvPr/>
        </p:nvSpPr>
        <p:spPr>
          <a:xfrm flipV="1">
            <a:off x="17547336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9" name="Connector 5826"/>
          <p:cNvSpPr/>
          <p:nvPr/>
        </p:nvSpPr>
        <p:spPr>
          <a:xfrm flipV="1">
            <a:off x="17900904" y="4712334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0" name="Connector 5827"/>
          <p:cNvSpPr/>
          <p:nvPr/>
        </p:nvSpPr>
        <p:spPr>
          <a:xfrm flipV="1">
            <a:off x="18254470" y="4704588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1" name="Connector 5828"/>
          <p:cNvSpPr/>
          <p:nvPr/>
        </p:nvSpPr>
        <p:spPr>
          <a:xfrm>
            <a:off x="18608039" y="4704588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2" name="Connector 5829"/>
          <p:cNvSpPr/>
          <p:nvPr/>
        </p:nvSpPr>
        <p:spPr>
          <a:xfrm>
            <a:off x="18961608" y="4712334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3" name="Connector 5830"/>
          <p:cNvSpPr/>
          <p:nvPr/>
        </p:nvSpPr>
        <p:spPr>
          <a:xfrm>
            <a:off x="19315176" y="473557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4" name="Connector 5831"/>
          <p:cNvSpPr/>
          <p:nvPr/>
        </p:nvSpPr>
        <p:spPr>
          <a:xfrm>
            <a:off x="19668743" y="4774310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5" name="Connector 5832"/>
          <p:cNvSpPr/>
          <p:nvPr/>
        </p:nvSpPr>
        <p:spPr>
          <a:xfrm>
            <a:off x="20022312" y="4828540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6" name="Connector 5833"/>
          <p:cNvSpPr/>
          <p:nvPr/>
        </p:nvSpPr>
        <p:spPr>
          <a:xfrm>
            <a:off x="20375880" y="489826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7" name="Connector 5834"/>
          <p:cNvSpPr/>
          <p:nvPr/>
        </p:nvSpPr>
        <p:spPr>
          <a:xfrm flipV="1">
            <a:off x="17547336" y="4935980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8" name="Connector 5835"/>
          <p:cNvSpPr/>
          <p:nvPr/>
        </p:nvSpPr>
        <p:spPr>
          <a:xfrm flipV="1">
            <a:off x="17635728" y="4897120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9" name="Connector 5836"/>
          <p:cNvSpPr/>
          <p:nvPr/>
        </p:nvSpPr>
        <p:spPr>
          <a:xfrm flipV="1">
            <a:off x="17724119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0" name="Connector 5837"/>
          <p:cNvSpPr/>
          <p:nvPr/>
        </p:nvSpPr>
        <p:spPr>
          <a:xfrm flipV="1">
            <a:off x="17812512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1" name="Connector 5838"/>
          <p:cNvSpPr/>
          <p:nvPr/>
        </p:nvSpPr>
        <p:spPr>
          <a:xfrm flipV="1">
            <a:off x="17900904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2" name="Connector 5839"/>
          <p:cNvSpPr/>
          <p:nvPr/>
        </p:nvSpPr>
        <p:spPr>
          <a:xfrm flipV="1">
            <a:off x="17989295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3" name="Connector 5840"/>
          <p:cNvSpPr/>
          <p:nvPr/>
        </p:nvSpPr>
        <p:spPr>
          <a:xfrm>
            <a:off x="18077687" y="4828032"/>
            <a:ext cx="88392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4" name="Connector 5841"/>
          <p:cNvSpPr/>
          <p:nvPr/>
        </p:nvSpPr>
        <p:spPr>
          <a:xfrm>
            <a:off x="18166078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5" name="Connector 5842"/>
          <p:cNvSpPr/>
          <p:nvPr/>
        </p:nvSpPr>
        <p:spPr>
          <a:xfrm>
            <a:off x="18254470" y="4845303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6" name="Connector 5843"/>
          <p:cNvSpPr/>
          <p:nvPr/>
        </p:nvSpPr>
        <p:spPr>
          <a:xfrm>
            <a:off x="18342863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7" name="Connector 5844"/>
          <p:cNvSpPr/>
          <p:nvPr/>
        </p:nvSpPr>
        <p:spPr>
          <a:xfrm>
            <a:off x="18431256" y="489712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8" name="Connector 5845"/>
          <p:cNvSpPr/>
          <p:nvPr/>
        </p:nvSpPr>
        <p:spPr>
          <a:xfrm>
            <a:off x="18519647" y="4935982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9" name="Connector 5846"/>
          <p:cNvSpPr/>
          <p:nvPr/>
        </p:nvSpPr>
        <p:spPr>
          <a:xfrm flipV="1">
            <a:off x="17547336" y="4923408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0" name="Connector 5847"/>
          <p:cNvSpPr/>
          <p:nvPr/>
        </p:nvSpPr>
        <p:spPr>
          <a:xfrm flipV="1">
            <a:off x="17724119" y="4874259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1" name="Connector 5848"/>
          <p:cNvSpPr/>
          <p:nvPr/>
        </p:nvSpPr>
        <p:spPr>
          <a:xfrm flipV="1">
            <a:off x="17900904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2" name="Connector 5849"/>
          <p:cNvSpPr/>
          <p:nvPr/>
        </p:nvSpPr>
        <p:spPr>
          <a:xfrm flipV="1">
            <a:off x="18077687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3" name="Connector 5850"/>
          <p:cNvSpPr/>
          <p:nvPr/>
        </p:nvSpPr>
        <p:spPr>
          <a:xfrm flipV="1">
            <a:off x="18254471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4" name="Connector 5851"/>
          <p:cNvSpPr/>
          <p:nvPr/>
        </p:nvSpPr>
        <p:spPr>
          <a:xfrm flipV="1">
            <a:off x="18431254" y="478688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5" name="Connector 5852"/>
          <p:cNvSpPr/>
          <p:nvPr/>
        </p:nvSpPr>
        <p:spPr>
          <a:xfrm>
            <a:off x="18608039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6" name="Connector 5853"/>
          <p:cNvSpPr/>
          <p:nvPr/>
        </p:nvSpPr>
        <p:spPr>
          <a:xfrm>
            <a:off x="18784823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7" name="Connector 5854"/>
          <p:cNvSpPr/>
          <p:nvPr/>
        </p:nvSpPr>
        <p:spPr>
          <a:xfrm>
            <a:off x="18961608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8" name="Connector 5855"/>
          <p:cNvSpPr/>
          <p:nvPr/>
        </p:nvSpPr>
        <p:spPr>
          <a:xfrm>
            <a:off x="19138391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9" name="Connector 5856"/>
          <p:cNvSpPr/>
          <p:nvPr/>
        </p:nvSpPr>
        <p:spPr>
          <a:xfrm>
            <a:off x="19315176" y="4874259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0" name="Connector 5857"/>
          <p:cNvSpPr/>
          <p:nvPr/>
        </p:nvSpPr>
        <p:spPr>
          <a:xfrm>
            <a:off x="19491960" y="492340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1" name="Connector 5858"/>
          <p:cNvSpPr/>
          <p:nvPr/>
        </p:nvSpPr>
        <p:spPr>
          <a:xfrm flipV="1">
            <a:off x="17547336" y="4910835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2" name="Connector 5859"/>
          <p:cNvSpPr/>
          <p:nvPr/>
        </p:nvSpPr>
        <p:spPr>
          <a:xfrm flipV="1">
            <a:off x="17812512" y="4851399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3" name="Connector 5860"/>
          <p:cNvSpPr/>
          <p:nvPr/>
        </p:nvSpPr>
        <p:spPr>
          <a:xfrm flipV="1">
            <a:off x="18077687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4" name="Connector 5861"/>
          <p:cNvSpPr/>
          <p:nvPr/>
        </p:nvSpPr>
        <p:spPr>
          <a:xfrm flipV="1">
            <a:off x="18342863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5" name="Connector 5862"/>
          <p:cNvSpPr/>
          <p:nvPr/>
        </p:nvSpPr>
        <p:spPr>
          <a:xfrm flipV="1">
            <a:off x="18608039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6" name="Connector 5863"/>
          <p:cNvSpPr/>
          <p:nvPr/>
        </p:nvSpPr>
        <p:spPr>
          <a:xfrm flipV="1">
            <a:off x="18873215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7" name="Connector 5864"/>
          <p:cNvSpPr/>
          <p:nvPr/>
        </p:nvSpPr>
        <p:spPr>
          <a:xfrm>
            <a:off x="19138391" y="4745735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8" name="Connector 5865"/>
          <p:cNvSpPr/>
          <p:nvPr/>
        </p:nvSpPr>
        <p:spPr>
          <a:xfrm>
            <a:off x="19403567" y="4752340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9" name="Connector 5866"/>
          <p:cNvSpPr/>
          <p:nvPr/>
        </p:nvSpPr>
        <p:spPr>
          <a:xfrm>
            <a:off x="19668743" y="4772152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0" name="Connector 5867"/>
          <p:cNvSpPr/>
          <p:nvPr/>
        </p:nvSpPr>
        <p:spPr>
          <a:xfrm>
            <a:off x="19933919" y="4805171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1" name="Connector 5868"/>
          <p:cNvSpPr/>
          <p:nvPr/>
        </p:nvSpPr>
        <p:spPr>
          <a:xfrm>
            <a:off x="20199095" y="485140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2" name="Connector 5869"/>
          <p:cNvSpPr/>
          <p:nvPr/>
        </p:nvSpPr>
        <p:spPr>
          <a:xfrm>
            <a:off x="20464271" y="4910835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3" name="Connector 5870"/>
          <p:cNvSpPr/>
          <p:nvPr/>
        </p:nvSpPr>
        <p:spPr>
          <a:xfrm flipV="1">
            <a:off x="18608039" y="4935980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4" name="Connector 5871"/>
          <p:cNvSpPr/>
          <p:nvPr/>
        </p:nvSpPr>
        <p:spPr>
          <a:xfrm flipV="1">
            <a:off x="18696432" y="4897120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5" name="Connector 5872"/>
          <p:cNvSpPr/>
          <p:nvPr/>
        </p:nvSpPr>
        <p:spPr>
          <a:xfrm flipV="1">
            <a:off x="18784823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6" name="Connector 5873"/>
          <p:cNvSpPr/>
          <p:nvPr/>
        </p:nvSpPr>
        <p:spPr>
          <a:xfrm flipV="1">
            <a:off x="18873215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7" name="Connector 5874"/>
          <p:cNvSpPr/>
          <p:nvPr/>
        </p:nvSpPr>
        <p:spPr>
          <a:xfrm flipV="1">
            <a:off x="18961608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8" name="Connector 5875"/>
          <p:cNvSpPr/>
          <p:nvPr/>
        </p:nvSpPr>
        <p:spPr>
          <a:xfrm flipV="1">
            <a:off x="19049998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9" name="Connector 5876"/>
          <p:cNvSpPr/>
          <p:nvPr/>
        </p:nvSpPr>
        <p:spPr>
          <a:xfrm>
            <a:off x="19138391" y="4828032"/>
            <a:ext cx="88392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0" name="Connector 5877"/>
          <p:cNvSpPr/>
          <p:nvPr/>
        </p:nvSpPr>
        <p:spPr>
          <a:xfrm>
            <a:off x="19226783" y="4832348"/>
            <a:ext cx="88394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1" name="Connector 5878"/>
          <p:cNvSpPr/>
          <p:nvPr/>
        </p:nvSpPr>
        <p:spPr>
          <a:xfrm>
            <a:off x="19315176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2" name="Connector 5879"/>
          <p:cNvSpPr/>
          <p:nvPr/>
        </p:nvSpPr>
        <p:spPr>
          <a:xfrm>
            <a:off x="19403567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3" name="Connector 5880"/>
          <p:cNvSpPr/>
          <p:nvPr/>
        </p:nvSpPr>
        <p:spPr>
          <a:xfrm>
            <a:off x="19491960" y="4897120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4" name="Connector 5881"/>
          <p:cNvSpPr/>
          <p:nvPr/>
        </p:nvSpPr>
        <p:spPr>
          <a:xfrm>
            <a:off x="19580350" y="4935982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5" name="Connector 5882"/>
          <p:cNvSpPr/>
          <p:nvPr/>
        </p:nvSpPr>
        <p:spPr>
          <a:xfrm flipV="1">
            <a:off x="18608039" y="492340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6" name="Connector 5883"/>
          <p:cNvSpPr/>
          <p:nvPr/>
        </p:nvSpPr>
        <p:spPr>
          <a:xfrm flipV="1">
            <a:off x="18784822" y="4874259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7" name="Connector 5884"/>
          <p:cNvSpPr/>
          <p:nvPr/>
        </p:nvSpPr>
        <p:spPr>
          <a:xfrm flipV="1">
            <a:off x="18961608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8" name="Connector 5885"/>
          <p:cNvSpPr/>
          <p:nvPr/>
        </p:nvSpPr>
        <p:spPr>
          <a:xfrm flipV="1">
            <a:off x="19138391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9" name="Connector 5886"/>
          <p:cNvSpPr/>
          <p:nvPr/>
        </p:nvSpPr>
        <p:spPr>
          <a:xfrm flipV="1">
            <a:off x="19315176" y="479234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0" name="Connector 5887"/>
          <p:cNvSpPr/>
          <p:nvPr/>
        </p:nvSpPr>
        <p:spPr>
          <a:xfrm flipV="1">
            <a:off x="19491959" y="478688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1" name="Connector 5888"/>
          <p:cNvSpPr/>
          <p:nvPr/>
        </p:nvSpPr>
        <p:spPr>
          <a:xfrm>
            <a:off x="19668743" y="478688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2" name="Connector 5889"/>
          <p:cNvSpPr/>
          <p:nvPr/>
        </p:nvSpPr>
        <p:spPr>
          <a:xfrm>
            <a:off x="19845528" y="479234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3" name="Connector 5890"/>
          <p:cNvSpPr/>
          <p:nvPr/>
        </p:nvSpPr>
        <p:spPr>
          <a:xfrm>
            <a:off x="20022312" y="4808728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4" name="Connector 5891"/>
          <p:cNvSpPr/>
          <p:nvPr/>
        </p:nvSpPr>
        <p:spPr>
          <a:xfrm>
            <a:off x="20199095" y="483603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5" name="Connector 5892"/>
          <p:cNvSpPr/>
          <p:nvPr/>
        </p:nvSpPr>
        <p:spPr>
          <a:xfrm>
            <a:off x="20375880" y="4874259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6" name="Connector 5893"/>
          <p:cNvSpPr/>
          <p:nvPr/>
        </p:nvSpPr>
        <p:spPr>
          <a:xfrm>
            <a:off x="20552663" y="492340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7" name="Connector 5894"/>
          <p:cNvSpPr/>
          <p:nvPr/>
        </p:nvSpPr>
        <p:spPr>
          <a:xfrm flipV="1">
            <a:off x="19668743" y="4935980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8" name="Connector 5895"/>
          <p:cNvSpPr/>
          <p:nvPr/>
        </p:nvSpPr>
        <p:spPr>
          <a:xfrm flipV="1">
            <a:off x="19757136" y="4897120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9" name="Connector 5896"/>
          <p:cNvSpPr/>
          <p:nvPr/>
        </p:nvSpPr>
        <p:spPr>
          <a:xfrm flipV="1">
            <a:off x="19845528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0" name="Connector 5897"/>
          <p:cNvSpPr/>
          <p:nvPr/>
        </p:nvSpPr>
        <p:spPr>
          <a:xfrm flipV="1">
            <a:off x="19933919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1" name="Connector 5898"/>
          <p:cNvSpPr/>
          <p:nvPr/>
        </p:nvSpPr>
        <p:spPr>
          <a:xfrm flipV="1">
            <a:off x="20022312" y="4832348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2" name="Connector 5899"/>
          <p:cNvSpPr/>
          <p:nvPr/>
        </p:nvSpPr>
        <p:spPr>
          <a:xfrm flipV="1">
            <a:off x="20110702" y="4828032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3" name="Connector 5900"/>
          <p:cNvSpPr/>
          <p:nvPr/>
        </p:nvSpPr>
        <p:spPr>
          <a:xfrm>
            <a:off x="20199095" y="4828032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4" name="Connector 5901"/>
          <p:cNvSpPr/>
          <p:nvPr/>
        </p:nvSpPr>
        <p:spPr>
          <a:xfrm>
            <a:off x="20287487" y="4832348"/>
            <a:ext cx="88393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5" name="Connector 5902"/>
          <p:cNvSpPr/>
          <p:nvPr/>
        </p:nvSpPr>
        <p:spPr>
          <a:xfrm>
            <a:off x="20375880" y="484530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6" name="Connector 5903"/>
          <p:cNvSpPr/>
          <p:nvPr/>
        </p:nvSpPr>
        <p:spPr>
          <a:xfrm>
            <a:off x="20464271" y="4866894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7" name="Connector 5904"/>
          <p:cNvSpPr/>
          <p:nvPr/>
        </p:nvSpPr>
        <p:spPr>
          <a:xfrm>
            <a:off x="20552663" y="4897120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8" name="Connector 5905"/>
          <p:cNvSpPr/>
          <p:nvPr/>
        </p:nvSpPr>
        <p:spPr>
          <a:xfrm>
            <a:off x="20641054" y="4935982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9" name="Connector 5906"/>
          <p:cNvSpPr/>
          <p:nvPr/>
        </p:nvSpPr>
        <p:spPr>
          <a:xfrm flipV="1">
            <a:off x="13304519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0" name="Connector 5907"/>
          <p:cNvSpPr/>
          <p:nvPr/>
        </p:nvSpPr>
        <p:spPr>
          <a:xfrm flipV="1">
            <a:off x="13392911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1" name="Connector 5908"/>
          <p:cNvSpPr/>
          <p:nvPr/>
        </p:nvSpPr>
        <p:spPr>
          <a:xfrm flipV="1">
            <a:off x="13481304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2" name="Connector 5909"/>
          <p:cNvSpPr/>
          <p:nvPr/>
        </p:nvSpPr>
        <p:spPr>
          <a:xfrm flipV="1">
            <a:off x="13569695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3" name="Connector 5910"/>
          <p:cNvSpPr/>
          <p:nvPr/>
        </p:nvSpPr>
        <p:spPr>
          <a:xfrm flipV="1">
            <a:off x="13658087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4" name="Connector 5911"/>
          <p:cNvSpPr/>
          <p:nvPr/>
        </p:nvSpPr>
        <p:spPr>
          <a:xfrm flipV="1">
            <a:off x="13746478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5" name="Connector 5912"/>
          <p:cNvSpPr/>
          <p:nvPr/>
        </p:nvSpPr>
        <p:spPr>
          <a:xfrm>
            <a:off x="13834871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6" name="Connector 5913"/>
          <p:cNvSpPr/>
          <p:nvPr/>
        </p:nvSpPr>
        <p:spPr>
          <a:xfrm>
            <a:off x="13923263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7" name="Connector 5914"/>
          <p:cNvSpPr/>
          <p:nvPr/>
        </p:nvSpPr>
        <p:spPr>
          <a:xfrm>
            <a:off x="14011656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8" name="Connector 5915"/>
          <p:cNvSpPr/>
          <p:nvPr/>
        </p:nvSpPr>
        <p:spPr>
          <a:xfrm>
            <a:off x="14100047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9" name="Connector 5916"/>
          <p:cNvSpPr/>
          <p:nvPr/>
        </p:nvSpPr>
        <p:spPr>
          <a:xfrm>
            <a:off x="14188439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0" name="Connector 5917"/>
          <p:cNvSpPr/>
          <p:nvPr/>
        </p:nvSpPr>
        <p:spPr>
          <a:xfrm>
            <a:off x="14276832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1" name="Connector 5918"/>
          <p:cNvSpPr/>
          <p:nvPr/>
        </p:nvSpPr>
        <p:spPr>
          <a:xfrm flipV="1">
            <a:off x="13304519" y="5782943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2" name="Connector 5919"/>
          <p:cNvSpPr/>
          <p:nvPr/>
        </p:nvSpPr>
        <p:spPr>
          <a:xfrm flipV="1">
            <a:off x="13481302" y="573379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3" name="Connector 5920"/>
          <p:cNvSpPr/>
          <p:nvPr/>
        </p:nvSpPr>
        <p:spPr>
          <a:xfrm flipV="1">
            <a:off x="13658087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4" name="Connector 5921"/>
          <p:cNvSpPr/>
          <p:nvPr/>
        </p:nvSpPr>
        <p:spPr>
          <a:xfrm flipV="1">
            <a:off x="13834871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5" name="Connector 5922"/>
          <p:cNvSpPr/>
          <p:nvPr/>
        </p:nvSpPr>
        <p:spPr>
          <a:xfrm flipV="1">
            <a:off x="14011656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6" name="Connector 5923"/>
          <p:cNvSpPr/>
          <p:nvPr/>
        </p:nvSpPr>
        <p:spPr>
          <a:xfrm flipV="1">
            <a:off x="14188439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7" name="Connector 5924"/>
          <p:cNvSpPr/>
          <p:nvPr/>
        </p:nvSpPr>
        <p:spPr>
          <a:xfrm>
            <a:off x="14365223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8" name="Connector 5925"/>
          <p:cNvSpPr/>
          <p:nvPr/>
        </p:nvSpPr>
        <p:spPr>
          <a:xfrm>
            <a:off x="14542008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9" name="Connector 5926"/>
          <p:cNvSpPr/>
          <p:nvPr/>
        </p:nvSpPr>
        <p:spPr>
          <a:xfrm>
            <a:off x="14718791" y="5668264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0" name="Connector 5927"/>
          <p:cNvSpPr/>
          <p:nvPr/>
        </p:nvSpPr>
        <p:spPr>
          <a:xfrm>
            <a:off x="14895576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1" name="Connector 5928"/>
          <p:cNvSpPr/>
          <p:nvPr/>
        </p:nvSpPr>
        <p:spPr>
          <a:xfrm>
            <a:off x="15072360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2" name="Connector 5929"/>
          <p:cNvSpPr/>
          <p:nvPr/>
        </p:nvSpPr>
        <p:spPr>
          <a:xfrm>
            <a:off x="15249143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3" name="Connector 5930"/>
          <p:cNvSpPr/>
          <p:nvPr/>
        </p:nvSpPr>
        <p:spPr>
          <a:xfrm flipV="1">
            <a:off x="13304519" y="577037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4" name="Connector 5931"/>
          <p:cNvSpPr/>
          <p:nvPr/>
        </p:nvSpPr>
        <p:spPr>
          <a:xfrm flipV="1">
            <a:off x="13569695" y="5710935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5" name="Connector 5932"/>
          <p:cNvSpPr/>
          <p:nvPr/>
        </p:nvSpPr>
        <p:spPr>
          <a:xfrm flipV="1">
            <a:off x="13834871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6" name="Connector 5933"/>
          <p:cNvSpPr/>
          <p:nvPr/>
        </p:nvSpPr>
        <p:spPr>
          <a:xfrm flipV="1">
            <a:off x="14100047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7" name="Connector 5934"/>
          <p:cNvSpPr/>
          <p:nvPr/>
        </p:nvSpPr>
        <p:spPr>
          <a:xfrm flipV="1">
            <a:off x="14365223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8" name="Connector 5935"/>
          <p:cNvSpPr/>
          <p:nvPr/>
        </p:nvSpPr>
        <p:spPr>
          <a:xfrm flipV="1">
            <a:off x="14630400" y="5605271"/>
            <a:ext cx="265176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9" name="Connector 5936"/>
          <p:cNvSpPr/>
          <p:nvPr/>
        </p:nvSpPr>
        <p:spPr>
          <a:xfrm>
            <a:off x="14895576" y="5605271"/>
            <a:ext cx="265176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0" name="Connector 5937"/>
          <p:cNvSpPr/>
          <p:nvPr/>
        </p:nvSpPr>
        <p:spPr>
          <a:xfrm>
            <a:off x="15160750" y="5611874"/>
            <a:ext cx="265178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1" name="Connector 5938"/>
          <p:cNvSpPr/>
          <p:nvPr/>
        </p:nvSpPr>
        <p:spPr>
          <a:xfrm>
            <a:off x="15425928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2" name="Connector 5939"/>
          <p:cNvSpPr/>
          <p:nvPr/>
        </p:nvSpPr>
        <p:spPr>
          <a:xfrm>
            <a:off x="15691104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3" name="Connector 5940"/>
          <p:cNvSpPr/>
          <p:nvPr/>
        </p:nvSpPr>
        <p:spPr>
          <a:xfrm>
            <a:off x="15956280" y="5710935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4" name="Connector 5941"/>
          <p:cNvSpPr/>
          <p:nvPr/>
        </p:nvSpPr>
        <p:spPr>
          <a:xfrm>
            <a:off x="16221454" y="5770371"/>
            <a:ext cx="265178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5" name="Connector 5942"/>
          <p:cNvSpPr/>
          <p:nvPr/>
        </p:nvSpPr>
        <p:spPr>
          <a:xfrm flipV="1">
            <a:off x="13304519" y="5757798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6" name="Connector 5943"/>
          <p:cNvSpPr/>
          <p:nvPr/>
        </p:nvSpPr>
        <p:spPr>
          <a:xfrm flipV="1">
            <a:off x="13658087" y="568807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7" name="Connector 5944"/>
          <p:cNvSpPr/>
          <p:nvPr/>
        </p:nvSpPr>
        <p:spPr>
          <a:xfrm flipV="1">
            <a:off x="14011656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8" name="Connector 5945"/>
          <p:cNvSpPr/>
          <p:nvPr/>
        </p:nvSpPr>
        <p:spPr>
          <a:xfrm flipV="1">
            <a:off x="14365223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9" name="Connector 5946"/>
          <p:cNvSpPr/>
          <p:nvPr/>
        </p:nvSpPr>
        <p:spPr>
          <a:xfrm flipV="1">
            <a:off x="14718791" y="5571869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0" name="Connector 5947"/>
          <p:cNvSpPr/>
          <p:nvPr/>
        </p:nvSpPr>
        <p:spPr>
          <a:xfrm flipV="1">
            <a:off x="15072359" y="5564123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1" name="Connector 5948"/>
          <p:cNvSpPr/>
          <p:nvPr/>
        </p:nvSpPr>
        <p:spPr>
          <a:xfrm>
            <a:off x="15425928" y="5564123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2" name="Connector 5949"/>
          <p:cNvSpPr/>
          <p:nvPr/>
        </p:nvSpPr>
        <p:spPr>
          <a:xfrm>
            <a:off x="15779495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3" name="Connector 5950"/>
          <p:cNvSpPr/>
          <p:nvPr/>
        </p:nvSpPr>
        <p:spPr>
          <a:xfrm>
            <a:off x="16133063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4" name="Connector 5951"/>
          <p:cNvSpPr/>
          <p:nvPr/>
        </p:nvSpPr>
        <p:spPr>
          <a:xfrm>
            <a:off x="16486632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5" name="Connector 5952"/>
          <p:cNvSpPr/>
          <p:nvPr/>
        </p:nvSpPr>
        <p:spPr>
          <a:xfrm>
            <a:off x="16840199" y="568807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6" name="Connector 5953"/>
          <p:cNvSpPr/>
          <p:nvPr/>
        </p:nvSpPr>
        <p:spPr>
          <a:xfrm>
            <a:off x="17193767" y="5757798"/>
            <a:ext cx="353570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7" name="Connector 5954"/>
          <p:cNvSpPr/>
          <p:nvPr/>
        </p:nvSpPr>
        <p:spPr>
          <a:xfrm flipV="1">
            <a:off x="13304519" y="574522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8" name="Connector 5955"/>
          <p:cNvSpPr/>
          <p:nvPr/>
        </p:nvSpPr>
        <p:spPr>
          <a:xfrm flipV="1">
            <a:off x="13746478" y="566521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9" name="Connector 5956"/>
          <p:cNvSpPr/>
          <p:nvPr/>
        </p:nvSpPr>
        <p:spPr>
          <a:xfrm flipV="1">
            <a:off x="14188439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0" name="Connector 5957"/>
          <p:cNvSpPr/>
          <p:nvPr/>
        </p:nvSpPr>
        <p:spPr>
          <a:xfrm flipV="1">
            <a:off x="14630400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1" name="Connector 5958"/>
          <p:cNvSpPr/>
          <p:nvPr/>
        </p:nvSpPr>
        <p:spPr>
          <a:xfrm flipV="1">
            <a:off x="15072360" y="5531866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2" name="Connector 5959"/>
          <p:cNvSpPr/>
          <p:nvPr/>
        </p:nvSpPr>
        <p:spPr>
          <a:xfrm flipV="1">
            <a:off x="15514319" y="5522976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3" name="Connector 5960"/>
          <p:cNvSpPr/>
          <p:nvPr/>
        </p:nvSpPr>
        <p:spPr>
          <a:xfrm>
            <a:off x="15956280" y="552297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4" name="Connector 5961"/>
          <p:cNvSpPr/>
          <p:nvPr/>
        </p:nvSpPr>
        <p:spPr>
          <a:xfrm>
            <a:off x="16398239" y="553186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5" name="Connector 5962"/>
          <p:cNvSpPr/>
          <p:nvPr/>
        </p:nvSpPr>
        <p:spPr>
          <a:xfrm>
            <a:off x="16840200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6" name="Connector 5963"/>
          <p:cNvSpPr/>
          <p:nvPr/>
        </p:nvSpPr>
        <p:spPr>
          <a:xfrm>
            <a:off x="17282160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7" name="Connector 5964"/>
          <p:cNvSpPr/>
          <p:nvPr/>
        </p:nvSpPr>
        <p:spPr>
          <a:xfrm>
            <a:off x="17724119" y="5665215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8" name="Connector 5965"/>
          <p:cNvSpPr/>
          <p:nvPr/>
        </p:nvSpPr>
        <p:spPr>
          <a:xfrm>
            <a:off x="18166078" y="5745224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9" name="Connector 5966"/>
          <p:cNvSpPr/>
          <p:nvPr/>
        </p:nvSpPr>
        <p:spPr>
          <a:xfrm flipV="1">
            <a:off x="13304519" y="5732652"/>
            <a:ext cx="530352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0" name="Connector 5967"/>
          <p:cNvSpPr/>
          <p:nvPr/>
        </p:nvSpPr>
        <p:spPr>
          <a:xfrm flipV="1">
            <a:off x="13834870" y="5642355"/>
            <a:ext cx="530354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1" name="Connector 5968"/>
          <p:cNvSpPr/>
          <p:nvPr/>
        </p:nvSpPr>
        <p:spPr>
          <a:xfrm flipV="1">
            <a:off x="14365223" y="557212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2" name="Connector 5969"/>
          <p:cNvSpPr/>
          <p:nvPr/>
        </p:nvSpPr>
        <p:spPr>
          <a:xfrm flipV="1">
            <a:off x="14895576" y="5521959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3" name="Connector 5970"/>
          <p:cNvSpPr/>
          <p:nvPr/>
        </p:nvSpPr>
        <p:spPr>
          <a:xfrm flipV="1">
            <a:off x="15425928" y="5491861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4" name="Connector 5971"/>
          <p:cNvSpPr/>
          <p:nvPr/>
        </p:nvSpPr>
        <p:spPr>
          <a:xfrm flipV="1">
            <a:off x="15956280" y="5481828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5" name="Connector 5972"/>
          <p:cNvSpPr/>
          <p:nvPr/>
        </p:nvSpPr>
        <p:spPr>
          <a:xfrm>
            <a:off x="16486632" y="5481828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6" name="Connector 5973"/>
          <p:cNvSpPr/>
          <p:nvPr/>
        </p:nvSpPr>
        <p:spPr>
          <a:xfrm>
            <a:off x="17016984" y="5491860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7" name="Connector 5974"/>
          <p:cNvSpPr/>
          <p:nvPr/>
        </p:nvSpPr>
        <p:spPr>
          <a:xfrm>
            <a:off x="17547336" y="5521959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8" name="Connector 5975"/>
          <p:cNvSpPr/>
          <p:nvPr/>
        </p:nvSpPr>
        <p:spPr>
          <a:xfrm>
            <a:off x="18077687" y="5572124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9" name="Connector 5976"/>
          <p:cNvSpPr/>
          <p:nvPr/>
        </p:nvSpPr>
        <p:spPr>
          <a:xfrm>
            <a:off x="18608039" y="564235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0" name="Connector 5977"/>
          <p:cNvSpPr/>
          <p:nvPr/>
        </p:nvSpPr>
        <p:spPr>
          <a:xfrm>
            <a:off x="19138391" y="5732652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1" name="Connector 5978"/>
          <p:cNvSpPr/>
          <p:nvPr/>
        </p:nvSpPr>
        <p:spPr>
          <a:xfrm flipV="1">
            <a:off x="13304519" y="5720079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2" name="Connector 5979"/>
          <p:cNvSpPr/>
          <p:nvPr/>
        </p:nvSpPr>
        <p:spPr>
          <a:xfrm flipV="1">
            <a:off x="13923263" y="5619496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3" name="Connector 5980"/>
          <p:cNvSpPr/>
          <p:nvPr/>
        </p:nvSpPr>
        <p:spPr>
          <a:xfrm flipV="1">
            <a:off x="14542008" y="5541264"/>
            <a:ext cx="618744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4" name="Connector 5981"/>
          <p:cNvSpPr/>
          <p:nvPr/>
        </p:nvSpPr>
        <p:spPr>
          <a:xfrm flipV="1">
            <a:off x="15160750" y="5485384"/>
            <a:ext cx="618746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5" name="Connector 5982"/>
          <p:cNvSpPr/>
          <p:nvPr/>
        </p:nvSpPr>
        <p:spPr>
          <a:xfrm flipV="1">
            <a:off x="15779495" y="5451854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6" name="Connector 5983"/>
          <p:cNvSpPr/>
          <p:nvPr/>
        </p:nvSpPr>
        <p:spPr>
          <a:xfrm flipV="1">
            <a:off x="16398239" y="5440679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7" name="Connector 5984"/>
          <p:cNvSpPr/>
          <p:nvPr/>
        </p:nvSpPr>
        <p:spPr>
          <a:xfrm>
            <a:off x="17016984" y="5440679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8" name="Connector 5985"/>
          <p:cNvSpPr/>
          <p:nvPr/>
        </p:nvSpPr>
        <p:spPr>
          <a:xfrm>
            <a:off x="17635728" y="5451854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9" name="Connector 5986"/>
          <p:cNvSpPr/>
          <p:nvPr/>
        </p:nvSpPr>
        <p:spPr>
          <a:xfrm>
            <a:off x="18254471" y="5485384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0" name="Connector 5987"/>
          <p:cNvSpPr/>
          <p:nvPr/>
        </p:nvSpPr>
        <p:spPr>
          <a:xfrm>
            <a:off x="18873215" y="5541264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1" name="Connector 5988"/>
          <p:cNvSpPr/>
          <p:nvPr/>
        </p:nvSpPr>
        <p:spPr>
          <a:xfrm>
            <a:off x="19491960" y="5619496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2" name="Connector 5989"/>
          <p:cNvSpPr/>
          <p:nvPr/>
        </p:nvSpPr>
        <p:spPr>
          <a:xfrm>
            <a:off x="20110702" y="5720079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3" name="Connector 5990"/>
          <p:cNvSpPr/>
          <p:nvPr/>
        </p:nvSpPr>
        <p:spPr>
          <a:xfrm flipV="1">
            <a:off x="14365223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4" name="Connector 5991"/>
          <p:cNvSpPr/>
          <p:nvPr/>
        </p:nvSpPr>
        <p:spPr>
          <a:xfrm flipV="1">
            <a:off x="14453615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5" name="Connector 5992"/>
          <p:cNvSpPr/>
          <p:nvPr/>
        </p:nvSpPr>
        <p:spPr>
          <a:xfrm flipV="1">
            <a:off x="14542008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6" name="Connector 5993"/>
          <p:cNvSpPr/>
          <p:nvPr/>
        </p:nvSpPr>
        <p:spPr>
          <a:xfrm flipV="1">
            <a:off x="14630399" y="5704840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7" name="Connector 5994"/>
          <p:cNvSpPr/>
          <p:nvPr/>
        </p:nvSpPr>
        <p:spPr>
          <a:xfrm flipV="1">
            <a:off x="14718791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8" name="Connector 5995"/>
          <p:cNvSpPr/>
          <p:nvPr/>
        </p:nvSpPr>
        <p:spPr>
          <a:xfrm flipV="1">
            <a:off x="14807183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9" name="Connector 5996"/>
          <p:cNvSpPr/>
          <p:nvPr/>
        </p:nvSpPr>
        <p:spPr>
          <a:xfrm>
            <a:off x="14895576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0" name="Connector 5997"/>
          <p:cNvSpPr/>
          <p:nvPr/>
        </p:nvSpPr>
        <p:spPr>
          <a:xfrm>
            <a:off x="14983967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1" name="Connector 5998"/>
          <p:cNvSpPr/>
          <p:nvPr/>
        </p:nvSpPr>
        <p:spPr>
          <a:xfrm>
            <a:off x="15072360" y="5704840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2" name="Connector 5999"/>
          <p:cNvSpPr/>
          <p:nvPr/>
        </p:nvSpPr>
        <p:spPr>
          <a:xfrm>
            <a:off x="15160750" y="5726429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3" name="Connector 6000"/>
          <p:cNvSpPr/>
          <p:nvPr/>
        </p:nvSpPr>
        <p:spPr>
          <a:xfrm>
            <a:off x="15249143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4" name="Connector 6001"/>
          <p:cNvSpPr/>
          <p:nvPr/>
        </p:nvSpPr>
        <p:spPr>
          <a:xfrm>
            <a:off x="15337536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5" name="Connector 6002"/>
          <p:cNvSpPr/>
          <p:nvPr/>
        </p:nvSpPr>
        <p:spPr>
          <a:xfrm flipV="1">
            <a:off x="14365223" y="5782943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6" name="Connector 6003"/>
          <p:cNvSpPr/>
          <p:nvPr/>
        </p:nvSpPr>
        <p:spPr>
          <a:xfrm flipV="1">
            <a:off x="14542006" y="573379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7" name="Connector 6004"/>
          <p:cNvSpPr/>
          <p:nvPr/>
        </p:nvSpPr>
        <p:spPr>
          <a:xfrm flipV="1">
            <a:off x="14718791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8" name="Connector 6005"/>
          <p:cNvSpPr/>
          <p:nvPr/>
        </p:nvSpPr>
        <p:spPr>
          <a:xfrm flipV="1">
            <a:off x="14895576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9" name="Connector 6006"/>
          <p:cNvSpPr/>
          <p:nvPr/>
        </p:nvSpPr>
        <p:spPr>
          <a:xfrm flipV="1">
            <a:off x="15072360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0" name="Connector 6007"/>
          <p:cNvSpPr/>
          <p:nvPr/>
        </p:nvSpPr>
        <p:spPr>
          <a:xfrm flipV="1">
            <a:off x="15249143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1" name="Connector 6008"/>
          <p:cNvSpPr/>
          <p:nvPr/>
        </p:nvSpPr>
        <p:spPr>
          <a:xfrm>
            <a:off x="15425928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2" name="Connector 6009"/>
          <p:cNvSpPr/>
          <p:nvPr/>
        </p:nvSpPr>
        <p:spPr>
          <a:xfrm>
            <a:off x="15602712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3" name="Connector 6010"/>
          <p:cNvSpPr/>
          <p:nvPr/>
        </p:nvSpPr>
        <p:spPr>
          <a:xfrm>
            <a:off x="15779495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4" name="Connector 6011"/>
          <p:cNvSpPr/>
          <p:nvPr/>
        </p:nvSpPr>
        <p:spPr>
          <a:xfrm>
            <a:off x="15956280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5" name="Connector 6012"/>
          <p:cNvSpPr/>
          <p:nvPr/>
        </p:nvSpPr>
        <p:spPr>
          <a:xfrm>
            <a:off x="16133063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6" name="Connector 6013"/>
          <p:cNvSpPr/>
          <p:nvPr/>
        </p:nvSpPr>
        <p:spPr>
          <a:xfrm>
            <a:off x="16309847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7" name="Connector 6014"/>
          <p:cNvSpPr/>
          <p:nvPr/>
        </p:nvSpPr>
        <p:spPr>
          <a:xfrm flipV="1">
            <a:off x="14365223" y="577037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8" name="Connector 6015"/>
          <p:cNvSpPr/>
          <p:nvPr/>
        </p:nvSpPr>
        <p:spPr>
          <a:xfrm flipV="1">
            <a:off x="14630398" y="5710935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9" name="Connector 6016"/>
          <p:cNvSpPr/>
          <p:nvPr/>
        </p:nvSpPr>
        <p:spPr>
          <a:xfrm flipV="1">
            <a:off x="14895576" y="5664708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0" name="Connector 6017"/>
          <p:cNvSpPr/>
          <p:nvPr/>
        </p:nvSpPr>
        <p:spPr>
          <a:xfrm flipV="1">
            <a:off x="15160750" y="5631688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1" name="Connector 6018"/>
          <p:cNvSpPr/>
          <p:nvPr/>
        </p:nvSpPr>
        <p:spPr>
          <a:xfrm flipV="1">
            <a:off x="15425928" y="561187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2" name="Connector 6019"/>
          <p:cNvSpPr/>
          <p:nvPr/>
        </p:nvSpPr>
        <p:spPr>
          <a:xfrm flipV="1">
            <a:off x="15691102" y="5605271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3" name="Connector 6020"/>
          <p:cNvSpPr/>
          <p:nvPr/>
        </p:nvSpPr>
        <p:spPr>
          <a:xfrm>
            <a:off x="15956280" y="5605271"/>
            <a:ext cx="265176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4" name="Connector 6021"/>
          <p:cNvSpPr/>
          <p:nvPr/>
        </p:nvSpPr>
        <p:spPr>
          <a:xfrm>
            <a:off x="16221454" y="5611874"/>
            <a:ext cx="265178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5" name="Connector 6022"/>
          <p:cNvSpPr/>
          <p:nvPr/>
        </p:nvSpPr>
        <p:spPr>
          <a:xfrm>
            <a:off x="16486632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6" name="Connector 6023"/>
          <p:cNvSpPr/>
          <p:nvPr/>
        </p:nvSpPr>
        <p:spPr>
          <a:xfrm>
            <a:off x="16751808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7" name="Connector 6024"/>
          <p:cNvSpPr/>
          <p:nvPr/>
        </p:nvSpPr>
        <p:spPr>
          <a:xfrm>
            <a:off x="17016984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8" name="Connector 6025"/>
          <p:cNvSpPr/>
          <p:nvPr/>
        </p:nvSpPr>
        <p:spPr>
          <a:xfrm>
            <a:off x="17282160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9" name="Connector 6026"/>
          <p:cNvSpPr/>
          <p:nvPr/>
        </p:nvSpPr>
        <p:spPr>
          <a:xfrm flipV="1">
            <a:off x="14365223" y="5757798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0" name="Connector 6027"/>
          <p:cNvSpPr/>
          <p:nvPr/>
        </p:nvSpPr>
        <p:spPr>
          <a:xfrm flipV="1">
            <a:off x="14718791" y="568807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1" name="Connector 6028"/>
          <p:cNvSpPr/>
          <p:nvPr/>
        </p:nvSpPr>
        <p:spPr>
          <a:xfrm flipV="1">
            <a:off x="15072360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2" name="Connector 6029"/>
          <p:cNvSpPr/>
          <p:nvPr/>
        </p:nvSpPr>
        <p:spPr>
          <a:xfrm flipV="1">
            <a:off x="15425928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3" name="Connector 6030"/>
          <p:cNvSpPr/>
          <p:nvPr/>
        </p:nvSpPr>
        <p:spPr>
          <a:xfrm flipV="1">
            <a:off x="15779495" y="5571869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4" name="Connector 6031"/>
          <p:cNvSpPr/>
          <p:nvPr/>
        </p:nvSpPr>
        <p:spPr>
          <a:xfrm flipV="1">
            <a:off x="16133063" y="5564123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5" name="Connector 6032"/>
          <p:cNvSpPr/>
          <p:nvPr/>
        </p:nvSpPr>
        <p:spPr>
          <a:xfrm>
            <a:off x="16486632" y="5564123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6" name="Connector 6033"/>
          <p:cNvSpPr/>
          <p:nvPr/>
        </p:nvSpPr>
        <p:spPr>
          <a:xfrm>
            <a:off x="16840199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7" name="Connector 6034"/>
          <p:cNvSpPr/>
          <p:nvPr/>
        </p:nvSpPr>
        <p:spPr>
          <a:xfrm>
            <a:off x="17193767" y="5595111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8" name="Connector 6035"/>
          <p:cNvSpPr/>
          <p:nvPr/>
        </p:nvSpPr>
        <p:spPr>
          <a:xfrm>
            <a:off x="17547336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9" name="Connector 6036"/>
          <p:cNvSpPr/>
          <p:nvPr/>
        </p:nvSpPr>
        <p:spPr>
          <a:xfrm>
            <a:off x="17900904" y="5688076"/>
            <a:ext cx="353568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0" name="Connector 6037"/>
          <p:cNvSpPr/>
          <p:nvPr/>
        </p:nvSpPr>
        <p:spPr>
          <a:xfrm>
            <a:off x="18254470" y="5757798"/>
            <a:ext cx="353570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1" name="Connector 6038"/>
          <p:cNvSpPr/>
          <p:nvPr/>
        </p:nvSpPr>
        <p:spPr>
          <a:xfrm flipV="1">
            <a:off x="14365223" y="574522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2" name="Connector 6039"/>
          <p:cNvSpPr/>
          <p:nvPr/>
        </p:nvSpPr>
        <p:spPr>
          <a:xfrm flipV="1">
            <a:off x="14807183" y="566521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3" name="Connector 6040"/>
          <p:cNvSpPr/>
          <p:nvPr/>
        </p:nvSpPr>
        <p:spPr>
          <a:xfrm flipV="1">
            <a:off x="15249143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4" name="Connector 6041"/>
          <p:cNvSpPr/>
          <p:nvPr/>
        </p:nvSpPr>
        <p:spPr>
          <a:xfrm flipV="1">
            <a:off x="15691104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5" name="Connector 6042"/>
          <p:cNvSpPr/>
          <p:nvPr/>
        </p:nvSpPr>
        <p:spPr>
          <a:xfrm flipV="1">
            <a:off x="16133063" y="5531866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6" name="Connector 6043"/>
          <p:cNvSpPr/>
          <p:nvPr/>
        </p:nvSpPr>
        <p:spPr>
          <a:xfrm flipV="1">
            <a:off x="16575022" y="5522976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7" name="Connector 6044"/>
          <p:cNvSpPr/>
          <p:nvPr/>
        </p:nvSpPr>
        <p:spPr>
          <a:xfrm>
            <a:off x="17016984" y="552297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8" name="Connector 6045"/>
          <p:cNvSpPr/>
          <p:nvPr/>
        </p:nvSpPr>
        <p:spPr>
          <a:xfrm>
            <a:off x="17458943" y="553186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9" name="Connector 6046"/>
          <p:cNvSpPr/>
          <p:nvPr/>
        </p:nvSpPr>
        <p:spPr>
          <a:xfrm>
            <a:off x="17900904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0" name="Connector 6047"/>
          <p:cNvSpPr/>
          <p:nvPr/>
        </p:nvSpPr>
        <p:spPr>
          <a:xfrm>
            <a:off x="18342863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1" name="Connector 6048"/>
          <p:cNvSpPr/>
          <p:nvPr/>
        </p:nvSpPr>
        <p:spPr>
          <a:xfrm>
            <a:off x="18784823" y="5665215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2" name="Connector 6049"/>
          <p:cNvSpPr/>
          <p:nvPr/>
        </p:nvSpPr>
        <p:spPr>
          <a:xfrm>
            <a:off x="19226783" y="5745224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3" name="Connector 6050"/>
          <p:cNvSpPr/>
          <p:nvPr/>
        </p:nvSpPr>
        <p:spPr>
          <a:xfrm flipV="1">
            <a:off x="14365223" y="5732652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4" name="Connector 6051"/>
          <p:cNvSpPr/>
          <p:nvPr/>
        </p:nvSpPr>
        <p:spPr>
          <a:xfrm flipV="1">
            <a:off x="14895576" y="564235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5" name="Connector 6052"/>
          <p:cNvSpPr/>
          <p:nvPr/>
        </p:nvSpPr>
        <p:spPr>
          <a:xfrm flipV="1">
            <a:off x="15425928" y="557212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6" name="Connector 6053"/>
          <p:cNvSpPr/>
          <p:nvPr/>
        </p:nvSpPr>
        <p:spPr>
          <a:xfrm flipV="1">
            <a:off x="15956280" y="5521959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7" name="Connector 6054"/>
          <p:cNvSpPr/>
          <p:nvPr/>
        </p:nvSpPr>
        <p:spPr>
          <a:xfrm flipV="1">
            <a:off x="16486632" y="5491861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8" name="Connector 6055"/>
          <p:cNvSpPr/>
          <p:nvPr/>
        </p:nvSpPr>
        <p:spPr>
          <a:xfrm flipV="1">
            <a:off x="17016984" y="5481828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9" name="Connector 6056"/>
          <p:cNvSpPr/>
          <p:nvPr/>
        </p:nvSpPr>
        <p:spPr>
          <a:xfrm>
            <a:off x="17547336" y="5481828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0" name="Connector 6057"/>
          <p:cNvSpPr/>
          <p:nvPr/>
        </p:nvSpPr>
        <p:spPr>
          <a:xfrm>
            <a:off x="18077687" y="5491860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1" name="Connector 6058"/>
          <p:cNvSpPr/>
          <p:nvPr/>
        </p:nvSpPr>
        <p:spPr>
          <a:xfrm>
            <a:off x="18608039" y="5521959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2" name="Connector 6059"/>
          <p:cNvSpPr/>
          <p:nvPr/>
        </p:nvSpPr>
        <p:spPr>
          <a:xfrm>
            <a:off x="19138391" y="5572124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3" name="Connector 6060"/>
          <p:cNvSpPr/>
          <p:nvPr/>
        </p:nvSpPr>
        <p:spPr>
          <a:xfrm>
            <a:off x="19668743" y="564235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4" name="Connector 6061"/>
          <p:cNvSpPr/>
          <p:nvPr/>
        </p:nvSpPr>
        <p:spPr>
          <a:xfrm>
            <a:off x="20199095" y="5732652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5" name="Connector 6062"/>
          <p:cNvSpPr/>
          <p:nvPr/>
        </p:nvSpPr>
        <p:spPr>
          <a:xfrm flipV="1">
            <a:off x="15425928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6" name="Connector 6063"/>
          <p:cNvSpPr/>
          <p:nvPr/>
        </p:nvSpPr>
        <p:spPr>
          <a:xfrm flipV="1">
            <a:off x="15514319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7" name="Connector 6064"/>
          <p:cNvSpPr/>
          <p:nvPr/>
        </p:nvSpPr>
        <p:spPr>
          <a:xfrm flipV="1">
            <a:off x="15602712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8" name="Connector 6065"/>
          <p:cNvSpPr/>
          <p:nvPr/>
        </p:nvSpPr>
        <p:spPr>
          <a:xfrm flipV="1">
            <a:off x="15691104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9" name="Connector 6066"/>
          <p:cNvSpPr/>
          <p:nvPr/>
        </p:nvSpPr>
        <p:spPr>
          <a:xfrm flipV="1">
            <a:off x="15779495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0" name="Connector 6067"/>
          <p:cNvSpPr/>
          <p:nvPr/>
        </p:nvSpPr>
        <p:spPr>
          <a:xfrm flipV="1">
            <a:off x="15867887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1" name="Connector 6068"/>
          <p:cNvSpPr/>
          <p:nvPr/>
        </p:nvSpPr>
        <p:spPr>
          <a:xfrm>
            <a:off x="15956280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2" name="Connector 6069"/>
          <p:cNvSpPr/>
          <p:nvPr/>
        </p:nvSpPr>
        <p:spPr>
          <a:xfrm>
            <a:off x="16044671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3" name="Connector 6070"/>
          <p:cNvSpPr/>
          <p:nvPr/>
        </p:nvSpPr>
        <p:spPr>
          <a:xfrm>
            <a:off x="16133063" y="5704840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4" name="Connector 6071"/>
          <p:cNvSpPr/>
          <p:nvPr/>
        </p:nvSpPr>
        <p:spPr>
          <a:xfrm>
            <a:off x="16221454" y="5726429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5" name="Connector 6072"/>
          <p:cNvSpPr/>
          <p:nvPr/>
        </p:nvSpPr>
        <p:spPr>
          <a:xfrm>
            <a:off x="16309847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6" name="Connector 6073"/>
          <p:cNvSpPr/>
          <p:nvPr/>
        </p:nvSpPr>
        <p:spPr>
          <a:xfrm>
            <a:off x="16398239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7" name="Connector 6074"/>
          <p:cNvSpPr/>
          <p:nvPr/>
        </p:nvSpPr>
        <p:spPr>
          <a:xfrm flipV="1">
            <a:off x="15425928" y="5782943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8" name="Connector 6075"/>
          <p:cNvSpPr/>
          <p:nvPr/>
        </p:nvSpPr>
        <p:spPr>
          <a:xfrm flipV="1">
            <a:off x="15602711" y="573379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9" name="Connector 6076"/>
          <p:cNvSpPr/>
          <p:nvPr/>
        </p:nvSpPr>
        <p:spPr>
          <a:xfrm flipV="1">
            <a:off x="15779495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0" name="Connector 6077"/>
          <p:cNvSpPr/>
          <p:nvPr/>
        </p:nvSpPr>
        <p:spPr>
          <a:xfrm flipV="1">
            <a:off x="15956280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1" name="Connector 6078"/>
          <p:cNvSpPr/>
          <p:nvPr/>
        </p:nvSpPr>
        <p:spPr>
          <a:xfrm flipV="1">
            <a:off x="16133063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2" name="Connector 6079"/>
          <p:cNvSpPr/>
          <p:nvPr/>
        </p:nvSpPr>
        <p:spPr>
          <a:xfrm flipV="1">
            <a:off x="16309847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3" name="Connector 6080"/>
          <p:cNvSpPr/>
          <p:nvPr/>
        </p:nvSpPr>
        <p:spPr>
          <a:xfrm>
            <a:off x="16486632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4" name="Connector 6081"/>
          <p:cNvSpPr/>
          <p:nvPr/>
        </p:nvSpPr>
        <p:spPr>
          <a:xfrm>
            <a:off x="16663415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5" name="Connector 6082"/>
          <p:cNvSpPr/>
          <p:nvPr/>
        </p:nvSpPr>
        <p:spPr>
          <a:xfrm>
            <a:off x="16840198" y="5668264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6" name="Connector 6083"/>
          <p:cNvSpPr/>
          <p:nvPr/>
        </p:nvSpPr>
        <p:spPr>
          <a:xfrm>
            <a:off x="17016984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7" name="Connector 6084"/>
          <p:cNvSpPr/>
          <p:nvPr/>
        </p:nvSpPr>
        <p:spPr>
          <a:xfrm>
            <a:off x="17193767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8" name="Connector 6085"/>
          <p:cNvSpPr/>
          <p:nvPr/>
        </p:nvSpPr>
        <p:spPr>
          <a:xfrm>
            <a:off x="17370552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9" name="Connector 6086"/>
          <p:cNvSpPr/>
          <p:nvPr/>
        </p:nvSpPr>
        <p:spPr>
          <a:xfrm flipV="1">
            <a:off x="15425928" y="577037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0" name="Connector 6087"/>
          <p:cNvSpPr/>
          <p:nvPr/>
        </p:nvSpPr>
        <p:spPr>
          <a:xfrm flipV="1">
            <a:off x="15691102" y="5710935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1" name="Connector 6088"/>
          <p:cNvSpPr/>
          <p:nvPr/>
        </p:nvSpPr>
        <p:spPr>
          <a:xfrm flipV="1">
            <a:off x="15956280" y="5664708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2" name="Connector 6089"/>
          <p:cNvSpPr/>
          <p:nvPr/>
        </p:nvSpPr>
        <p:spPr>
          <a:xfrm flipV="1">
            <a:off x="16221454" y="5631688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3" name="Connector 6090"/>
          <p:cNvSpPr/>
          <p:nvPr/>
        </p:nvSpPr>
        <p:spPr>
          <a:xfrm flipV="1">
            <a:off x="16486632" y="561187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4" name="Connector 6091"/>
          <p:cNvSpPr/>
          <p:nvPr/>
        </p:nvSpPr>
        <p:spPr>
          <a:xfrm flipV="1">
            <a:off x="16751806" y="5605271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5" name="Connector 6092"/>
          <p:cNvSpPr/>
          <p:nvPr/>
        </p:nvSpPr>
        <p:spPr>
          <a:xfrm>
            <a:off x="17016984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6" name="Connector 6093"/>
          <p:cNvSpPr/>
          <p:nvPr/>
        </p:nvSpPr>
        <p:spPr>
          <a:xfrm>
            <a:off x="17282160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7" name="Connector 6094"/>
          <p:cNvSpPr/>
          <p:nvPr/>
        </p:nvSpPr>
        <p:spPr>
          <a:xfrm>
            <a:off x="17547336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8" name="Connector 6095"/>
          <p:cNvSpPr/>
          <p:nvPr/>
        </p:nvSpPr>
        <p:spPr>
          <a:xfrm>
            <a:off x="17812512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9" name="Connector 6096"/>
          <p:cNvSpPr/>
          <p:nvPr/>
        </p:nvSpPr>
        <p:spPr>
          <a:xfrm>
            <a:off x="18077687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0" name="Connector 6097"/>
          <p:cNvSpPr/>
          <p:nvPr/>
        </p:nvSpPr>
        <p:spPr>
          <a:xfrm>
            <a:off x="18342863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1" name="Connector 6098"/>
          <p:cNvSpPr/>
          <p:nvPr/>
        </p:nvSpPr>
        <p:spPr>
          <a:xfrm flipV="1">
            <a:off x="15425928" y="5757798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2" name="Connector 6099"/>
          <p:cNvSpPr/>
          <p:nvPr/>
        </p:nvSpPr>
        <p:spPr>
          <a:xfrm flipV="1">
            <a:off x="15779495" y="568807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3" name="Connector 6100"/>
          <p:cNvSpPr/>
          <p:nvPr/>
        </p:nvSpPr>
        <p:spPr>
          <a:xfrm flipV="1">
            <a:off x="16133063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4" name="Connector 6101"/>
          <p:cNvSpPr/>
          <p:nvPr/>
        </p:nvSpPr>
        <p:spPr>
          <a:xfrm flipV="1">
            <a:off x="16486632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5" name="Connector 6102"/>
          <p:cNvSpPr/>
          <p:nvPr/>
        </p:nvSpPr>
        <p:spPr>
          <a:xfrm flipV="1">
            <a:off x="16840199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6" name="Connector 6103"/>
          <p:cNvSpPr/>
          <p:nvPr/>
        </p:nvSpPr>
        <p:spPr>
          <a:xfrm flipV="1">
            <a:off x="17193767" y="5564123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7" name="Connector 6104"/>
          <p:cNvSpPr/>
          <p:nvPr/>
        </p:nvSpPr>
        <p:spPr>
          <a:xfrm>
            <a:off x="17547336" y="5564123"/>
            <a:ext cx="353568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8" name="Connector 6105"/>
          <p:cNvSpPr/>
          <p:nvPr/>
        </p:nvSpPr>
        <p:spPr>
          <a:xfrm>
            <a:off x="17900902" y="5571869"/>
            <a:ext cx="353570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9" name="Connector 6106"/>
          <p:cNvSpPr/>
          <p:nvPr/>
        </p:nvSpPr>
        <p:spPr>
          <a:xfrm>
            <a:off x="18254471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0" name="Connector 6107"/>
          <p:cNvSpPr/>
          <p:nvPr/>
        </p:nvSpPr>
        <p:spPr>
          <a:xfrm>
            <a:off x="18608039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1" name="Connector 6108"/>
          <p:cNvSpPr/>
          <p:nvPr/>
        </p:nvSpPr>
        <p:spPr>
          <a:xfrm>
            <a:off x="18961608" y="568807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2" name="Connector 6109"/>
          <p:cNvSpPr/>
          <p:nvPr/>
        </p:nvSpPr>
        <p:spPr>
          <a:xfrm>
            <a:off x="19315176" y="5757798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3" name="Connector 6110"/>
          <p:cNvSpPr/>
          <p:nvPr/>
        </p:nvSpPr>
        <p:spPr>
          <a:xfrm flipV="1">
            <a:off x="15425928" y="574522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4" name="Connector 6111"/>
          <p:cNvSpPr/>
          <p:nvPr/>
        </p:nvSpPr>
        <p:spPr>
          <a:xfrm flipV="1">
            <a:off x="15867887" y="566521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5" name="Connector 6112"/>
          <p:cNvSpPr/>
          <p:nvPr/>
        </p:nvSpPr>
        <p:spPr>
          <a:xfrm flipV="1">
            <a:off x="16309847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6" name="Connector 6113"/>
          <p:cNvSpPr/>
          <p:nvPr/>
        </p:nvSpPr>
        <p:spPr>
          <a:xfrm flipV="1">
            <a:off x="16751808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7" name="Connector 6114"/>
          <p:cNvSpPr/>
          <p:nvPr/>
        </p:nvSpPr>
        <p:spPr>
          <a:xfrm flipV="1">
            <a:off x="17193767" y="5531866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8" name="Connector 6115"/>
          <p:cNvSpPr/>
          <p:nvPr/>
        </p:nvSpPr>
        <p:spPr>
          <a:xfrm flipV="1">
            <a:off x="17635726" y="5522976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9" name="Connector 6116"/>
          <p:cNvSpPr/>
          <p:nvPr/>
        </p:nvSpPr>
        <p:spPr>
          <a:xfrm>
            <a:off x="18077687" y="552297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0" name="Connector 6117"/>
          <p:cNvSpPr/>
          <p:nvPr/>
        </p:nvSpPr>
        <p:spPr>
          <a:xfrm>
            <a:off x="18519647" y="553186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1" name="Connector 6118"/>
          <p:cNvSpPr/>
          <p:nvPr/>
        </p:nvSpPr>
        <p:spPr>
          <a:xfrm>
            <a:off x="18961608" y="5558535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2" name="Connector 6119"/>
          <p:cNvSpPr/>
          <p:nvPr/>
        </p:nvSpPr>
        <p:spPr>
          <a:xfrm>
            <a:off x="19403567" y="5602985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3" name="Connector 6120"/>
          <p:cNvSpPr/>
          <p:nvPr/>
        </p:nvSpPr>
        <p:spPr>
          <a:xfrm>
            <a:off x="19845528" y="5665215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4" name="Connector 6121"/>
          <p:cNvSpPr/>
          <p:nvPr/>
        </p:nvSpPr>
        <p:spPr>
          <a:xfrm>
            <a:off x="20287487" y="5745224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5" name="Connector 6122"/>
          <p:cNvSpPr/>
          <p:nvPr/>
        </p:nvSpPr>
        <p:spPr>
          <a:xfrm flipV="1">
            <a:off x="16486632" y="579551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6" name="Connector 6123"/>
          <p:cNvSpPr/>
          <p:nvPr/>
        </p:nvSpPr>
        <p:spPr>
          <a:xfrm flipV="1">
            <a:off x="16575022" y="575665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7" name="Connector 6124"/>
          <p:cNvSpPr/>
          <p:nvPr/>
        </p:nvSpPr>
        <p:spPr>
          <a:xfrm flipV="1">
            <a:off x="16663415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8" name="Connector 6125"/>
          <p:cNvSpPr/>
          <p:nvPr/>
        </p:nvSpPr>
        <p:spPr>
          <a:xfrm flipV="1">
            <a:off x="16751808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9" name="Connector 6126"/>
          <p:cNvSpPr/>
          <p:nvPr/>
        </p:nvSpPr>
        <p:spPr>
          <a:xfrm flipV="1">
            <a:off x="16840199" y="5691885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0" name="Connector 6127"/>
          <p:cNvSpPr/>
          <p:nvPr/>
        </p:nvSpPr>
        <p:spPr>
          <a:xfrm flipV="1">
            <a:off x="16928591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1" name="Connector 6128"/>
          <p:cNvSpPr/>
          <p:nvPr/>
        </p:nvSpPr>
        <p:spPr>
          <a:xfrm>
            <a:off x="17016984" y="5687567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2" name="Connector 6129"/>
          <p:cNvSpPr/>
          <p:nvPr/>
        </p:nvSpPr>
        <p:spPr>
          <a:xfrm>
            <a:off x="17105374" y="5691885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3" name="Connector 6130"/>
          <p:cNvSpPr/>
          <p:nvPr/>
        </p:nvSpPr>
        <p:spPr>
          <a:xfrm>
            <a:off x="17193767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4" name="Connector 6131"/>
          <p:cNvSpPr/>
          <p:nvPr/>
        </p:nvSpPr>
        <p:spPr>
          <a:xfrm>
            <a:off x="17282160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5" name="Connector 6132"/>
          <p:cNvSpPr/>
          <p:nvPr/>
        </p:nvSpPr>
        <p:spPr>
          <a:xfrm>
            <a:off x="17370552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6" name="Connector 6133"/>
          <p:cNvSpPr/>
          <p:nvPr/>
        </p:nvSpPr>
        <p:spPr>
          <a:xfrm>
            <a:off x="17458943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7" name="Connector 6134"/>
          <p:cNvSpPr/>
          <p:nvPr/>
        </p:nvSpPr>
        <p:spPr>
          <a:xfrm flipV="1">
            <a:off x="16486632" y="5782943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8" name="Connector 6135"/>
          <p:cNvSpPr/>
          <p:nvPr/>
        </p:nvSpPr>
        <p:spPr>
          <a:xfrm flipV="1">
            <a:off x="16663415" y="573379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9" name="Connector 6136"/>
          <p:cNvSpPr/>
          <p:nvPr/>
        </p:nvSpPr>
        <p:spPr>
          <a:xfrm flipV="1">
            <a:off x="16840199" y="5695569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0" name="Connector 6137"/>
          <p:cNvSpPr/>
          <p:nvPr/>
        </p:nvSpPr>
        <p:spPr>
          <a:xfrm flipV="1">
            <a:off x="17016984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1" name="Connector 6138"/>
          <p:cNvSpPr/>
          <p:nvPr/>
        </p:nvSpPr>
        <p:spPr>
          <a:xfrm flipV="1">
            <a:off x="17193767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2" name="Connector 6139"/>
          <p:cNvSpPr/>
          <p:nvPr/>
        </p:nvSpPr>
        <p:spPr>
          <a:xfrm flipV="1">
            <a:off x="17370550" y="564642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3" name="Connector 6140"/>
          <p:cNvSpPr/>
          <p:nvPr/>
        </p:nvSpPr>
        <p:spPr>
          <a:xfrm>
            <a:off x="17547336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4" name="Connector 6141"/>
          <p:cNvSpPr/>
          <p:nvPr/>
        </p:nvSpPr>
        <p:spPr>
          <a:xfrm>
            <a:off x="17724119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5" name="Connector 6142"/>
          <p:cNvSpPr/>
          <p:nvPr/>
        </p:nvSpPr>
        <p:spPr>
          <a:xfrm>
            <a:off x="17900902" y="5668264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6" name="Connector 6143"/>
          <p:cNvSpPr/>
          <p:nvPr/>
        </p:nvSpPr>
        <p:spPr>
          <a:xfrm>
            <a:off x="18077687" y="5695569"/>
            <a:ext cx="176784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7" name="Connector 6144"/>
          <p:cNvSpPr/>
          <p:nvPr/>
        </p:nvSpPr>
        <p:spPr>
          <a:xfrm>
            <a:off x="18254470" y="573379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8" name="Connector 6145"/>
          <p:cNvSpPr/>
          <p:nvPr/>
        </p:nvSpPr>
        <p:spPr>
          <a:xfrm>
            <a:off x="18431256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9" name="Connector 6146"/>
          <p:cNvSpPr/>
          <p:nvPr/>
        </p:nvSpPr>
        <p:spPr>
          <a:xfrm flipV="1">
            <a:off x="16486632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0" name="Connector 6147"/>
          <p:cNvSpPr/>
          <p:nvPr/>
        </p:nvSpPr>
        <p:spPr>
          <a:xfrm flipV="1">
            <a:off x="16751808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1" name="Connector 6148"/>
          <p:cNvSpPr/>
          <p:nvPr/>
        </p:nvSpPr>
        <p:spPr>
          <a:xfrm flipV="1">
            <a:off x="17016984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2" name="Connector 6149"/>
          <p:cNvSpPr/>
          <p:nvPr/>
        </p:nvSpPr>
        <p:spPr>
          <a:xfrm flipV="1">
            <a:off x="17282160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3" name="Connector 6150"/>
          <p:cNvSpPr/>
          <p:nvPr/>
        </p:nvSpPr>
        <p:spPr>
          <a:xfrm flipV="1">
            <a:off x="17547336" y="561187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4" name="Connector 6151"/>
          <p:cNvSpPr/>
          <p:nvPr/>
        </p:nvSpPr>
        <p:spPr>
          <a:xfrm flipV="1">
            <a:off x="17812511" y="5605271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5" name="Connector 6152"/>
          <p:cNvSpPr/>
          <p:nvPr/>
        </p:nvSpPr>
        <p:spPr>
          <a:xfrm>
            <a:off x="18077687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6" name="Connector 6153"/>
          <p:cNvSpPr/>
          <p:nvPr/>
        </p:nvSpPr>
        <p:spPr>
          <a:xfrm>
            <a:off x="18342863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7" name="Connector 6154"/>
          <p:cNvSpPr/>
          <p:nvPr/>
        </p:nvSpPr>
        <p:spPr>
          <a:xfrm>
            <a:off x="18608039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8" name="Connector 6155"/>
          <p:cNvSpPr/>
          <p:nvPr/>
        </p:nvSpPr>
        <p:spPr>
          <a:xfrm>
            <a:off x="18873215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9" name="Connector 6156"/>
          <p:cNvSpPr/>
          <p:nvPr/>
        </p:nvSpPr>
        <p:spPr>
          <a:xfrm>
            <a:off x="19138391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0" name="Connector 6157"/>
          <p:cNvSpPr/>
          <p:nvPr/>
        </p:nvSpPr>
        <p:spPr>
          <a:xfrm>
            <a:off x="19403567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1" name="Connector 6158"/>
          <p:cNvSpPr/>
          <p:nvPr/>
        </p:nvSpPr>
        <p:spPr>
          <a:xfrm flipV="1">
            <a:off x="16486632" y="5757798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2" name="Connector 6159"/>
          <p:cNvSpPr/>
          <p:nvPr/>
        </p:nvSpPr>
        <p:spPr>
          <a:xfrm flipV="1">
            <a:off x="16840199" y="568807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3" name="Connector 6160"/>
          <p:cNvSpPr/>
          <p:nvPr/>
        </p:nvSpPr>
        <p:spPr>
          <a:xfrm flipV="1">
            <a:off x="17193767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4" name="Connector 6161"/>
          <p:cNvSpPr/>
          <p:nvPr/>
        </p:nvSpPr>
        <p:spPr>
          <a:xfrm flipV="1">
            <a:off x="17547336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5" name="Connector 6162"/>
          <p:cNvSpPr/>
          <p:nvPr/>
        </p:nvSpPr>
        <p:spPr>
          <a:xfrm flipV="1">
            <a:off x="17900904" y="5571869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6" name="Connector 6163"/>
          <p:cNvSpPr/>
          <p:nvPr/>
        </p:nvSpPr>
        <p:spPr>
          <a:xfrm flipV="1">
            <a:off x="18254470" y="5564123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7" name="Connector 6164"/>
          <p:cNvSpPr/>
          <p:nvPr/>
        </p:nvSpPr>
        <p:spPr>
          <a:xfrm>
            <a:off x="18608039" y="5564123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8" name="Connector 6165"/>
          <p:cNvSpPr/>
          <p:nvPr/>
        </p:nvSpPr>
        <p:spPr>
          <a:xfrm>
            <a:off x="18961608" y="5571869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9" name="Connector 6166"/>
          <p:cNvSpPr/>
          <p:nvPr/>
        </p:nvSpPr>
        <p:spPr>
          <a:xfrm>
            <a:off x="19315176" y="5595111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0" name="Connector 6167"/>
          <p:cNvSpPr/>
          <p:nvPr/>
        </p:nvSpPr>
        <p:spPr>
          <a:xfrm>
            <a:off x="19668743" y="5633846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1" name="Connector 6168"/>
          <p:cNvSpPr/>
          <p:nvPr/>
        </p:nvSpPr>
        <p:spPr>
          <a:xfrm>
            <a:off x="20022312" y="568807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2" name="Connector 6169"/>
          <p:cNvSpPr/>
          <p:nvPr/>
        </p:nvSpPr>
        <p:spPr>
          <a:xfrm>
            <a:off x="20375880" y="5757798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3" name="Connector 6170"/>
          <p:cNvSpPr/>
          <p:nvPr/>
        </p:nvSpPr>
        <p:spPr>
          <a:xfrm flipV="1">
            <a:off x="17547336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4" name="Connector 6171"/>
          <p:cNvSpPr/>
          <p:nvPr/>
        </p:nvSpPr>
        <p:spPr>
          <a:xfrm flipV="1">
            <a:off x="17635728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5" name="Connector 6172"/>
          <p:cNvSpPr/>
          <p:nvPr/>
        </p:nvSpPr>
        <p:spPr>
          <a:xfrm flipV="1">
            <a:off x="17724119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6" name="Connector 6173"/>
          <p:cNvSpPr/>
          <p:nvPr/>
        </p:nvSpPr>
        <p:spPr>
          <a:xfrm flipV="1">
            <a:off x="17812512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7" name="Connector 6174"/>
          <p:cNvSpPr/>
          <p:nvPr/>
        </p:nvSpPr>
        <p:spPr>
          <a:xfrm flipV="1">
            <a:off x="17900904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8" name="Connector 6175"/>
          <p:cNvSpPr/>
          <p:nvPr/>
        </p:nvSpPr>
        <p:spPr>
          <a:xfrm flipV="1">
            <a:off x="17989295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9" name="Connector 6176"/>
          <p:cNvSpPr/>
          <p:nvPr/>
        </p:nvSpPr>
        <p:spPr>
          <a:xfrm>
            <a:off x="18077687" y="5687567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0" name="Connector 6177"/>
          <p:cNvSpPr/>
          <p:nvPr/>
        </p:nvSpPr>
        <p:spPr>
          <a:xfrm>
            <a:off x="18166078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1" name="Connector 6178"/>
          <p:cNvSpPr/>
          <p:nvPr/>
        </p:nvSpPr>
        <p:spPr>
          <a:xfrm>
            <a:off x="18254470" y="5704840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2" name="Connector 6179"/>
          <p:cNvSpPr/>
          <p:nvPr/>
        </p:nvSpPr>
        <p:spPr>
          <a:xfrm>
            <a:off x="18342863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3" name="Connector 6180"/>
          <p:cNvSpPr/>
          <p:nvPr/>
        </p:nvSpPr>
        <p:spPr>
          <a:xfrm>
            <a:off x="18431256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4" name="Connector 6181"/>
          <p:cNvSpPr/>
          <p:nvPr/>
        </p:nvSpPr>
        <p:spPr>
          <a:xfrm>
            <a:off x="18519647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5" name="Connector 6182"/>
          <p:cNvSpPr/>
          <p:nvPr/>
        </p:nvSpPr>
        <p:spPr>
          <a:xfrm flipV="1">
            <a:off x="17547336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6" name="Connector 6183"/>
          <p:cNvSpPr/>
          <p:nvPr/>
        </p:nvSpPr>
        <p:spPr>
          <a:xfrm flipV="1">
            <a:off x="17724119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7" name="Connector 6184"/>
          <p:cNvSpPr/>
          <p:nvPr/>
        </p:nvSpPr>
        <p:spPr>
          <a:xfrm flipV="1">
            <a:off x="17900904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8" name="Connector 6185"/>
          <p:cNvSpPr/>
          <p:nvPr/>
        </p:nvSpPr>
        <p:spPr>
          <a:xfrm flipV="1">
            <a:off x="18077687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9" name="Connector 6186"/>
          <p:cNvSpPr/>
          <p:nvPr/>
        </p:nvSpPr>
        <p:spPr>
          <a:xfrm flipV="1">
            <a:off x="18254471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0" name="Connector 6187"/>
          <p:cNvSpPr/>
          <p:nvPr/>
        </p:nvSpPr>
        <p:spPr>
          <a:xfrm flipV="1">
            <a:off x="18431254" y="564642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1" name="Connector 6188"/>
          <p:cNvSpPr/>
          <p:nvPr/>
        </p:nvSpPr>
        <p:spPr>
          <a:xfrm>
            <a:off x="18608039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2" name="Connector 6189"/>
          <p:cNvSpPr/>
          <p:nvPr/>
        </p:nvSpPr>
        <p:spPr>
          <a:xfrm>
            <a:off x="18784823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3" name="Connector 6190"/>
          <p:cNvSpPr/>
          <p:nvPr/>
        </p:nvSpPr>
        <p:spPr>
          <a:xfrm>
            <a:off x="18961608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4" name="Connector 6191"/>
          <p:cNvSpPr/>
          <p:nvPr/>
        </p:nvSpPr>
        <p:spPr>
          <a:xfrm>
            <a:off x="19138391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5" name="Connector 6192"/>
          <p:cNvSpPr/>
          <p:nvPr/>
        </p:nvSpPr>
        <p:spPr>
          <a:xfrm>
            <a:off x="19315176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6" name="Connector 6193"/>
          <p:cNvSpPr/>
          <p:nvPr/>
        </p:nvSpPr>
        <p:spPr>
          <a:xfrm>
            <a:off x="19491960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7" name="Connector 6194"/>
          <p:cNvSpPr/>
          <p:nvPr/>
        </p:nvSpPr>
        <p:spPr>
          <a:xfrm flipV="1">
            <a:off x="17547336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8" name="Connector 6195"/>
          <p:cNvSpPr/>
          <p:nvPr/>
        </p:nvSpPr>
        <p:spPr>
          <a:xfrm flipV="1">
            <a:off x="17812512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9" name="Connector 6196"/>
          <p:cNvSpPr/>
          <p:nvPr/>
        </p:nvSpPr>
        <p:spPr>
          <a:xfrm flipV="1">
            <a:off x="18077687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0" name="Connector 6197"/>
          <p:cNvSpPr/>
          <p:nvPr/>
        </p:nvSpPr>
        <p:spPr>
          <a:xfrm flipV="1">
            <a:off x="18342863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1" name="Connector 6198"/>
          <p:cNvSpPr/>
          <p:nvPr/>
        </p:nvSpPr>
        <p:spPr>
          <a:xfrm flipV="1">
            <a:off x="18608039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2" name="Connector 6199"/>
          <p:cNvSpPr/>
          <p:nvPr/>
        </p:nvSpPr>
        <p:spPr>
          <a:xfrm flipV="1">
            <a:off x="18873215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3" name="Connector 6200"/>
          <p:cNvSpPr/>
          <p:nvPr/>
        </p:nvSpPr>
        <p:spPr>
          <a:xfrm>
            <a:off x="19138391" y="5605271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4" name="Connector 6201"/>
          <p:cNvSpPr/>
          <p:nvPr/>
        </p:nvSpPr>
        <p:spPr>
          <a:xfrm>
            <a:off x="19403567" y="561187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5" name="Connector 6202"/>
          <p:cNvSpPr/>
          <p:nvPr/>
        </p:nvSpPr>
        <p:spPr>
          <a:xfrm>
            <a:off x="19668743" y="563168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6" name="Connector 6203"/>
          <p:cNvSpPr/>
          <p:nvPr/>
        </p:nvSpPr>
        <p:spPr>
          <a:xfrm>
            <a:off x="19933919" y="566470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7" name="Connector 6204"/>
          <p:cNvSpPr/>
          <p:nvPr/>
        </p:nvSpPr>
        <p:spPr>
          <a:xfrm>
            <a:off x="20199095" y="5710935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8" name="Connector 6205"/>
          <p:cNvSpPr/>
          <p:nvPr/>
        </p:nvSpPr>
        <p:spPr>
          <a:xfrm>
            <a:off x="20464271" y="577037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9" name="Connector 6206"/>
          <p:cNvSpPr/>
          <p:nvPr/>
        </p:nvSpPr>
        <p:spPr>
          <a:xfrm flipV="1">
            <a:off x="18608039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0" name="Connector 6207"/>
          <p:cNvSpPr/>
          <p:nvPr/>
        </p:nvSpPr>
        <p:spPr>
          <a:xfrm flipV="1">
            <a:off x="18696432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1" name="Connector 6208"/>
          <p:cNvSpPr/>
          <p:nvPr/>
        </p:nvSpPr>
        <p:spPr>
          <a:xfrm flipV="1">
            <a:off x="18784823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2" name="Connector 6209"/>
          <p:cNvSpPr/>
          <p:nvPr/>
        </p:nvSpPr>
        <p:spPr>
          <a:xfrm flipV="1">
            <a:off x="18873215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3" name="Connector 6210"/>
          <p:cNvSpPr/>
          <p:nvPr/>
        </p:nvSpPr>
        <p:spPr>
          <a:xfrm flipV="1">
            <a:off x="18961608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4" name="Connector 6211"/>
          <p:cNvSpPr/>
          <p:nvPr/>
        </p:nvSpPr>
        <p:spPr>
          <a:xfrm flipV="1">
            <a:off x="19049998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5" name="Connector 6212"/>
          <p:cNvSpPr/>
          <p:nvPr/>
        </p:nvSpPr>
        <p:spPr>
          <a:xfrm>
            <a:off x="19138391" y="5687567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6" name="Connector 6213"/>
          <p:cNvSpPr/>
          <p:nvPr/>
        </p:nvSpPr>
        <p:spPr>
          <a:xfrm>
            <a:off x="19226783" y="5691885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7" name="Connector 6214"/>
          <p:cNvSpPr/>
          <p:nvPr/>
        </p:nvSpPr>
        <p:spPr>
          <a:xfrm>
            <a:off x="19315176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8" name="Connector 6215"/>
          <p:cNvSpPr/>
          <p:nvPr/>
        </p:nvSpPr>
        <p:spPr>
          <a:xfrm>
            <a:off x="19403567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9" name="Connector 6216"/>
          <p:cNvSpPr/>
          <p:nvPr/>
        </p:nvSpPr>
        <p:spPr>
          <a:xfrm>
            <a:off x="19491960" y="5756655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0" name="Connector 6217"/>
          <p:cNvSpPr/>
          <p:nvPr/>
        </p:nvSpPr>
        <p:spPr>
          <a:xfrm>
            <a:off x="19580350" y="5795517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1" name="Connector 6218"/>
          <p:cNvSpPr/>
          <p:nvPr/>
        </p:nvSpPr>
        <p:spPr>
          <a:xfrm flipV="1">
            <a:off x="18608039" y="5782943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2" name="Connector 6219"/>
          <p:cNvSpPr/>
          <p:nvPr/>
        </p:nvSpPr>
        <p:spPr>
          <a:xfrm flipV="1">
            <a:off x="18784822" y="573379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3" name="Connector 6220"/>
          <p:cNvSpPr/>
          <p:nvPr/>
        </p:nvSpPr>
        <p:spPr>
          <a:xfrm flipV="1">
            <a:off x="18961608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4" name="Connector 6221"/>
          <p:cNvSpPr/>
          <p:nvPr/>
        </p:nvSpPr>
        <p:spPr>
          <a:xfrm flipV="1">
            <a:off x="19138391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5" name="Connector 6222"/>
          <p:cNvSpPr/>
          <p:nvPr/>
        </p:nvSpPr>
        <p:spPr>
          <a:xfrm flipV="1">
            <a:off x="19315176" y="5651879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6" name="Connector 6223"/>
          <p:cNvSpPr/>
          <p:nvPr/>
        </p:nvSpPr>
        <p:spPr>
          <a:xfrm flipV="1">
            <a:off x="19491959" y="564642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7" name="Connector 6224"/>
          <p:cNvSpPr/>
          <p:nvPr/>
        </p:nvSpPr>
        <p:spPr>
          <a:xfrm>
            <a:off x="19668743" y="564642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8" name="Connector 6225"/>
          <p:cNvSpPr/>
          <p:nvPr/>
        </p:nvSpPr>
        <p:spPr>
          <a:xfrm>
            <a:off x="19845528" y="5651879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9" name="Connector 6226"/>
          <p:cNvSpPr/>
          <p:nvPr/>
        </p:nvSpPr>
        <p:spPr>
          <a:xfrm>
            <a:off x="20022312" y="5668264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0" name="Connector 6227"/>
          <p:cNvSpPr/>
          <p:nvPr/>
        </p:nvSpPr>
        <p:spPr>
          <a:xfrm>
            <a:off x="20199095" y="5695569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1" name="Connector 6228"/>
          <p:cNvSpPr/>
          <p:nvPr/>
        </p:nvSpPr>
        <p:spPr>
          <a:xfrm>
            <a:off x="20375880" y="573379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2" name="Connector 6229"/>
          <p:cNvSpPr/>
          <p:nvPr/>
        </p:nvSpPr>
        <p:spPr>
          <a:xfrm>
            <a:off x="20552663" y="5782943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3" name="Connector 6230"/>
          <p:cNvSpPr/>
          <p:nvPr/>
        </p:nvSpPr>
        <p:spPr>
          <a:xfrm flipV="1">
            <a:off x="19668743" y="579551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4" name="Connector 6231"/>
          <p:cNvSpPr/>
          <p:nvPr/>
        </p:nvSpPr>
        <p:spPr>
          <a:xfrm flipV="1">
            <a:off x="19757136" y="575665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5" name="Connector 6232"/>
          <p:cNvSpPr/>
          <p:nvPr/>
        </p:nvSpPr>
        <p:spPr>
          <a:xfrm flipV="1">
            <a:off x="19845528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6" name="Connector 6233"/>
          <p:cNvSpPr/>
          <p:nvPr/>
        </p:nvSpPr>
        <p:spPr>
          <a:xfrm flipV="1">
            <a:off x="19933919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7" name="Connector 6234"/>
          <p:cNvSpPr/>
          <p:nvPr/>
        </p:nvSpPr>
        <p:spPr>
          <a:xfrm flipV="1">
            <a:off x="20022312" y="5691885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8" name="Connector 6235"/>
          <p:cNvSpPr/>
          <p:nvPr/>
        </p:nvSpPr>
        <p:spPr>
          <a:xfrm flipV="1">
            <a:off x="20110702" y="5687567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9" name="Connector 6236"/>
          <p:cNvSpPr/>
          <p:nvPr/>
        </p:nvSpPr>
        <p:spPr>
          <a:xfrm>
            <a:off x="20199095" y="568756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0" name="Connector 6237"/>
          <p:cNvSpPr/>
          <p:nvPr/>
        </p:nvSpPr>
        <p:spPr>
          <a:xfrm>
            <a:off x="20287487" y="5691885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1" name="Connector 6238"/>
          <p:cNvSpPr/>
          <p:nvPr/>
        </p:nvSpPr>
        <p:spPr>
          <a:xfrm>
            <a:off x="20375880" y="5704840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2" name="Connector 6239"/>
          <p:cNvSpPr/>
          <p:nvPr/>
        </p:nvSpPr>
        <p:spPr>
          <a:xfrm>
            <a:off x="20464271" y="572642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3" name="Connector 6240"/>
          <p:cNvSpPr/>
          <p:nvPr/>
        </p:nvSpPr>
        <p:spPr>
          <a:xfrm>
            <a:off x="20552663" y="5756655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4" name="Connector 6241"/>
          <p:cNvSpPr/>
          <p:nvPr/>
        </p:nvSpPr>
        <p:spPr>
          <a:xfrm>
            <a:off x="20641054" y="5795517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5" name="Connector 6242"/>
          <p:cNvSpPr/>
          <p:nvPr/>
        </p:nvSpPr>
        <p:spPr>
          <a:xfrm flipV="1">
            <a:off x="13304519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6" name="Connector 6243"/>
          <p:cNvSpPr/>
          <p:nvPr/>
        </p:nvSpPr>
        <p:spPr>
          <a:xfrm flipV="1">
            <a:off x="13392911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7" name="Connector 6244"/>
          <p:cNvSpPr/>
          <p:nvPr/>
        </p:nvSpPr>
        <p:spPr>
          <a:xfrm flipV="1">
            <a:off x="13481304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8" name="Connector 6245"/>
          <p:cNvSpPr/>
          <p:nvPr/>
        </p:nvSpPr>
        <p:spPr>
          <a:xfrm flipV="1">
            <a:off x="13569695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9" name="Connector 6246"/>
          <p:cNvSpPr/>
          <p:nvPr/>
        </p:nvSpPr>
        <p:spPr>
          <a:xfrm flipV="1">
            <a:off x="13658087" y="6551421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0" name="Connector 6247"/>
          <p:cNvSpPr/>
          <p:nvPr/>
        </p:nvSpPr>
        <p:spPr>
          <a:xfrm flipV="1">
            <a:off x="13746478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1" name="Connector 6248"/>
          <p:cNvSpPr/>
          <p:nvPr/>
        </p:nvSpPr>
        <p:spPr>
          <a:xfrm>
            <a:off x="13834871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2" name="Connector 6249"/>
          <p:cNvSpPr/>
          <p:nvPr/>
        </p:nvSpPr>
        <p:spPr>
          <a:xfrm>
            <a:off x="13923263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3" name="Connector 6250"/>
          <p:cNvSpPr/>
          <p:nvPr/>
        </p:nvSpPr>
        <p:spPr>
          <a:xfrm>
            <a:off x="14011656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4" name="Connector 6251"/>
          <p:cNvSpPr/>
          <p:nvPr/>
        </p:nvSpPr>
        <p:spPr>
          <a:xfrm>
            <a:off x="14100047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5" name="Connector 6252"/>
          <p:cNvSpPr/>
          <p:nvPr/>
        </p:nvSpPr>
        <p:spPr>
          <a:xfrm>
            <a:off x="14188439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6" name="Connector 6253"/>
          <p:cNvSpPr/>
          <p:nvPr/>
        </p:nvSpPr>
        <p:spPr>
          <a:xfrm>
            <a:off x="14276832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7" name="Connector 6254"/>
          <p:cNvSpPr/>
          <p:nvPr/>
        </p:nvSpPr>
        <p:spPr>
          <a:xfrm flipV="1">
            <a:off x="13304519" y="6642481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8" name="Connector 6255"/>
          <p:cNvSpPr/>
          <p:nvPr/>
        </p:nvSpPr>
        <p:spPr>
          <a:xfrm flipV="1">
            <a:off x="13481302" y="659333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9" name="Connector 6256"/>
          <p:cNvSpPr/>
          <p:nvPr/>
        </p:nvSpPr>
        <p:spPr>
          <a:xfrm flipV="1">
            <a:off x="13658087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0" name="Connector 6257"/>
          <p:cNvSpPr/>
          <p:nvPr/>
        </p:nvSpPr>
        <p:spPr>
          <a:xfrm flipV="1">
            <a:off x="13834871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1" name="Connector 6258"/>
          <p:cNvSpPr/>
          <p:nvPr/>
        </p:nvSpPr>
        <p:spPr>
          <a:xfrm flipV="1">
            <a:off x="14011656" y="6511415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2" name="Connector 6259"/>
          <p:cNvSpPr/>
          <p:nvPr/>
        </p:nvSpPr>
        <p:spPr>
          <a:xfrm flipV="1">
            <a:off x="14188439" y="6505956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3" name="Connector 6260"/>
          <p:cNvSpPr/>
          <p:nvPr/>
        </p:nvSpPr>
        <p:spPr>
          <a:xfrm>
            <a:off x="14365223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4" name="Connector 6261"/>
          <p:cNvSpPr/>
          <p:nvPr/>
        </p:nvSpPr>
        <p:spPr>
          <a:xfrm>
            <a:off x="14542008" y="6511417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5" name="Connector 6262"/>
          <p:cNvSpPr/>
          <p:nvPr/>
        </p:nvSpPr>
        <p:spPr>
          <a:xfrm>
            <a:off x="14718791" y="6527799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6" name="Connector 6263"/>
          <p:cNvSpPr/>
          <p:nvPr/>
        </p:nvSpPr>
        <p:spPr>
          <a:xfrm>
            <a:off x="14895576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7" name="Connector 6264"/>
          <p:cNvSpPr/>
          <p:nvPr/>
        </p:nvSpPr>
        <p:spPr>
          <a:xfrm>
            <a:off x="15072360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8" name="Connector 6265"/>
          <p:cNvSpPr/>
          <p:nvPr/>
        </p:nvSpPr>
        <p:spPr>
          <a:xfrm>
            <a:off x="15249143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9" name="Connector 6266"/>
          <p:cNvSpPr/>
          <p:nvPr/>
        </p:nvSpPr>
        <p:spPr>
          <a:xfrm flipV="1">
            <a:off x="13304519" y="6629907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0" name="Connector 6267"/>
          <p:cNvSpPr/>
          <p:nvPr/>
        </p:nvSpPr>
        <p:spPr>
          <a:xfrm flipV="1">
            <a:off x="13569695" y="6570472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1" name="Connector 6268"/>
          <p:cNvSpPr/>
          <p:nvPr/>
        </p:nvSpPr>
        <p:spPr>
          <a:xfrm flipV="1">
            <a:off x="13834871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2" name="Connector 6269"/>
          <p:cNvSpPr/>
          <p:nvPr/>
        </p:nvSpPr>
        <p:spPr>
          <a:xfrm flipV="1">
            <a:off x="14100047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3" name="Connector 6270"/>
          <p:cNvSpPr/>
          <p:nvPr/>
        </p:nvSpPr>
        <p:spPr>
          <a:xfrm flipV="1">
            <a:off x="14365223" y="647141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4" name="Connector 6271"/>
          <p:cNvSpPr/>
          <p:nvPr/>
        </p:nvSpPr>
        <p:spPr>
          <a:xfrm flipV="1">
            <a:off x="14630400" y="6464808"/>
            <a:ext cx="265176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5" name="Connector 6272"/>
          <p:cNvSpPr/>
          <p:nvPr/>
        </p:nvSpPr>
        <p:spPr>
          <a:xfrm>
            <a:off x="14895576" y="6464808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6" name="Connector 6273"/>
          <p:cNvSpPr/>
          <p:nvPr/>
        </p:nvSpPr>
        <p:spPr>
          <a:xfrm>
            <a:off x="15160750" y="6471411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7" name="Connector 6274"/>
          <p:cNvSpPr/>
          <p:nvPr/>
        </p:nvSpPr>
        <p:spPr>
          <a:xfrm>
            <a:off x="15425928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8" name="Connector 6275"/>
          <p:cNvSpPr/>
          <p:nvPr/>
        </p:nvSpPr>
        <p:spPr>
          <a:xfrm>
            <a:off x="15691104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9" name="Connector 6276"/>
          <p:cNvSpPr/>
          <p:nvPr/>
        </p:nvSpPr>
        <p:spPr>
          <a:xfrm>
            <a:off x="15956280" y="6570471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0" name="Connector 6277"/>
          <p:cNvSpPr/>
          <p:nvPr/>
        </p:nvSpPr>
        <p:spPr>
          <a:xfrm>
            <a:off x="16221454" y="6629907"/>
            <a:ext cx="265178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1" name="Connector 6278"/>
          <p:cNvSpPr/>
          <p:nvPr/>
        </p:nvSpPr>
        <p:spPr>
          <a:xfrm flipV="1">
            <a:off x="13304519" y="6617334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2" name="Connector 6279"/>
          <p:cNvSpPr/>
          <p:nvPr/>
        </p:nvSpPr>
        <p:spPr>
          <a:xfrm flipV="1">
            <a:off x="13658087" y="6547611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3" name="Connector 6280"/>
          <p:cNvSpPr/>
          <p:nvPr/>
        </p:nvSpPr>
        <p:spPr>
          <a:xfrm flipV="1">
            <a:off x="14011656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4" name="Connector 6281"/>
          <p:cNvSpPr/>
          <p:nvPr/>
        </p:nvSpPr>
        <p:spPr>
          <a:xfrm flipV="1">
            <a:off x="14365223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5" name="Connector 6282"/>
          <p:cNvSpPr/>
          <p:nvPr/>
        </p:nvSpPr>
        <p:spPr>
          <a:xfrm flipV="1">
            <a:off x="14718791" y="6431405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6" name="Connector 6283"/>
          <p:cNvSpPr/>
          <p:nvPr/>
        </p:nvSpPr>
        <p:spPr>
          <a:xfrm flipV="1">
            <a:off x="15072359" y="6423659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7" name="Connector 6284"/>
          <p:cNvSpPr/>
          <p:nvPr/>
        </p:nvSpPr>
        <p:spPr>
          <a:xfrm>
            <a:off x="15425928" y="6423659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8" name="Connector 6285"/>
          <p:cNvSpPr/>
          <p:nvPr/>
        </p:nvSpPr>
        <p:spPr>
          <a:xfrm>
            <a:off x="15779495" y="6431407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9" name="Connector 6286"/>
          <p:cNvSpPr/>
          <p:nvPr/>
        </p:nvSpPr>
        <p:spPr>
          <a:xfrm>
            <a:off x="16133063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0" name="Connector 6287"/>
          <p:cNvSpPr/>
          <p:nvPr/>
        </p:nvSpPr>
        <p:spPr>
          <a:xfrm>
            <a:off x="16486632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1" name="Connector 6288"/>
          <p:cNvSpPr/>
          <p:nvPr/>
        </p:nvSpPr>
        <p:spPr>
          <a:xfrm>
            <a:off x="16840199" y="6547611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2" name="Connector 6289"/>
          <p:cNvSpPr/>
          <p:nvPr/>
        </p:nvSpPr>
        <p:spPr>
          <a:xfrm>
            <a:off x="17193767" y="6617334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3" name="Connector 6290"/>
          <p:cNvSpPr/>
          <p:nvPr/>
        </p:nvSpPr>
        <p:spPr>
          <a:xfrm flipV="1">
            <a:off x="13304519" y="6604761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4" name="Connector 6291"/>
          <p:cNvSpPr/>
          <p:nvPr/>
        </p:nvSpPr>
        <p:spPr>
          <a:xfrm flipV="1">
            <a:off x="13746478" y="6524752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5" name="Connector 6292"/>
          <p:cNvSpPr/>
          <p:nvPr/>
        </p:nvSpPr>
        <p:spPr>
          <a:xfrm flipV="1">
            <a:off x="14188439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6" name="Connector 6293"/>
          <p:cNvSpPr/>
          <p:nvPr/>
        </p:nvSpPr>
        <p:spPr>
          <a:xfrm flipV="1">
            <a:off x="14630400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7" name="Connector 6294"/>
          <p:cNvSpPr/>
          <p:nvPr/>
        </p:nvSpPr>
        <p:spPr>
          <a:xfrm flipV="1">
            <a:off x="15072360" y="6391400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8" name="Connector 6295"/>
          <p:cNvSpPr/>
          <p:nvPr/>
        </p:nvSpPr>
        <p:spPr>
          <a:xfrm flipV="1">
            <a:off x="15514319" y="6382511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9" name="Connector 6296"/>
          <p:cNvSpPr/>
          <p:nvPr/>
        </p:nvSpPr>
        <p:spPr>
          <a:xfrm>
            <a:off x="15956280" y="6382511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0" name="Connector 6297"/>
          <p:cNvSpPr/>
          <p:nvPr/>
        </p:nvSpPr>
        <p:spPr>
          <a:xfrm>
            <a:off x="16398239" y="6391402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1" name="Connector 6298"/>
          <p:cNvSpPr/>
          <p:nvPr/>
        </p:nvSpPr>
        <p:spPr>
          <a:xfrm>
            <a:off x="16840200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2" name="Connector 6299"/>
          <p:cNvSpPr/>
          <p:nvPr/>
        </p:nvSpPr>
        <p:spPr>
          <a:xfrm>
            <a:off x="17282160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3" name="Connector 6300"/>
          <p:cNvSpPr/>
          <p:nvPr/>
        </p:nvSpPr>
        <p:spPr>
          <a:xfrm>
            <a:off x="17724119" y="6524752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4" name="Connector 6301"/>
          <p:cNvSpPr/>
          <p:nvPr/>
        </p:nvSpPr>
        <p:spPr>
          <a:xfrm>
            <a:off x="18166078" y="6604761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5" name="Connector 6302"/>
          <p:cNvSpPr/>
          <p:nvPr/>
        </p:nvSpPr>
        <p:spPr>
          <a:xfrm flipV="1">
            <a:off x="13304519" y="6592190"/>
            <a:ext cx="530352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6" name="Connector 6303"/>
          <p:cNvSpPr/>
          <p:nvPr/>
        </p:nvSpPr>
        <p:spPr>
          <a:xfrm flipV="1">
            <a:off x="13834870" y="6501891"/>
            <a:ext cx="530354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7" name="Connector 6304"/>
          <p:cNvSpPr/>
          <p:nvPr/>
        </p:nvSpPr>
        <p:spPr>
          <a:xfrm flipV="1">
            <a:off x="14365223" y="6431660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8" name="Connector 6305"/>
          <p:cNvSpPr/>
          <p:nvPr/>
        </p:nvSpPr>
        <p:spPr>
          <a:xfrm flipV="1">
            <a:off x="14895576" y="638149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9" name="Connector 6306"/>
          <p:cNvSpPr/>
          <p:nvPr/>
        </p:nvSpPr>
        <p:spPr>
          <a:xfrm flipV="1">
            <a:off x="15425928" y="6351396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0" name="Connector 6307"/>
          <p:cNvSpPr/>
          <p:nvPr/>
        </p:nvSpPr>
        <p:spPr>
          <a:xfrm flipV="1">
            <a:off x="15956280" y="6341364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1" name="Connector 6308"/>
          <p:cNvSpPr/>
          <p:nvPr/>
        </p:nvSpPr>
        <p:spPr>
          <a:xfrm>
            <a:off x="16486632" y="6341364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2" name="Connector 6309"/>
          <p:cNvSpPr/>
          <p:nvPr/>
        </p:nvSpPr>
        <p:spPr>
          <a:xfrm>
            <a:off x="17016984" y="6351396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3" name="Connector 6310"/>
          <p:cNvSpPr/>
          <p:nvPr/>
        </p:nvSpPr>
        <p:spPr>
          <a:xfrm>
            <a:off x="17547336" y="638149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4" name="Connector 6311"/>
          <p:cNvSpPr/>
          <p:nvPr/>
        </p:nvSpPr>
        <p:spPr>
          <a:xfrm>
            <a:off x="18077687" y="6431660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5" name="Connector 6312"/>
          <p:cNvSpPr/>
          <p:nvPr/>
        </p:nvSpPr>
        <p:spPr>
          <a:xfrm>
            <a:off x="18608039" y="650189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6" name="Connector 6313"/>
          <p:cNvSpPr/>
          <p:nvPr/>
        </p:nvSpPr>
        <p:spPr>
          <a:xfrm>
            <a:off x="19138391" y="6592189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7" name="Connector 6314"/>
          <p:cNvSpPr/>
          <p:nvPr/>
        </p:nvSpPr>
        <p:spPr>
          <a:xfrm flipV="1">
            <a:off x="13304519" y="6579614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8" name="Connector 6315"/>
          <p:cNvSpPr/>
          <p:nvPr/>
        </p:nvSpPr>
        <p:spPr>
          <a:xfrm flipV="1">
            <a:off x="13923263" y="6479032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9" name="Connector 6316"/>
          <p:cNvSpPr/>
          <p:nvPr/>
        </p:nvSpPr>
        <p:spPr>
          <a:xfrm flipV="1">
            <a:off x="14542008" y="6400799"/>
            <a:ext cx="618744" cy="782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0" name="Connector 6317"/>
          <p:cNvSpPr/>
          <p:nvPr/>
        </p:nvSpPr>
        <p:spPr>
          <a:xfrm flipV="1">
            <a:off x="15160750" y="6344920"/>
            <a:ext cx="618746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1" name="Connector 6318"/>
          <p:cNvSpPr/>
          <p:nvPr/>
        </p:nvSpPr>
        <p:spPr>
          <a:xfrm flipV="1">
            <a:off x="15779495" y="6311391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2" name="Connector 6319"/>
          <p:cNvSpPr/>
          <p:nvPr/>
        </p:nvSpPr>
        <p:spPr>
          <a:xfrm flipV="1">
            <a:off x="16398239" y="6300215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3" name="Connector 6320"/>
          <p:cNvSpPr/>
          <p:nvPr/>
        </p:nvSpPr>
        <p:spPr>
          <a:xfrm>
            <a:off x="17016984" y="6300215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4" name="Connector 6321"/>
          <p:cNvSpPr/>
          <p:nvPr/>
        </p:nvSpPr>
        <p:spPr>
          <a:xfrm>
            <a:off x="17635728" y="6311391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5" name="Connector 6322"/>
          <p:cNvSpPr/>
          <p:nvPr/>
        </p:nvSpPr>
        <p:spPr>
          <a:xfrm>
            <a:off x="18254471" y="6344920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6" name="Connector 6323"/>
          <p:cNvSpPr/>
          <p:nvPr/>
        </p:nvSpPr>
        <p:spPr>
          <a:xfrm>
            <a:off x="18873215" y="6400799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7" name="Connector 6324"/>
          <p:cNvSpPr/>
          <p:nvPr/>
        </p:nvSpPr>
        <p:spPr>
          <a:xfrm>
            <a:off x="19491960" y="6479032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8" name="Connector 6325"/>
          <p:cNvSpPr/>
          <p:nvPr/>
        </p:nvSpPr>
        <p:spPr>
          <a:xfrm>
            <a:off x="20110702" y="6579614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9" name="Connector 6326"/>
          <p:cNvSpPr/>
          <p:nvPr/>
        </p:nvSpPr>
        <p:spPr>
          <a:xfrm flipV="1">
            <a:off x="14365223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0" name="Connector 6327"/>
          <p:cNvSpPr/>
          <p:nvPr/>
        </p:nvSpPr>
        <p:spPr>
          <a:xfrm flipV="1">
            <a:off x="14453615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1" name="Connector 6328"/>
          <p:cNvSpPr/>
          <p:nvPr/>
        </p:nvSpPr>
        <p:spPr>
          <a:xfrm flipV="1">
            <a:off x="14542008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2" name="Connector 6329"/>
          <p:cNvSpPr/>
          <p:nvPr/>
        </p:nvSpPr>
        <p:spPr>
          <a:xfrm flipV="1">
            <a:off x="14630399" y="6564376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3" name="Connector 6330"/>
          <p:cNvSpPr/>
          <p:nvPr/>
        </p:nvSpPr>
        <p:spPr>
          <a:xfrm flipV="1">
            <a:off x="14718791" y="6551421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4" name="Connector 6331"/>
          <p:cNvSpPr/>
          <p:nvPr/>
        </p:nvSpPr>
        <p:spPr>
          <a:xfrm flipV="1">
            <a:off x="14807183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5" name="Connector 6332"/>
          <p:cNvSpPr/>
          <p:nvPr/>
        </p:nvSpPr>
        <p:spPr>
          <a:xfrm>
            <a:off x="14895576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6" name="Connector 6333"/>
          <p:cNvSpPr/>
          <p:nvPr/>
        </p:nvSpPr>
        <p:spPr>
          <a:xfrm>
            <a:off x="14983967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7" name="Connector 6334"/>
          <p:cNvSpPr/>
          <p:nvPr/>
        </p:nvSpPr>
        <p:spPr>
          <a:xfrm>
            <a:off x="15072360" y="6564376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8" name="Connector 6335"/>
          <p:cNvSpPr/>
          <p:nvPr/>
        </p:nvSpPr>
        <p:spPr>
          <a:xfrm>
            <a:off x="15160750" y="6585966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9" name="Connector 6336"/>
          <p:cNvSpPr/>
          <p:nvPr/>
        </p:nvSpPr>
        <p:spPr>
          <a:xfrm>
            <a:off x="15249143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0" name="Connector 6337"/>
          <p:cNvSpPr/>
          <p:nvPr/>
        </p:nvSpPr>
        <p:spPr>
          <a:xfrm>
            <a:off x="15337536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1" name="Connector 6338"/>
          <p:cNvSpPr/>
          <p:nvPr/>
        </p:nvSpPr>
        <p:spPr>
          <a:xfrm flipV="1">
            <a:off x="14365223" y="6642481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2" name="Connector 6339"/>
          <p:cNvSpPr/>
          <p:nvPr/>
        </p:nvSpPr>
        <p:spPr>
          <a:xfrm flipV="1">
            <a:off x="14542006" y="659333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3" name="Connector 6340"/>
          <p:cNvSpPr/>
          <p:nvPr/>
        </p:nvSpPr>
        <p:spPr>
          <a:xfrm flipV="1">
            <a:off x="14718791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4" name="Connector 6341"/>
          <p:cNvSpPr/>
          <p:nvPr/>
        </p:nvSpPr>
        <p:spPr>
          <a:xfrm flipV="1">
            <a:off x="14895576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5" name="Connector 6342"/>
          <p:cNvSpPr/>
          <p:nvPr/>
        </p:nvSpPr>
        <p:spPr>
          <a:xfrm flipV="1">
            <a:off x="15072360" y="6511415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6" name="Connector 6343"/>
          <p:cNvSpPr/>
          <p:nvPr/>
        </p:nvSpPr>
        <p:spPr>
          <a:xfrm flipV="1">
            <a:off x="15249143" y="6505956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7" name="Connector 6344"/>
          <p:cNvSpPr/>
          <p:nvPr/>
        </p:nvSpPr>
        <p:spPr>
          <a:xfrm>
            <a:off x="15425928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8" name="Connector 6345"/>
          <p:cNvSpPr/>
          <p:nvPr/>
        </p:nvSpPr>
        <p:spPr>
          <a:xfrm>
            <a:off x="15602712" y="6511417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9" name="Connector 6346"/>
          <p:cNvSpPr/>
          <p:nvPr/>
        </p:nvSpPr>
        <p:spPr>
          <a:xfrm>
            <a:off x="15779495" y="6527799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0" name="Connector 6347"/>
          <p:cNvSpPr/>
          <p:nvPr/>
        </p:nvSpPr>
        <p:spPr>
          <a:xfrm>
            <a:off x="15956280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1" name="Connector 6348"/>
          <p:cNvSpPr/>
          <p:nvPr/>
        </p:nvSpPr>
        <p:spPr>
          <a:xfrm>
            <a:off x="16133063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2" name="Connector 6349"/>
          <p:cNvSpPr/>
          <p:nvPr/>
        </p:nvSpPr>
        <p:spPr>
          <a:xfrm>
            <a:off x="16309847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3" name="Connector 6350"/>
          <p:cNvSpPr/>
          <p:nvPr/>
        </p:nvSpPr>
        <p:spPr>
          <a:xfrm flipV="1">
            <a:off x="14365223" y="6629907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4" name="Connector 6351"/>
          <p:cNvSpPr/>
          <p:nvPr/>
        </p:nvSpPr>
        <p:spPr>
          <a:xfrm flipV="1">
            <a:off x="14630398" y="6570472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5" name="Connector 6352"/>
          <p:cNvSpPr/>
          <p:nvPr/>
        </p:nvSpPr>
        <p:spPr>
          <a:xfrm flipV="1">
            <a:off x="14895576" y="6524243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6" name="Connector 6353"/>
          <p:cNvSpPr/>
          <p:nvPr/>
        </p:nvSpPr>
        <p:spPr>
          <a:xfrm flipV="1">
            <a:off x="15160750" y="6491223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7" name="Connector 6354"/>
          <p:cNvSpPr/>
          <p:nvPr/>
        </p:nvSpPr>
        <p:spPr>
          <a:xfrm flipV="1">
            <a:off x="15425928" y="647141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8" name="Connector 6355"/>
          <p:cNvSpPr/>
          <p:nvPr/>
        </p:nvSpPr>
        <p:spPr>
          <a:xfrm flipV="1">
            <a:off x="15691102" y="646480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9" name="Connector 6356"/>
          <p:cNvSpPr/>
          <p:nvPr/>
        </p:nvSpPr>
        <p:spPr>
          <a:xfrm>
            <a:off x="15956280" y="6464808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0" name="Connector 6357"/>
          <p:cNvSpPr/>
          <p:nvPr/>
        </p:nvSpPr>
        <p:spPr>
          <a:xfrm>
            <a:off x="16221454" y="6471411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1" name="Connector 6358"/>
          <p:cNvSpPr/>
          <p:nvPr/>
        </p:nvSpPr>
        <p:spPr>
          <a:xfrm>
            <a:off x="16486632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2" name="Connector 6359"/>
          <p:cNvSpPr/>
          <p:nvPr/>
        </p:nvSpPr>
        <p:spPr>
          <a:xfrm>
            <a:off x="16751808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3" name="Connector 6360"/>
          <p:cNvSpPr/>
          <p:nvPr/>
        </p:nvSpPr>
        <p:spPr>
          <a:xfrm>
            <a:off x="17016984" y="6570471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4" name="Connector 6361"/>
          <p:cNvSpPr/>
          <p:nvPr/>
        </p:nvSpPr>
        <p:spPr>
          <a:xfrm>
            <a:off x="17282160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5" name="Connector 6362"/>
          <p:cNvSpPr/>
          <p:nvPr/>
        </p:nvSpPr>
        <p:spPr>
          <a:xfrm flipV="1">
            <a:off x="14365223" y="6617334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6" name="Connector 6363"/>
          <p:cNvSpPr/>
          <p:nvPr/>
        </p:nvSpPr>
        <p:spPr>
          <a:xfrm flipV="1">
            <a:off x="14718791" y="6547611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7" name="Connector 6364"/>
          <p:cNvSpPr/>
          <p:nvPr/>
        </p:nvSpPr>
        <p:spPr>
          <a:xfrm flipV="1">
            <a:off x="15072360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8" name="Connector 6365"/>
          <p:cNvSpPr/>
          <p:nvPr/>
        </p:nvSpPr>
        <p:spPr>
          <a:xfrm flipV="1">
            <a:off x="15425928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9" name="Connector 6366"/>
          <p:cNvSpPr/>
          <p:nvPr/>
        </p:nvSpPr>
        <p:spPr>
          <a:xfrm flipV="1">
            <a:off x="15779495" y="6431405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0" name="Connector 6367"/>
          <p:cNvSpPr/>
          <p:nvPr/>
        </p:nvSpPr>
        <p:spPr>
          <a:xfrm flipV="1">
            <a:off x="16133063" y="6423659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1" name="Connector 6368"/>
          <p:cNvSpPr/>
          <p:nvPr/>
        </p:nvSpPr>
        <p:spPr>
          <a:xfrm>
            <a:off x="16486632" y="6423659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2" name="Connector 6369"/>
          <p:cNvSpPr/>
          <p:nvPr/>
        </p:nvSpPr>
        <p:spPr>
          <a:xfrm>
            <a:off x="16840199" y="6431407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3" name="Connector 6370"/>
          <p:cNvSpPr/>
          <p:nvPr/>
        </p:nvSpPr>
        <p:spPr>
          <a:xfrm>
            <a:off x="17193767" y="6454647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4" name="Connector 6371"/>
          <p:cNvSpPr/>
          <p:nvPr/>
        </p:nvSpPr>
        <p:spPr>
          <a:xfrm>
            <a:off x="17547336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5" name="Connector 6372"/>
          <p:cNvSpPr/>
          <p:nvPr/>
        </p:nvSpPr>
        <p:spPr>
          <a:xfrm>
            <a:off x="17900904" y="6547611"/>
            <a:ext cx="353568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6" name="Connector 6373"/>
          <p:cNvSpPr/>
          <p:nvPr/>
        </p:nvSpPr>
        <p:spPr>
          <a:xfrm>
            <a:off x="18254470" y="6617334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7" name="Connector 6374"/>
          <p:cNvSpPr/>
          <p:nvPr/>
        </p:nvSpPr>
        <p:spPr>
          <a:xfrm flipV="1">
            <a:off x="14365223" y="6604761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8" name="Connector 6375"/>
          <p:cNvSpPr/>
          <p:nvPr/>
        </p:nvSpPr>
        <p:spPr>
          <a:xfrm flipV="1">
            <a:off x="14807183" y="6524752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9" name="Connector 6376"/>
          <p:cNvSpPr/>
          <p:nvPr/>
        </p:nvSpPr>
        <p:spPr>
          <a:xfrm flipV="1">
            <a:off x="15249143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0" name="Connector 6377"/>
          <p:cNvSpPr/>
          <p:nvPr/>
        </p:nvSpPr>
        <p:spPr>
          <a:xfrm flipV="1">
            <a:off x="15691104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1" name="Connector 6378"/>
          <p:cNvSpPr/>
          <p:nvPr/>
        </p:nvSpPr>
        <p:spPr>
          <a:xfrm flipV="1">
            <a:off x="16133063" y="6391400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2" name="Connector 6379"/>
          <p:cNvSpPr/>
          <p:nvPr/>
        </p:nvSpPr>
        <p:spPr>
          <a:xfrm flipV="1">
            <a:off x="16575022" y="6382511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3" name="Connector 6380"/>
          <p:cNvSpPr/>
          <p:nvPr/>
        </p:nvSpPr>
        <p:spPr>
          <a:xfrm>
            <a:off x="17016984" y="6382511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4" name="Connector 6381"/>
          <p:cNvSpPr/>
          <p:nvPr/>
        </p:nvSpPr>
        <p:spPr>
          <a:xfrm>
            <a:off x="17458943" y="6391402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5" name="Connector 6382"/>
          <p:cNvSpPr/>
          <p:nvPr/>
        </p:nvSpPr>
        <p:spPr>
          <a:xfrm>
            <a:off x="17900904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6" name="Connector 6383"/>
          <p:cNvSpPr/>
          <p:nvPr/>
        </p:nvSpPr>
        <p:spPr>
          <a:xfrm>
            <a:off x="18342863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7" name="Connector 6384"/>
          <p:cNvSpPr/>
          <p:nvPr/>
        </p:nvSpPr>
        <p:spPr>
          <a:xfrm>
            <a:off x="18784823" y="6524752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8" name="Connector 6385"/>
          <p:cNvSpPr/>
          <p:nvPr/>
        </p:nvSpPr>
        <p:spPr>
          <a:xfrm>
            <a:off x="19226783" y="6604761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9" name="Connector 6386"/>
          <p:cNvSpPr/>
          <p:nvPr/>
        </p:nvSpPr>
        <p:spPr>
          <a:xfrm flipV="1">
            <a:off x="14365223" y="6592190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0" name="Connector 6387"/>
          <p:cNvSpPr/>
          <p:nvPr/>
        </p:nvSpPr>
        <p:spPr>
          <a:xfrm flipV="1">
            <a:off x="14895576" y="650189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1" name="Connector 6388"/>
          <p:cNvSpPr/>
          <p:nvPr/>
        </p:nvSpPr>
        <p:spPr>
          <a:xfrm flipV="1">
            <a:off x="15425928" y="6431660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2" name="Connector 6389"/>
          <p:cNvSpPr/>
          <p:nvPr/>
        </p:nvSpPr>
        <p:spPr>
          <a:xfrm flipV="1">
            <a:off x="15956280" y="638149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3" name="Connector 6390"/>
          <p:cNvSpPr/>
          <p:nvPr/>
        </p:nvSpPr>
        <p:spPr>
          <a:xfrm flipV="1">
            <a:off x="16486632" y="6351396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4" name="Connector 6391"/>
          <p:cNvSpPr/>
          <p:nvPr/>
        </p:nvSpPr>
        <p:spPr>
          <a:xfrm flipV="1">
            <a:off x="17016984" y="6341364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5" name="Connector 6392"/>
          <p:cNvSpPr/>
          <p:nvPr/>
        </p:nvSpPr>
        <p:spPr>
          <a:xfrm>
            <a:off x="17547336" y="6341364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6" name="Connector 6393"/>
          <p:cNvSpPr/>
          <p:nvPr/>
        </p:nvSpPr>
        <p:spPr>
          <a:xfrm>
            <a:off x="18077687" y="6351396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7" name="Connector 6394"/>
          <p:cNvSpPr/>
          <p:nvPr/>
        </p:nvSpPr>
        <p:spPr>
          <a:xfrm>
            <a:off x="18608039" y="638149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8" name="Connector 6395"/>
          <p:cNvSpPr/>
          <p:nvPr/>
        </p:nvSpPr>
        <p:spPr>
          <a:xfrm>
            <a:off x="19138391" y="6431660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9" name="Connector 6396"/>
          <p:cNvSpPr/>
          <p:nvPr/>
        </p:nvSpPr>
        <p:spPr>
          <a:xfrm>
            <a:off x="19668743" y="650189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0" name="Connector 6397"/>
          <p:cNvSpPr/>
          <p:nvPr/>
        </p:nvSpPr>
        <p:spPr>
          <a:xfrm>
            <a:off x="20199095" y="6592189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1" name="Connector 6398"/>
          <p:cNvSpPr/>
          <p:nvPr/>
        </p:nvSpPr>
        <p:spPr>
          <a:xfrm flipV="1">
            <a:off x="15425928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2" name="Connector 6399"/>
          <p:cNvSpPr/>
          <p:nvPr/>
        </p:nvSpPr>
        <p:spPr>
          <a:xfrm flipV="1">
            <a:off x="15514319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3" name="Connector 6400"/>
          <p:cNvSpPr/>
          <p:nvPr/>
        </p:nvSpPr>
        <p:spPr>
          <a:xfrm flipV="1">
            <a:off x="15602712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4" name="Connector 6401"/>
          <p:cNvSpPr/>
          <p:nvPr/>
        </p:nvSpPr>
        <p:spPr>
          <a:xfrm flipV="1">
            <a:off x="15691104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5" name="Connector 6402"/>
          <p:cNvSpPr/>
          <p:nvPr/>
        </p:nvSpPr>
        <p:spPr>
          <a:xfrm flipV="1">
            <a:off x="15779495" y="6551421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6" name="Connector 6403"/>
          <p:cNvSpPr/>
          <p:nvPr/>
        </p:nvSpPr>
        <p:spPr>
          <a:xfrm flipV="1">
            <a:off x="15867887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7" name="Connector 6404"/>
          <p:cNvSpPr/>
          <p:nvPr/>
        </p:nvSpPr>
        <p:spPr>
          <a:xfrm>
            <a:off x="15956280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8" name="Connector 6405"/>
          <p:cNvSpPr/>
          <p:nvPr/>
        </p:nvSpPr>
        <p:spPr>
          <a:xfrm>
            <a:off x="16044671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9" name="Connector 6406"/>
          <p:cNvSpPr/>
          <p:nvPr/>
        </p:nvSpPr>
        <p:spPr>
          <a:xfrm>
            <a:off x="16133063" y="6564376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0" name="Connector 6407"/>
          <p:cNvSpPr/>
          <p:nvPr/>
        </p:nvSpPr>
        <p:spPr>
          <a:xfrm>
            <a:off x="16221454" y="6585966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1" name="Connector 6408"/>
          <p:cNvSpPr/>
          <p:nvPr/>
        </p:nvSpPr>
        <p:spPr>
          <a:xfrm>
            <a:off x="16309847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2" name="Connector 6409"/>
          <p:cNvSpPr/>
          <p:nvPr/>
        </p:nvSpPr>
        <p:spPr>
          <a:xfrm>
            <a:off x="16398239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3" name="Connector 6410"/>
          <p:cNvSpPr/>
          <p:nvPr/>
        </p:nvSpPr>
        <p:spPr>
          <a:xfrm flipV="1">
            <a:off x="15425928" y="6642481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4" name="Connector 6411"/>
          <p:cNvSpPr/>
          <p:nvPr/>
        </p:nvSpPr>
        <p:spPr>
          <a:xfrm flipV="1">
            <a:off x="15602711" y="659333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5" name="Connector 6412"/>
          <p:cNvSpPr/>
          <p:nvPr/>
        </p:nvSpPr>
        <p:spPr>
          <a:xfrm flipV="1">
            <a:off x="15779495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6" name="Connector 6413"/>
          <p:cNvSpPr/>
          <p:nvPr/>
        </p:nvSpPr>
        <p:spPr>
          <a:xfrm flipV="1">
            <a:off x="15956280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7" name="Connector 6414"/>
          <p:cNvSpPr/>
          <p:nvPr/>
        </p:nvSpPr>
        <p:spPr>
          <a:xfrm flipV="1">
            <a:off x="16133063" y="6511415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8" name="Connector 6415"/>
          <p:cNvSpPr/>
          <p:nvPr/>
        </p:nvSpPr>
        <p:spPr>
          <a:xfrm flipV="1">
            <a:off x="16309847" y="6505956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9" name="Connector 6416"/>
          <p:cNvSpPr/>
          <p:nvPr/>
        </p:nvSpPr>
        <p:spPr>
          <a:xfrm>
            <a:off x="16486632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0" name="Connector 6417"/>
          <p:cNvSpPr/>
          <p:nvPr/>
        </p:nvSpPr>
        <p:spPr>
          <a:xfrm>
            <a:off x="16663415" y="6511417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1" name="Connector 6418"/>
          <p:cNvSpPr/>
          <p:nvPr/>
        </p:nvSpPr>
        <p:spPr>
          <a:xfrm>
            <a:off x="16840198" y="6527799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2" name="Connector 6419"/>
          <p:cNvSpPr/>
          <p:nvPr/>
        </p:nvSpPr>
        <p:spPr>
          <a:xfrm>
            <a:off x="17016984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3" name="Connector 6420"/>
          <p:cNvSpPr/>
          <p:nvPr/>
        </p:nvSpPr>
        <p:spPr>
          <a:xfrm>
            <a:off x="17193767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4" name="Connector 6421"/>
          <p:cNvSpPr/>
          <p:nvPr/>
        </p:nvSpPr>
        <p:spPr>
          <a:xfrm>
            <a:off x="17370552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5" name="Connector 6422"/>
          <p:cNvSpPr/>
          <p:nvPr/>
        </p:nvSpPr>
        <p:spPr>
          <a:xfrm flipV="1">
            <a:off x="15425928" y="6629907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6" name="Connector 6423"/>
          <p:cNvSpPr/>
          <p:nvPr/>
        </p:nvSpPr>
        <p:spPr>
          <a:xfrm flipV="1">
            <a:off x="15691102" y="6570472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7" name="Connector 6424"/>
          <p:cNvSpPr/>
          <p:nvPr/>
        </p:nvSpPr>
        <p:spPr>
          <a:xfrm flipV="1">
            <a:off x="15956280" y="6524243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8" name="Connector 6425"/>
          <p:cNvSpPr/>
          <p:nvPr/>
        </p:nvSpPr>
        <p:spPr>
          <a:xfrm flipV="1">
            <a:off x="16221454" y="6491223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9" name="Connector 6426"/>
          <p:cNvSpPr/>
          <p:nvPr/>
        </p:nvSpPr>
        <p:spPr>
          <a:xfrm flipV="1">
            <a:off x="16486632" y="647141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0" name="Connector 6427"/>
          <p:cNvSpPr/>
          <p:nvPr/>
        </p:nvSpPr>
        <p:spPr>
          <a:xfrm flipV="1">
            <a:off x="16751806" y="646480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1" name="Connector 6428"/>
          <p:cNvSpPr/>
          <p:nvPr/>
        </p:nvSpPr>
        <p:spPr>
          <a:xfrm>
            <a:off x="17016984" y="646480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2" name="Connector 6429"/>
          <p:cNvSpPr/>
          <p:nvPr/>
        </p:nvSpPr>
        <p:spPr>
          <a:xfrm>
            <a:off x="17282160" y="6471411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3" name="Connector 6430"/>
          <p:cNvSpPr/>
          <p:nvPr/>
        </p:nvSpPr>
        <p:spPr>
          <a:xfrm>
            <a:off x="17547336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4" name="Connector 6431"/>
          <p:cNvSpPr/>
          <p:nvPr/>
        </p:nvSpPr>
        <p:spPr>
          <a:xfrm>
            <a:off x="17812512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5" name="Connector 6432"/>
          <p:cNvSpPr/>
          <p:nvPr/>
        </p:nvSpPr>
        <p:spPr>
          <a:xfrm>
            <a:off x="18077687" y="6570471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6" name="Connector 6433"/>
          <p:cNvSpPr/>
          <p:nvPr/>
        </p:nvSpPr>
        <p:spPr>
          <a:xfrm>
            <a:off x="18342863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7" name="Connector 6434"/>
          <p:cNvSpPr/>
          <p:nvPr/>
        </p:nvSpPr>
        <p:spPr>
          <a:xfrm flipV="1">
            <a:off x="15425928" y="6617334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8" name="Connector 6435"/>
          <p:cNvSpPr/>
          <p:nvPr/>
        </p:nvSpPr>
        <p:spPr>
          <a:xfrm flipV="1">
            <a:off x="15779495" y="6547611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9" name="Connector 6436"/>
          <p:cNvSpPr/>
          <p:nvPr/>
        </p:nvSpPr>
        <p:spPr>
          <a:xfrm flipV="1">
            <a:off x="16133063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0" name="Connector 6437"/>
          <p:cNvSpPr/>
          <p:nvPr/>
        </p:nvSpPr>
        <p:spPr>
          <a:xfrm flipV="1">
            <a:off x="16486632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1" name="Connector 6438"/>
          <p:cNvSpPr/>
          <p:nvPr/>
        </p:nvSpPr>
        <p:spPr>
          <a:xfrm flipV="1">
            <a:off x="16840199" y="6431405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2" name="Connector 6439"/>
          <p:cNvSpPr/>
          <p:nvPr/>
        </p:nvSpPr>
        <p:spPr>
          <a:xfrm flipV="1">
            <a:off x="17193767" y="6423659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3" name="Connector 6440"/>
          <p:cNvSpPr/>
          <p:nvPr/>
        </p:nvSpPr>
        <p:spPr>
          <a:xfrm>
            <a:off x="17547336" y="6423659"/>
            <a:ext cx="353568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4" name="Connector 6441"/>
          <p:cNvSpPr/>
          <p:nvPr/>
        </p:nvSpPr>
        <p:spPr>
          <a:xfrm>
            <a:off x="17900902" y="6431407"/>
            <a:ext cx="353570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5" name="Connector 6442"/>
          <p:cNvSpPr/>
          <p:nvPr/>
        </p:nvSpPr>
        <p:spPr>
          <a:xfrm>
            <a:off x="18254471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6" name="Connector 6443"/>
          <p:cNvSpPr/>
          <p:nvPr/>
        </p:nvSpPr>
        <p:spPr>
          <a:xfrm>
            <a:off x="18608039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7" name="Connector 6444"/>
          <p:cNvSpPr/>
          <p:nvPr/>
        </p:nvSpPr>
        <p:spPr>
          <a:xfrm>
            <a:off x="18961608" y="6547611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8" name="Connector 6445"/>
          <p:cNvSpPr/>
          <p:nvPr/>
        </p:nvSpPr>
        <p:spPr>
          <a:xfrm>
            <a:off x="19315176" y="6617334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9" name="Connector 6446"/>
          <p:cNvSpPr/>
          <p:nvPr/>
        </p:nvSpPr>
        <p:spPr>
          <a:xfrm flipV="1">
            <a:off x="15425928" y="6604761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0" name="Connector 6447"/>
          <p:cNvSpPr/>
          <p:nvPr/>
        </p:nvSpPr>
        <p:spPr>
          <a:xfrm flipV="1">
            <a:off x="15867887" y="6524752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1" name="Connector 6448"/>
          <p:cNvSpPr/>
          <p:nvPr/>
        </p:nvSpPr>
        <p:spPr>
          <a:xfrm flipV="1">
            <a:off x="16309847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2" name="Connector 6449"/>
          <p:cNvSpPr/>
          <p:nvPr/>
        </p:nvSpPr>
        <p:spPr>
          <a:xfrm flipV="1">
            <a:off x="16751808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3" name="Connector 6450"/>
          <p:cNvSpPr/>
          <p:nvPr/>
        </p:nvSpPr>
        <p:spPr>
          <a:xfrm flipV="1">
            <a:off x="17193767" y="6391400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4" name="Connector 6451"/>
          <p:cNvSpPr/>
          <p:nvPr/>
        </p:nvSpPr>
        <p:spPr>
          <a:xfrm flipV="1">
            <a:off x="17635726" y="6382511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5" name="Connector 6452"/>
          <p:cNvSpPr/>
          <p:nvPr/>
        </p:nvSpPr>
        <p:spPr>
          <a:xfrm>
            <a:off x="18077687" y="6382511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6" name="Connector 6453"/>
          <p:cNvSpPr/>
          <p:nvPr/>
        </p:nvSpPr>
        <p:spPr>
          <a:xfrm>
            <a:off x="18519647" y="6391402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7" name="Connector 6454"/>
          <p:cNvSpPr/>
          <p:nvPr/>
        </p:nvSpPr>
        <p:spPr>
          <a:xfrm>
            <a:off x="18961608" y="6418071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8" name="Connector 6455"/>
          <p:cNvSpPr/>
          <p:nvPr/>
        </p:nvSpPr>
        <p:spPr>
          <a:xfrm>
            <a:off x="19403567" y="6462521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9" name="Connector 6456"/>
          <p:cNvSpPr/>
          <p:nvPr/>
        </p:nvSpPr>
        <p:spPr>
          <a:xfrm>
            <a:off x="19845528" y="6524752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0" name="Connector 6457"/>
          <p:cNvSpPr/>
          <p:nvPr/>
        </p:nvSpPr>
        <p:spPr>
          <a:xfrm>
            <a:off x="20287487" y="6604761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1" name="Connector 6458"/>
          <p:cNvSpPr/>
          <p:nvPr/>
        </p:nvSpPr>
        <p:spPr>
          <a:xfrm flipV="1">
            <a:off x="16486632" y="6655054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2" name="Connector 6459"/>
          <p:cNvSpPr/>
          <p:nvPr/>
        </p:nvSpPr>
        <p:spPr>
          <a:xfrm flipV="1">
            <a:off x="16575022" y="6616192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3" name="Connector 6460"/>
          <p:cNvSpPr/>
          <p:nvPr/>
        </p:nvSpPr>
        <p:spPr>
          <a:xfrm flipV="1">
            <a:off x="16663415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4" name="Connector 6461"/>
          <p:cNvSpPr/>
          <p:nvPr/>
        </p:nvSpPr>
        <p:spPr>
          <a:xfrm flipV="1">
            <a:off x="16751808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5" name="Connector 6462"/>
          <p:cNvSpPr/>
          <p:nvPr/>
        </p:nvSpPr>
        <p:spPr>
          <a:xfrm flipV="1">
            <a:off x="16840199" y="6551421"/>
            <a:ext cx="88394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6" name="Connector 6463"/>
          <p:cNvSpPr/>
          <p:nvPr/>
        </p:nvSpPr>
        <p:spPr>
          <a:xfrm flipV="1">
            <a:off x="16928591" y="6547104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7" name="Connector 6464"/>
          <p:cNvSpPr/>
          <p:nvPr/>
        </p:nvSpPr>
        <p:spPr>
          <a:xfrm>
            <a:off x="17016984" y="6547104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8" name="Connector 6465"/>
          <p:cNvSpPr/>
          <p:nvPr/>
        </p:nvSpPr>
        <p:spPr>
          <a:xfrm>
            <a:off x="17105374" y="6551421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9" name="Connector 6466"/>
          <p:cNvSpPr/>
          <p:nvPr/>
        </p:nvSpPr>
        <p:spPr>
          <a:xfrm>
            <a:off x="17193767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0" name="Connector 6467"/>
          <p:cNvSpPr/>
          <p:nvPr/>
        </p:nvSpPr>
        <p:spPr>
          <a:xfrm>
            <a:off x="17282160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1" name="Connector 6468"/>
          <p:cNvSpPr/>
          <p:nvPr/>
        </p:nvSpPr>
        <p:spPr>
          <a:xfrm>
            <a:off x="17370552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2" name="Connector 6469"/>
          <p:cNvSpPr/>
          <p:nvPr/>
        </p:nvSpPr>
        <p:spPr>
          <a:xfrm>
            <a:off x="17458943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3" name="Connector 6470"/>
          <p:cNvSpPr/>
          <p:nvPr/>
        </p:nvSpPr>
        <p:spPr>
          <a:xfrm flipV="1">
            <a:off x="16486632" y="6642481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4" name="Connector 6471"/>
          <p:cNvSpPr/>
          <p:nvPr/>
        </p:nvSpPr>
        <p:spPr>
          <a:xfrm flipV="1">
            <a:off x="16663415" y="659333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5" name="Connector 6472"/>
          <p:cNvSpPr/>
          <p:nvPr/>
        </p:nvSpPr>
        <p:spPr>
          <a:xfrm flipV="1">
            <a:off x="16840199" y="6555105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6" name="Connector 6473"/>
          <p:cNvSpPr/>
          <p:nvPr/>
        </p:nvSpPr>
        <p:spPr>
          <a:xfrm flipV="1">
            <a:off x="17016984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7" name="Connector 6474"/>
          <p:cNvSpPr/>
          <p:nvPr/>
        </p:nvSpPr>
        <p:spPr>
          <a:xfrm flipV="1">
            <a:off x="17193767" y="6511415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8" name="Connector 6475"/>
          <p:cNvSpPr/>
          <p:nvPr/>
        </p:nvSpPr>
        <p:spPr>
          <a:xfrm flipV="1">
            <a:off x="17370550" y="6505956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9" name="Connector 6476"/>
          <p:cNvSpPr/>
          <p:nvPr/>
        </p:nvSpPr>
        <p:spPr>
          <a:xfrm>
            <a:off x="17547336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0" name="Connector 6477"/>
          <p:cNvSpPr/>
          <p:nvPr/>
        </p:nvSpPr>
        <p:spPr>
          <a:xfrm>
            <a:off x="17724119" y="6511417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1" name="Connector 6478"/>
          <p:cNvSpPr/>
          <p:nvPr/>
        </p:nvSpPr>
        <p:spPr>
          <a:xfrm>
            <a:off x="17900902" y="6527799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2" name="Connector 6479"/>
          <p:cNvSpPr/>
          <p:nvPr/>
        </p:nvSpPr>
        <p:spPr>
          <a:xfrm>
            <a:off x="18077687" y="6555105"/>
            <a:ext cx="176784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3" name="Connector 6480"/>
          <p:cNvSpPr/>
          <p:nvPr/>
        </p:nvSpPr>
        <p:spPr>
          <a:xfrm>
            <a:off x="18254470" y="659333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4" name="Connector 6481"/>
          <p:cNvSpPr/>
          <p:nvPr/>
        </p:nvSpPr>
        <p:spPr>
          <a:xfrm>
            <a:off x="18431256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5" name="Connector 6482"/>
          <p:cNvSpPr/>
          <p:nvPr/>
        </p:nvSpPr>
        <p:spPr>
          <a:xfrm flipV="1">
            <a:off x="16486632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6" name="Connector 6483"/>
          <p:cNvSpPr/>
          <p:nvPr/>
        </p:nvSpPr>
        <p:spPr>
          <a:xfrm flipV="1">
            <a:off x="16751808" y="657047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7" name="Connector 6484"/>
          <p:cNvSpPr/>
          <p:nvPr/>
        </p:nvSpPr>
        <p:spPr>
          <a:xfrm flipV="1">
            <a:off x="17016984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8" name="Connector 6485"/>
          <p:cNvSpPr/>
          <p:nvPr/>
        </p:nvSpPr>
        <p:spPr>
          <a:xfrm flipV="1">
            <a:off x="17282160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9" name="Connector 6486"/>
          <p:cNvSpPr/>
          <p:nvPr/>
        </p:nvSpPr>
        <p:spPr>
          <a:xfrm flipV="1">
            <a:off x="17547336" y="647141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0" name="Connector 6487"/>
          <p:cNvSpPr/>
          <p:nvPr/>
        </p:nvSpPr>
        <p:spPr>
          <a:xfrm flipV="1">
            <a:off x="17812511" y="646480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1" name="Connector 6488"/>
          <p:cNvSpPr/>
          <p:nvPr/>
        </p:nvSpPr>
        <p:spPr>
          <a:xfrm>
            <a:off x="18077687" y="646480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2" name="Connector 6489"/>
          <p:cNvSpPr/>
          <p:nvPr/>
        </p:nvSpPr>
        <p:spPr>
          <a:xfrm>
            <a:off x="18342863" y="6471411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3" name="Connector 6490"/>
          <p:cNvSpPr/>
          <p:nvPr/>
        </p:nvSpPr>
        <p:spPr>
          <a:xfrm>
            <a:off x="18608039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4" name="Connector 6491"/>
          <p:cNvSpPr/>
          <p:nvPr/>
        </p:nvSpPr>
        <p:spPr>
          <a:xfrm>
            <a:off x="18873215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5" name="Connector 6492"/>
          <p:cNvSpPr/>
          <p:nvPr/>
        </p:nvSpPr>
        <p:spPr>
          <a:xfrm>
            <a:off x="19138391" y="6570471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6" name="Connector 6493"/>
          <p:cNvSpPr/>
          <p:nvPr/>
        </p:nvSpPr>
        <p:spPr>
          <a:xfrm>
            <a:off x="19403567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7" name="Connector 6494"/>
          <p:cNvSpPr/>
          <p:nvPr/>
        </p:nvSpPr>
        <p:spPr>
          <a:xfrm flipV="1">
            <a:off x="16486632" y="6617334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8" name="Connector 6495"/>
          <p:cNvSpPr/>
          <p:nvPr/>
        </p:nvSpPr>
        <p:spPr>
          <a:xfrm flipV="1">
            <a:off x="16840199" y="6547611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9" name="Connector 6496"/>
          <p:cNvSpPr/>
          <p:nvPr/>
        </p:nvSpPr>
        <p:spPr>
          <a:xfrm flipV="1">
            <a:off x="17193767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0" name="Connector 6497"/>
          <p:cNvSpPr/>
          <p:nvPr/>
        </p:nvSpPr>
        <p:spPr>
          <a:xfrm flipV="1">
            <a:off x="17547336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1" name="Connector 6498"/>
          <p:cNvSpPr/>
          <p:nvPr/>
        </p:nvSpPr>
        <p:spPr>
          <a:xfrm flipV="1">
            <a:off x="17900904" y="6431405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2" name="Connector 6499"/>
          <p:cNvSpPr/>
          <p:nvPr/>
        </p:nvSpPr>
        <p:spPr>
          <a:xfrm flipV="1">
            <a:off x="18254470" y="6423659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3" name="Connector 6500"/>
          <p:cNvSpPr/>
          <p:nvPr/>
        </p:nvSpPr>
        <p:spPr>
          <a:xfrm>
            <a:off x="18608039" y="6423659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4" name="Connector 6501"/>
          <p:cNvSpPr/>
          <p:nvPr/>
        </p:nvSpPr>
        <p:spPr>
          <a:xfrm>
            <a:off x="18961608" y="6431407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5" name="Connector 6502"/>
          <p:cNvSpPr/>
          <p:nvPr/>
        </p:nvSpPr>
        <p:spPr>
          <a:xfrm>
            <a:off x="19315176" y="6454647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6" name="Connector 6503"/>
          <p:cNvSpPr/>
          <p:nvPr/>
        </p:nvSpPr>
        <p:spPr>
          <a:xfrm>
            <a:off x="19668743" y="649338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7" name="Connector 6504"/>
          <p:cNvSpPr/>
          <p:nvPr/>
        </p:nvSpPr>
        <p:spPr>
          <a:xfrm>
            <a:off x="20022312" y="6547611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8" name="Connector 6505"/>
          <p:cNvSpPr/>
          <p:nvPr/>
        </p:nvSpPr>
        <p:spPr>
          <a:xfrm>
            <a:off x="20375880" y="6617334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9" name="Connector 6506"/>
          <p:cNvSpPr/>
          <p:nvPr/>
        </p:nvSpPr>
        <p:spPr>
          <a:xfrm flipV="1">
            <a:off x="17547336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0" name="Connector 6507"/>
          <p:cNvSpPr/>
          <p:nvPr/>
        </p:nvSpPr>
        <p:spPr>
          <a:xfrm flipV="1">
            <a:off x="17635728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1" name="Connector 6508"/>
          <p:cNvSpPr/>
          <p:nvPr/>
        </p:nvSpPr>
        <p:spPr>
          <a:xfrm flipV="1">
            <a:off x="17724119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2" name="Connector 6509"/>
          <p:cNvSpPr/>
          <p:nvPr/>
        </p:nvSpPr>
        <p:spPr>
          <a:xfrm flipV="1">
            <a:off x="17812512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3" name="Connector 6510"/>
          <p:cNvSpPr/>
          <p:nvPr/>
        </p:nvSpPr>
        <p:spPr>
          <a:xfrm flipV="1">
            <a:off x="17900904" y="6551421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4" name="Connector 6511"/>
          <p:cNvSpPr/>
          <p:nvPr/>
        </p:nvSpPr>
        <p:spPr>
          <a:xfrm flipV="1">
            <a:off x="17989295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5" name="Connector 6512"/>
          <p:cNvSpPr/>
          <p:nvPr/>
        </p:nvSpPr>
        <p:spPr>
          <a:xfrm>
            <a:off x="18077687" y="6547104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6" name="Connector 6513"/>
          <p:cNvSpPr/>
          <p:nvPr/>
        </p:nvSpPr>
        <p:spPr>
          <a:xfrm>
            <a:off x="18166078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7" name="Connector 6514"/>
          <p:cNvSpPr/>
          <p:nvPr/>
        </p:nvSpPr>
        <p:spPr>
          <a:xfrm>
            <a:off x="18254470" y="6564376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8" name="Connector 6515"/>
          <p:cNvSpPr/>
          <p:nvPr/>
        </p:nvSpPr>
        <p:spPr>
          <a:xfrm>
            <a:off x="18342863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9" name="Connector 6516"/>
          <p:cNvSpPr/>
          <p:nvPr/>
        </p:nvSpPr>
        <p:spPr>
          <a:xfrm>
            <a:off x="18431256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0" name="Connector 6517"/>
          <p:cNvSpPr/>
          <p:nvPr/>
        </p:nvSpPr>
        <p:spPr>
          <a:xfrm>
            <a:off x="18519647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1" name="Connector 6518"/>
          <p:cNvSpPr/>
          <p:nvPr/>
        </p:nvSpPr>
        <p:spPr>
          <a:xfrm flipV="1">
            <a:off x="17547336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2" name="Connector 6519"/>
          <p:cNvSpPr/>
          <p:nvPr/>
        </p:nvSpPr>
        <p:spPr>
          <a:xfrm flipV="1">
            <a:off x="17724119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3" name="Connector 6520"/>
          <p:cNvSpPr/>
          <p:nvPr/>
        </p:nvSpPr>
        <p:spPr>
          <a:xfrm flipV="1">
            <a:off x="17900904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4" name="Connector 6521"/>
          <p:cNvSpPr/>
          <p:nvPr/>
        </p:nvSpPr>
        <p:spPr>
          <a:xfrm flipV="1">
            <a:off x="18077687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5" name="Connector 6522"/>
          <p:cNvSpPr/>
          <p:nvPr/>
        </p:nvSpPr>
        <p:spPr>
          <a:xfrm flipV="1">
            <a:off x="18254471" y="6511415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6" name="Connector 6523"/>
          <p:cNvSpPr/>
          <p:nvPr/>
        </p:nvSpPr>
        <p:spPr>
          <a:xfrm flipV="1">
            <a:off x="18431254" y="6505956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7" name="Connector 6524"/>
          <p:cNvSpPr/>
          <p:nvPr/>
        </p:nvSpPr>
        <p:spPr>
          <a:xfrm>
            <a:off x="18608039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8" name="Connector 6525"/>
          <p:cNvSpPr/>
          <p:nvPr/>
        </p:nvSpPr>
        <p:spPr>
          <a:xfrm>
            <a:off x="18784823" y="6511417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9" name="Connector 6526"/>
          <p:cNvSpPr/>
          <p:nvPr/>
        </p:nvSpPr>
        <p:spPr>
          <a:xfrm>
            <a:off x="18961608" y="6527799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0" name="Connector 6527"/>
          <p:cNvSpPr/>
          <p:nvPr/>
        </p:nvSpPr>
        <p:spPr>
          <a:xfrm>
            <a:off x="19138391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1" name="Connector 6528"/>
          <p:cNvSpPr/>
          <p:nvPr/>
        </p:nvSpPr>
        <p:spPr>
          <a:xfrm>
            <a:off x="19315176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2" name="Connector 6529"/>
          <p:cNvSpPr/>
          <p:nvPr/>
        </p:nvSpPr>
        <p:spPr>
          <a:xfrm>
            <a:off x="19491960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3" name="Connector 6530"/>
          <p:cNvSpPr/>
          <p:nvPr/>
        </p:nvSpPr>
        <p:spPr>
          <a:xfrm flipV="1">
            <a:off x="17547336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4" name="Connector 6531"/>
          <p:cNvSpPr/>
          <p:nvPr/>
        </p:nvSpPr>
        <p:spPr>
          <a:xfrm flipV="1">
            <a:off x="17812512" y="657047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5" name="Connector 6532"/>
          <p:cNvSpPr/>
          <p:nvPr/>
        </p:nvSpPr>
        <p:spPr>
          <a:xfrm flipV="1">
            <a:off x="18077687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6" name="Connector 6533"/>
          <p:cNvSpPr/>
          <p:nvPr/>
        </p:nvSpPr>
        <p:spPr>
          <a:xfrm flipV="1">
            <a:off x="18342863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7" name="Connector 6534"/>
          <p:cNvSpPr/>
          <p:nvPr/>
        </p:nvSpPr>
        <p:spPr>
          <a:xfrm flipV="1">
            <a:off x="18608039" y="647141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8" name="Connector 6535"/>
          <p:cNvSpPr/>
          <p:nvPr/>
        </p:nvSpPr>
        <p:spPr>
          <a:xfrm flipV="1">
            <a:off x="18873215" y="646480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9" name="Connector 6536"/>
          <p:cNvSpPr/>
          <p:nvPr/>
        </p:nvSpPr>
        <p:spPr>
          <a:xfrm>
            <a:off x="19138391" y="646480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0" name="Connector 6537"/>
          <p:cNvSpPr/>
          <p:nvPr/>
        </p:nvSpPr>
        <p:spPr>
          <a:xfrm>
            <a:off x="19403567" y="6471411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1" name="Connector 6538"/>
          <p:cNvSpPr/>
          <p:nvPr/>
        </p:nvSpPr>
        <p:spPr>
          <a:xfrm>
            <a:off x="19668743" y="6491223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2" name="Connector 6539"/>
          <p:cNvSpPr/>
          <p:nvPr/>
        </p:nvSpPr>
        <p:spPr>
          <a:xfrm>
            <a:off x="19933919" y="652424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3" name="Connector 6540"/>
          <p:cNvSpPr/>
          <p:nvPr/>
        </p:nvSpPr>
        <p:spPr>
          <a:xfrm>
            <a:off x="20199095" y="6570471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4" name="Connector 6541"/>
          <p:cNvSpPr/>
          <p:nvPr/>
        </p:nvSpPr>
        <p:spPr>
          <a:xfrm>
            <a:off x="20464271" y="6629907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5" name="Connector 6542"/>
          <p:cNvSpPr/>
          <p:nvPr/>
        </p:nvSpPr>
        <p:spPr>
          <a:xfrm flipV="1">
            <a:off x="18608039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6" name="Connector 6543"/>
          <p:cNvSpPr/>
          <p:nvPr/>
        </p:nvSpPr>
        <p:spPr>
          <a:xfrm flipV="1">
            <a:off x="18696432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7" name="Connector 6544"/>
          <p:cNvSpPr/>
          <p:nvPr/>
        </p:nvSpPr>
        <p:spPr>
          <a:xfrm flipV="1">
            <a:off x="18784823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8" name="Connector 6545"/>
          <p:cNvSpPr/>
          <p:nvPr/>
        </p:nvSpPr>
        <p:spPr>
          <a:xfrm flipV="1">
            <a:off x="18873215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9" name="Connector 6546"/>
          <p:cNvSpPr/>
          <p:nvPr/>
        </p:nvSpPr>
        <p:spPr>
          <a:xfrm flipV="1">
            <a:off x="18961608" y="6551421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0" name="Connector 6547"/>
          <p:cNvSpPr/>
          <p:nvPr/>
        </p:nvSpPr>
        <p:spPr>
          <a:xfrm flipV="1">
            <a:off x="19049998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1" name="Connector 6548"/>
          <p:cNvSpPr/>
          <p:nvPr/>
        </p:nvSpPr>
        <p:spPr>
          <a:xfrm>
            <a:off x="19138391" y="6547104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2" name="Connector 6549"/>
          <p:cNvSpPr/>
          <p:nvPr/>
        </p:nvSpPr>
        <p:spPr>
          <a:xfrm>
            <a:off x="19226783" y="6551421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3" name="Connector 6550"/>
          <p:cNvSpPr/>
          <p:nvPr/>
        </p:nvSpPr>
        <p:spPr>
          <a:xfrm>
            <a:off x="19315176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4" name="Connector 6551"/>
          <p:cNvSpPr/>
          <p:nvPr/>
        </p:nvSpPr>
        <p:spPr>
          <a:xfrm>
            <a:off x="19403567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5" name="Connector 6552"/>
          <p:cNvSpPr/>
          <p:nvPr/>
        </p:nvSpPr>
        <p:spPr>
          <a:xfrm>
            <a:off x="19491960" y="6616192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6" name="Connector 6553"/>
          <p:cNvSpPr/>
          <p:nvPr/>
        </p:nvSpPr>
        <p:spPr>
          <a:xfrm>
            <a:off x="19580350" y="6655054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7" name="Connector 6554"/>
          <p:cNvSpPr/>
          <p:nvPr/>
        </p:nvSpPr>
        <p:spPr>
          <a:xfrm flipV="1">
            <a:off x="18608039" y="6642481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8" name="Connector 6555"/>
          <p:cNvSpPr/>
          <p:nvPr/>
        </p:nvSpPr>
        <p:spPr>
          <a:xfrm flipV="1">
            <a:off x="18784822" y="659333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9" name="Connector 6556"/>
          <p:cNvSpPr/>
          <p:nvPr/>
        </p:nvSpPr>
        <p:spPr>
          <a:xfrm flipV="1">
            <a:off x="18961608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0" name="Connector 6557"/>
          <p:cNvSpPr/>
          <p:nvPr/>
        </p:nvSpPr>
        <p:spPr>
          <a:xfrm flipV="1">
            <a:off x="19138391" y="652780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1" name="Connector 6558"/>
          <p:cNvSpPr/>
          <p:nvPr/>
        </p:nvSpPr>
        <p:spPr>
          <a:xfrm flipV="1">
            <a:off x="19315176" y="6511415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2" name="Connector 6559"/>
          <p:cNvSpPr/>
          <p:nvPr/>
        </p:nvSpPr>
        <p:spPr>
          <a:xfrm flipV="1">
            <a:off x="19491959" y="6505956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3" name="Connector 6560"/>
          <p:cNvSpPr/>
          <p:nvPr/>
        </p:nvSpPr>
        <p:spPr>
          <a:xfrm>
            <a:off x="19668743" y="650595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4" name="Connector 6561"/>
          <p:cNvSpPr/>
          <p:nvPr/>
        </p:nvSpPr>
        <p:spPr>
          <a:xfrm>
            <a:off x="19845528" y="6511417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5" name="Connector 6562"/>
          <p:cNvSpPr/>
          <p:nvPr/>
        </p:nvSpPr>
        <p:spPr>
          <a:xfrm>
            <a:off x="20022312" y="6527799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6" name="Connector 6563"/>
          <p:cNvSpPr/>
          <p:nvPr/>
        </p:nvSpPr>
        <p:spPr>
          <a:xfrm>
            <a:off x="20199095" y="6555105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7" name="Connector 6564"/>
          <p:cNvSpPr/>
          <p:nvPr/>
        </p:nvSpPr>
        <p:spPr>
          <a:xfrm>
            <a:off x="20375880" y="659333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8" name="Connector 6565"/>
          <p:cNvSpPr/>
          <p:nvPr/>
        </p:nvSpPr>
        <p:spPr>
          <a:xfrm>
            <a:off x="20552663" y="6642481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9" name="Connector 6566"/>
          <p:cNvSpPr/>
          <p:nvPr/>
        </p:nvSpPr>
        <p:spPr>
          <a:xfrm flipV="1">
            <a:off x="19668743" y="6655054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0" name="Connector 6567"/>
          <p:cNvSpPr/>
          <p:nvPr/>
        </p:nvSpPr>
        <p:spPr>
          <a:xfrm flipV="1">
            <a:off x="19757136" y="6616192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1" name="Connector 6568"/>
          <p:cNvSpPr/>
          <p:nvPr/>
        </p:nvSpPr>
        <p:spPr>
          <a:xfrm flipV="1">
            <a:off x="19845528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2" name="Connector 6569"/>
          <p:cNvSpPr/>
          <p:nvPr/>
        </p:nvSpPr>
        <p:spPr>
          <a:xfrm flipV="1">
            <a:off x="19933919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3" name="Connector 6570"/>
          <p:cNvSpPr/>
          <p:nvPr/>
        </p:nvSpPr>
        <p:spPr>
          <a:xfrm flipV="1">
            <a:off x="20022312" y="6551421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4" name="Connector 6571"/>
          <p:cNvSpPr/>
          <p:nvPr/>
        </p:nvSpPr>
        <p:spPr>
          <a:xfrm flipV="1">
            <a:off x="20110702" y="6547104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5" name="Connector 6572"/>
          <p:cNvSpPr/>
          <p:nvPr/>
        </p:nvSpPr>
        <p:spPr>
          <a:xfrm>
            <a:off x="20199095" y="6547104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6" name="Connector 6573"/>
          <p:cNvSpPr/>
          <p:nvPr/>
        </p:nvSpPr>
        <p:spPr>
          <a:xfrm>
            <a:off x="20287487" y="6551421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7" name="Connector 6574"/>
          <p:cNvSpPr/>
          <p:nvPr/>
        </p:nvSpPr>
        <p:spPr>
          <a:xfrm>
            <a:off x="20375880" y="656437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8" name="Connector 6575"/>
          <p:cNvSpPr/>
          <p:nvPr/>
        </p:nvSpPr>
        <p:spPr>
          <a:xfrm>
            <a:off x="20464271" y="6585966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9" name="Connector 6576"/>
          <p:cNvSpPr/>
          <p:nvPr/>
        </p:nvSpPr>
        <p:spPr>
          <a:xfrm>
            <a:off x="20552663" y="6616192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0" name="Connector 6577"/>
          <p:cNvSpPr/>
          <p:nvPr/>
        </p:nvSpPr>
        <p:spPr>
          <a:xfrm>
            <a:off x="20641054" y="6655054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1" name="Connector 6578"/>
          <p:cNvSpPr/>
          <p:nvPr/>
        </p:nvSpPr>
        <p:spPr>
          <a:xfrm flipV="1">
            <a:off x="13304519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2" name="Connector 6579"/>
          <p:cNvSpPr/>
          <p:nvPr/>
        </p:nvSpPr>
        <p:spPr>
          <a:xfrm flipV="1">
            <a:off x="13392911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3" name="Connector 6580"/>
          <p:cNvSpPr/>
          <p:nvPr/>
        </p:nvSpPr>
        <p:spPr>
          <a:xfrm flipV="1">
            <a:off x="13481304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4" name="Connector 6581"/>
          <p:cNvSpPr/>
          <p:nvPr/>
        </p:nvSpPr>
        <p:spPr>
          <a:xfrm flipV="1">
            <a:off x="13569695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5" name="Connector 6582"/>
          <p:cNvSpPr/>
          <p:nvPr/>
        </p:nvSpPr>
        <p:spPr>
          <a:xfrm flipV="1">
            <a:off x="13658087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6" name="Connector 6583"/>
          <p:cNvSpPr/>
          <p:nvPr/>
        </p:nvSpPr>
        <p:spPr>
          <a:xfrm flipV="1">
            <a:off x="13746478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7" name="Connector 6584"/>
          <p:cNvSpPr/>
          <p:nvPr/>
        </p:nvSpPr>
        <p:spPr>
          <a:xfrm>
            <a:off x="13834871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8" name="Connector 6585"/>
          <p:cNvSpPr/>
          <p:nvPr/>
        </p:nvSpPr>
        <p:spPr>
          <a:xfrm>
            <a:off x="13923263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9" name="Connector 6586"/>
          <p:cNvSpPr/>
          <p:nvPr/>
        </p:nvSpPr>
        <p:spPr>
          <a:xfrm>
            <a:off x="14011656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0" name="Connector 6587"/>
          <p:cNvSpPr/>
          <p:nvPr/>
        </p:nvSpPr>
        <p:spPr>
          <a:xfrm>
            <a:off x="14100047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1" name="Connector 6588"/>
          <p:cNvSpPr/>
          <p:nvPr/>
        </p:nvSpPr>
        <p:spPr>
          <a:xfrm>
            <a:off x="14188439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2" name="Connector 6589"/>
          <p:cNvSpPr/>
          <p:nvPr/>
        </p:nvSpPr>
        <p:spPr>
          <a:xfrm>
            <a:off x="14276832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3" name="Connector 6590"/>
          <p:cNvSpPr/>
          <p:nvPr/>
        </p:nvSpPr>
        <p:spPr>
          <a:xfrm flipV="1">
            <a:off x="13304519" y="7502017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4" name="Connector 6591"/>
          <p:cNvSpPr/>
          <p:nvPr/>
        </p:nvSpPr>
        <p:spPr>
          <a:xfrm flipV="1">
            <a:off x="13481302" y="7452868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5" name="Connector 6592"/>
          <p:cNvSpPr/>
          <p:nvPr/>
        </p:nvSpPr>
        <p:spPr>
          <a:xfrm flipV="1">
            <a:off x="13658087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6" name="Connector 6593"/>
          <p:cNvSpPr/>
          <p:nvPr/>
        </p:nvSpPr>
        <p:spPr>
          <a:xfrm flipV="1">
            <a:off x="13834871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7" name="Connector 6594"/>
          <p:cNvSpPr/>
          <p:nvPr/>
        </p:nvSpPr>
        <p:spPr>
          <a:xfrm flipV="1">
            <a:off x="14011656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8" name="Connector 6595"/>
          <p:cNvSpPr/>
          <p:nvPr/>
        </p:nvSpPr>
        <p:spPr>
          <a:xfrm flipV="1">
            <a:off x="14188439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9" name="Connector 6596"/>
          <p:cNvSpPr/>
          <p:nvPr/>
        </p:nvSpPr>
        <p:spPr>
          <a:xfrm>
            <a:off x="14365223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0" name="Connector 6597"/>
          <p:cNvSpPr/>
          <p:nvPr/>
        </p:nvSpPr>
        <p:spPr>
          <a:xfrm>
            <a:off x="14542008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1" name="Connector 6598"/>
          <p:cNvSpPr/>
          <p:nvPr/>
        </p:nvSpPr>
        <p:spPr>
          <a:xfrm>
            <a:off x="14718791" y="7387335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2" name="Connector 6599"/>
          <p:cNvSpPr/>
          <p:nvPr/>
        </p:nvSpPr>
        <p:spPr>
          <a:xfrm>
            <a:off x="14895576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3" name="Connector 6600"/>
          <p:cNvSpPr/>
          <p:nvPr/>
        </p:nvSpPr>
        <p:spPr>
          <a:xfrm>
            <a:off x="15072360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4" name="Connector 6601"/>
          <p:cNvSpPr/>
          <p:nvPr/>
        </p:nvSpPr>
        <p:spPr>
          <a:xfrm>
            <a:off x="15249143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5" name="Connector 6602"/>
          <p:cNvSpPr/>
          <p:nvPr/>
        </p:nvSpPr>
        <p:spPr>
          <a:xfrm flipV="1">
            <a:off x="13304519" y="7489443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6" name="Connector 6603"/>
          <p:cNvSpPr/>
          <p:nvPr/>
        </p:nvSpPr>
        <p:spPr>
          <a:xfrm flipV="1">
            <a:off x="13569695" y="7430008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7" name="Connector 6604"/>
          <p:cNvSpPr/>
          <p:nvPr/>
        </p:nvSpPr>
        <p:spPr>
          <a:xfrm flipV="1">
            <a:off x="13834871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8" name="Connector 6605"/>
          <p:cNvSpPr/>
          <p:nvPr/>
        </p:nvSpPr>
        <p:spPr>
          <a:xfrm flipV="1">
            <a:off x="14100047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9" name="Connector 6606"/>
          <p:cNvSpPr/>
          <p:nvPr/>
        </p:nvSpPr>
        <p:spPr>
          <a:xfrm flipV="1">
            <a:off x="14365223" y="7330947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0" name="Connector 6607"/>
          <p:cNvSpPr/>
          <p:nvPr/>
        </p:nvSpPr>
        <p:spPr>
          <a:xfrm flipV="1">
            <a:off x="14630400" y="7324343"/>
            <a:ext cx="265176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1" name="Connector 6608"/>
          <p:cNvSpPr/>
          <p:nvPr/>
        </p:nvSpPr>
        <p:spPr>
          <a:xfrm>
            <a:off x="14895576" y="7324343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2" name="Connector 6609"/>
          <p:cNvSpPr/>
          <p:nvPr/>
        </p:nvSpPr>
        <p:spPr>
          <a:xfrm>
            <a:off x="15160750" y="7330947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3" name="Connector 6610"/>
          <p:cNvSpPr/>
          <p:nvPr/>
        </p:nvSpPr>
        <p:spPr>
          <a:xfrm>
            <a:off x="15425928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4" name="Connector 6611"/>
          <p:cNvSpPr/>
          <p:nvPr/>
        </p:nvSpPr>
        <p:spPr>
          <a:xfrm>
            <a:off x="15691104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5" name="Connector 6612"/>
          <p:cNvSpPr/>
          <p:nvPr/>
        </p:nvSpPr>
        <p:spPr>
          <a:xfrm>
            <a:off x="15956280" y="7430007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6" name="Connector 6613"/>
          <p:cNvSpPr/>
          <p:nvPr/>
        </p:nvSpPr>
        <p:spPr>
          <a:xfrm>
            <a:off x="16221454" y="7489443"/>
            <a:ext cx="265178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7" name="Connector 6614"/>
          <p:cNvSpPr/>
          <p:nvPr/>
        </p:nvSpPr>
        <p:spPr>
          <a:xfrm flipV="1">
            <a:off x="13304519" y="7476870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8" name="Connector 6615"/>
          <p:cNvSpPr/>
          <p:nvPr/>
        </p:nvSpPr>
        <p:spPr>
          <a:xfrm flipV="1">
            <a:off x="13658087" y="7407147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9" name="Connector 6616"/>
          <p:cNvSpPr/>
          <p:nvPr/>
        </p:nvSpPr>
        <p:spPr>
          <a:xfrm flipV="1">
            <a:off x="14011656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0" name="Connector 6617"/>
          <p:cNvSpPr/>
          <p:nvPr/>
        </p:nvSpPr>
        <p:spPr>
          <a:xfrm flipV="1">
            <a:off x="14365223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1" name="Connector 6618"/>
          <p:cNvSpPr/>
          <p:nvPr/>
        </p:nvSpPr>
        <p:spPr>
          <a:xfrm flipV="1">
            <a:off x="14718791" y="7290943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2" name="Connector 6619"/>
          <p:cNvSpPr/>
          <p:nvPr/>
        </p:nvSpPr>
        <p:spPr>
          <a:xfrm flipV="1">
            <a:off x="15072359" y="7283195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3" name="Connector 6620"/>
          <p:cNvSpPr/>
          <p:nvPr/>
        </p:nvSpPr>
        <p:spPr>
          <a:xfrm>
            <a:off x="15425928" y="7283195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4" name="Connector 6621"/>
          <p:cNvSpPr/>
          <p:nvPr/>
        </p:nvSpPr>
        <p:spPr>
          <a:xfrm>
            <a:off x="15779495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5" name="Connector 6622"/>
          <p:cNvSpPr/>
          <p:nvPr/>
        </p:nvSpPr>
        <p:spPr>
          <a:xfrm>
            <a:off x="16133063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6" name="Connector 6623"/>
          <p:cNvSpPr/>
          <p:nvPr/>
        </p:nvSpPr>
        <p:spPr>
          <a:xfrm>
            <a:off x="16486632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7" name="Connector 6624"/>
          <p:cNvSpPr/>
          <p:nvPr/>
        </p:nvSpPr>
        <p:spPr>
          <a:xfrm>
            <a:off x="16840199" y="7407147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8" name="Connector 6625"/>
          <p:cNvSpPr/>
          <p:nvPr/>
        </p:nvSpPr>
        <p:spPr>
          <a:xfrm>
            <a:off x="17193767" y="7476870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9" name="Connector 6626"/>
          <p:cNvSpPr/>
          <p:nvPr/>
        </p:nvSpPr>
        <p:spPr>
          <a:xfrm flipV="1">
            <a:off x="13304519" y="7464297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0" name="Connector 6627"/>
          <p:cNvSpPr/>
          <p:nvPr/>
        </p:nvSpPr>
        <p:spPr>
          <a:xfrm flipV="1">
            <a:off x="13746478" y="7384288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1" name="Connector 6628"/>
          <p:cNvSpPr/>
          <p:nvPr/>
        </p:nvSpPr>
        <p:spPr>
          <a:xfrm flipV="1">
            <a:off x="14188439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2" name="Connector 6629"/>
          <p:cNvSpPr/>
          <p:nvPr/>
        </p:nvSpPr>
        <p:spPr>
          <a:xfrm flipV="1">
            <a:off x="14630400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3" name="Connector 6630"/>
          <p:cNvSpPr/>
          <p:nvPr/>
        </p:nvSpPr>
        <p:spPr>
          <a:xfrm flipV="1">
            <a:off x="15072360" y="7250939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4" name="Connector 6631"/>
          <p:cNvSpPr/>
          <p:nvPr/>
        </p:nvSpPr>
        <p:spPr>
          <a:xfrm flipV="1">
            <a:off x="15514319" y="7242047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5" name="Connector 6632"/>
          <p:cNvSpPr/>
          <p:nvPr/>
        </p:nvSpPr>
        <p:spPr>
          <a:xfrm>
            <a:off x="15956280" y="7242047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6" name="Connector 6633"/>
          <p:cNvSpPr/>
          <p:nvPr/>
        </p:nvSpPr>
        <p:spPr>
          <a:xfrm>
            <a:off x="16398239" y="7250938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7" name="Connector 6634"/>
          <p:cNvSpPr/>
          <p:nvPr/>
        </p:nvSpPr>
        <p:spPr>
          <a:xfrm>
            <a:off x="16840200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8" name="Connector 6635"/>
          <p:cNvSpPr/>
          <p:nvPr/>
        </p:nvSpPr>
        <p:spPr>
          <a:xfrm>
            <a:off x="17282160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9" name="Connector 6636"/>
          <p:cNvSpPr/>
          <p:nvPr/>
        </p:nvSpPr>
        <p:spPr>
          <a:xfrm>
            <a:off x="17724119" y="7384288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0" name="Connector 6637"/>
          <p:cNvSpPr/>
          <p:nvPr/>
        </p:nvSpPr>
        <p:spPr>
          <a:xfrm>
            <a:off x="18166078" y="7464297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1" name="Connector 6638"/>
          <p:cNvSpPr/>
          <p:nvPr/>
        </p:nvSpPr>
        <p:spPr>
          <a:xfrm flipV="1">
            <a:off x="13304519" y="7451725"/>
            <a:ext cx="530352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2" name="Connector 6639"/>
          <p:cNvSpPr/>
          <p:nvPr/>
        </p:nvSpPr>
        <p:spPr>
          <a:xfrm flipV="1">
            <a:off x="13834870" y="7361428"/>
            <a:ext cx="530354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3" name="Connector 6640"/>
          <p:cNvSpPr/>
          <p:nvPr/>
        </p:nvSpPr>
        <p:spPr>
          <a:xfrm flipV="1">
            <a:off x="14365223" y="7291196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4" name="Connector 6641"/>
          <p:cNvSpPr/>
          <p:nvPr/>
        </p:nvSpPr>
        <p:spPr>
          <a:xfrm flipV="1">
            <a:off x="14895576" y="7241031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5" name="Connector 6642"/>
          <p:cNvSpPr/>
          <p:nvPr/>
        </p:nvSpPr>
        <p:spPr>
          <a:xfrm flipV="1">
            <a:off x="15425928" y="7210933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6" name="Connector 6643"/>
          <p:cNvSpPr/>
          <p:nvPr/>
        </p:nvSpPr>
        <p:spPr>
          <a:xfrm flipV="1">
            <a:off x="15956280" y="7200900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7" name="Connector 6644"/>
          <p:cNvSpPr/>
          <p:nvPr/>
        </p:nvSpPr>
        <p:spPr>
          <a:xfrm>
            <a:off x="16486632" y="7200899"/>
            <a:ext cx="530353" cy="100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8" name="Connector 6645"/>
          <p:cNvSpPr/>
          <p:nvPr/>
        </p:nvSpPr>
        <p:spPr>
          <a:xfrm>
            <a:off x="17016984" y="7210932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9" name="Connector 6646"/>
          <p:cNvSpPr/>
          <p:nvPr/>
        </p:nvSpPr>
        <p:spPr>
          <a:xfrm>
            <a:off x="17547336" y="7241031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0" name="Connector 6647"/>
          <p:cNvSpPr/>
          <p:nvPr/>
        </p:nvSpPr>
        <p:spPr>
          <a:xfrm>
            <a:off x="18077687" y="7291196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1" name="Connector 6648"/>
          <p:cNvSpPr/>
          <p:nvPr/>
        </p:nvSpPr>
        <p:spPr>
          <a:xfrm>
            <a:off x="18608039" y="7361428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2" name="Connector 6649"/>
          <p:cNvSpPr/>
          <p:nvPr/>
        </p:nvSpPr>
        <p:spPr>
          <a:xfrm>
            <a:off x="19138391" y="7451724"/>
            <a:ext cx="530353" cy="1103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3" name="Connector 6650"/>
          <p:cNvSpPr/>
          <p:nvPr/>
        </p:nvSpPr>
        <p:spPr>
          <a:xfrm flipV="1">
            <a:off x="13304519" y="7439152"/>
            <a:ext cx="618744" cy="12293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4" name="Connector 6651"/>
          <p:cNvSpPr/>
          <p:nvPr/>
        </p:nvSpPr>
        <p:spPr>
          <a:xfrm flipV="1">
            <a:off x="13923263" y="7338568"/>
            <a:ext cx="618746" cy="100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5" name="Connector 6652"/>
          <p:cNvSpPr/>
          <p:nvPr/>
        </p:nvSpPr>
        <p:spPr>
          <a:xfrm flipV="1">
            <a:off x="14542008" y="7260335"/>
            <a:ext cx="618744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6" name="Connector 6653"/>
          <p:cNvSpPr/>
          <p:nvPr/>
        </p:nvSpPr>
        <p:spPr>
          <a:xfrm flipV="1">
            <a:off x="15160750" y="7204456"/>
            <a:ext cx="618746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7" name="Connector 6654"/>
          <p:cNvSpPr/>
          <p:nvPr/>
        </p:nvSpPr>
        <p:spPr>
          <a:xfrm flipV="1">
            <a:off x="15779495" y="7170926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8" name="Connector 6655"/>
          <p:cNvSpPr/>
          <p:nvPr/>
        </p:nvSpPr>
        <p:spPr>
          <a:xfrm flipV="1">
            <a:off x="16398239" y="7159752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9" name="Connector 6656"/>
          <p:cNvSpPr/>
          <p:nvPr/>
        </p:nvSpPr>
        <p:spPr>
          <a:xfrm>
            <a:off x="17016984" y="7159752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0" name="Connector 6657"/>
          <p:cNvSpPr/>
          <p:nvPr/>
        </p:nvSpPr>
        <p:spPr>
          <a:xfrm>
            <a:off x="17635728" y="7170926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1" name="Connector 6658"/>
          <p:cNvSpPr/>
          <p:nvPr/>
        </p:nvSpPr>
        <p:spPr>
          <a:xfrm>
            <a:off x="18254471" y="7204456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2" name="Connector 6659"/>
          <p:cNvSpPr/>
          <p:nvPr/>
        </p:nvSpPr>
        <p:spPr>
          <a:xfrm>
            <a:off x="18873215" y="7260335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3" name="Connector 6660"/>
          <p:cNvSpPr/>
          <p:nvPr/>
        </p:nvSpPr>
        <p:spPr>
          <a:xfrm>
            <a:off x="19491960" y="7338568"/>
            <a:ext cx="618744" cy="100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4" name="Connector 6661"/>
          <p:cNvSpPr/>
          <p:nvPr/>
        </p:nvSpPr>
        <p:spPr>
          <a:xfrm>
            <a:off x="20110702" y="7439152"/>
            <a:ext cx="618746" cy="12293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5" name="Connector 6662"/>
          <p:cNvSpPr/>
          <p:nvPr/>
        </p:nvSpPr>
        <p:spPr>
          <a:xfrm flipV="1">
            <a:off x="14365223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6" name="Connector 6663"/>
          <p:cNvSpPr/>
          <p:nvPr/>
        </p:nvSpPr>
        <p:spPr>
          <a:xfrm flipV="1">
            <a:off x="14453615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7" name="Connector 6664"/>
          <p:cNvSpPr/>
          <p:nvPr/>
        </p:nvSpPr>
        <p:spPr>
          <a:xfrm flipV="1">
            <a:off x="14542008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8" name="Connector 6665"/>
          <p:cNvSpPr/>
          <p:nvPr/>
        </p:nvSpPr>
        <p:spPr>
          <a:xfrm flipV="1">
            <a:off x="14630399" y="7423911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9" name="Connector 6666"/>
          <p:cNvSpPr/>
          <p:nvPr/>
        </p:nvSpPr>
        <p:spPr>
          <a:xfrm flipV="1">
            <a:off x="14718791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0" name="Connector 6667"/>
          <p:cNvSpPr/>
          <p:nvPr/>
        </p:nvSpPr>
        <p:spPr>
          <a:xfrm flipV="1">
            <a:off x="14807183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1" name="Connector 6668"/>
          <p:cNvSpPr/>
          <p:nvPr/>
        </p:nvSpPr>
        <p:spPr>
          <a:xfrm>
            <a:off x="14895576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2" name="Connector 6669"/>
          <p:cNvSpPr/>
          <p:nvPr/>
        </p:nvSpPr>
        <p:spPr>
          <a:xfrm>
            <a:off x="14983967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3" name="Connector 6670"/>
          <p:cNvSpPr/>
          <p:nvPr/>
        </p:nvSpPr>
        <p:spPr>
          <a:xfrm>
            <a:off x="15072360" y="7423911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4" name="Connector 6671"/>
          <p:cNvSpPr/>
          <p:nvPr/>
        </p:nvSpPr>
        <p:spPr>
          <a:xfrm>
            <a:off x="15160750" y="7445502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5" name="Connector 6672"/>
          <p:cNvSpPr/>
          <p:nvPr/>
        </p:nvSpPr>
        <p:spPr>
          <a:xfrm>
            <a:off x="15249143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6" name="Connector 6673"/>
          <p:cNvSpPr/>
          <p:nvPr/>
        </p:nvSpPr>
        <p:spPr>
          <a:xfrm>
            <a:off x="15337536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7" name="Connector 6674"/>
          <p:cNvSpPr/>
          <p:nvPr/>
        </p:nvSpPr>
        <p:spPr>
          <a:xfrm flipV="1">
            <a:off x="14365223" y="7502017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8" name="Connector 6675"/>
          <p:cNvSpPr/>
          <p:nvPr/>
        </p:nvSpPr>
        <p:spPr>
          <a:xfrm flipV="1">
            <a:off x="14542006" y="7452868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9" name="Connector 6676"/>
          <p:cNvSpPr/>
          <p:nvPr/>
        </p:nvSpPr>
        <p:spPr>
          <a:xfrm flipV="1">
            <a:off x="14718791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0" name="Connector 6677"/>
          <p:cNvSpPr/>
          <p:nvPr/>
        </p:nvSpPr>
        <p:spPr>
          <a:xfrm flipV="1">
            <a:off x="14895576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1" name="Connector 6678"/>
          <p:cNvSpPr/>
          <p:nvPr/>
        </p:nvSpPr>
        <p:spPr>
          <a:xfrm flipV="1">
            <a:off x="15072360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2" name="Connector 6679"/>
          <p:cNvSpPr/>
          <p:nvPr/>
        </p:nvSpPr>
        <p:spPr>
          <a:xfrm flipV="1">
            <a:off x="15249143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3" name="Connector 6680"/>
          <p:cNvSpPr/>
          <p:nvPr/>
        </p:nvSpPr>
        <p:spPr>
          <a:xfrm>
            <a:off x="15425928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4" name="Connector 6681"/>
          <p:cNvSpPr/>
          <p:nvPr/>
        </p:nvSpPr>
        <p:spPr>
          <a:xfrm>
            <a:off x="15602712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5" name="Connector 6682"/>
          <p:cNvSpPr/>
          <p:nvPr/>
        </p:nvSpPr>
        <p:spPr>
          <a:xfrm>
            <a:off x="15779495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6" name="Connector 6683"/>
          <p:cNvSpPr/>
          <p:nvPr/>
        </p:nvSpPr>
        <p:spPr>
          <a:xfrm>
            <a:off x="15956280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7" name="Connector 6684"/>
          <p:cNvSpPr/>
          <p:nvPr/>
        </p:nvSpPr>
        <p:spPr>
          <a:xfrm>
            <a:off x="16133063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8" name="Connector 6685"/>
          <p:cNvSpPr/>
          <p:nvPr/>
        </p:nvSpPr>
        <p:spPr>
          <a:xfrm>
            <a:off x="16309847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9" name="Connector 6686"/>
          <p:cNvSpPr/>
          <p:nvPr/>
        </p:nvSpPr>
        <p:spPr>
          <a:xfrm flipV="1">
            <a:off x="14365223" y="7489443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0" name="Connector 6687"/>
          <p:cNvSpPr/>
          <p:nvPr/>
        </p:nvSpPr>
        <p:spPr>
          <a:xfrm flipV="1">
            <a:off x="14630398" y="7430008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1" name="Connector 6688"/>
          <p:cNvSpPr/>
          <p:nvPr/>
        </p:nvSpPr>
        <p:spPr>
          <a:xfrm flipV="1">
            <a:off x="14895576" y="7383778"/>
            <a:ext cx="265176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2" name="Connector 6689"/>
          <p:cNvSpPr/>
          <p:nvPr/>
        </p:nvSpPr>
        <p:spPr>
          <a:xfrm flipV="1">
            <a:off x="15160750" y="7350759"/>
            <a:ext cx="265178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3" name="Connector 6690"/>
          <p:cNvSpPr/>
          <p:nvPr/>
        </p:nvSpPr>
        <p:spPr>
          <a:xfrm flipV="1">
            <a:off x="15425928" y="7330947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4" name="Connector 6691"/>
          <p:cNvSpPr/>
          <p:nvPr/>
        </p:nvSpPr>
        <p:spPr>
          <a:xfrm flipV="1">
            <a:off x="15691102" y="7324343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5" name="Connector 6692"/>
          <p:cNvSpPr/>
          <p:nvPr/>
        </p:nvSpPr>
        <p:spPr>
          <a:xfrm>
            <a:off x="15956280" y="7324343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6" name="Connector 6693"/>
          <p:cNvSpPr/>
          <p:nvPr/>
        </p:nvSpPr>
        <p:spPr>
          <a:xfrm>
            <a:off x="16221454" y="7330947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7" name="Connector 6694"/>
          <p:cNvSpPr/>
          <p:nvPr/>
        </p:nvSpPr>
        <p:spPr>
          <a:xfrm>
            <a:off x="16486632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8" name="Connector 6695"/>
          <p:cNvSpPr/>
          <p:nvPr/>
        </p:nvSpPr>
        <p:spPr>
          <a:xfrm>
            <a:off x="16751808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9" name="Connector 6696"/>
          <p:cNvSpPr/>
          <p:nvPr/>
        </p:nvSpPr>
        <p:spPr>
          <a:xfrm>
            <a:off x="17016984" y="7430007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0" name="Connector 6697"/>
          <p:cNvSpPr/>
          <p:nvPr/>
        </p:nvSpPr>
        <p:spPr>
          <a:xfrm>
            <a:off x="17282160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1" name="Connector 6698"/>
          <p:cNvSpPr/>
          <p:nvPr/>
        </p:nvSpPr>
        <p:spPr>
          <a:xfrm flipV="1">
            <a:off x="14365223" y="7476870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2" name="Connector 6699"/>
          <p:cNvSpPr/>
          <p:nvPr/>
        </p:nvSpPr>
        <p:spPr>
          <a:xfrm flipV="1">
            <a:off x="14718791" y="7407147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3" name="Connector 6700"/>
          <p:cNvSpPr/>
          <p:nvPr/>
        </p:nvSpPr>
        <p:spPr>
          <a:xfrm flipV="1">
            <a:off x="15072360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4" name="Connector 6701"/>
          <p:cNvSpPr/>
          <p:nvPr/>
        </p:nvSpPr>
        <p:spPr>
          <a:xfrm flipV="1">
            <a:off x="15425928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5" name="Connector 6702"/>
          <p:cNvSpPr/>
          <p:nvPr/>
        </p:nvSpPr>
        <p:spPr>
          <a:xfrm flipV="1">
            <a:off x="15779495" y="7290943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6" name="Connector 6703"/>
          <p:cNvSpPr/>
          <p:nvPr/>
        </p:nvSpPr>
        <p:spPr>
          <a:xfrm flipV="1">
            <a:off x="16133063" y="7283195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7" name="Connector 6704"/>
          <p:cNvSpPr/>
          <p:nvPr/>
        </p:nvSpPr>
        <p:spPr>
          <a:xfrm>
            <a:off x="16486632" y="7283195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8" name="Connector 6705"/>
          <p:cNvSpPr/>
          <p:nvPr/>
        </p:nvSpPr>
        <p:spPr>
          <a:xfrm>
            <a:off x="16840199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9" name="Connector 6706"/>
          <p:cNvSpPr/>
          <p:nvPr/>
        </p:nvSpPr>
        <p:spPr>
          <a:xfrm>
            <a:off x="17193767" y="7314183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0" name="Connector 6707"/>
          <p:cNvSpPr/>
          <p:nvPr/>
        </p:nvSpPr>
        <p:spPr>
          <a:xfrm>
            <a:off x="17547336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1" name="Connector 6708"/>
          <p:cNvSpPr/>
          <p:nvPr/>
        </p:nvSpPr>
        <p:spPr>
          <a:xfrm>
            <a:off x="17900904" y="7407147"/>
            <a:ext cx="353568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2" name="Connector 6709"/>
          <p:cNvSpPr/>
          <p:nvPr/>
        </p:nvSpPr>
        <p:spPr>
          <a:xfrm>
            <a:off x="18254470" y="7476870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3" name="Connector 6710"/>
          <p:cNvSpPr/>
          <p:nvPr/>
        </p:nvSpPr>
        <p:spPr>
          <a:xfrm flipV="1">
            <a:off x="14365223" y="7464297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4" name="Connector 6711"/>
          <p:cNvSpPr/>
          <p:nvPr/>
        </p:nvSpPr>
        <p:spPr>
          <a:xfrm flipV="1">
            <a:off x="14807183" y="7384288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5" name="Connector 6712"/>
          <p:cNvSpPr/>
          <p:nvPr/>
        </p:nvSpPr>
        <p:spPr>
          <a:xfrm flipV="1">
            <a:off x="15249143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6" name="Connector 6713"/>
          <p:cNvSpPr/>
          <p:nvPr/>
        </p:nvSpPr>
        <p:spPr>
          <a:xfrm flipV="1">
            <a:off x="15691104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7" name="Connector 6714"/>
          <p:cNvSpPr/>
          <p:nvPr/>
        </p:nvSpPr>
        <p:spPr>
          <a:xfrm flipV="1">
            <a:off x="16133063" y="7250939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8" name="Connector 6715"/>
          <p:cNvSpPr/>
          <p:nvPr/>
        </p:nvSpPr>
        <p:spPr>
          <a:xfrm flipV="1">
            <a:off x="16575022" y="7242047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9" name="Connector 6716"/>
          <p:cNvSpPr/>
          <p:nvPr/>
        </p:nvSpPr>
        <p:spPr>
          <a:xfrm>
            <a:off x="17016984" y="7242047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0" name="Connector 6717"/>
          <p:cNvSpPr/>
          <p:nvPr/>
        </p:nvSpPr>
        <p:spPr>
          <a:xfrm>
            <a:off x="17458943" y="7250938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1" name="Connector 6718"/>
          <p:cNvSpPr/>
          <p:nvPr/>
        </p:nvSpPr>
        <p:spPr>
          <a:xfrm>
            <a:off x="17900904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2" name="Connector 6719"/>
          <p:cNvSpPr/>
          <p:nvPr/>
        </p:nvSpPr>
        <p:spPr>
          <a:xfrm>
            <a:off x="18342863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3" name="Connector 6720"/>
          <p:cNvSpPr/>
          <p:nvPr/>
        </p:nvSpPr>
        <p:spPr>
          <a:xfrm>
            <a:off x="18784823" y="7384288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4" name="Connector 6721"/>
          <p:cNvSpPr/>
          <p:nvPr/>
        </p:nvSpPr>
        <p:spPr>
          <a:xfrm>
            <a:off x="19226783" y="7464297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5" name="Connector 6722"/>
          <p:cNvSpPr/>
          <p:nvPr/>
        </p:nvSpPr>
        <p:spPr>
          <a:xfrm flipV="1">
            <a:off x="14365223" y="7451725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6" name="Connector 6723"/>
          <p:cNvSpPr/>
          <p:nvPr/>
        </p:nvSpPr>
        <p:spPr>
          <a:xfrm flipV="1">
            <a:off x="14895576" y="7361428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7" name="Connector 6724"/>
          <p:cNvSpPr/>
          <p:nvPr/>
        </p:nvSpPr>
        <p:spPr>
          <a:xfrm flipV="1">
            <a:off x="15425928" y="7291196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8" name="Connector 6725"/>
          <p:cNvSpPr/>
          <p:nvPr/>
        </p:nvSpPr>
        <p:spPr>
          <a:xfrm flipV="1">
            <a:off x="15956280" y="7241031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9" name="Connector 6726"/>
          <p:cNvSpPr/>
          <p:nvPr/>
        </p:nvSpPr>
        <p:spPr>
          <a:xfrm flipV="1">
            <a:off x="16486632" y="7210933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0" name="Connector 6727"/>
          <p:cNvSpPr/>
          <p:nvPr/>
        </p:nvSpPr>
        <p:spPr>
          <a:xfrm flipV="1">
            <a:off x="17016984" y="7200900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1" name="Connector 6728"/>
          <p:cNvSpPr/>
          <p:nvPr/>
        </p:nvSpPr>
        <p:spPr>
          <a:xfrm>
            <a:off x="17547336" y="7200899"/>
            <a:ext cx="530353" cy="100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2" name="Connector 6729"/>
          <p:cNvSpPr/>
          <p:nvPr/>
        </p:nvSpPr>
        <p:spPr>
          <a:xfrm>
            <a:off x="18077687" y="7210932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3" name="Connector 6730"/>
          <p:cNvSpPr/>
          <p:nvPr/>
        </p:nvSpPr>
        <p:spPr>
          <a:xfrm>
            <a:off x="18608039" y="7241031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4" name="Connector 6731"/>
          <p:cNvSpPr/>
          <p:nvPr/>
        </p:nvSpPr>
        <p:spPr>
          <a:xfrm>
            <a:off x="19138391" y="7291196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5" name="Connector 6732"/>
          <p:cNvSpPr/>
          <p:nvPr/>
        </p:nvSpPr>
        <p:spPr>
          <a:xfrm>
            <a:off x="19668743" y="7361428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6" name="Connector 6733"/>
          <p:cNvSpPr/>
          <p:nvPr/>
        </p:nvSpPr>
        <p:spPr>
          <a:xfrm>
            <a:off x="20199095" y="7451724"/>
            <a:ext cx="530353" cy="1103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7" name="Connector 6734"/>
          <p:cNvSpPr/>
          <p:nvPr/>
        </p:nvSpPr>
        <p:spPr>
          <a:xfrm flipV="1">
            <a:off x="15425928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8" name="Connector 6735"/>
          <p:cNvSpPr/>
          <p:nvPr/>
        </p:nvSpPr>
        <p:spPr>
          <a:xfrm flipV="1">
            <a:off x="15514319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9" name="Connector 6736"/>
          <p:cNvSpPr/>
          <p:nvPr/>
        </p:nvSpPr>
        <p:spPr>
          <a:xfrm flipV="1">
            <a:off x="15602712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0" name="Connector 6737"/>
          <p:cNvSpPr/>
          <p:nvPr/>
        </p:nvSpPr>
        <p:spPr>
          <a:xfrm flipV="1">
            <a:off x="15691104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1" name="Connector 6738"/>
          <p:cNvSpPr/>
          <p:nvPr/>
        </p:nvSpPr>
        <p:spPr>
          <a:xfrm flipV="1">
            <a:off x="15779495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2" name="Connector 6739"/>
          <p:cNvSpPr/>
          <p:nvPr/>
        </p:nvSpPr>
        <p:spPr>
          <a:xfrm flipV="1">
            <a:off x="15867887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3" name="Connector 6740"/>
          <p:cNvSpPr/>
          <p:nvPr/>
        </p:nvSpPr>
        <p:spPr>
          <a:xfrm>
            <a:off x="15956280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4" name="Connector 6741"/>
          <p:cNvSpPr/>
          <p:nvPr/>
        </p:nvSpPr>
        <p:spPr>
          <a:xfrm>
            <a:off x="16044671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5" name="Connector 6742"/>
          <p:cNvSpPr/>
          <p:nvPr/>
        </p:nvSpPr>
        <p:spPr>
          <a:xfrm>
            <a:off x="16133063" y="7423911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6" name="Connector 6743"/>
          <p:cNvSpPr/>
          <p:nvPr/>
        </p:nvSpPr>
        <p:spPr>
          <a:xfrm>
            <a:off x="16221454" y="7445502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7" name="Connector 6744"/>
          <p:cNvSpPr/>
          <p:nvPr/>
        </p:nvSpPr>
        <p:spPr>
          <a:xfrm>
            <a:off x="16309847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8" name="Connector 6745"/>
          <p:cNvSpPr/>
          <p:nvPr/>
        </p:nvSpPr>
        <p:spPr>
          <a:xfrm>
            <a:off x="16398239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9" name="Connector 6746"/>
          <p:cNvSpPr/>
          <p:nvPr/>
        </p:nvSpPr>
        <p:spPr>
          <a:xfrm flipV="1">
            <a:off x="15425928" y="7502017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0" name="Connector 6747"/>
          <p:cNvSpPr/>
          <p:nvPr/>
        </p:nvSpPr>
        <p:spPr>
          <a:xfrm flipV="1">
            <a:off x="15602711" y="7452868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1" name="Connector 6748"/>
          <p:cNvSpPr/>
          <p:nvPr/>
        </p:nvSpPr>
        <p:spPr>
          <a:xfrm flipV="1">
            <a:off x="15779495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2" name="Connector 6749"/>
          <p:cNvSpPr/>
          <p:nvPr/>
        </p:nvSpPr>
        <p:spPr>
          <a:xfrm flipV="1">
            <a:off x="15956280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3" name="Connector 6750"/>
          <p:cNvSpPr/>
          <p:nvPr/>
        </p:nvSpPr>
        <p:spPr>
          <a:xfrm flipV="1">
            <a:off x="16133063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4" name="Connector 6751"/>
          <p:cNvSpPr/>
          <p:nvPr/>
        </p:nvSpPr>
        <p:spPr>
          <a:xfrm flipV="1">
            <a:off x="16309847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5" name="Connector 6752"/>
          <p:cNvSpPr/>
          <p:nvPr/>
        </p:nvSpPr>
        <p:spPr>
          <a:xfrm>
            <a:off x="16486632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6" name="Connector 6753"/>
          <p:cNvSpPr/>
          <p:nvPr/>
        </p:nvSpPr>
        <p:spPr>
          <a:xfrm>
            <a:off x="16663415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7" name="Connector 6754"/>
          <p:cNvSpPr/>
          <p:nvPr/>
        </p:nvSpPr>
        <p:spPr>
          <a:xfrm>
            <a:off x="16840198" y="7387335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8" name="Connector 6755"/>
          <p:cNvSpPr/>
          <p:nvPr/>
        </p:nvSpPr>
        <p:spPr>
          <a:xfrm>
            <a:off x="17016984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9" name="Connector 6756"/>
          <p:cNvSpPr/>
          <p:nvPr/>
        </p:nvSpPr>
        <p:spPr>
          <a:xfrm>
            <a:off x="17193767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0" name="Connector 6757"/>
          <p:cNvSpPr/>
          <p:nvPr/>
        </p:nvSpPr>
        <p:spPr>
          <a:xfrm>
            <a:off x="17370552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1" name="Connector 6758"/>
          <p:cNvSpPr/>
          <p:nvPr/>
        </p:nvSpPr>
        <p:spPr>
          <a:xfrm flipV="1">
            <a:off x="15425928" y="7489443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2" name="Connector 6759"/>
          <p:cNvSpPr/>
          <p:nvPr/>
        </p:nvSpPr>
        <p:spPr>
          <a:xfrm flipV="1">
            <a:off x="15691102" y="7430008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3" name="Connector 6760"/>
          <p:cNvSpPr/>
          <p:nvPr/>
        </p:nvSpPr>
        <p:spPr>
          <a:xfrm flipV="1">
            <a:off x="15956280" y="7383778"/>
            <a:ext cx="265176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4" name="Connector 6761"/>
          <p:cNvSpPr/>
          <p:nvPr/>
        </p:nvSpPr>
        <p:spPr>
          <a:xfrm flipV="1">
            <a:off x="16221454" y="7350759"/>
            <a:ext cx="265178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5" name="Connector 6762"/>
          <p:cNvSpPr/>
          <p:nvPr/>
        </p:nvSpPr>
        <p:spPr>
          <a:xfrm flipV="1">
            <a:off x="16486632" y="7330947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6" name="Connector 6763"/>
          <p:cNvSpPr/>
          <p:nvPr/>
        </p:nvSpPr>
        <p:spPr>
          <a:xfrm flipV="1">
            <a:off x="16751806" y="7324343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7" name="Connector 6764"/>
          <p:cNvSpPr/>
          <p:nvPr/>
        </p:nvSpPr>
        <p:spPr>
          <a:xfrm>
            <a:off x="17016984" y="7324343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8" name="Connector 6765"/>
          <p:cNvSpPr/>
          <p:nvPr/>
        </p:nvSpPr>
        <p:spPr>
          <a:xfrm>
            <a:off x="17282160" y="7330947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9" name="Connector 6766"/>
          <p:cNvSpPr/>
          <p:nvPr/>
        </p:nvSpPr>
        <p:spPr>
          <a:xfrm>
            <a:off x="17547336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0" name="Connector 6767"/>
          <p:cNvSpPr/>
          <p:nvPr/>
        </p:nvSpPr>
        <p:spPr>
          <a:xfrm>
            <a:off x="17812512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1" name="Connector 6768"/>
          <p:cNvSpPr/>
          <p:nvPr/>
        </p:nvSpPr>
        <p:spPr>
          <a:xfrm>
            <a:off x="18077687" y="7430007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2" name="Connector 6769"/>
          <p:cNvSpPr/>
          <p:nvPr/>
        </p:nvSpPr>
        <p:spPr>
          <a:xfrm>
            <a:off x="18342863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3" name="Connector 6770"/>
          <p:cNvSpPr/>
          <p:nvPr/>
        </p:nvSpPr>
        <p:spPr>
          <a:xfrm flipV="1">
            <a:off x="15425928" y="7476870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4" name="Connector 6771"/>
          <p:cNvSpPr/>
          <p:nvPr/>
        </p:nvSpPr>
        <p:spPr>
          <a:xfrm flipV="1">
            <a:off x="15779495" y="7407147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5" name="Connector 6772"/>
          <p:cNvSpPr/>
          <p:nvPr/>
        </p:nvSpPr>
        <p:spPr>
          <a:xfrm flipV="1">
            <a:off x="16133063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6" name="Connector 6773"/>
          <p:cNvSpPr/>
          <p:nvPr/>
        </p:nvSpPr>
        <p:spPr>
          <a:xfrm flipV="1">
            <a:off x="16486632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7" name="Connector 6774"/>
          <p:cNvSpPr/>
          <p:nvPr/>
        </p:nvSpPr>
        <p:spPr>
          <a:xfrm flipV="1">
            <a:off x="16840199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8" name="Connector 6775"/>
          <p:cNvSpPr/>
          <p:nvPr/>
        </p:nvSpPr>
        <p:spPr>
          <a:xfrm flipV="1">
            <a:off x="17193767" y="7283195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9" name="Connector 6776"/>
          <p:cNvSpPr/>
          <p:nvPr/>
        </p:nvSpPr>
        <p:spPr>
          <a:xfrm>
            <a:off x="17547336" y="7283195"/>
            <a:ext cx="353568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0" name="Connector 6777"/>
          <p:cNvSpPr/>
          <p:nvPr/>
        </p:nvSpPr>
        <p:spPr>
          <a:xfrm>
            <a:off x="17900902" y="7290943"/>
            <a:ext cx="353570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1" name="Connector 6778"/>
          <p:cNvSpPr/>
          <p:nvPr/>
        </p:nvSpPr>
        <p:spPr>
          <a:xfrm>
            <a:off x="18254471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2" name="Connector 6779"/>
          <p:cNvSpPr/>
          <p:nvPr/>
        </p:nvSpPr>
        <p:spPr>
          <a:xfrm>
            <a:off x="18608039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3" name="Connector 6780"/>
          <p:cNvSpPr/>
          <p:nvPr/>
        </p:nvSpPr>
        <p:spPr>
          <a:xfrm>
            <a:off x="18961608" y="7407147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4" name="Connector 6781"/>
          <p:cNvSpPr/>
          <p:nvPr/>
        </p:nvSpPr>
        <p:spPr>
          <a:xfrm>
            <a:off x="19315176" y="7476870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5" name="Connector 6782"/>
          <p:cNvSpPr/>
          <p:nvPr/>
        </p:nvSpPr>
        <p:spPr>
          <a:xfrm flipV="1">
            <a:off x="15425928" y="7464297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6" name="Connector 6783"/>
          <p:cNvSpPr/>
          <p:nvPr/>
        </p:nvSpPr>
        <p:spPr>
          <a:xfrm flipV="1">
            <a:off x="15867887" y="7384288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7" name="Connector 6784"/>
          <p:cNvSpPr/>
          <p:nvPr/>
        </p:nvSpPr>
        <p:spPr>
          <a:xfrm flipV="1">
            <a:off x="16309847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8" name="Connector 6785"/>
          <p:cNvSpPr/>
          <p:nvPr/>
        </p:nvSpPr>
        <p:spPr>
          <a:xfrm flipV="1">
            <a:off x="16751808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9" name="Connector 6786"/>
          <p:cNvSpPr/>
          <p:nvPr/>
        </p:nvSpPr>
        <p:spPr>
          <a:xfrm flipV="1">
            <a:off x="17193767" y="7250939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0" name="Connector 6787"/>
          <p:cNvSpPr/>
          <p:nvPr/>
        </p:nvSpPr>
        <p:spPr>
          <a:xfrm flipV="1">
            <a:off x="17635726" y="7242047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1" name="Connector 6788"/>
          <p:cNvSpPr/>
          <p:nvPr/>
        </p:nvSpPr>
        <p:spPr>
          <a:xfrm>
            <a:off x="18077687" y="7242047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2" name="Connector 6789"/>
          <p:cNvSpPr/>
          <p:nvPr/>
        </p:nvSpPr>
        <p:spPr>
          <a:xfrm>
            <a:off x="18519647" y="7250938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3" name="Connector 6790"/>
          <p:cNvSpPr/>
          <p:nvPr/>
        </p:nvSpPr>
        <p:spPr>
          <a:xfrm>
            <a:off x="18961608" y="7277607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4" name="Connector 6791"/>
          <p:cNvSpPr/>
          <p:nvPr/>
        </p:nvSpPr>
        <p:spPr>
          <a:xfrm>
            <a:off x="19403567" y="7322057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5" name="Connector 6792"/>
          <p:cNvSpPr/>
          <p:nvPr/>
        </p:nvSpPr>
        <p:spPr>
          <a:xfrm>
            <a:off x="19845528" y="7384288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6" name="Connector 6793"/>
          <p:cNvSpPr/>
          <p:nvPr/>
        </p:nvSpPr>
        <p:spPr>
          <a:xfrm>
            <a:off x="20287487" y="7464297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7" name="Connector 6794"/>
          <p:cNvSpPr/>
          <p:nvPr/>
        </p:nvSpPr>
        <p:spPr>
          <a:xfrm flipV="1">
            <a:off x="16486632" y="7514589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8" name="Connector 6795"/>
          <p:cNvSpPr/>
          <p:nvPr/>
        </p:nvSpPr>
        <p:spPr>
          <a:xfrm flipV="1">
            <a:off x="16575022" y="7475728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9" name="Connector 6796"/>
          <p:cNvSpPr/>
          <p:nvPr/>
        </p:nvSpPr>
        <p:spPr>
          <a:xfrm flipV="1">
            <a:off x="16663415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0" name="Connector 6797"/>
          <p:cNvSpPr/>
          <p:nvPr/>
        </p:nvSpPr>
        <p:spPr>
          <a:xfrm flipV="1">
            <a:off x="16751808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1" name="Connector 6798"/>
          <p:cNvSpPr/>
          <p:nvPr/>
        </p:nvSpPr>
        <p:spPr>
          <a:xfrm flipV="1">
            <a:off x="16840199" y="7410957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2" name="Connector 6799"/>
          <p:cNvSpPr/>
          <p:nvPr/>
        </p:nvSpPr>
        <p:spPr>
          <a:xfrm flipV="1">
            <a:off x="16928591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3" name="Connector 6800"/>
          <p:cNvSpPr/>
          <p:nvPr/>
        </p:nvSpPr>
        <p:spPr>
          <a:xfrm>
            <a:off x="17016984" y="7406640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4" name="Connector 6801"/>
          <p:cNvSpPr/>
          <p:nvPr/>
        </p:nvSpPr>
        <p:spPr>
          <a:xfrm>
            <a:off x="17105374" y="7410957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5" name="Connector 6802"/>
          <p:cNvSpPr/>
          <p:nvPr/>
        </p:nvSpPr>
        <p:spPr>
          <a:xfrm>
            <a:off x="17193767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6" name="Connector 6803"/>
          <p:cNvSpPr/>
          <p:nvPr/>
        </p:nvSpPr>
        <p:spPr>
          <a:xfrm>
            <a:off x="17282160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7" name="Connector 6804"/>
          <p:cNvSpPr/>
          <p:nvPr/>
        </p:nvSpPr>
        <p:spPr>
          <a:xfrm>
            <a:off x="17370552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8" name="Connector 6805"/>
          <p:cNvSpPr/>
          <p:nvPr/>
        </p:nvSpPr>
        <p:spPr>
          <a:xfrm>
            <a:off x="17458943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9" name="Connector 6806"/>
          <p:cNvSpPr/>
          <p:nvPr/>
        </p:nvSpPr>
        <p:spPr>
          <a:xfrm flipV="1">
            <a:off x="16486632" y="7502017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0" name="Connector 6807"/>
          <p:cNvSpPr/>
          <p:nvPr/>
        </p:nvSpPr>
        <p:spPr>
          <a:xfrm flipV="1">
            <a:off x="16663415" y="7452868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1" name="Connector 6808"/>
          <p:cNvSpPr/>
          <p:nvPr/>
        </p:nvSpPr>
        <p:spPr>
          <a:xfrm flipV="1">
            <a:off x="16840199" y="7414641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2" name="Connector 6809"/>
          <p:cNvSpPr/>
          <p:nvPr/>
        </p:nvSpPr>
        <p:spPr>
          <a:xfrm flipV="1">
            <a:off x="17016984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3" name="Connector 6810"/>
          <p:cNvSpPr/>
          <p:nvPr/>
        </p:nvSpPr>
        <p:spPr>
          <a:xfrm flipV="1">
            <a:off x="17193767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4" name="Connector 6811"/>
          <p:cNvSpPr/>
          <p:nvPr/>
        </p:nvSpPr>
        <p:spPr>
          <a:xfrm flipV="1">
            <a:off x="17370550" y="7365492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5" name="Connector 6812"/>
          <p:cNvSpPr/>
          <p:nvPr/>
        </p:nvSpPr>
        <p:spPr>
          <a:xfrm>
            <a:off x="17547336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6" name="Connector 6813"/>
          <p:cNvSpPr/>
          <p:nvPr/>
        </p:nvSpPr>
        <p:spPr>
          <a:xfrm>
            <a:off x="17724119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7" name="Connector 6814"/>
          <p:cNvSpPr/>
          <p:nvPr/>
        </p:nvSpPr>
        <p:spPr>
          <a:xfrm>
            <a:off x="17900902" y="7387335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8" name="Connector 6815"/>
          <p:cNvSpPr/>
          <p:nvPr/>
        </p:nvSpPr>
        <p:spPr>
          <a:xfrm>
            <a:off x="18077687" y="7414641"/>
            <a:ext cx="176784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9" name="Connector 6816"/>
          <p:cNvSpPr/>
          <p:nvPr/>
        </p:nvSpPr>
        <p:spPr>
          <a:xfrm>
            <a:off x="18254470" y="7452868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0" name="Connector 6817"/>
          <p:cNvSpPr/>
          <p:nvPr/>
        </p:nvSpPr>
        <p:spPr>
          <a:xfrm>
            <a:off x="18431256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1" name="Connector 6818"/>
          <p:cNvSpPr/>
          <p:nvPr/>
        </p:nvSpPr>
        <p:spPr>
          <a:xfrm flipV="1">
            <a:off x="16486632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2" name="Connector 6819"/>
          <p:cNvSpPr/>
          <p:nvPr/>
        </p:nvSpPr>
        <p:spPr>
          <a:xfrm flipV="1">
            <a:off x="16751808" y="7430008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3" name="Connector 6820"/>
          <p:cNvSpPr/>
          <p:nvPr/>
        </p:nvSpPr>
        <p:spPr>
          <a:xfrm flipV="1">
            <a:off x="17016984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4" name="Connector 6821"/>
          <p:cNvSpPr/>
          <p:nvPr/>
        </p:nvSpPr>
        <p:spPr>
          <a:xfrm flipV="1">
            <a:off x="17282160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5" name="Connector 6822"/>
          <p:cNvSpPr/>
          <p:nvPr/>
        </p:nvSpPr>
        <p:spPr>
          <a:xfrm flipV="1">
            <a:off x="17547336" y="7330947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6" name="Connector 6823"/>
          <p:cNvSpPr/>
          <p:nvPr/>
        </p:nvSpPr>
        <p:spPr>
          <a:xfrm flipV="1">
            <a:off x="17812511" y="7324343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7" name="Connector 6824"/>
          <p:cNvSpPr/>
          <p:nvPr/>
        </p:nvSpPr>
        <p:spPr>
          <a:xfrm>
            <a:off x="18077687" y="7324343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8" name="Connector 6825"/>
          <p:cNvSpPr/>
          <p:nvPr/>
        </p:nvSpPr>
        <p:spPr>
          <a:xfrm>
            <a:off x="18342863" y="7330947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9" name="Connector 6826"/>
          <p:cNvSpPr/>
          <p:nvPr/>
        </p:nvSpPr>
        <p:spPr>
          <a:xfrm>
            <a:off x="18608039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0" name="Connector 6827"/>
          <p:cNvSpPr/>
          <p:nvPr/>
        </p:nvSpPr>
        <p:spPr>
          <a:xfrm>
            <a:off x="18873215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1" name="Connector 6828"/>
          <p:cNvSpPr/>
          <p:nvPr/>
        </p:nvSpPr>
        <p:spPr>
          <a:xfrm>
            <a:off x="19138391" y="7430007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2" name="Connector 6829"/>
          <p:cNvSpPr/>
          <p:nvPr/>
        </p:nvSpPr>
        <p:spPr>
          <a:xfrm>
            <a:off x="19403567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3" name="Connector 6830"/>
          <p:cNvSpPr/>
          <p:nvPr/>
        </p:nvSpPr>
        <p:spPr>
          <a:xfrm flipV="1">
            <a:off x="16486632" y="7476870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4" name="Connector 6831"/>
          <p:cNvSpPr/>
          <p:nvPr/>
        </p:nvSpPr>
        <p:spPr>
          <a:xfrm flipV="1">
            <a:off x="16840199" y="7407147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5" name="Connector 6832"/>
          <p:cNvSpPr/>
          <p:nvPr/>
        </p:nvSpPr>
        <p:spPr>
          <a:xfrm flipV="1">
            <a:off x="17193767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6" name="Connector 6833"/>
          <p:cNvSpPr/>
          <p:nvPr/>
        </p:nvSpPr>
        <p:spPr>
          <a:xfrm flipV="1">
            <a:off x="17547336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7" name="Connector 6834"/>
          <p:cNvSpPr/>
          <p:nvPr/>
        </p:nvSpPr>
        <p:spPr>
          <a:xfrm flipV="1">
            <a:off x="17900904" y="7290943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8" name="Connector 6835"/>
          <p:cNvSpPr/>
          <p:nvPr/>
        </p:nvSpPr>
        <p:spPr>
          <a:xfrm flipV="1">
            <a:off x="18254470" y="7283195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9" name="Connector 6836"/>
          <p:cNvSpPr/>
          <p:nvPr/>
        </p:nvSpPr>
        <p:spPr>
          <a:xfrm>
            <a:off x="18608039" y="7283195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0" name="Connector 6837"/>
          <p:cNvSpPr/>
          <p:nvPr/>
        </p:nvSpPr>
        <p:spPr>
          <a:xfrm>
            <a:off x="18961608" y="7290943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1" name="Connector 6838"/>
          <p:cNvSpPr/>
          <p:nvPr/>
        </p:nvSpPr>
        <p:spPr>
          <a:xfrm>
            <a:off x="19315176" y="7314183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2" name="Connector 6839"/>
          <p:cNvSpPr/>
          <p:nvPr/>
        </p:nvSpPr>
        <p:spPr>
          <a:xfrm>
            <a:off x="19668743" y="7352918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3" name="Connector 6840"/>
          <p:cNvSpPr/>
          <p:nvPr/>
        </p:nvSpPr>
        <p:spPr>
          <a:xfrm>
            <a:off x="20022312" y="7407147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4" name="Connector 6841"/>
          <p:cNvSpPr/>
          <p:nvPr/>
        </p:nvSpPr>
        <p:spPr>
          <a:xfrm>
            <a:off x="20375880" y="7476870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5" name="Connector 6842"/>
          <p:cNvSpPr/>
          <p:nvPr/>
        </p:nvSpPr>
        <p:spPr>
          <a:xfrm flipV="1">
            <a:off x="17547336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6" name="Connector 6843"/>
          <p:cNvSpPr/>
          <p:nvPr/>
        </p:nvSpPr>
        <p:spPr>
          <a:xfrm flipV="1">
            <a:off x="17635728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7" name="Connector 6844"/>
          <p:cNvSpPr/>
          <p:nvPr/>
        </p:nvSpPr>
        <p:spPr>
          <a:xfrm flipV="1">
            <a:off x="17724119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8" name="Connector 6845"/>
          <p:cNvSpPr/>
          <p:nvPr/>
        </p:nvSpPr>
        <p:spPr>
          <a:xfrm flipV="1">
            <a:off x="17812512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9" name="Connector 6846"/>
          <p:cNvSpPr/>
          <p:nvPr/>
        </p:nvSpPr>
        <p:spPr>
          <a:xfrm flipV="1">
            <a:off x="17900904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0" name="Connector 6847"/>
          <p:cNvSpPr/>
          <p:nvPr/>
        </p:nvSpPr>
        <p:spPr>
          <a:xfrm flipV="1">
            <a:off x="17989295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1" name="Connector 6848"/>
          <p:cNvSpPr/>
          <p:nvPr/>
        </p:nvSpPr>
        <p:spPr>
          <a:xfrm>
            <a:off x="18077687" y="7406640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2" name="Connector 6849"/>
          <p:cNvSpPr/>
          <p:nvPr/>
        </p:nvSpPr>
        <p:spPr>
          <a:xfrm>
            <a:off x="18166078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3" name="Connector 6850"/>
          <p:cNvSpPr/>
          <p:nvPr/>
        </p:nvSpPr>
        <p:spPr>
          <a:xfrm>
            <a:off x="18254470" y="7423911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4" name="Connector 6851"/>
          <p:cNvSpPr/>
          <p:nvPr/>
        </p:nvSpPr>
        <p:spPr>
          <a:xfrm>
            <a:off x="18342863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5" name="Connector 6852"/>
          <p:cNvSpPr/>
          <p:nvPr/>
        </p:nvSpPr>
        <p:spPr>
          <a:xfrm>
            <a:off x="18431256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6" name="Connector 6853"/>
          <p:cNvSpPr/>
          <p:nvPr/>
        </p:nvSpPr>
        <p:spPr>
          <a:xfrm>
            <a:off x="18519647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7" name="Connector 6854"/>
          <p:cNvSpPr/>
          <p:nvPr/>
        </p:nvSpPr>
        <p:spPr>
          <a:xfrm flipV="1">
            <a:off x="17547336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8" name="Connector 6855"/>
          <p:cNvSpPr/>
          <p:nvPr/>
        </p:nvSpPr>
        <p:spPr>
          <a:xfrm flipV="1">
            <a:off x="17724119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9" name="Connector 6856"/>
          <p:cNvSpPr/>
          <p:nvPr/>
        </p:nvSpPr>
        <p:spPr>
          <a:xfrm flipV="1">
            <a:off x="17900904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0" name="Connector 6857"/>
          <p:cNvSpPr/>
          <p:nvPr/>
        </p:nvSpPr>
        <p:spPr>
          <a:xfrm flipV="1">
            <a:off x="18077687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1" name="Connector 6858"/>
          <p:cNvSpPr/>
          <p:nvPr/>
        </p:nvSpPr>
        <p:spPr>
          <a:xfrm flipV="1">
            <a:off x="18254471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2" name="Connector 6859"/>
          <p:cNvSpPr/>
          <p:nvPr/>
        </p:nvSpPr>
        <p:spPr>
          <a:xfrm flipV="1">
            <a:off x="18431254" y="7365492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3" name="Connector 6860"/>
          <p:cNvSpPr/>
          <p:nvPr/>
        </p:nvSpPr>
        <p:spPr>
          <a:xfrm>
            <a:off x="18608039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4" name="Connector 6861"/>
          <p:cNvSpPr/>
          <p:nvPr/>
        </p:nvSpPr>
        <p:spPr>
          <a:xfrm>
            <a:off x="18784823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5" name="Connector 6862"/>
          <p:cNvSpPr/>
          <p:nvPr/>
        </p:nvSpPr>
        <p:spPr>
          <a:xfrm>
            <a:off x="18961608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6" name="Connector 6863"/>
          <p:cNvSpPr/>
          <p:nvPr/>
        </p:nvSpPr>
        <p:spPr>
          <a:xfrm>
            <a:off x="19138391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7" name="Connector 6864"/>
          <p:cNvSpPr/>
          <p:nvPr/>
        </p:nvSpPr>
        <p:spPr>
          <a:xfrm>
            <a:off x="19315176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8" name="Connector 6865"/>
          <p:cNvSpPr/>
          <p:nvPr/>
        </p:nvSpPr>
        <p:spPr>
          <a:xfrm>
            <a:off x="19491960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9" name="Connector 6866"/>
          <p:cNvSpPr/>
          <p:nvPr/>
        </p:nvSpPr>
        <p:spPr>
          <a:xfrm flipV="1">
            <a:off x="17547336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0" name="Connector 6867"/>
          <p:cNvSpPr/>
          <p:nvPr/>
        </p:nvSpPr>
        <p:spPr>
          <a:xfrm flipV="1">
            <a:off x="17812512" y="7430008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1" name="Connector 6868"/>
          <p:cNvSpPr/>
          <p:nvPr/>
        </p:nvSpPr>
        <p:spPr>
          <a:xfrm flipV="1">
            <a:off x="18077687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2" name="Connector 6869"/>
          <p:cNvSpPr/>
          <p:nvPr/>
        </p:nvSpPr>
        <p:spPr>
          <a:xfrm flipV="1">
            <a:off x="18342863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3" name="Connector 6870"/>
          <p:cNvSpPr/>
          <p:nvPr/>
        </p:nvSpPr>
        <p:spPr>
          <a:xfrm flipV="1">
            <a:off x="18608039" y="7330947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4" name="Connector 6871"/>
          <p:cNvSpPr/>
          <p:nvPr/>
        </p:nvSpPr>
        <p:spPr>
          <a:xfrm flipV="1">
            <a:off x="18873215" y="7324343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5" name="Connector 6872"/>
          <p:cNvSpPr/>
          <p:nvPr/>
        </p:nvSpPr>
        <p:spPr>
          <a:xfrm>
            <a:off x="19138391" y="7324343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6" name="Connector 6873"/>
          <p:cNvSpPr/>
          <p:nvPr/>
        </p:nvSpPr>
        <p:spPr>
          <a:xfrm>
            <a:off x="19403567" y="7330947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7" name="Connector 6874"/>
          <p:cNvSpPr/>
          <p:nvPr/>
        </p:nvSpPr>
        <p:spPr>
          <a:xfrm>
            <a:off x="19668743" y="7350759"/>
            <a:ext cx="265177" cy="330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8" name="Connector 6875"/>
          <p:cNvSpPr/>
          <p:nvPr/>
        </p:nvSpPr>
        <p:spPr>
          <a:xfrm>
            <a:off x="19933919" y="7383778"/>
            <a:ext cx="265177" cy="46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9" name="Connector 6876"/>
          <p:cNvSpPr/>
          <p:nvPr/>
        </p:nvSpPr>
        <p:spPr>
          <a:xfrm>
            <a:off x="20199095" y="7430007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0" name="Connector 6877"/>
          <p:cNvSpPr/>
          <p:nvPr/>
        </p:nvSpPr>
        <p:spPr>
          <a:xfrm>
            <a:off x="20464271" y="7489443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1" name="Connector 6878"/>
          <p:cNvSpPr/>
          <p:nvPr/>
        </p:nvSpPr>
        <p:spPr>
          <a:xfrm flipV="1">
            <a:off x="18608039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2" name="Connector 6879"/>
          <p:cNvSpPr/>
          <p:nvPr/>
        </p:nvSpPr>
        <p:spPr>
          <a:xfrm flipV="1">
            <a:off x="18696432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3" name="Connector 6880"/>
          <p:cNvSpPr/>
          <p:nvPr/>
        </p:nvSpPr>
        <p:spPr>
          <a:xfrm flipV="1">
            <a:off x="18784823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4" name="Connector 6881"/>
          <p:cNvSpPr/>
          <p:nvPr/>
        </p:nvSpPr>
        <p:spPr>
          <a:xfrm flipV="1">
            <a:off x="18873215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5" name="Connector 6882"/>
          <p:cNvSpPr/>
          <p:nvPr/>
        </p:nvSpPr>
        <p:spPr>
          <a:xfrm flipV="1">
            <a:off x="18961608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6" name="Connector 6883"/>
          <p:cNvSpPr/>
          <p:nvPr/>
        </p:nvSpPr>
        <p:spPr>
          <a:xfrm flipV="1">
            <a:off x="19049998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7" name="Connector 6884"/>
          <p:cNvSpPr/>
          <p:nvPr/>
        </p:nvSpPr>
        <p:spPr>
          <a:xfrm>
            <a:off x="19138391" y="7406640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8" name="Connector 6885"/>
          <p:cNvSpPr/>
          <p:nvPr/>
        </p:nvSpPr>
        <p:spPr>
          <a:xfrm>
            <a:off x="19226783" y="7410957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9" name="Connector 6886"/>
          <p:cNvSpPr/>
          <p:nvPr/>
        </p:nvSpPr>
        <p:spPr>
          <a:xfrm>
            <a:off x="19315176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0" name="Connector 6887"/>
          <p:cNvSpPr/>
          <p:nvPr/>
        </p:nvSpPr>
        <p:spPr>
          <a:xfrm>
            <a:off x="19403567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1" name="Connector 6888"/>
          <p:cNvSpPr/>
          <p:nvPr/>
        </p:nvSpPr>
        <p:spPr>
          <a:xfrm>
            <a:off x="19491960" y="7475728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2" name="Connector 6889"/>
          <p:cNvSpPr/>
          <p:nvPr/>
        </p:nvSpPr>
        <p:spPr>
          <a:xfrm>
            <a:off x="19580350" y="7514589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3" name="Connector 6890"/>
          <p:cNvSpPr/>
          <p:nvPr/>
        </p:nvSpPr>
        <p:spPr>
          <a:xfrm flipV="1">
            <a:off x="18608039" y="7502017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4" name="Connector 6891"/>
          <p:cNvSpPr/>
          <p:nvPr/>
        </p:nvSpPr>
        <p:spPr>
          <a:xfrm flipV="1">
            <a:off x="18784822" y="7452868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5" name="Connector 6892"/>
          <p:cNvSpPr/>
          <p:nvPr/>
        </p:nvSpPr>
        <p:spPr>
          <a:xfrm flipV="1">
            <a:off x="18961608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6" name="Connector 6893"/>
          <p:cNvSpPr/>
          <p:nvPr/>
        </p:nvSpPr>
        <p:spPr>
          <a:xfrm flipV="1">
            <a:off x="19138391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7" name="Connector 6894"/>
          <p:cNvSpPr/>
          <p:nvPr/>
        </p:nvSpPr>
        <p:spPr>
          <a:xfrm flipV="1">
            <a:off x="19315176" y="7370953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8" name="Connector 6895"/>
          <p:cNvSpPr/>
          <p:nvPr/>
        </p:nvSpPr>
        <p:spPr>
          <a:xfrm flipV="1">
            <a:off x="19491959" y="7365492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9" name="Connector 6896"/>
          <p:cNvSpPr/>
          <p:nvPr/>
        </p:nvSpPr>
        <p:spPr>
          <a:xfrm>
            <a:off x="19668743" y="7365492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0" name="Connector 6897"/>
          <p:cNvSpPr/>
          <p:nvPr/>
        </p:nvSpPr>
        <p:spPr>
          <a:xfrm>
            <a:off x="19845528" y="7370953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1" name="Connector 6898"/>
          <p:cNvSpPr/>
          <p:nvPr/>
        </p:nvSpPr>
        <p:spPr>
          <a:xfrm>
            <a:off x="20022312" y="7387335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2" name="Connector 6899"/>
          <p:cNvSpPr/>
          <p:nvPr/>
        </p:nvSpPr>
        <p:spPr>
          <a:xfrm>
            <a:off x="20199095" y="7414641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3" name="Connector 6900"/>
          <p:cNvSpPr/>
          <p:nvPr/>
        </p:nvSpPr>
        <p:spPr>
          <a:xfrm>
            <a:off x="20375880" y="7452868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4" name="Connector 6901"/>
          <p:cNvSpPr/>
          <p:nvPr/>
        </p:nvSpPr>
        <p:spPr>
          <a:xfrm>
            <a:off x="20552663" y="7502017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5" name="Connector 6902"/>
          <p:cNvSpPr/>
          <p:nvPr/>
        </p:nvSpPr>
        <p:spPr>
          <a:xfrm flipV="1">
            <a:off x="19668743" y="7514589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6" name="Connector 6903"/>
          <p:cNvSpPr/>
          <p:nvPr/>
        </p:nvSpPr>
        <p:spPr>
          <a:xfrm flipV="1">
            <a:off x="19757136" y="7475728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7" name="Connector 6904"/>
          <p:cNvSpPr/>
          <p:nvPr/>
        </p:nvSpPr>
        <p:spPr>
          <a:xfrm flipV="1">
            <a:off x="19845528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8" name="Connector 6905"/>
          <p:cNvSpPr/>
          <p:nvPr/>
        </p:nvSpPr>
        <p:spPr>
          <a:xfrm flipV="1">
            <a:off x="19933919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9" name="Connector 6906"/>
          <p:cNvSpPr/>
          <p:nvPr/>
        </p:nvSpPr>
        <p:spPr>
          <a:xfrm flipV="1">
            <a:off x="20022312" y="7410957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0" name="Connector 6907"/>
          <p:cNvSpPr/>
          <p:nvPr/>
        </p:nvSpPr>
        <p:spPr>
          <a:xfrm flipV="1">
            <a:off x="20110702" y="7406640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1" name="Connector 6908"/>
          <p:cNvSpPr/>
          <p:nvPr/>
        </p:nvSpPr>
        <p:spPr>
          <a:xfrm>
            <a:off x="20199095" y="7406640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2" name="Connector 6909"/>
          <p:cNvSpPr/>
          <p:nvPr/>
        </p:nvSpPr>
        <p:spPr>
          <a:xfrm>
            <a:off x="20287487" y="7410957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3" name="Connector 6910"/>
          <p:cNvSpPr/>
          <p:nvPr/>
        </p:nvSpPr>
        <p:spPr>
          <a:xfrm>
            <a:off x="20375880" y="7423911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4" name="Connector 6911"/>
          <p:cNvSpPr/>
          <p:nvPr/>
        </p:nvSpPr>
        <p:spPr>
          <a:xfrm>
            <a:off x="20464271" y="7445502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5" name="Connector 6912"/>
          <p:cNvSpPr/>
          <p:nvPr/>
        </p:nvSpPr>
        <p:spPr>
          <a:xfrm>
            <a:off x="20552663" y="7475728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6" name="Connector 6913"/>
          <p:cNvSpPr/>
          <p:nvPr/>
        </p:nvSpPr>
        <p:spPr>
          <a:xfrm>
            <a:off x="20641054" y="7514589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7" name="Connector 6914"/>
          <p:cNvSpPr/>
          <p:nvPr/>
        </p:nvSpPr>
        <p:spPr>
          <a:xfrm flipV="1">
            <a:off x="13304519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8" name="Connector 6915"/>
          <p:cNvSpPr/>
          <p:nvPr/>
        </p:nvSpPr>
        <p:spPr>
          <a:xfrm flipV="1">
            <a:off x="13392911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9" name="Connector 6916"/>
          <p:cNvSpPr/>
          <p:nvPr/>
        </p:nvSpPr>
        <p:spPr>
          <a:xfrm flipV="1">
            <a:off x="13481304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0" name="Connector 6917"/>
          <p:cNvSpPr/>
          <p:nvPr/>
        </p:nvSpPr>
        <p:spPr>
          <a:xfrm flipV="1">
            <a:off x="13569695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1" name="Connector 6918"/>
          <p:cNvSpPr/>
          <p:nvPr/>
        </p:nvSpPr>
        <p:spPr>
          <a:xfrm flipV="1">
            <a:off x="13658087" y="8270492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2" name="Connector 6919"/>
          <p:cNvSpPr/>
          <p:nvPr/>
        </p:nvSpPr>
        <p:spPr>
          <a:xfrm flipV="1">
            <a:off x="13746478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3" name="Connector 6920"/>
          <p:cNvSpPr/>
          <p:nvPr/>
        </p:nvSpPr>
        <p:spPr>
          <a:xfrm>
            <a:off x="13834871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4" name="Connector 6921"/>
          <p:cNvSpPr/>
          <p:nvPr/>
        </p:nvSpPr>
        <p:spPr>
          <a:xfrm>
            <a:off x="13923263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5" name="Connector 6922"/>
          <p:cNvSpPr/>
          <p:nvPr/>
        </p:nvSpPr>
        <p:spPr>
          <a:xfrm>
            <a:off x="14011656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6" name="Connector 6923"/>
          <p:cNvSpPr/>
          <p:nvPr/>
        </p:nvSpPr>
        <p:spPr>
          <a:xfrm>
            <a:off x="14100047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7" name="Connector 6924"/>
          <p:cNvSpPr/>
          <p:nvPr/>
        </p:nvSpPr>
        <p:spPr>
          <a:xfrm>
            <a:off x="14188439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8" name="Connector 6925"/>
          <p:cNvSpPr/>
          <p:nvPr/>
        </p:nvSpPr>
        <p:spPr>
          <a:xfrm>
            <a:off x="14276832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9" name="Connector 6926"/>
          <p:cNvSpPr/>
          <p:nvPr/>
        </p:nvSpPr>
        <p:spPr>
          <a:xfrm flipV="1">
            <a:off x="13304519" y="8361551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0" name="Connector 6927"/>
          <p:cNvSpPr/>
          <p:nvPr/>
        </p:nvSpPr>
        <p:spPr>
          <a:xfrm flipV="1">
            <a:off x="13481302" y="8312404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1" name="Connector 6928"/>
          <p:cNvSpPr/>
          <p:nvPr/>
        </p:nvSpPr>
        <p:spPr>
          <a:xfrm flipV="1">
            <a:off x="13658087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2" name="Connector 6929"/>
          <p:cNvSpPr/>
          <p:nvPr/>
        </p:nvSpPr>
        <p:spPr>
          <a:xfrm flipV="1">
            <a:off x="13834871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3" name="Connector 6930"/>
          <p:cNvSpPr/>
          <p:nvPr/>
        </p:nvSpPr>
        <p:spPr>
          <a:xfrm flipV="1">
            <a:off x="14011656" y="8230488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4" name="Connector 6931"/>
          <p:cNvSpPr/>
          <p:nvPr/>
        </p:nvSpPr>
        <p:spPr>
          <a:xfrm flipV="1">
            <a:off x="14188439" y="822502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5" name="Connector 6932"/>
          <p:cNvSpPr/>
          <p:nvPr/>
        </p:nvSpPr>
        <p:spPr>
          <a:xfrm>
            <a:off x="14365223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6" name="Connector 6933"/>
          <p:cNvSpPr/>
          <p:nvPr/>
        </p:nvSpPr>
        <p:spPr>
          <a:xfrm>
            <a:off x="14542008" y="8230489"/>
            <a:ext cx="176784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7" name="Connector 6934"/>
          <p:cNvSpPr/>
          <p:nvPr/>
        </p:nvSpPr>
        <p:spPr>
          <a:xfrm>
            <a:off x="14718791" y="8246871"/>
            <a:ext cx="176786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8" name="Connector 6935"/>
          <p:cNvSpPr/>
          <p:nvPr/>
        </p:nvSpPr>
        <p:spPr>
          <a:xfrm>
            <a:off x="14895576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9" name="Connector 6936"/>
          <p:cNvSpPr/>
          <p:nvPr/>
        </p:nvSpPr>
        <p:spPr>
          <a:xfrm>
            <a:off x="15072360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0" name="Connector 6937"/>
          <p:cNvSpPr/>
          <p:nvPr/>
        </p:nvSpPr>
        <p:spPr>
          <a:xfrm>
            <a:off x="15249143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1" name="Connector 6938"/>
          <p:cNvSpPr/>
          <p:nvPr/>
        </p:nvSpPr>
        <p:spPr>
          <a:xfrm flipV="1">
            <a:off x="13304519" y="8348978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2" name="Connector 6939"/>
          <p:cNvSpPr/>
          <p:nvPr/>
        </p:nvSpPr>
        <p:spPr>
          <a:xfrm flipV="1">
            <a:off x="13569695" y="828954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3" name="Connector 6940"/>
          <p:cNvSpPr/>
          <p:nvPr/>
        </p:nvSpPr>
        <p:spPr>
          <a:xfrm flipV="1">
            <a:off x="13834871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4" name="Connector 6941"/>
          <p:cNvSpPr/>
          <p:nvPr/>
        </p:nvSpPr>
        <p:spPr>
          <a:xfrm flipV="1">
            <a:off x="14100047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5" name="Connector 6942"/>
          <p:cNvSpPr/>
          <p:nvPr/>
        </p:nvSpPr>
        <p:spPr>
          <a:xfrm flipV="1">
            <a:off x="14365223" y="8190483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6" name="Connector 6943"/>
          <p:cNvSpPr/>
          <p:nvPr/>
        </p:nvSpPr>
        <p:spPr>
          <a:xfrm flipV="1">
            <a:off x="14630400" y="8183878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7" name="Connector 6944"/>
          <p:cNvSpPr/>
          <p:nvPr/>
        </p:nvSpPr>
        <p:spPr>
          <a:xfrm>
            <a:off x="14895576" y="8183878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8" name="Connector 6945"/>
          <p:cNvSpPr/>
          <p:nvPr/>
        </p:nvSpPr>
        <p:spPr>
          <a:xfrm>
            <a:off x="15160750" y="8190483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9" name="Connector 6946"/>
          <p:cNvSpPr/>
          <p:nvPr/>
        </p:nvSpPr>
        <p:spPr>
          <a:xfrm>
            <a:off x="15425928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0" name="Connector 6947"/>
          <p:cNvSpPr/>
          <p:nvPr/>
        </p:nvSpPr>
        <p:spPr>
          <a:xfrm>
            <a:off x="15691104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1" name="Connector 6948"/>
          <p:cNvSpPr/>
          <p:nvPr/>
        </p:nvSpPr>
        <p:spPr>
          <a:xfrm>
            <a:off x="15956280" y="8289543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2" name="Connector 6949"/>
          <p:cNvSpPr/>
          <p:nvPr/>
        </p:nvSpPr>
        <p:spPr>
          <a:xfrm>
            <a:off x="16221454" y="8348978"/>
            <a:ext cx="265178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3" name="Connector 6950"/>
          <p:cNvSpPr/>
          <p:nvPr/>
        </p:nvSpPr>
        <p:spPr>
          <a:xfrm flipV="1">
            <a:off x="13304519" y="8336405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4" name="Connector 6951"/>
          <p:cNvSpPr/>
          <p:nvPr/>
        </p:nvSpPr>
        <p:spPr>
          <a:xfrm flipV="1">
            <a:off x="13658087" y="8266683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5" name="Connector 6952"/>
          <p:cNvSpPr/>
          <p:nvPr/>
        </p:nvSpPr>
        <p:spPr>
          <a:xfrm flipV="1">
            <a:off x="14011656" y="8212453"/>
            <a:ext cx="353569" cy="54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6" name="Connector 6953"/>
          <p:cNvSpPr/>
          <p:nvPr/>
        </p:nvSpPr>
        <p:spPr>
          <a:xfrm flipV="1">
            <a:off x="14365223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7" name="Connector 6954"/>
          <p:cNvSpPr/>
          <p:nvPr/>
        </p:nvSpPr>
        <p:spPr>
          <a:xfrm flipV="1">
            <a:off x="14718791" y="8150477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8" name="Connector 6955"/>
          <p:cNvSpPr/>
          <p:nvPr/>
        </p:nvSpPr>
        <p:spPr>
          <a:xfrm flipV="1">
            <a:off x="15072359" y="814273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9" name="Connector 6956"/>
          <p:cNvSpPr/>
          <p:nvPr/>
        </p:nvSpPr>
        <p:spPr>
          <a:xfrm>
            <a:off x="15425928" y="8142730"/>
            <a:ext cx="353569" cy="77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0" name="Connector 6957"/>
          <p:cNvSpPr/>
          <p:nvPr/>
        </p:nvSpPr>
        <p:spPr>
          <a:xfrm>
            <a:off x="15779495" y="8150479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1" name="Connector 6958"/>
          <p:cNvSpPr/>
          <p:nvPr/>
        </p:nvSpPr>
        <p:spPr>
          <a:xfrm>
            <a:off x="16133063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2" name="Connector 6959"/>
          <p:cNvSpPr/>
          <p:nvPr/>
        </p:nvSpPr>
        <p:spPr>
          <a:xfrm>
            <a:off x="16486632" y="821245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3" name="Connector 6960"/>
          <p:cNvSpPr/>
          <p:nvPr/>
        </p:nvSpPr>
        <p:spPr>
          <a:xfrm>
            <a:off x="16840199" y="8266683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4" name="Connector 6961"/>
          <p:cNvSpPr/>
          <p:nvPr/>
        </p:nvSpPr>
        <p:spPr>
          <a:xfrm>
            <a:off x="17193767" y="8336405"/>
            <a:ext cx="353570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5" name="Connector 6962"/>
          <p:cNvSpPr/>
          <p:nvPr/>
        </p:nvSpPr>
        <p:spPr>
          <a:xfrm flipV="1">
            <a:off x="13304519" y="8323833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6" name="Connector 6963"/>
          <p:cNvSpPr/>
          <p:nvPr/>
        </p:nvSpPr>
        <p:spPr>
          <a:xfrm flipV="1">
            <a:off x="13746478" y="8243823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7" name="Connector 6964"/>
          <p:cNvSpPr/>
          <p:nvPr/>
        </p:nvSpPr>
        <p:spPr>
          <a:xfrm flipV="1">
            <a:off x="14188439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8" name="Connector 6965"/>
          <p:cNvSpPr/>
          <p:nvPr/>
        </p:nvSpPr>
        <p:spPr>
          <a:xfrm flipV="1">
            <a:off x="14630400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9" name="Connector 6966"/>
          <p:cNvSpPr/>
          <p:nvPr/>
        </p:nvSpPr>
        <p:spPr>
          <a:xfrm flipV="1">
            <a:off x="15072360" y="8110473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0" name="Connector 6967"/>
          <p:cNvSpPr/>
          <p:nvPr/>
        </p:nvSpPr>
        <p:spPr>
          <a:xfrm flipV="1">
            <a:off x="15514319" y="8101583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1" name="Connector 6968"/>
          <p:cNvSpPr/>
          <p:nvPr/>
        </p:nvSpPr>
        <p:spPr>
          <a:xfrm>
            <a:off x="15956280" y="8101583"/>
            <a:ext cx="441961" cy="88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2" name="Connector 6969"/>
          <p:cNvSpPr/>
          <p:nvPr/>
        </p:nvSpPr>
        <p:spPr>
          <a:xfrm>
            <a:off x="16398239" y="8110473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3" name="Connector 6970"/>
          <p:cNvSpPr/>
          <p:nvPr/>
        </p:nvSpPr>
        <p:spPr>
          <a:xfrm>
            <a:off x="16840200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4" name="Connector 6971"/>
          <p:cNvSpPr/>
          <p:nvPr/>
        </p:nvSpPr>
        <p:spPr>
          <a:xfrm>
            <a:off x="17282160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5" name="Connector 6972"/>
          <p:cNvSpPr/>
          <p:nvPr/>
        </p:nvSpPr>
        <p:spPr>
          <a:xfrm>
            <a:off x="17724119" y="8243823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6" name="Connector 6973"/>
          <p:cNvSpPr/>
          <p:nvPr/>
        </p:nvSpPr>
        <p:spPr>
          <a:xfrm>
            <a:off x="18166078" y="8323833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7" name="Connector 6974"/>
          <p:cNvSpPr/>
          <p:nvPr/>
        </p:nvSpPr>
        <p:spPr>
          <a:xfrm flipV="1">
            <a:off x="13304519" y="8311260"/>
            <a:ext cx="530352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8" name="Connector 6975"/>
          <p:cNvSpPr/>
          <p:nvPr/>
        </p:nvSpPr>
        <p:spPr>
          <a:xfrm flipV="1">
            <a:off x="13834870" y="8220964"/>
            <a:ext cx="530354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9" name="Connector 6976"/>
          <p:cNvSpPr/>
          <p:nvPr/>
        </p:nvSpPr>
        <p:spPr>
          <a:xfrm flipV="1">
            <a:off x="14365223" y="8150732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0" name="Connector 6977"/>
          <p:cNvSpPr/>
          <p:nvPr/>
        </p:nvSpPr>
        <p:spPr>
          <a:xfrm flipV="1">
            <a:off x="14895576" y="8100568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1" name="Connector 6978"/>
          <p:cNvSpPr/>
          <p:nvPr/>
        </p:nvSpPr>
        <p:spPr>
          <a:xfrm flipV="1">
            <a:off x="15425928" y="8070467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2" name="Connector 6979"/>
          <p:cNvSpPr/>
          <p:nvPr/>
        </p:nvSpPr>
        <p:spPr>
          <a:xfrm flipV="1">
            <a:off x="15956280" y="8060435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3" name="Connector 6980"/>
          <p:cNvSpPr/>
          <p:nvPr/>
        </p:nvSpPr>
        <p:spPr>
          <a:xfrm>
            <a:off x="16486632" y="8060435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4" name="Connector 6981"/>
          <p:cNvSpPr/>
          <p:nvPr/>
        </p:nvSpPr>
        <p:spPr>
          <a:xfrm>
            <a:off x="17016984" y="8070468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5" name="Connector 6982"/>
          <p:cNvSpPr/>
          <p:nvPr/>
        </p:nvSpPr>
        <p:spPr>
          <a:xfrm>
            <a:off x="17547336" y="8100568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6" name="Connector 6983"/>
          <p:cNvSpPr/>
          <p:nvPr/>
        </p:nvSpPr>
        <p:spPr>
          <a:xfrm>
            <a:off x="18077687" y="8150732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7" name="Connector 6984"/>
          <p:cNvSpPr/>
          <p:nvPr/>
        </p:nvSpPr>
        <p:spPr>
          <a:xfrm>
            <a:off x="18608039" y="8220964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8" name="Connector 6985"/>
          <p:cNvSpPr/>
          <p:nvPr/>
        </p:nvSpPr>
        <p:spPr>
          <a:xfrm>
            <a:off x="19138391" y="8311260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9" name="Connector 6986"/>
          <p:cNvSpPr/>
          <p:nvPr/>
        </p:nvSpPr>
        <p:spPr>
          <a:xfrm flipV="1">
            <a:off x="13304519" y="8298687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0" name="Connector 6987"/>
          <p:cNvSpPr/>
          <p:nvPr/>
        </p:nvSpPr>
        <p:spPr>
          <a:xfrm flipV="1">
            <a:off x="13923263" y="8198104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1" name="Connector 6988"/>
          <p:cNvSpPr/>
          <p:nvPr/>
        </p:nvSpPr>
        <p:spPr>
          <a:xfrm flipV="1">
            <a:off x="14542008" y="8119871"/>
            <a:ext cx="618744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2" name="Connector 6989"/>
          <p:cNvSpPr/>
          <p:nvPr/>
        </p:nvSpPr>
        <p:spPr>
          <a:xfrm flipV="1">
            <a:off x="15160750" y="8063992"/>
            <a:ext cx="618746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3" name="Connector 6990"/>
          <p:cNvSpPr/>
          <p:nvPr/>
        </p:nvSpPr>
        <p:spPr>
          <a:xfrm flipV="1">
            <a:off x="15779495" y="8030463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4" name="Connector 6991"/>
          <p:cNvSpPr/>
          <p:nvPr/>
        </p:nvSpPr>
        <p:spPr>
          <a:xfrm flipV="1">
            <a:off x="16398239" y="8019288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5" name="Connector 6992"/>
          <p:cNvSpPr/>
          <p:nvPr/>
        </p:nvSpPr>
        <p:spPr>
          <a:xfrm>
            <a:off x="17016984" y="8019288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6" name="Connector 6993"/>
          <p:cNvSpPr/>
          <p:nvPr/>
        </p:nvSpPr>
        <p:spPr>
          <a:xfrm>
            <a:off x="17635728" y="8030464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7" name="Connector 6994"/>
          <p:cNvSpPr/>
          <p:nvPr/>
        </p:nvSpPr>
        <p:spPr>
          <a:xfrm>
            <a:off x="18254471" y="8063992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8" name="Connector 6995"/>
          <p:cNvSpPr/>
          <p:nvPr/>
        </p:nvSpPr>
        <p:spPr>
          <a:xfrm>
            <a:off x="18873215" y="8119871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9" name="Connector 6996"/>
          <p:cNvSpPr/>
          <p:nvPr/>
        </p:nvSpPr>
        <p:spPr>
          <a:xfrm>
            <a:off x="19491960" y="8198104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0" name="Connector 6997"/>
          <p:cNvSpPr/>
          <p:nvPr/>
        </p:nvSpPr>
        <p:spPr>
          <a:xfrm>
            <a:off x="20110702" y="8298687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1" name="Connector 6998"/>
          <p:cNvSpPr/>
          <p:nvPr/>
        </p:nvSpPr>
        <p:spPr>
          <a:xfrm flipV="1">
            <a:off x="14365223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2" name="Connector 6999"/>
          <p:cNvSpPr/>
          <p:nvPr/>
        </p:nvSpPr>
        <p:spPr>
          <a:xfrm flipV="1">
            <a:off x="14453615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3" name="Connector 7000"/>
          <p:cNvSpPr/>
          <p:nvPr/>
        </p:nvSpPr>
        <p:spPr>
          <a:xfrm flipV="1">
            <a:off x="14542008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4" name="Connector 7001"/>
          <p:cNvSpPr/>
          <p:nvPr/>
        </p:nvSpPr>
        <p:spPr>
          <a:xfrm flipV="1">
            <a:off x="14630399" y="8283447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5" name="Connector 7002"/>
          <p:cNvSpPr/>
          <p:nvPr/>
        </p:nvSpPr>
        <p:spPr>
          <a:xfrm flipV="1">
            <a:off x="14718791" y="8270492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6" name="Connector 7003"/>
          <p:cNvSpPr/>
          <p:nvPr/>
        </p:nvSpPr>
        <p:spPr>
          <a:xfrm flipV="1">
            <a:off x="14807183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7" name="Connector 7004"/>
          <p:cNvSpPr/>
          <p:nvPr/>
        </p:nvSpPr>
        <p:spPr>
          <a:xfrm>
            <a:off x="14895576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8" name="Connector 7005"/>
          <p:cNvSpPr/>
          <p:nvPr/>
        </p:nvSpPr>
        <p:spPr>
          <a:xfrm>
            <a:off x="14983967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9" name="Connector 7006"/>
          <p:cNvSpPr/>
          <p:nvPr/>
        </p:nvSpPr>
        <p:spPr>
          <a:xfrm>
            <a:off x="15072360" y="8283447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0" name="Connector 7007"/>
          <p:cNvSpPr/>
          <p:nvPr/>
        </p:nvSpPr>
        <p:spPr>
          <a:xfrm>
            <a:off x="15160750" y="8305038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1" name="Connector 7008"/>
          <p:cNvSpPr/>
          <p:nvPr/>
        </p:nvSpPr>
        <p:spPr>
          <a:xfrm>
            <a:off x="15249143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2" name="Connector 7009"/>
          <p:cNvSpPr/>
          <p:nvPr/>
        </p:nvSpPr>
        <p:spPr>
          <a:xfrm>
            <a:off x="15337536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3" name="Connector 7010"/>
          <p:cNvSpPr/>
          <p:nvPr/>
        </p:nvSpPr>
        <p:spPr>
          <a:xfrm flipV="1">
            <a:off x="14365223" y="8361551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4" name="Connector 7011"/>
          <p:cNvSpPr/>
          <p:nvPr/>
        </p:nvSpPr>
        <p:spPr>
          <a:xfrm flipV="1">
            <a:off x="14542006" y="8312404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5" name="Connector 7012"/>
          <p:cNvSpPr/>
          <p:nvPr/>
        </p:nvSpPr>
        <p:spPr>
          <a:xfrm flipV="1">
            <a:off x="14718791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6" name="Connector 7013"/>
          <p:cNvSpPr/>
          <p:nvPr/>
        </p:nvSpPr>
        <p:spPr>
          <a:xfrm flipV="1">
            <a:off x="14895576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7" name="Connector 7014"/>
          <p:cNvSpPr/>
          <p:nvPr/>
        </p:nvSpPr>
        <p:spPr>
          <a:xfrm flipV="1">
            <a:off x="15072360" y="8230488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8" name="Connector 7015"/>
          <p:cNvSpPr/>
          <p:nvPr/>
        </p:nvSpPr>
        <p:spPr>
          <a:xfrm flipV="1">
            <a:off x="15249143" y="822502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9" name="Connector 7016"/>
          <p:cNvSpPr/>
          <p:nvPr/>
        </p:nvSpPr>
        <p:spPr>
          <a:xfrm>
            <a:off x="15425928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0" name="Connector 7017"/>
          <p:cNvSpPr/>
          <p:nvPr/>
        </p:nvSpPr>
        <p:spPr>
          <a:xfrm>
            <a:off x="15602712" y="8230489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1" name="Connector 7018"/>
          <p:cNvSpPr/>
          <p:nvPr/>
        </p:nvSpPr>
        <p:spPr>
          <a:xfrm>
            <a:off x="15779495" y="8246871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2" name="Connector 7019"/>
          <p:cNvSpPr/>
          <p:nvPr/>
        </p:nvSpPr>
        <p:spPr>
          <a:xfrm>
            <a:off x="15956280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3" name="Connector 7020"/>
          <p:cNvSpPr/>
          <p:nvPr/>
        </p:nvSpPr>
        <p:spPr>
          <a:xfrm>
            <a:off x="16133063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4" name="Connector 7021"/>
          <p:cNvSpPr/>
          <p:nvPr/>
        </p:nvSpPr>
        <p:spPr>
          <a:xfrm>
            <a:off x="16309847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5" name="Connector 7022"/>
          <p:cNvSpPr/>
          <p:nvPr/>
        </p:nvSpPr>
        <p:spPr>
          <a:xfrm flipV="1">
            <a:off x="14365223" y="8348978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6" name="Connector 7023"/>
          <p:cNvSpPr/>
          <p:nvPr/>
        </p:nvSpPr>
        <p:spPr>
          <a:xfrm flipV="1">
            <a:off x="14630398" y="828954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7" name="Connector 7024"/>
          <p:cNvSpPr/>
          <p:nvPr/>
        </p:nvSpPr>
        <p:spPr>
          <a:xfrm flipV="1">
            <a:off x="14895576" y="8243316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8" name="Connector 7025"/>
          <p:cNvSpPr/>
          <p:nvPr/>
        </p:nvSpPr>
        <p:spPr>
          <a:xfrm flipV="1">
            <a:off x="15160750" y="8210295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9" name="Connector 7026"/>
          <p:cNvSpPr/>
          <p:nvPr/>
        </p:nvSpPr>
        <p:spPr>
          <a:xfrm flipV="1">
            <a:off x="15425928" y="8190483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0" name="Connector 7027"/>
          <p:cNvSpPr/>
          <p:nvPr/>
        </p:nvSpPr>
        <p:spPr>
          <a:xfrm flipV="1">
            <a:off x="15691102" y="8183878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1" name="Connector 7028"/>
          <p:cNvSpPr/>
          <p:nvPr/>
        </p:nvSpPr>
        <p:spPr>
          <a:xfrm>
            <a:off x="15956280" y="8183878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2" name="Connector 7029"/>
          <p:cNvSpPr/>
          <p:nvPr/>
        </p:nvSpPr>
        <p:spPr>
          <a:xfrm>
            <a:off x="16221454" y="8190483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3" name="Connector 7030"/>
          <p:cNvSpPr/>
          <p:nvPr/>
        </p:nvSpPr>
        <p:spPr>
          <a:xfrm>
            <a:off x="16486632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4" name="Connector 7031"/>
          <p:cNvSpPr/>
          <p:nvPr/>
        </p:nvSpPr>
        <p:spPr>
          <a:xfrm>
            <a:off x="16751808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5" name="Connector 7032"/>
          <p:cNvSpPr/>
          <p:nvPr/>
        </p:nvSpPr>
        <p:spPr>
          <a:xfrm>
            <a:off x="17016984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6" name="Connector 7033"/>
          <p:cNvSpPr/>
          <p:nvPr/>
        </p:nvSpPr>
        <p:spPr>
          <a:xfrm>
            <a:off x="17282160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7" name="Connector 7034"/>
          <p:cNvSpPr/>
          <p:nvPr/>
        </p:nvSpPr>
        <p:spPr>
          <a:xfrm flipV="1">
            <a:off x="14365223" y="8336405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8" name="Connector 7035"/>
          <p:cNvSpPr/>
          <p:nvPr/>
        </p:nvSpPr>
        <p:spPr>
          <a:xfrm flipV="1">
            <a:off x="14718791" y="8266683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9" name="Connector 7036"/>
          <p:cNvSpPr/>
          <p:nvPr/>
        </p:nvSpPr>
        <p:spPr>
          <a:xfrm flipV="1">
            <a:off x="15072360" y="8212453"/>
            <a:ext cx="353569" cy="54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0" name="Connector 7037"/>
          <p:cNvSpPr/>
          <p:nvPr/>
        </p:nvSpPr>
        <p:spPr>
          <a:xfrm flipV="1">
            <a:off x="15425928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1" name="Connector 7038"/>
          <p:cNvSpPr/>
          <p:nvPr/>
        </p:nvSpPr>
        <p:spPr>
          <a:xfrm flipV="1">
            <a:off x="15779495" y="8150477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2" name="Connector 7039"/>
          <p:cNvSpPr/>
          <p:nvPr/>
        </p:nvSpPr>
        <p:spPr>
          <a:xfrm flipV="1">
            <a:off x="16133063" y="814273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3" name="Connector 7040"/>
          <p:cNvSpPr/>
          <p:nvPr/>
        </p:nvSpPr>
        <p:spPr>
          <a:xfrm>
            <a:off x="16486632" y="8142730"/>
            <a:ext cx="353569" cy="77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4" name="Connector 7041"/>
          <p:cNvSpPr/>
          <p:nvPr/>
        </p:nvSpPr>
        <p:spPr>
          <a:xfrm>
            <a:off x="16840199" y="8150479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5" name="Connector 7042"/>
          <p:cNvSpPr/>
          <p:nvPr/>
        </p:nvSpPr>
        <p:spPr>
          <a:xfrm>
            <a:off x="17193767" y="8173719"/>
            <a:ext cx="353570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6" name="Connector 7043"/>
          <p:cNvSpPr/>
          <p:nvPr/>
        </p:nvSpPr>
        <p:spPr>
          <a:xfrm>
            <a:off x="17547336" y="821245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7" name="Connector 7044"/>
          <p:cNvSpPr/>
          <p:nvPr/>
        </p:nvSpPr>
        <p:spPr>
          <a:xfrm>
            <a:off x="17900904" y="8266683"/>
            <a:ext cx="353568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8" name="Connector 7045"/>
          <p:cNvSpPr/>
          <p:nvPr/>
        </p:nvSpPr>
        <p:spPr>
          <a:xfrm>
            <a:off x="18254470" y="8336405"/>
            <a:ext cx="353570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9" name="Connector 7046"/>
          <p:cNvSpPr/>
          <p:nvPr/>
        </p:nvSpPr>
        <p:spPr>
          <a:xfrm flipV="1">
            <a:off x="14365223" y="8323833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0" name="Connector 7047"/>
          <p:cNvSpPr/>
          <p:nvPr/>
        </p:nvSpPr>
        <p:spPr>
          <a:xfrm flipV="1">
            <a:off x="14807183" y="8243823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1" name="Connector 7048"/>
          <p:cNvSpPr/>
          <p:nvPr/>
        </p:nvSpPr>
        <p:spPr>
          <a:xfrm flipV="1">
            <a:off x="15249143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2" name="Connector 7049"/>
          <p:cNvSpPr/>
          <p:nvPr/>
        </p:nvSpPr>
        <p:spPr>
          <a:xfrm flipV="1">
            <a:off x="15691104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3" name="Connector 7050"/>
          <p:cNvSpPr/>
          <p:nvPr/>
        </p:nvSpPr>
        <p:spPr>
          <a:xfrm flipV="1">
            <a:off x="16133063" y="8110473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4" name="Connector 7051"/>
          <p:cNvSpPr/>
          <p:nvPr/>
        </p:nvSpPr>
        <p:spPr>
          <a:xfrm flipV="1">
            <a:off x="16575022" y="8101583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5" name="Connector 7052"/>
          <p:cNvSpPr/>
          <p:nvPr/>
        </p:nvSpPr>
        <p:spPr>
          <a:xfrm>
            <a:off x="17016984" y="8101583"/>
            <a:ext cx="441961" cy="88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6" name="Connector 7053"/>
          <p:cNvSpPr/>
          <p:nvPr/>
        </p:nvSpPr>
        <p:spPr>
          <a:xfrm>
            <a:off x="17458943" y="8110473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7" name="Connector 7054"/>
          <p:cNvSpPr/>
          <p:nvPr/>
        </p:nvSpPr>
        <p:spPr>
          <a:xfrm>
            <a:off x="17900904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8" name="Connector 7055"/>
          <p:cNvSpPr/>
          <p:nvPr/>
        </p:nvSpPr>
        <p:spPr>
          <a:xfrm>
            <a:off x="18342863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9" name="Connector 7056"/>
          <p:cNvSpPr/>
          <p:nvPr/>
        </p:nvSpPr>
        <p:spPr>
          <a:xfrm>
            <a:off x="18784823" y="8243823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0" name="Connector 7057"/>
          <p:cNvSpPr/>
          <p:nvPr/>
        </p:nvSpPr>
        <p:spPr>
          <a:xfrm>
            <a:off x="19226783" y="8323833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1" name="Connector 7058"/>
          <p:cNvSpPr/>
          <p:nvPr/>
        </p:nvSpPr>
        <p:spPr>
          <a:xfrm flipV="1">
            <a:off x="14365223" y="8311260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2" name="Connector 7059"/>
          <p:cNvSpPr/>
          <p:nvPr/>
        </p:nvSpPr>
        <p:spPr>
          <a:xfrm flipV="1">
            <a:off x="14895576" y="8220964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3" name="Connector 7060"/>
          <p:cNvSpPr/>
          <p:nvPr/>
        </p:nvSpPr>
        <p:spPr>
          <a:xfrm flipV="1">
            <a:off x="15425928" y="8150732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4" name="Connector 7061"/>
          <p:cNvSpPr/>
          <p:nvPr/>
        </p:nvSpPr>
        <p:spPr>
          <a:xfrm flipV="1">
            <a:off x="15956280" y="8100568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5" name="Connector 7062"/>
          <p:cNvSpPr/>
          <p:nvPr/>
        </p:nvSpPr>
        <p:spPr>
          <a:xfrm flipV="1">
            <a:off x="16486632" y="8070467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6" name="Connector 7063"/>
          <p:cNvSpPr/>
          <p:nvPr/>
        </p:nvSpPr>
        <p:spPr>
          <a:xfrm flipV="1">
            <a:off x="17016984" y="8060435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7" name="Connector 7064"/>
          <p:cNvSpPr/>
          <p:nvPr/>
        </p:nvSpPr>
        <p:spPr>
          <a:xfrm>
            <a:off x="17547336" y="8060435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8" name="Connector 7065"/>
          <p:cNvSpPr/>
          <p:nvPr/>
        </p:nvSpPr>
        <p:spPr>
          <a:xfrm>
            <a:off x="18077687" y="8070468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9" name="Connector 7066"/>
          <p:cNvSpPr/>
          <p:nvPr/>
        </p:nvSpPr>
        <p:spPr>
          <a:xfrm>
            <a:off x="18608039" y="8100568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0" name="Connector 7067"/>
          <p:cNvSpPr/>
          <p:nvPr/>
        </p:nvSpPr>
        <p:spPr>
          <a:xfrm>
            <a:off x="19138391" y="8150732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1" name="Connector 7068"/>
          <p:cNvSpPr/>
          <p:nvPr/>
        </p:nvSpPr>
        <p:spPr>
          <a:xfrm>
            <a:off x="19668743" y="8220964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2" name="Connector 7069"/>
          <p:cNvSpPr/>
          <p:nvPr/>
        </p:nvSpPr>
        <p:spPr>
          <a:xfrm>
            <a:off x="20199095" y="8311260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3" name="Connector 7070"/>
          <p:cNvSpPr/>
          <p:nvPr/>
        </p:nvSpPr>
        <p:spPr>
          <a:xfrm flipV="1">
            <a:off x="15425928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4" name="Connector 7071"/>
          <p:cNvSpPr/>
          <p:nvPr/>
        </p:nvSpPr>
        <p:spPr>
          <a:xfrm flipV="1">
            <a:off x="15514319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5" name="Connector 7072"/>
          <p:cNvSpPr/>
          <p:nvPr/>
        </p:nvSpPr>
        <p:spPr>
          <a:xfrm flipV="1">
            <a:off x="15602712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6" name="Connector 7073"/>
          <p:cNvSpPr/>
          <p:nvPr/>
        </p:nvSpPr>
        <p:spPr>
          <a:xfrm flipV="1">
            <a:off x="15691104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7" name="Connector 7074"/>
          <p:cNvSpPr/>
          <p:nvPr/>
        </p:nvSpPr>
        <p:spPr>
          <a:xfrm flipV="1">
            <a:off x="15779495" y="8270492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8" name="Connector 7075"/>
          <p:cNvSpPr/>
          <p:nvPr/>
        </p:nvSpPr>
        <p:spPr>
          <a:xfrm flipV="1">
            <a:off x="15867887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9" name="Connector 7076"/>
          <p:cNvSpPr/>
          <p:nvPr/>
        </p:nvSpPr>
        <p:spPr>
          <a:xfrm>
            <a:off x="15956280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0" name="Connector 7077"/>
          <p:cNvSpPr/>
          <p:nvPr/>
        </p:nvSpPr>
        <p:spPr>
          <a:xfrm>
            <a:off x="16044671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1" name="Connector 7078"/>
          <p:cNvSpPr/>
          <p:nvPr/>
        </p:nvSpPr>
        <p:spPr>
          <a:xfrm>
            <a:off x="16133063" y="8283447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2" name="Connector 7079"/>
          <p:cNvSpPr/>
          <p:nvPr/>
        </p:nvSpPr>
        <p:spPr>
          <a:xfrm>
            <a:off x="16221454" y="8305038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3" name="Connector 7080"/>
          <p:cNvSpPr/>
          <p:nvPr/>
        </p:nvSpPr>
        <p:spPr>
          <a:xfrm>
            <a:off x="16309847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4" name="Connector 7081"/>
          <p:cNvSpPr/>
          <p:nvPr/>
        </p:nvSpPr>
        <p:spPr>
          <a:xfrm>
            <a:off x="16398239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5" name="Connector 7082"/>
          <p:cNvSpPr/>
          <p:nvPr/>
        </p:nvSpPr>
        <p:spPr>
          <a:xfrm flipV="1">
            <a:off x="15425928" y="8361551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6" name="Connector 7083"/>
          <p:cNvSpPr/>
          <p:nvPr/>
        </p:nvSpPr>
        <p:spPr>
          <a:xfrm flipV="1">
            <a:off x="15602711" y="8312404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7" name="Connector 7084"/>
          <p:cNvSpPr/>
          <p:nvPr/>
        </p:nvSpPr>
        <p:spPr>
          <a:xfrm flipV="1">
            <a:off x="15779495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8" name="Connector 7085"/>
          <p:cNvSpPr/>
          <p:nvPr/>
        </p:nvSpPr>
        <p:spPr>
          <a:xfrm flipV="1">
            <a:off x="15956280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9" name="Connector 7086"/>
          <p:cNvSpPr/>
          <p:nvPr/>
        </p:nvSpPr>
        <p:spPr>
          <a:xfrm flipV="1">
            <a:off x="16133063" y="8230488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0" name="Connector 7087"/>
          <p:cNvSpPr/>
          <p:nvPr/>
        </p:nvSpPr>
        <p:spPr>
          <a:xfrm flipV="1">
            <a:off x="16309847" y="8225026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1" name="Connector 7088"/>
          <p:cNvSpPr/>
          <p:nvPr/>
        </p:nvSpPr>
        <p:spPr>
          <a:xfrm>
            <a:off x="16486632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2" name="Connector 7089"/>
          <p:cNvSpPr/>
          <p:nvPr/>
        </p:nvSpPr>
        <p:spPr>
          <a:xfrm>
            <a:off x="16663415" y="8230489"/>
            <a:ext cx="176784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3" name="Connector 7090"/>
          <p:cNvSpPr/>
          <p:nvPr/>
        </p:nvSpPr>
        <p:spPr>
          <a:xfrm>
            <a:off x="16840198" y="8246871"/>
            <a:ext cx="176786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4" name="Connector 7091"/>
          <p:cNvSpPr/>
          <p:nvPr/>
        </p:nvSpPr>
        <p:spPr>
          <a:xfrm>
            <a:off x="17016984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5" name="Connector 7092"/>
          <p:cNvSpPr/>
          <p:nvPr/>
        </p:nvSpPr>
        <p:spPr>
          <a:xfrm>
            <a:off x="17193767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6" name="Connector 7093"/>
          <p:cNvSpPr/>
          <p:nvPr/>
        </p:nvSpPr>
        <p:spPr>
          <a:xfrm>
            <a:off x="17370552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7" name="Connector 7094"/>
          <p:cNvSpPr/>
          <p:nvPr/>
        </p:nvSpPr>
        <p:spPr>
          <a:xfrm flipV="1">
            <a:off x="15425928" y="8348978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8" name="Connector 7095"/>
          <p:cNvSpPr/>
          <p:nvPr/>
        </p:nvSpPr>
        <p:spPr>
          <a:xfrm flipV="1">
            <a:off x="15691102" y="828954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9" name="Connector 7096"/>
          <p:cNvSpPr/>
          <p:nvPr/>
        </p:nvSpPr>
        <p:spPr>
          <a:xfrm flipV="1">
            <a:off x="15956280" y="8243316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0" name="Connector 7097"/>
          <p:cNvSpPr/>
          <p:nvPr/>
        </p:nvSpPr>
        <p:spPr>
          <a:xfrm flipV="1">
            <a:off x="16221454" y="8210295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1" name="Connector 7098"/>
          <p:cNvSpPr/>
          <p:nvPr/>
        </p:nvSpPr>
        <p:spPr>
          <a:xfrm flipV="1">
            <a:off x="16486632" y="8190483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2" name="Connector 7099"/>
          <p:cNvSpPr/>
          <p:nvPr/>
        </p:nvSpPr>
        <p:spPr>
          <a:xfrm flipV="1">
            <a:off x="16751806" y="8183878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3" name="Connector 7100"/>
          <p:cNvSpPr/>
          <p:nvPr/>
        </p:nvSpPr>
        <p:spPr>
          <a:xfrm>
            <a:off x="17016984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4" name="Connector 7101"/>
          <p:cNvSpPr/>
          <p:nvPr/>
        </p:nvSpPr>
        <p:spPr>
          <a:xfrm>
            <a:off x="17282160" y="8190483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5" name="Connector 7102"/>
          <p:cNvSpPr/>
          <p:nvPr/>
        </p:nvSpPr>
        <p:spPr>
          <a:xfrm>
            <a:off x="17547336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6" name="Connector 7103"/>
          <p:cNvSpPr/>
          <p:nvPr/>
        </p:nvSpPr>
        <p:spPr>
          <a:xfrm>
            <a:off x="17812512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7" name="Connector 7104"/>
          <p:cNvSpPr/>
          <p:nvPr/>
        </p:nvSpPr>
        <p:spPr>
          <a:xfrm>
            <a:off x="18077687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8" name="Connector 7105"/>
          <p:cNvSpPr/>
          <p:nvPr/>
        </p:nvSpPr>
        <p:spPr>
          <a:xfrm>
            <a:off x="18342863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9" name="Connector 7106"/>
          <p:cNvSpPr/>
          <p:nvPr/>
        </p:nvSpPr>
        <p:spPr>
          <a:xfrm flipV="1">
            <a:off x="15425928" y="8336405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0" name="Connector 7107"/>
          <p:cNvSpPr/>
          <p:nvPr/>
        </p:nvSpPr>
        <p:spPr>
          <a:xfrm flipV="1">
            <a:off x="15779495" y="8266683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1" name="Connector 7108"/>
          <p:cNvSpPr/>
          <p:nvPr/>
        </p:nvSpPr>
        <p:spPr>
          <a:xfrm flipV="1">
            <a:off x="16133063" y="8212453"/>
            <a:ext cx="353569" cy="54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2" name="Connector 7109"/>
          <p:cNvSpPr/>
          <p:nvPr/>
        </p:nvSpPr>
        <p:spPr>
          <a:xfrm flipV="1">
            <a:off x="16486632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3" name="Connector 7110"/>
          <p:cNvSpPr/>
          <p:nvPr/>
        </p:nvSpPr>
        <p:spPr>
          <a:xfrm flipV="1">
            <a:off x="16840199" y="8150477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4" name="Connector 7111"/>
          <p:cNvSpPr/>
          <p:nvPr/>
        </p:nvSpPr>
        <p:spPr>
          <a:xfrm flipV="1">
            <a:off x="17193767" y="814273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5" name="Connector 7112"/>
          <p:cNvSpPr/>
          <p:nvPr/>
        </p:nvSpPr>
        <p:spPr>
          <a:xfrm>
            <a:off x="17547336" y="8142730"/>
            <a:ext cx="353568" cy="77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6" name="Connector 7113"/>
          <p:cNvSpPr/>
          <p:nvPr/>
        </p:nvSpPr>
        <p:spPr>
          <a:xfrm>
            <a:off x="17900902" y="8150479"/>
            <a:ext cx="353570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7" name="Connector 7114"/>
          <p:cNvSpPr/>
          <p:nvPr/>
        </p:nvSpPr>
        <p:spPr>
          <a:xfrm>
            <a:off x="18254471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8" name="Connector 7115"/>
          <p:cNvSpPr/>
          <p:nvPr/>
        </p:nvSpPr>
        <p:spPr>
          <a:xfrm>
            <a:off x="18608039" y="821245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9" name="Connector 7116"/>
          <p:cNvSpPr/>
          <p:nvPr/>
        </p:nvSpPr>
        <p:spPr>
          <a:xfrm>
            <a:off x="18961608" y="8266683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0" name="Connector 7117"/>
          <p:cNvSpPr/>
          <p:nvPr/>
        </p:nvSpPr>
        <p:spPr>
          <a:xfrm>
            <a:off x="19315176" y="8336405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1" name="Connector 7118"/>
          <p:cNvSpPr/>
          <p:nvPr/>
        </p:nvSpPr>
        <p:spPr>
          <a:xfrm flipV="1">
            <a:off x="15425928" y="8323833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2" name="Connector 7119"/>
          <p:cNvSpPr/>
          <p:nvPr/>
        </p:nvSpPr>
        <p:spPr>
          <a:xfrm flipV="1">
            <a:off x="15867887" y="8243823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3" name="Connector 7120"/>
          <p:cNvSpPr/>
          <p:nvPr/>
        </p:nvSpPr>
        <p:spPr>
          <a:xfrm flipV="1">
            <a:off x="16309847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4" name="Connector 7121"/>
          <p:cNvSpPr/>
          <p:nvPr/>
        </p:nvSpPr>
        <p:spPr>
          <a:xfrm flipV="1">
            <a:off x="16751808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5" name="Connector 7122"/>
          <p:cNvSpPr/>
          <p:nvPr/>
        </p:nvSpPr>
        <p:spPr>
          <a:xfrm flipV="1">
            <a:off x="17193767" y="8110473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6" name="Connector 7123"/>
          <p:cNvSpPr/>
          <p:nvPr/>
        </p:nvSpPr>
        <p:spPr>
          <a:xfrm flipV="1">
            <a:off x="17635726" y="8101583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7" name="Connector 7124"/>
          <p:cNvSpPr/>
          <p:nvPr/>
        </p:nvSpPr>
        <p:spPr>
          <a:xfrm>
            <a:off x="18077687" y="8101583"/>
            <a:ext cx="441961" cy="88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8" name="Connector 7125"/>
          <p:cNvSpPr/>
          <p:nvPr/>
        </p:nvSpPr>
        <p:spPr>
          <a:xfrm>
            <a:off x="18519647" y="8110473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9" name="Connector 7126"/>
          <p:cNvSpPr/>
          <p:nvPr/>
        </p:nvSpPr>
        <p:spPr>
          <a:xfrm>
            <a:off x="18961608" y="8137143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0" name="Connector 7127"/>
          <p:cNvSpPr/>
          <p:nvPr/>
        </p:nvSpPr>
        <p:spPr>
          <a:xfrm>
            <a:off x="19403567" y="8181593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1" name="Connector 7128"/>
          <p:cNvSpPr/>
          <p:nvPr/>
        </p:nvSpPr>
        <p:spPr>
          <a:xfrm>
            <a:off x="19845528" y="8243823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2" name="Connector 7129"/>
          <p:cNvSpPr/>
          <p:nvPr/>
        </p:nvSpPr>
        <p:spPr>
          <a:xfrm>
            <a:off x="20287487" y="8323833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3" name="Connector 7130"/>
          <p:cNvSpPr/>
          <p:nvPr/>
        </p:nvSpPr>
        <p:spPr>
          <a:xfrm flipV="1">
            <a:off x="16486632" y="8374126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4" name="Connector 7131"/>
          <p:cNvSpPr/>
          <p:nvPr/>
        </p:nvSpPr>
        <p:spPr>
          <a:xfrm flipV="1">
            <a:off x="16575022" y="8335264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5" name="Connector 7132"/>
          <p:cNvSpPr/>
          <p:nvPr/>
        </p:nvSpPr>
        <p:spPr>
          <a:xfrm flipV="1">
            <a:off x="16663415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6" name="Connector 7133"/>
          <p:cNvSpPr/>
          <p:nvPr/>
        </p:nvSpPr>
        <p:spPr>
          <a:xfrm flipV="1">
            <a:off x="16751808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7" name="Connector 7134"/>
          <p:cNvSpPr/>
          <p:nvPr/>
        </p:nvSpPr>
        <p:spPr>
          <a:xfrm flipV="1">
            <a:off x="16840199" y="8270492"/>
            <a:ext cx="88394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8" name="Connector 7135"/>
          <p:cNvSpPr/>
          <p:nvPr/>
        </p:nvSpPr>
        <p:spPr>
          <a:xfrm flipV="1">
            <a:off x="16928591" y="8266175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9" name="Connector 7136"/>
          <p:cNvSpPr/>
          <p:nvPr/>
        </p:nvSpPr>
        <p:spPr>
          <a:xfrm>
            <a:off x="17016984" y="8266175"/>
            <a:ext cx="88392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0" name="Connector 7137"/>
          <p:cNvSpPr/>
          <p:nvPr/>
        </p:nvSpPr>
        <p:spPr>
          <a:xfrm>
            <a:off x="17105374" y="8270493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1" name="Connector 7138"/>
          <p:cNvSpPr/>
          <p:nvPr/>
        </p:nvSpPr>
        <p:spPr>
          <a:xfrm>
            <a:off x="17193767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2" name="Connector 7139"/>
          <p:cNvSpPr/>
          <p:nvPr/>
        </p:nvSpPr>
        <p:spPr>
          <a:xfrm>
            <a:off x="17282160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3" name="Connector 7140"/>
          <p:cNvSpPr/>
          <p:nvPr/>
        </p:nvSpPr>
        <p:spPr>
          <a:xfrm>
            <a:off x="17370552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4" name="Connector 7141"/>
          <p:cNvSpPr/>
          <p:nvPr/>
        </p:nvSpPr>
        <p:spPr>
          <a:xfrm>
            <a:off x="17458943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5" name="Connector 7142"/>
          <p:cNvSpPr/>
          <p:nvPr/>
        </p:nvSpPr>
        <p:spPr>
          <a:xfrm flipV="1">
            <a:off x="16486632" y="8361551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6" name="Connector 7143"/>
          <p:cNvSpPr/>
          <p:nvPr/>
        </p:nvSpPr>
        <p:spPr>
          <a:xfrm flipV="1">
            <a:off x="16663415" y="8312404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7" name="Connector 7144"/>
          <p:cNvSpPr/>
          <p:nvPr/>
        </p:nvSpPr>
        <p:spPr>
          <a:xfrm flipV="1">
            <a:off x="16840199" y="8274177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8" name="Connector 7145"/>
          <p:cNvSpPr/>
          <p:nvPr/>
        </p:nvSpPr>
        <p:spPr>
          <a:xfrm flipV="1">
            <a:off x="17016984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9" name="Connector 7146"/>
          <p:cNvSpPr/>
          <p:nvPr/>
        </p:nvSpPr>
        <p:spPr>
          <a:xfrm flipV="1">
            <a:off x="17193767" y="8230488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0" name="Connector 7147"/>
          <p:cNvSpPr/>
          <p:nvPr/>
        </p:nvSpPr>
        <p:spPr>
          <a:xfrm flipV="1">
            <a:off x="17370550" y="8225026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1" name="Connector 7148"/>
          <p:cNvSpPr/>
          <p:nvPr/>
        </p:nvSpPr>
        <p:spPr>
          <a:xfrm>
            <a:off x="17547336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2" name="Connector 7149"/>
          <p:cNvSpPr/>
          <p:nvPr/>
        </p:nvSpPr>
        <p:spPr>
          <a:xfrm>
            <a:off x="17724119" y="8230489"/>
            <a:ext cx="176784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3" name="Connector 7150"/>
          <p:cNvSpPr/>
          <p:nvPr/>
        </p:nvSpPr>
        <p:spPr>
          <a:xfrm>
            <a:off x="17900902" y="8246871"/>
            <a:ext cx="176786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4" name="Connector 7151"/>
          <p:cNvSpPr/>
          <p:nvPr/>
        </p:nvSpPr>
        <p:spPr>
          <a:xfrm>
            <a:off x="18077687" y="8274177"/>
            <a:ext cx="176784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5" name="Connector 7152"/>
          <p:cNvSpPr/>
          <p:nvPr/>
        </p:nvSpPr>
        <p:spPr>
          <a:xfrm>
            <a:off x="18254470" y="8312404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6" name="Connector 7153"/>
          <p:cNvSpPr/>
          <p:nvPr/>
        </p:nvSpPr>
        <p:spPr>
          <a:xfrm>
            <a:off x="18431256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7" name="Connector 7154"/>
          <p:cNvSpPr/>
          <p:nvPr/>
        </p:nvSpPr>
        <p:spPr>
          <a:xfrm flipV="1">
            <a:off x="16486632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8" name="Connector 7155"/>
          <p:cNvSpPr/>
          <p:nvPr/>
        </p:nvSpPr>
        <p:spPr>
          <a:xfrm flipV="1">
            <a:off x="16751808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9" name="Connector 7156"/>
          <p:cNvSpPr/>
          <p:nvPr/>
        </p:nvSpPr>
        <p:spPr>
          <a:xfrm flipV="1">
            <a:off x="17016984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0" name="Connector 7157"/>
          <p:cNvSpPr/>
          <p:nvPr/>
        </p:nvSpPr>
        <p:spPr>
          <a:xfrm flipV="1">
            <a:off x="17282160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1" name="Connector 7158"/>
          <p:cNvSpPr/>
          <p:nvPr/>
        </p:nvSpPr>
        <p:spPr>
          <a:xfrm flipV="1">
            <a:off x="17547336" y="8190483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2" name="Connector 7159"/>
          <p:cNvSpPr/>
          <p:nvPr/>
        </p:nvSpPr>
        <p:spPr>
          <a:xfrm flipV="1">
            <a:off x="17812511" y="8183878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3" name="Connector 7160"/>
          <p:cNvSpPr/>
          <p:nvPr/>
        </p:nvSpPr>
        <p:spPr>
          <a:xfrm>
            <a:off x="18077687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4" name="Connector 7161"/>
          <p:cNvSpPr/>
          <p:nvPr/>
        </p:nvSpPr>
        <p:spPr>
          <a:xfrm>
            <a:off x="18342863" y="8190483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5" name="Connector 7162"/>
          <p:cNvSpPr/>
          <p:nvPr/>
        </p:nvSpPr>
        <p:spPr>
          <a:xfrm>
            <a:off x="18608039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6" name="Connector 7163"/>
          <p:cNvSpPr/>
          <p:nvPr/>
        </p:nvSpPr>
        <p:spPr>
          <a:xfrm>
            <a:off x="18873215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7" name="Connector 7164"/>
          <p:cNvSpPr/>
          <p:nvPr/>
        </p:nvSpPr>
        <p:spPr>
          <a:xfrm>
            <a:off x="19138391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8" name="Connector 7165"/>
          <p:cNvSpPr/>
          <p:nvPr/>
        </p:nvSpPr>
        <p:spPr>
          <a:xfrm>
            <a:off x="19403567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9" name="Connector 7166"/>
          <p:cNvSpPr/>
          <p:nvPr/>
        </p:nvSpPr>
        <p:spPr>
          <a:xfrm flipV="1">
            <a:off x="16486632" y="8336405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0" name="Connector 7167"/>
          <p:cNvSpPr/>
          <p:nvPr/>
        </p:nvSpPr>
        <p:spPr>
          <a:xfrm flipV="1">
            <a:off x="16840199" y="8266683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1" name="Connector 7168"/>
          <p:cNvSpPr/>
          <p:nvPr/>
        </p:nvSpPr>
        <p:spPr>
          <a:xfrm flipV="1">
            <a:off x="17193767" y="8212453"/>
            <a:ext cx="353569" cy="54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2" name="Connector 7169"/>
          <p:cNvSpPr/>
          <p:nvPr/>
        </p:nvSpPr>
        <p:spPr>
          <a:xfrm flipV="1">
            <a:off x="17547336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3" name="Connector 7170"/>
          <p:cNvSpPr/>
          <p:nvPr/>
        </p:nvSpPr>
        <p:spPr>
          <a:xfrm flipV="1">
            <a:off x="17900904" y="8150477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4" name="Connector 7171"/>
          <p:cNvSpPr/>
          <p:nvPr/>
        </p:nvSpPr>
        <p:spPr>
          <a:xfrm flipV="1">
            <a:off x="18254470" y="814273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5" name="Connector 7172"/>
          <p:cNvSpPr/>
          <p:nvPr/>
        </p:nvSpPr>
        <p:spPr>
          <a:xfrm>
            <a:off x="18608039" y="8142730"/>
            <a:ext cx="353569" cy="77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6" name="Connector 7173"/>
          <p:cNvSpPr/>
          <p:nvPr/>
        </p:nvSpPr>
        <p:spPr>
          <a:xfrm>
            <a:off x="18961608" y="8150479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7" name="Connector 7174"/>
          <p:cNvSpPr/>
          <p:nvPr/>
        </p:nvSpPr>
        <p:spPr>
          <a:xfrm>
            <a:off x="19315176" y="8173719"/>
            <a:ext cx="353569" cy="3873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8" name="Connector 7175"/>
          <p:cNvSpPr/>
          <p:nvPr/>
        </p:nvSpPr>
        <p:spPr>
          <a:xfrm>
            <a:off x="19668743" y="821245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9" name="Connector 7176"/>
          <p:cNvSpPr/>
          <p:nvPr/>
        </p:nvSpPr>
        <p:spPr>
          <a:xfrm>
            <a:off x="20022312" y="8266683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0" name="Connector 7177"/>
          <p:cNvSpPr/>
          <p:nvPr/>
        </p:nvSpPr>
        <p:spPr>
          <a:xfrm>
            <a:off x="20375880" y="8336405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1" name="Connector 7178"/>
          <p:cNvSpPr/>
          <p:nvPr/>
        </p:nvSpPr>
        <p:spPr>
          <a:xfrm flipV="1">
            <a:off x="17547336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2" name="Connector 7179"/>
          <p:cNvSpPr/>
          <p:nvPr/>
        </p:nvSpPr>
        <p:spPr>
          <a:xfrm flipV="1">
            <a:off x="17635728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3" name="Connector 7180"/>
          <p:cNvSpPr/>
          <p:nvPr/>
        </p:nvSpPr>
        <p:spPr>
          <a:xfrm flipV="1">
            <a:off x="17724119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4" name="Connector 7181"/>
          <p:cNvSpPr/>
          <p:nvPr/>
        </p:nvSpPr>
        <p:spPr>
          <a:xfrm flipV="1">
            <a:off x="17812512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5" name="Connector 7182"/>
          <p:cNvSpPr/>
          <p:nvPr/>
        </p:nvSpPr>
        <p:spPr>
          <a:xfrm flipV="1">
            <a:off x="17900904" y="8270492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6" name="Connector 7183"/>
          <p:cNvSpPr/>
          <p:nvPr/>
        </p:nvSpPr>
        <p:spPr>
          <a:xfrm flipV="1">
            <a:off x="17989295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7" name="Connector 7184"/>
          <p:cNvSpPr/>
          <p:nvPr/>
        </p:nvSpPr>
        <p:spPr>
          <a:xfrm>
            <a:off x="18077687" y="8266175"/>
            <a:ext cx="88392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8" name="Connector 7185"/>
          <p:cNvSpPr/>
          <p:nvPr/>
        </p:nvSpPr>
        <p:spPr>
          <a:xfrm>
            <a:off x="18166078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9" name="Connector 7186"/>
          <p:cNvSpPr/>
          <p:nvPr/>
        </p:nvSpPr>
        <p:spPr>
          <a:xfrm>
            <a:off x="18254470" y="8283447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0" name="Connector 7187"/>
          <p:cNvSpPr/>
          <p:nvPr/>
        </p:nvSpPr>
        <p:spPr>
          <a:xfrm>
            <a:off x="18342863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1" name="Connector 7188"/>
          <p:cNvSpPr/>
          <p:nvPr/>
        </p:nvSpPr>
        <p:spPr>
          <a:xfrm>
            <a:off x="18431256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2" name="Connector 7189"/>
          <p:cNvSpPr/>
          <p:nvPr/>
        </p:nvSpPr>
        <p:spPr>
          <a:xfrm>
            <a:off x="18519647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3" name="Connector 7190"/>
          <p:cNvSpPr/>
          <p:nvPr/>
        </p:nvSpPr>
        <p:spPr>
          <a:xfrm flipV="1">
            <a:off x="17547336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4" name="Connector 7191"/>
          <p:cNvSpPr/>
          <p:nvPr/>
        </p:nvSpPr>
        <p:spPr>
          <a:xfrm flipV="1">
            <a:off x="17724119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5" name="Connector 7192"/>
          <p:cNvSpPr/>
          <p:nvPr/>
        </p:nvSpPr>
        <p:spPr>
          <a:xfrm flipV="1">
            <a:off x="17900904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6" name="Connector 7193"/>
          <p:cNvSpPr/>
          <p:nvPr/>
        </p:nvSpPr>
        <p:spPr>
          <a:xfrm flipV="1">
            <a:off x="18077687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7" name="Connector 7194"/>
          <p:cNvSpPr/>
          <p:nvPr/>
        </p:nvSpPr>
        <p:spPr>
          <a:xfrm flipV="1">
            <a:off x="18254471" y="8230488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8" name="Connector 7195"/>
          <p:cNvSpPr/>
          <p:nvPr/>
        </p:nvSpPr>
        <p:spPr>
          <a:xfrm flipV="1">
            <a:off x="18431254" y="8225026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9" name="Connector 7196"/>
          <p:cNvSpPr/>
          <p:nvPr/>
        </p:nvSpPr>
        <p:spPr>
          <a:xfrm>
            <a:off x="18608039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0" name="Connector 7197"/>
          <p:cNvSpPr/>
          <p:nvPr/>
        </p:nvSpPr>
        <p:spPr>
          <a:xfrm>
            <a:off x="18784823" y="8230489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1" name="Connector 7198"/>
          <p:cNvSpPr/>
          <p:nvPr/>
        </p:nvSpPr>
        <p:spPr>
          <a:xfrm>
            <a:off x="18961608" y="8246871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2" name="Connector 7199"/>
          <p:cNvSpPr/>
          <p:nvPr/>
        </p:nvSpPr>
        <p:spPr>
          <a:xfrm>
            <a:off x="19138391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3" name="Connector 7200"/>
          <p:cNvSpPr/>
          <p:nvPr/>
        </p:nvSpPr>
        <p:spPr>
          <a:xfrm>
            <a:off x="19315176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4" name="Connector 7201"/>
          <p:cNvSpPr/>
          <p:nvPr/>
        </p:nvSpPr>
        <p:spPr>
          <a:xfrm>
            <a:off x="19491960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5" name="Connector 7202"/>
          <p:cNvSpPr/>
          <p:nvPr/>
        </p:nvSpPr>
        <p:spPr>
          <a:xfrm flipV="1">
            <a:off x="17547336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6" name="Connector 7203"/>
          <p:cNvSpPr/>
          <p:nvPr/>
        </p:nvSpPr>
        <p:spPr>
          <a:xfrm flipV="1">
            <a:off x="17812512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7" name="Connector 7204"/>
          <p:cNvSpPr/>
          <p:nvPr/>
        </p:nvSpPr>
        <p:spPr>
          <a:xfrm flipV="1">
            <a:off x="18077687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8" name="Connector 7205"/>
          <p:cNvSpPr/>
          <p:nvPr/>
        </p:nvSpPr>
        <p:spPr>
          <a:xfrm flipV="1">
            <a:off x="18342863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9" name="Connector 7206"/>
          <p:cNvSpPr/>
          <p:nvPr/>
        </p:nvSpPr>
        <p:spPr>
          <a:xfrm flipV="1">
            <a:off x="18608039" y="8190483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0" name="Connector 7207"/>
          <p:cNvSpPr/>
          <p:nvPr/>
        </p:nvSpPr>
        <p:spPr>
          <a:xfrm flipV="1">
            <a:off x="18873215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1" name="Connector 7208"/>
          <p:cNvSpPr/>
          <p:nvPr/>
        </p:nvSpPr>
        <p:spPr>
          <a:xfrm>
            <a:off x="19138391" y="8183878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2" name="Connector 7209"/>
          <p:cNvSpPr/>
          <p:nvPr/>
        </p:nvSpPr>
        <p:spPr>
          <a:xfrm>
            <a:off x="19403567" y="8190483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3" name="Connector 7210"/>
          <p:cNvSpPr/>
          <p:nvPr/>
        </p:nvSpPr>
        <p:spPr>
          <a:xfrm>
            <a:off x="19668743" y="8210295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4" name="Connector 7211"/>
          <p:cNvSpPr/>
          <p:nvPr/>
        </p:nvSpPr>
        <p:spPr>
          <a:xfrm>
            <a:off x="19933919" y="8243316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5" name="Connector 7212"/>
          <p:cNvSpPr/>
          <p:nvPr/>
        </p:nvSpPr>
        <p:spPr>
          <a:xfrm>
            <a:off x="20199095" y="828954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6" name="Connector 7213"/>
          <p:cNvSpPr/>
          <p:nvPr/>
        </p:nvSpPr>
        <p:spPr>
          <a:xfrm>
            <a:off x="20464271" y="8348978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7" name="Connector 7214"/>
          <p:cNvSpPr/>
          <p:nvPr/>
        </p:nvSpPr>
        <p:spPr>
          <a:xfrm flipV="1">
            <a:off x="18608039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8" name="Connector 7215"/>
          <p:cNvSpPr/>
          <p:nvPr/>
        </p:nvSpPr>
        <p:spPr>
          <a:xfrm flipV="1">
            <a:off x="18696432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9" name="Connector 7216"/>
          <p:cNvSpPr/>
          <p:nvPr/>
        </p:nvSpPr>
        <p:spPr>
          <a:xfrm flipV="1">
            <a:off x="18784823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0" name="Connector 7217"/>
          <p:cNvSpPr/>
          <p:nvPr/>
        </p:nvSpPr>
        <p:spPr>
          <a:xfrm flipV="1">
            <a:off x="18873215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1" name="Connector 7218"/>
          <p:cNvSpPr/>
          <p:nvPr/>
        </p:nvSpPr>
        <p:spPr>
          <a:xfrm flipV="1">
            <a:off x="18961608" y="8270492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2" name="Connector 7219"/>
          <p:cNvSpPr/>
          <p:nvPr/>
        </p:nvSpPr>
        <p:spPr>
          <a:xfrm flipV="1">
            <a:off x="19049998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3" name="Connector 7220"/>
          <p:cNvSpPr/>
          <p:nvPr/>
        </p:nvSpPr>
        <p:spPr>
          <a:xfrm>
            <a:off x="19138391" y="8266175"/>
            <a:ext cx="88392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4" name="Connector 7221"/>
          <p:cNvSpPr/>
          <p:nvPr/>
        </p:nvSpPr>
        <p:spPr>
          <a:xfrm>
            <a:off x="19226783" y="8270493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5" name="Connector 7222"/>
          <p:cNvSpPr/>
          <p:nvPr/>
        </p:nvSpPr>
        <p:spPr>
          <a:xfrm>
            <a:off x="19315176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6" name="Connector 7223"/>
          <p:cNvSpPr/>
          <p:nvPr/>
        </p:nvSpPr>
        <p:spPr>
          <a:xfrm>
            <a:off x="19403567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7" name="Connector 7224"/>
          <p:cNvSpPr/>
          <p:nvPr/>
        </p:nvSpPr>
        <p:spPr>
          <a:xfrm>
            <a:off x="19491960" y="8335264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8" name="Connector 7225"/>
          <p:cNvSpPr/>
          <p:nvPr/>
        </p:nvSpPr>
        <p:spPr>
          <a:xfrm>
            <a:off x="19580350" y="8374126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9" name="Connector 7226"/>
          <p:cNvSpPr/>
          <p:nvPr/>
        </p:nvSpPr>
        <p:spPr>
          <a:xfrm flipV="1">
            <a:off x="18608039" y="8361551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0" name="Connector 7227"/>
          <p:cNvSpPr/>
          <p:nvPr/>
        </p:nvSpPr>
        <p:spPr>
          <a:xfrm flipV="1">
            <a:off x="18784822" y="8312404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1" name="Connector 7228"/>
          <p:cNvSpPr/>
          <p:nvPr/>
        </p:nvSpPr>
        <p:spPr>
          <a:xfrm flipV="1">
            <a:off x="18961608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2" name="Connector 7229"/>
          <p:cNvSpPr/>
          <p:nvPr/>
        </p:nvSpPr>
        <p:spPr>
          <a:xfrm flipV="1">
            <a:off x="19138391" y="8246871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3" name="Connector 7230"/>
          <p:cNvSpPr/>
          <p:nvPr/>
        </p:nvSpPr>
        <p:spPr>
          <a:xfrm flipV="1">
            <a:off x="19315176" y="8230488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4" name="Connector 7231"/>
          <p:cNvSpPr/>
          <p:nvPr/>
        </p:nvSpPr>
        <p:spPr>
          <a:xfrm flipV="1">
            <a:off x="19491959" y="8225026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5" name="Connector 7232"/>
          <p:cNvSpPr/>
          <p:nvPr/>
        </p:nvSpPr>
        <p:spPr>
          <a:xfrm>
            <a:off x="19668743" y="8225026"/>
            <a:ext cx="176785" cy="54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6" name="Connector 7233"/>
          <p:cNvSpPr/>
          <p:nvPr/>
        </p:nvSpPr>
        <p:spPr>
          <a:xfrm>
            <a:off x="19845528" y="8230489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7" name="Connector 7234"/>
          <p:cNvSpPr/>
          <p:nvPr/>
        </p:nvSpPr>
        <p:spPr>
          <a:xfrm>
            <a:off x="20022312" y="8246871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8" name="Connector 7235"/>
          <p:cNvSpPr/>
          <p:nvPr/>
        </p:nvSpPr>
        <p:spPr>
          <a:xfrm>
            <a:off x="20199095" y="8274177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9" name="Connector 7236"/>
          <p:cNvSpPr/>
          <p:nvPr/>
        </p:nvSpPr>
        <p:spPr>
          <a:xfrm>
            <a:off x="20375880" y="8312404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0" name="Connector 7237"/>
          <p:cNvSpPr/>
          <p:nvPr/>
        </p:nvSpPr>
        <p:spPr>
          <a:xfrm>
            <a:off x="20552663" y="8361551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1" name="Connector 7238"/>
          <p:cNvSpPr/>
          <p:nvPr/>
        </p:nvSpPr>
        <p:spPr>
          <a:xfrm flipV="1">
            <a:off x="19668743" y="8374126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2" name="Connector 7239"/>
          <p:cNvSpPr/>
          <p:nvPr/>
        </p:nvSpPr>
        <p:spPr>
          <a:xfrm flipV="1">
            <a:off x="19757136" y="8335264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3" name="Connector 7240"/>
          <p:cNvSpPr/>
          <p:nvPr/>
        </p:nvSpPr>
        <p:spPr>
          <a:xfrm flipV="1">
            <a:off x="19845528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4" name="Connector 7241"/>
          <p:cNvSpPr/>
          <p:nvPr/>
        </p:nvSpPr>
        <p:spPr>
          <a:xfrm flipV="1">
            <a:off x="19933919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5" name="Connector 7242"/>
          <p:cNvSpPr/>
          <p:nvPr/>
        </p:nvSpPr>
        <p:spPr>
          <a:xfrm flipV="1">
            <a:off x="20022312" y="8270492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6" name="Connector 7243"/>
          <p:cNvSpPr/>
          <p:nvPr/>
        </p:nvSpPr>
        <p:spPr>
          <a:xfrm flipV="1">
            <a:off x="20110702" y="8266175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7" name="Connector 7244"/>
          <p:cNvSpPr/>
          <p:nvPr/>
        </p:nvSpPr>
        <p:spPr>
          <a:xfrm>
            <a:off x="20199095" y="8266175"/>
            <a:ext cx="88393" cy="432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8" name="Connector 7245"/>
          <p:cNvSpPr/>
          <p:nvPr/>
        </p:nvSpPr>
        <p:spPr>
          <a:xfrm>
            <a:off x="20287487" y="8270493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9" name="Connector 7246"/>
          <p:cNvSpPr/>
          <p:nvPr/>
        </p:nvSpPr>
        <p:spPr>
          <a:xfrm>
            <a:off x="20375880" y="8283447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0" name="Connector 7247"/>
          <p:cNvSpPr/>
          <p:nvPr/>
        </p:nvSpPr>
        <p:spPr>
          <a:xfrm>
            <a:off x="20464271" y="8305038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1" name="Connector 7248"/>
          <p:cNvSpPr/>
          <p:nvPr/>
        </p:nvSpPr>
        <p:spPr>
          <a:xfrm>
            <a:off x="20552663" y="8335264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2" name="Connector 7249"/>
          <p:cNvSpPr/>
          <p:nvPr/>
        </p:nvSpPr>
        <p:spPr>
          <a:xfrm>
            <a:off x="20641054" y="8374126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3" name="Connector 7250"/>
          <p:cNvSpPr/>
          <p:nvPr/>
        </p:nvSpPr>
        <p:spPr>
          <a:xfrm flipV="1">
            <a:off x="13304519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4" name="Connector 7251"/>
          <p:cNvSpPr/>
          <p:nvPr/>
        </p:nvSpPr>
        <p:spPr>
          <a:xfrm flipV="1">
            <a:off x="13392911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5" name="Connector 7252"/>
          <p:cNvSpPr/>
          <p:nvPr/>
        </p:nvSpPr>
        <p:spPr>
          <a:xfrm flipV="1">
            <a:off x="13481304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6" name="Connector 7253"/>
          <p:cNvSpPr/>
          <p:nvPr/>
        </p:nvSpPr>
        <p:spPr>
          <a:xfrm flipV="1">
            <a:off x="13569695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7" name="Connector 7254"/>
          <p:cNvSpPr/>
          <p:nvPr/>
        </p:nvSpPr>
        <p:spPr>
          <a:xfrm flipV="1">
            <a:off x="13658087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8" name="Connector 7255"/>
          <p:cNvSpPr/>
          <p:nvPr/>
        </p:nvSpPr>
        <p:spPr>
          <a:xfrm flipV="1">
            <a:off x="13746478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9" name="Connector 7256"/>
          <p:cNvSpPr/>
          <p:nvPr/>
        </p:nvSpPr>
        <p:spPr>
          <a:xfrm>
            <a:off x="13834871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0" name="Connector 7257"/>
          <p:cNvSpPr/>
          <p:nvPr/>
        </p:nvSpPr>
        <p:spPr>
          <a:xfrm>
            <a:off x="13923263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1" name="Connector 7258"/>
          <p:cNvSpPr/>
          <p:nvPr/>
        </p:nvSpPr>
        <p:spPr>
          <a:xfrm>
            <a:off x="14011656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2" name="Connector 7259"/>
          <p:cNvSpPr/>
          <p:nvPr/>
        </p:nvSpPr>
        <p:spPr>
          <a:xfrm>
            <a:off x="14100047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3" name="Connector 7260"/>
          <p:cNvSpPr/>
          <p:nvPr/>
        </p:nvSpPr>
        <p:spPr>
          <a:xfrm>
            <a:off x="14188439" y="919480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4" name="Connector 7261"/>
          <p:cNvSpPr/>
          <p:nvPr/>
        </p:nvSpPr>
        <p:spPr>
          <a:xfrm>
            <a:off x="14276832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5" name="Connector 7262"/>
          <p:cNvSpPr/>
          <p:nvPr/>
        </p:nvSpPr>
        <p:spPr>
          <a:xfrm flipV="1">
            <a:off x="13304519" y="922108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6" name="Connector 7263"/>
          <p:cNvSpPr/>
          <p:nvPr/>
        </p:nvSpPr>
        <p:spPr>
          <a:xfrm flipV="1">
            <a:off x="13481302" y="9171940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7" name="Connector 7264"/>
          <p:cNvSpPr/>
          <p:nvPr/>
        </p:nvSpPr>
        <p:spPr>
          <a:xfrm flipV="1">
            <a:off x="13658087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8" name="Connector 7265"/>
          <p:cNvSpPr/>
          <p:nvPr/>
        </p:nvSpPr>
        <p:spPr>
          <a:xfrm flipV="1">
            <a:off x="13834871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9" name="Connector 7266"/>
          <p:cNvSpPr/>
          <p:nvPr/>
        </p:nvSpPr>
        <p:spPr>
          <a:xfrm flipV="1">
            <a:off x="14011656" y="9090024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0" name="Connector 7267"/>
          <p:cNvSpPr/>
          <p:nvPr/>
        </p:nvSpPr>
        <p:spPr>
          <a:xfrm flipV="1">
            <a:off x="14188439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1" name="Connector 7268"/>
          <p:cNvSpPr/>
          <p:nvPr/>
        </p:nvSpPr>
        <p:spPr>
          <a:xfrm>
            <a:off x="14365223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2" name="Connector 7269"/>
          <p:cNvSpPr/>
          <p:nvPr/>
        </p:nvSpPr>
        <p:spPr>
          <a:xfrm>
            <a:off x="14542008" y="909002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3" name="Connector 7270"/>
          <p:cNvSpPr/>
          <p:nvPr/>
        </p:nvSpPr>
        <p:spPr>
          <a:xfrm>
            <a:off x="14718791" y="9106407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4" name="Connector 7271"/>
          <p:cNvSpPr/>
          <p:nvPr/>
        </p:nvSpPr>
        <p:spPr>
          <a:xfrm>
            <a:off x="14895576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5" name="Connector 7272"/>
          <p:cNvSpPr/>
          <p:nvPr/>
        </p:nvSpPr>
        <p:spPr>
          <a:xfrm>
            <a:off x="15072360" y="9171940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6" name="Connector 7273"/>
          <p:cNvSpPr/>
          <p:nvPr/>
        </p:nvSpPr>
        <p:spPr>
          <a:xfrm>
            <a:off x="15249143" y="922108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7" name="Connector 7274"/>
          <p:cNvSpPr/>
          <p:nvPr/>
        </p:nvSpPr>
        <p:spPr>
          <a:xfrm flipV="1">
            <a:off x="13304519" y="9208514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8" name="Connector 7275"/>
          <p:cNvSpPr/>
          <p:nvPr/>
        </p:nvSpPr>
        <p:spPr>
          <a:xfrm flipV="1">
            <a:off x="13569695" y="9149080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9" name="Connector 7276"/>
          <p:cNvSpPr/>
          <p:nvPr/>
        </p:nvSpPr>
        <p:spPr>
          <a:xfrm flipV="1">
            <a:off x="13834871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0" name="Connector 7277"/>
          <p:cNvSpPr/>
          <p:nvPr/>
        </p:nvSpPr>
        <p:spPr>
          <a:xfrm flipV="1">
            <a:off x="14100047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1" name="Connector 7278"/>
          <p:cNvSpPr/>
          <p:nvPr/>
        </p:nvSpPr>
        <p:spPr>
          <a:xfrm flipV="1">
            <a:off x="14365223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2" name="Connector 7279"/>
          <p:cNvSpPr/>
          <p:nvPr/>
        </p:nvSpPr>
        <p:spPr>
          <a:xfrm flipV="1">
            <a:off x="14630400" y="9043416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3" name="Connector 7280"/>
          <p:cNvSpPr/>
          <p:nvPr/>
        </p:nvSpPr>
        <p:spPr>
          <a:xfrm>
            <a:off x="14895576" y="9043416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4" name="Connector 7281"/>
          <p:cNvSpPr/>
          <p:nvPr/>
        </p:nvSpPr>
        <p:spPr>
          <a:xfrm>
            <a:off x="15160750" y="9050019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5" name="Connector 7282"/>
          <p:cNvSpPr/>
          <p:nvPr/>
        </p:nvSpPr>
        <p:spPr>
          <a:xfrm>
            <a:off x="15425928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6" name="Connector 7283"/>
          <p:cNvSpPr/>
          <p:nvPr/>
        </p:nvSpPr>
        <p:spPr>
          <a:xfrm>
            <a:off x="15691104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7" name="Connector 7284"/>
          <p:cNvSpPr/>
          <p:nvPr/>
        </p:nvSpPr>
        <p:spPr>
          <a:xfrm>
            <a:off x="15956280" y="9149080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8" name="Connector 7285"/>
          <p:cNvSpPr/>
          <p:nvPr/>
        </p:nvSpPr>
        <p:spPr>
          <a:xfrm>
            <a:off x="16221454" y="9208516"/>
            <a:ext cx="265178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9" name="Connector 7286"/>
          <p:cNvSpPr/>
          <p:nvPr/>
        </p:nvSpPr>
        <p:spPr>
          <a:xfrm flipV="1">
            <a:off x="13304519" y="9195941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0" name="Connector 7287"/>
          <p:cNvSpPr/>
          <p:nvPr/>
        </p:nvSpPr>
        <p:spPr>
          <a:xfrm flipV="1">
            <a:off x="13658087" y="9126219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1" name="Connector 7288"/>
          <p:cNvSpPr/>
          <p:nvPr/>
        </p:nvSpPr>
        <p:spPr>
          <a:xfrm flipV="1">
            <a:off x="14011656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2" name="Connector 7289"/>
          <p:cNvSpPr/>
          <p:nvPr/>
        </p:nvSpPr>
        <p:spPr>
          <a:xfrm flipV="1">
            <a:off x="14365223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3" name="Connector 7290"/>
          <p:cNvSpPr/>
          <p:nvPr/>
        </p:nvSpPr>
        <p:spPr>
          <a:xfrm flipV="1">
            <a:off x="14718791" y="9010014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4" name="Connector 7291"/>
          <p:cNvSpPr/>
          <p:nvPr/>
        </p:nvSpPr>
        <p:spPr>
          <a:xfrm flipV="1">
            <a:off x="15072359" y="9002268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5" name="Connector 7292"/>
          <p:cNvSpPr/>
          <p:nvPr/>
        </p:nvSpPr>
        <p:spPr>
          <a:xfrm>
            <a:off x="15425928" y="9002268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6" name="Connector 7293"/>
          <p:cNvSpPr/>
          <p:nvPr/>
        </p:nvSpPr>
        <p:spPr>
          <a:xfrm>
            <a:off x="15779495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7" name="Connector 7294"/>
          <p:cNvSpPr/>
          <p:nvPr/>
        </p:nvSpPr>
        <p:spPr>
          <a:xfrm>
            <a:off x="16133063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8" name="Connector 7295"/>
          <p:cNvSpPr/>
          <p:nvPr/>
        </p:nvSpPr>
        <p:spPr>
          <a:xfrm>
            <a:off x="16486632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9" name="Connector 7296"/>
          <p:cNvSpPr/>
          <p:nvPr/>
        </p:nvSpPr>
        <p:spPr>
          <a:xfrm>
            <a:off x="16840199" y="9126219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0" name="Connector 7297"/>
          <p:cNvSpPr/>
          <p:nvPr/>
        </p:nvSpPr>
        <p:spPr>
          <a:xfrm>
            <a:off x="17193767" y="9195943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1" name="Connector 7298"/>
          <p:cNvSpPr/>
          <p:nvPr/>
        </p:nvSpPr>
        <p:spPr>
          <a:xfrm flipV="1">
            <a:off x="13304519" y="918336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2" name="Connector 7299"/>
          <p:cNvSpPr/>
          <p:nvPr/>
        </p:nvSpPr>
        <p:spPr>
          <a:xfrm flipV="1">
            <a:off x="13746478" y="910335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3" name="Connector 7300"/>
          <p:cNvSpPr/>
          <p:nvPr/>
        </p:nvSpPr>
        <p:spPr>
          <a:xfrm flipV="1">
            <a:off x="14188439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4" name="Connector 7301"/>
          <p:cNvSpPr/>
          <p:nvPr/>
        </p:nvSpPr>
        <p:spPr>
          <a:xfrm flipV="1">
            <a:off x="14630400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5" name="Connector 7302"/>
          <p:cNvSpPr/>
          <p:nvPr/>
        </p:nvSpPr>
        <p:spPr>
          <a:xfrm flipV="1">
            <a:off x="15072360" y="8970010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6" name="Connector 7303"/>
          <p:cNvSpPr/>
          <p:nvPr/>
        </p:nvSpPr>
        <p:spPr>
          <a:xfrm flipV="1">
            <a:off x="15514319" y="8961119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7" name="Connector 7304"/>
          <p:cNvSpPr/>
          <p:nvPr/>
        </p:nvSpPr>
        <p:spPr>
          <a:xfrm>
            <a:off x="15956280" y="8961119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8" name="Connector 7305"/>
          <p:cNvSpPr/>
          <p:nvPr/>
        </p:nvSpPr>
        <p:spPr>
          <a:xfrm>
            <a:off x="16398239" y="897000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9" name="Connector 7306"/>
          <p:cNvSpPr/>
          <p:nvPr/>
        </p:nvSpPr>
        <p:spPr>
          <a:xfrm>
            <a:off x="16840200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0" name="Connector 7307"/>
          <p:cNvSpPr/>
          <p:nvPr/>
        </p:nvSpPr>
        <p:spPr>
          <a:xfrm>
            <a:off x="17282160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1" name="Connector 7308"/>
          <p:cNvSpPr/>
          <p:nvPr/>
        </p:nvSpPr>
        <p:spPr>
          <a:xfrm>
            <a:off x="17724119" y="9103359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2" name="Connector 7309"/>
          <p:cNvSpPr/>
          <p:nvPr/>
        </p:nvSpPr>
        <p:spPr>
          <a:xfrm>
            <a:off x="18166078" y="9183369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3" name="Connector 7310"/>
          <p:cNvSpPr/>
          <p:nvPr/>
        </p:nvSpPr>
        <p:spPr>
          <a:xfrm flipV="1">
            <a:off x="13304519" y="9170796"/>
            <a:ext cx="530352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4" name="Connector 7311"/>
          <p:cNvSpPr/>
          <p:nvPr/>
        </p:nvSpPr>
        <p:spPr>
          <a:xfrm flipV="1">
            <a:off x="13834870" y="9080500"/>
            <a:ext cx="530354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5" name="Connector 7312"/>
          <p:cNvSpPr/>
          <p:nvPr/>
        </p:nvSpPr>
        <p:spPr>
          <a:xfrm flipV="1">
            <a:off x="14365223" y="9010268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6" name="Connector 7313"/>
          <p:cNvSpPr/>
          <p:nvPr/>
        </p:nvSpPr>
        <p:spPr>
          <a:xfrm flipV="1">
            <a:off x="14895576" y="8960104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7" name="Connector 7314"/>
          <p:cNvSpPr/>
          <p:nvPr/>
        </p:nvSpPr>
        <p:spPr>
          <a:xfrm flipV="1">
            <a:off x="15425928" y="8930006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8" name="Connector 7315"/>
          <p:cNvSpPr/>
          <p:nvPr/>
        </p:nvSpPr>
        <p:spPr>
          <a:xfrm flipV="1">
            <a:off x="15956280" y="891997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9" name="Connector 7316"/>
          <p:cNvSpPr/>
          <p:nvPr/>
        </p:nvSpPr>
        <p:spPr>
          <a:xfrm>
            <a:off x="16486632" y="891997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0" name="Connector 7317"/>
          <p:cNvSpPr/>
          <p:nvPr/>
        </p:nvSpPr>
        <p:spPr>
          <a:xfrm>
            <a:off x="17016984" y="8930005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1" name="Connector 7318"/>
          <p:cNvSpPr/>
          <p:nvPr/>
        </p:nvSpPr>
        <p:spPr>
          <a:xfrm>
            <a:off x="17547336" y="8960104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2" name="Connector 7319"/>
          <p:cNvSpPr/>
          <p:nvPr/>
        </p:nvSpPr>
        <p:spPr>
          <a:xfrm>
            <a:off x="18077687" y="9010268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3" name="Connector 7320"/>
          <p:cNvSpPr/>
          <p:nvPr/>
        </p:nvSpPr>
        <p:spPr>
          <a:xfrm>
            <a:off x="18608039" y="9080499"/>
            <a:ext cx="530353" cy="902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4" name="Connector 7321"/>
          <p:cNvSpPr/>
          <p:nvPr/>
        </p:nvSpPr>
        <p:spPr>
          <a:xfrm>
            <a:off x="19138391" y="9170796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5" name="Connector 7322"/>
          <p:cNvSpPr/>
          <p:nvPr/>
        </p:nvSpPr>
        <p:spPr>
          <a:xfrm flipV="1">
            <a:off x="13304519" y="9158223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6" name="Connector 7323"/>
          <p:cNvSpPr/>
          <p:nvPr/>
        </p:nvSpPr>
        <p:spPr>
          <a:xfrm flipV="1">
            <a:off x="13923263" y="9057640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7" name="Connector 7324"/>
          <p:cNvSpPr/>
          <p:nvPr/>
        </p:nvSpPr>
        <p:spPr>
          <a:xfrm flipV="1">
            <a:off x="14542008" y="8979407"/>
            <a:ext cx="618744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8" name="Connector 7325"/>
          <p:cNvSpPr/>
          <p:nvPr/>
        </p:nvSpPr>
        <p:spPr>
          <a:xfrm flipV="1">
            <a:off x="15160750" y="8923528"/>
            <a:ext cx="618746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9" name="Connector 7326"/>
          <p:cNvSpPr/>
          <p:nvPr/>
        </p:nvSpPr>
        <p:spPr>
          <a:xfrm flipV="1">
            <a:off x="15779495" y="8890000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0" name="Connector 7327"/>
          <p:cNvSpPr/>
          <p:nvPr/>
        </p:nvSpPr>
        <p:spPr>
          <a:xfrm flipV="1">
            <a:off x="16398239" y="8878823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1" name="Connector 7328"/>
          <p:cNvSpPr/>
          <p:nvPr/>
        </p:nvSpPr>
        <p:spPr>
          <a:xfrm>
            <a:off x="17016984" y="8878823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2" name="Connector 7329"/>
          <p:cNvSpPr/>
          <p:nvPr/>
        </p:nvSpPr>
        <p:spPr>
          <a:xfrm>
            <a:off x="17635728" y="8889999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3" name="Connector 7330"/>
          <p:cNvSpPr/>
          <p:nvPr/>
        </p:nvSpPr>
        <p:spPr>
          <a:xfrm>
            <a:off x="18254471" y="8923528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4" name="Connector 7331"/>
          <p:cNvSpPr/>
          <p:nvPr/>
        </p:nvSpPr>
        <p:spPr>
          <a:xfrm>
            <a:off x="18873215" y="8979407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5" name="Connector 7332"/>
          <p:cNvSpPr/>
          <p:nvPr/>
        </p:nvSpPr>
        <p:spPr>
          <a:xfrm>
            <a:off x="19491960" y="9057640"/>
            <a:ext cx="618744" cy="100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6" name="Connector 7333"/>
          <p:cNvSpPr/>
          <p:nvPr/>
        </p:nvSpPr>
        <p:spPr>
          <a:xfrm>
            <a:off x="20110702" y="9158223"/>
            <a:ext cx="618746" cy="12293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7" name="Connector 7334"/>
          <p:cNvSpPr/>
          <p:nvPr/>
        </p:nvSpPr>
        <p:spPr>
          <a:xfrm flipV="1">
            <a:off x="14365223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8" name="Connector 7335"/>
          <p:cNvSpPr/>
          <p:nvPr/>
        </p:nvSpPr>
        <p:spPr>
          <a:xfrm flipV="1">
            <a:off x="14453615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9" name="Connector 7336"/>
          <p:cNvSpPr/>
          <p:nvPr/>
        </p:nvSpPr>
        <p:spPr>
          <a:xfrm flipV="1">
            <a:off x="14542008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0" name="Connector 7337"/>
          <p:cNvSpPr/>
          <p:nvPr/>
        </p:nvSpPr>
        <p:spPr>
          <a:xfrm flipV="1">
            <a:off x="14630399" y="9142983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1" name="Connector 7338"/>
          <p:cNvSpPr/>
          <p:nvPr/>
        </p:nvSpPr>
        <p:spPr>
          <a:xfrm flipV="1">
            <a:off x="14718791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2" name="Connector 7339"/>
          <p:cNvSpPr/>
          <p:nvPr/>
        </p:nvSpPr>
        <p:spPr>
          <a:xfrm flipV="1">
            <a:off x="14807183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3" name="Connector 7340"/>
          <p:cNvSpPr/>
          <p:nvPr/>
        </p:nvSpPr>
        <p:spPr>
          <a:xfrm>
            <a:off x="14895576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4" name="Connector 7341"/>
          <p:cNvSpPr/>
          <p:nvPr/>
        </p:nvSpPr>
        <p:spPr>
          <a:xfrm>
            <a:off x="14983967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5" name="Connector 7342"/>
          <p:cNvSpPr/>
          <p:nvPr/>
        </p:nvSpPr>
        <p:spPr>
          <a:xfrm>
            <a:off x="15072360" y="9142983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6" name="Connector 7343"/>
          <p:cNvSpPr/>
          <p:nvPr/>
        </p:nvSpPr>
        <p:spPr>
          <a:xfrm>
            <a:off x="15160750" y="9164573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7" name="Connector 7344"/>
          <p:cNvSpPr/>
          <p:nvPr/>
        </p:nvSpPr>
        <p:spPr>
          <a:xfrm>
            <a:off x="15249143" y="919480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8" name="Connector 7345"/>
          <p:cNvSpPr/>
          <p:nvPr/>
        </p:nvSpPr>
        <p:spPr>
          <a:xfrm>
            <a:off x="15337536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9" name="Connector 7346"/>
          <p:cNvSpPr/>
          <p:nvPr/>
        </p:nvSpPr>
        <p:spPr>
          <a:xfrm flipV="1">
            <a:off x="14365223" y="922108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0" name="Connector 7347"/>
          <p:cNvSpPr/>
          <p:nvPr/>
        </p:nvSpPr>
        <p:spPr>
          <a:xfrm flipV="1">
            <a:off x="14542006" y="9171940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1" name="Connector 7348"/>
          <p:cNvSpPr/>
          <p:nvPr/>
        </p:nvSpPr>
        <p:spPr>
          <a:xfrm flipV="1">
            <a:off x="14718791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2" name="Connector 7349"/>
          <p:cNvSpPr/>
          <p:nvPr/>
        </p:nvSpPr>
        <p:spPr>
          <a:xfrm flipV="1">
            <a:off x="14895576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3" name="Connector 7350"/>
          <p:cNvSpPr/>
          <p:nvPr/>
        </p:nvSpPr>
        <p:spPr>
          <a:xfrm flipV="1">
            <a:off x="15072360" y="9090024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4" name="Connector 7351"/>
          <p:cNvSpPr/>
          <p:nvPr/>
        </p:nvSpPr>
        <p:spPr>
          <a:xfrm flipV="1">
            <a:off x="15249143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5" name="Connector 7352"/>
          <p:cNvSpPr/>
          <p:nvPr/>
        </p:nvSpPr>
        <p:spPr>
          <a:xfrm>
            <a:off x="15425928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6" name="Connector 7353"/>
          <p:cNvSpPr/>
          <p:nvPr/>
        </p:nvSpPr>
        <p:spPr>
          <a:xfrm>
            <a:off x="15602712" y="909002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7" name="Connector 7354"/>
          <p:cNvSpPr/>
          <p:nvPr/>
        </p:nvSpPr>
        <p:spPr>
          <a:xfrm>
            <a:off x="15779495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8" name="Connector 7355"/>
          <p:cNvSpPr/>
          <p:nvPr/>
        </p:nvSpPr>
        <p:spPr>
          <a:xfrm>
            <a:off x="15956280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9" name="Connector 7356"/>
          <p:cNvSpPr/>
          <p:nvPr/>
        </p:nvSpPr>
        <p:spPr>
          <a:xfrm>
            <a:off x="16133063" y="9171940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0" name="Connector 7357"/>
          <p:cNvSpPr/>
          <p:nvPr/>
        </p:nvSpPr>
        <p:spPr>
          <a:xfrm>
            <a:off x="16309847" y="922108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1" name="Connector 7358"/>
          <p:cNvSpPr/>
          <p:nvPr/>
        </p:nvSpPr>
        <p:spPr>
          <a:xfrm flipV="1">
            <a:off x="14365223" y="9208514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2" name="Connector 7359"/>
          <p:cNvSpPr/>
          <p:nvPr/>
        </p:nvSpPr>
        <p:spPr>
          <a:xfrm flipV="1">
            <a:off x="14630398" y="9149080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3" name="Connector 7360"/>
          <p:cNvSpPr/>
          <p:nvPr/>
        </p:nvSpPr>
        <p:spPr>
          <a:xfrm flipV="1">
            <a:off x="14895576" y="9102852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4" name="Connector 7361"/>
          <p:cNvSpPr/>
          <p:nvPr/>
        </p:nvSpPr>
        <p:spPr>
          <a:xfrm flipV="1">
            <a:off x="15160750" y="9069831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5" name="Connector 7362"/>
          <p:cNvSpPr/>
          <p:nvPr/>
        </p:nvSpPr>
        <p:spPr>
          <a:xfrm flipV="1">
            <a:off x="15425928" y="9050019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6" name="Connector 7363"/>
          <p:cNvSpPr/>
          <p:nvPr/>
        </p:nvSpPr>
        <p:spPr>
          <a:xfrm flipV="1">
            <a:off x="15691102" y="9043416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7" name="Connector 7364"/>
          <p:cNvSpPr/>
          <p:nvPr/>
        </p:nvSpPr>
        <p:spPr>
          <a:xfrm>
            <a:off x="15956280" y="9043416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8" name="Connector 7365"/>
          <p:cNvSpPr/>
          <p:nvPr/>
        </p:nvSpPr>
        <p:spPr>
          <a:xfrm>
            <a:off x="16221454" y="9050019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9" name="Connector 7366"/>
          <p:cNvSpPr/>
          <p:nvPr/>
        </p:nvSpPr>
        <p:spPr>
          <a:xfrm>
            <a:off x="16486632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0" name="Connector 7367"/>
          <p:cNvSpPr/>
          <p:nvPr/>
        </p:nvSpPr>
        <p:spPr>
          <a:xfrm>
            <a:off x="16751808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1" name="Connector 7368"/>
          <p:cNvSpPr/>
          <p:nvPr/>
        </p:nvSpPr>
        <p:spPr>
          <a:xfrm>
            <a:off x="17016984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2" name="Connector 7369"/>
          <p:cNvSpPr/>
          <p:nvPr/>
        </p:nvSpPr>
        <p:spPr>
          <a:xfrm>
            <a:off x="17282160" y="9208516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3" name="Connector 7370"/>
          <p:cNvSpPr/>
          <p:nvPr/>
        </p:nvSpPr>
        <p:spPr>
          <a:xfrm flipV="1">
            <a:off x="14365223" y="919594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4" name="Connector 7371"/>
          <p:cNvSpPr/>
          <p:nvPr/>
        </p:nvSpPr>
        <p:spPr>
          <a:xfrm flipV="1">
            <a:off x="14718791" y="9126219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5" name="Connector 7372"/>
          <p:cNvSpPr/>
          <p:nvPr/>
        </p:nvSpPr>
        <p:spPr>
          <a:xfrm flipV="1">
            <a:off x="15072360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6" name="Connector 7373"/>
          <p:cNvSpPr/>
          <p:nvPr/>
        </p:nvSpPr>
        <p:spPr>
          <a:xfrm flipV="1">
            <a:off x="15425928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7" name="Connector 7374"/>
          <p:cNvSpPr/>
          <p:nvPr/>
        </p:nvSpPr>
        <p:spPr>
          <a:xfrm flipV="1">
            <a:off x="15779495" y="9010014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8" name="Connector 7375"/>
          <p:cNvSpPr/>
          <p:nvPr/>
        </p:nvSpPr>
        <p:spPr>
          <a:xfrm flipV="1">
            <a:off x="16133063" y="9002268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9" name="Connector 7376"/>
          <p:cNvSpPr/>
          <p:nvPr/>
        </p:nvSpPr>
        <p:spPr>
          <a:xfrm>
            <a:off x="16486632" y="9002268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0" name="Connector 7377"/>
          <p:cNvSpPr/>
          <p:nvPr/>
        </p:nvSpPr>
        <p:spPr>
          <a:xfrm>
            <a:off x="16840199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1" name="Connector 7378"/>
          <p:cNvSpPr/>
          <p:nvPr/>
        </p:nvSpPr>
        <p:spPr>
          <a:xfrm>
            <a:off x="17193767" y="9033256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2" name="Connector 7379"/>
          <p:cNvSpPr/>
          <p:nvPr/>
        </p:nvSpPr>
        <p:spPr>
          <a:xfrm>
            <a:off x="17547336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3" name="Connector 7380"/>
          <p:cNvSpPr/>
          <p:nvPr/>
        </p:nvSpPr>
        <p:spPr>
          <a:xfrm>
            <a:off x="17900904" y="9126219"/>
            <a:ext cx="353568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4" name="Connector 7381"/>
          <p:cNvSpPr/>
          <p:nvPr/>
        </p:nvSpPr>
        <p:spPr>
          <a:xfrm>
            <a:off x="18254470" y="9195943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5" name="Connector 7382"/>
          <p:cNvSpPr/>
          <p:nvPr/>
        </p:nvSpPr>
        <p:spPr>
          <a:xfrm flipV="1">
            <a:off x="14365223" y="918336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6" name="Connector 7383"/>
          <p:cNvSpPr/>
          <p:nvPr/>
        </p:nvSpPr>
        <p:spPr>
          <a:xfrm flipV="1">
            <a:off x="14807183" y="910335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7" name="Connector 7384"/>
          <p:cNvSpPr/>
          <p:nvPr/>
        </p:nvSpPr>
        <p:spPr>
          <a:xfrm flipV="1">
            <a:off x="15249143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8" name="Connector 7385"/>
          <p:cNvSpPr/>
          <p:nvPr/>
        </p:nvSpPr>
        <p:spPr>
          <a:xfrm flipV="1">
            <a:off x="15691104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9" name="Connector 7386"/>
          <p:cNvSpPr/>
          <p:nvPr/>
        </p:nvSpPr>
        <p:spPr>
          <a:xfrm flipV="1">
            <a:off x="16133063" y="8970010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0" name="Connector 7387"/>
          <p:cNvSpPr/>
          <p:nvPr/>
        </p:nvSpPr>
        <p:spPr>
          <a:xfrm flipV="1">
            <a:off x="16575022" y="8961119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1" name="Connector 7388"/>
          <p:cNvSpPr/>
          <p:nvPr/>
        </p:nvSpPr>
        <p:spPr>
          <a:xfrm>
            <a:off x="17016984" y="8961119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2" name="Connector 7389"/>
          <p:cNvSpPr/>
          <p:nvPr/>
        </p:nvSpPr>
        <p:spPr>
          <a:xfrm>
            <a:off x="17458943" y="897000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3" name="Connector 7390"/>
          <p:cNvSpPr/>
          <p:nvPr/>
        </p:nvSpPr>
        <p:spPr>
          <a:xfrm>
            <a:off x="17900904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4" name="Connector 7391"/>
          <p:cNvSpPr/>
          <p:nvPr/>
        </p:nvSpPr>
        <p:spPr>
          <a:xfrm>
            <a:off x="18342863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5" name="Connector 7392"/>
          <p:cNvSpPr/>
          <p:nvPr/>
        </p:nvSpPr>
        <p:spPr>
          <a:xfrm>
            <a:off x="18784823" y="9103359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6" name="Connector 7393"/>
          <p:cNvSpPr/>
          <p:nvPr/>
        </p:nvSpPr>
        <p:spPr>
          <a:xfrm>
            <a:off x="19226783" y="9183369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7" name="Connector 7394"/>
          <p:cNvSpPr/>
          <p:nvPr/>
        </p:nvSpPr>
        <p:spPr>
          <a:xfrm flipV="1">
            <a:off x="14365223" y="9170796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8" name="Connector 7395"/>
          <p:cNvSpPr/>
          <p:nvPr/>
        </p:nvSpPr>
        <p:spPr>
          <a:xfrm flipV="1">
            <a:off x="14895576" y="9080500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9" name="Connector 7396"/>
          <p:cNvSpPr/>
          <p:nvPr/>
        </p:nvSpPr>
        <p:spPr>
          <a:xfrm flipV="1">
            <a:off x="15425928" y="9010268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0" name="Connector 7397"/>
          <p:cNvSpPr/>
          <p:nvPr/>
        </p:nvSpPr>
        <p:spPr>
          <a:xfrm flipV="1">
            <a:off x="15956280" y="8960104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1" name="Connector 7398"/>
          <p:cNvSpPr/>
          <p:nvPr/>
        </p:nvSpPr>
        <p:spPr>
          <a:xfrm flipV="1">
            <a:off x="16486632" y="8930006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2" name="Connector 7399"/>
          <p:cNvSpPr/>
          <p:nvPr/>
        </p:nvSpPr>
        <p:spPr>
          <a:xfrm flipV="1">
            <a:off x="17016984" y="891997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3" name="Connector 7400"/>
          <p:cNvSpPr/>
          <p:nvPr/>
        </p:nvSpPr>
        <p:spPr>
          <a:xfrm>
            <a:off x="17547336" y="8919971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4" name="Connector 7401"/>
          <p:cNvSpPr/>
          <p:nvPr/>
        </p:nvSpPr>
        <p:spPr>
          <a:xfrm>
            <a:off x="18077687" y="8930005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5" name="Connector 7402"/>
          <p:cNvSpPr/>
          <p:nvPr/>
        </p:nvSpPr>
        <p:spPr>
          <a:xfrm>
            <a:off x="18608039" y="8960104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6" name="Connector 7403"/>
          <p:cNvSpPr/>
          <p:nvPr/>
        </p:nvSpPr>
        <p:spPr>
          <a:xfrm>
            <a:off x="19138391" y="9010268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7" name="Connector 7404"/>
          <p:cNvSpPr/>
          <p:nvPr/>
        </p:nvSpPr>
        <p:spPr>
          <a:xfrm>
            <a:off x="19668743" y="9080499"/>
            <a:ext cx="530353" cy="902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8" name="Connector 7405"/>
          <p:cNvSpPr/>
          <p:nvPr/>
        </p:nvSpPr>
        <p:spPr>
          <a:xfrm>
            <a:off x="20199095" y="9170796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9" name="Connector 7406"/>
          <p:cNvSpPr/>
          <p:nvPr/>
        </p:nvSpPr>
        <p:spPr>
          <a:xfrm flipV="1">
            <a:off x="15425928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0" name="Connector 7407"/>
          <p:cNvSpPr/>
          <p:nvPr/>
        </p:nvSpPr>
        <p:spPr>
          <a:xfrm flipV="1">
            <a:off x="15514319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1" name="Connector 7408"/>
          <p:cNvSpPr/>
          <p:nvPr/>
        </p:nvSpPr>
        <p:spPr>
          <a:xfrm flipV="1">
            <a:off x="15602712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2" name="Connector 7409"/>
          <p:cNvSpPr/>
          <p:nvPr/>
        </p:nvSpPr>
        <p:spPr>
          <a:xfrm flipV="1">
            <a:off x="15691104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3" name="Connector 7410"/>
          <p:cNvSpPr/>
          <p:nvPr/>
        </p:nvSpPr>
        <p:spPr>
          <a:xfrm flipV="1">
            <a:off x="15779495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4" name="Connector 7411"/>
          <p:cNvSpPr/>
          <p:nvPr/>
        </p:nvSpPr>
        <p:spPr>
          <a:xfrm flipV="1">
            <a:off x="15867887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5" name="Connector 7412"/>
          <p:cNvSpPr/>
          <p:nvPr/>
        </p:nvSpPr>
        <p:spPr>
          <a:xfrm>
            <a:off x="15956280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6" name="Connector 7413"/>
          <p:cNvSpPr/>
          <p:nvPr/>
        </p:nvSpPr>
        <p:spPr>
          <a:xfrm>
            <a:off x="16044671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7" name="Connector 7414"/>
          <p:cNvSpPr/>
          <p:nvPr/>
        </p:nvSpPr>
        <p:spPr>
          <a:xfrm>
            <a:off x="16133063" y="9142983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8" name="Connector 7415"/>
          <p:cNvSpPr/>
          <p:nvPr/>
        </p:nvSpPr>
        <p:spPr>
          <a:xfrm>
            <a:off x="16221454" y="9164573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9" name="Connector 7416"/>
          <p:cNvSpPr/>
          <p:nvPr/>
        </p:nvSpPr>
        <p:spPr>
          <a:xfrm>
            <a:off x="16309847" y="919480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0" name="Connector 7417"/>
          <p:cNvSpPr/>
          <p:nvPr/>
        </p:nvSpPr>
        <p:spPr>
          <a:xfrm>
            <a:off x="16398239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1" name="Connector 7418"/>
          <p:cNvSpPr/>
          <p:nvPr/>
        </p:nvSpPr>
        <p:spPr>
          <a:xfrm flipV="1">
            <a:off x="15425928" y="922108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2" name="Connector 7419"/>
          <p:cNvSpPr/>
          <p:nvPr/>
        </p:nvSpPr>
        <p:spPr>
          <a:xfrm flipV="1">
            <a:off x="15602711" y="9171940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3" name="Connector 7420"/>
          <p:cNvSpPr/>
          <p:nvPr/>
        </p:nvSpPr>
        <p:spPr>
          <a:xfrm flipV="1">
            <a:off x="15779495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4" name="Connector 7421"/>
          <p:cNvSpPr/>
          <p:nvPr/>
        </p:nvSpPr>
        <p:spPr>
          <a:xfrm flipV="1">
            <a:off x="15956280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5" name="Connector 7422"/>
          <p:cNvSpPr/>
          <p:nvPr/>
        </p:nvSpPr>
        <p:spPr>
          <a:xfrm flipV="1">
            <a:off x="16133063" y="9090024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6" name="Connector 7423"/>
          <p:cNvSpPr/>
          <p:nvPr/>
        </p:nvSpPr>
        <p:spPr>
          <a:xfrm flipV="1">
            <a:off x="16309847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7" name="Connector 7424"/>
          <p:cNvSpPr/>
          <p:nvPr/>
        </p:nvSpPr>
        <p:spPr>
          <a:xfrm>
            <a:off x="16486632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8" name="Connector 7425"/>
          <p:cNvSpPr/>
          <p:nvPr/>
        </p:nvSpPr>
        <p:spPr>
          <a:xfrm>
            <a:off x="16663415" y="909002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9" name="Connector 7426"/>
          <p:cNvSpPr/>
          <p:nvPr/>
        </p:nvSpPr>
        <p:spPr>
          <a:xfrm>
            <a:off x="16840198" y="9106407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0" name="Connector 7427"/>
          <p:cNvSpPr/>
          <p:nvPr/>
        </p:nvSpPr>
        <p:spPr>
          <a:xfrm>
            <a:off x="17016984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1" name="Connector 7428"/>
          <p:cNvSpPr/>
          <p:nvPr/>
        </p:nvSpPr>
        <p:spPr>
          <a:xfrm>
            <a:off x="17193767" y="9171940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2" name="Connector 7429"/>
          <p:cNvSpPr/>
          <p:nvPr/>
        </p:nvSpPr>
        <p:spPr>
          <a:xfrm>
            <a:off x="17370552" y="922108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3" name="Connector 7430"/>
          <p:cNvSpPr/>
          <p:nvPr/>
        </p:nvSpPr>
        <p:spPr>
          <a:xfrm flipV="1">
            <a:off x="15425928" y="9208514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4" name="Connector 7431"/>
          <p:cNvSpPr/>
          <p:nvPr/>
        </p:nvSpPr>
        <p:spPr>
          <a:xfrm flipV="1">
            <a:off x="15691102" y="9149080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5" name="Connector 7432"/>
          <p:cNvSpPr/>
          <p:nvPr/>
        </p:nvSpPr>
        <p:spPr>
          <a:xfrm flipV="1">
            <a:off x="15956280" y="9102852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6" name="Connector 7433"/>
          <p:cNvSpPr/>
          <p:nvPr/>
        </p:nvSpPr>
        <p:spPr>
          <a:xfrm flipV="1">
            <a:off x="16221454" y="9069831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7" name="Connector 7434"/>
          <p:cNvSpPr/>
          <p:nvPr/>
        </p:nvSpPr>
        <p:spPr>
          <a:xfrm flipV="1">
            <a:off x="16486632" y="9050019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8" name="Connector 7435"/>
          <p:cNvSpPr/>
          <p:nvPr/>
        </p:nvSpPr>
        <p:spPr>
          <a:xfrm flipV="1">
            <a:off x="16751806" y="9043416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9" name="Connector 7436"/>
          <p:cNvSpPr/>
          <p:nvPr/>
        </p:nvSpPr>
        <p:spPr>
          <a:xfrm>
            <a:off x="17016984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0" name="Connector 7437"/>
          <p:cNvSpPr/>
          <p:nvPr/>
        </p:nvSpPr>
        <p:spPr>
          <a:xfrm>
            <a:off x="17282160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1" name="Connector 7438"/>
          <p:cNvSpPr/>
          <p:nvPr/>
        </p:nvSpPr>
        <p:spPr>
          <a:xfrm>
            <a:off x="17547336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2" name="Connector 7439"/>
          <p:cNvSpPr/>
          <p:nvPr/>
        </p:nvSpPr>
        <p:spPr>
          <a:xfrm>
            <a:off x="17812512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3" name="Connector 7440"/>
          <p:cNvSpPr/>
          <p:nvPr/>
        </p:nvSpPr>
        <p:spPr>
          <a:xfrm>
            <a:off x="18077687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4" name="Connector 7441"/>
          <p:cNvSpPr/>
          <p:nvPr/>
        </p:nvSpPr>
        <p:spPr>
          <a:xfrm>
            <a:off x="18342863" y="9208516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5" name="Connector 7442"/>
          <p:cNvSpPr/>
          <p:nvPr/>
        </p:nvSpPr>
        <p:spPr>
          <a:xfrm flipV="1">
            <a:off x="15425928" y="9195941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6" name="Connector 7443"/>
          <p:cNvSpPr/>
          <p:nvPr/>
        </p:nvSpPr>
        <p:spPr>
          <a:xfrm flipV="1">
            <a:off x="15779495" y="9126219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7" name="Connector 7444"/>
          <p:cNvSpPr/>
          <p:nvPr/>
        </p:nvSpPr>
        <p:spPr>
          <a:xfrm flipV="1">
            <a:off x="16133063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8" name="Connector 7445"/>
          <p:cNvSpPr/>
          <p:nvPr/>
        </p:nvSpPr>
        <p:spPr>
          <a:xfrm flipV="1">
            <a:off x="16486632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9" name="Connector 7446"/>
          <p:cNvSpPr/>
          <p:nvPr/>
        </p:nvSpPr>
        <p:spPr>
          <a:xfrm flipV="1">
            <a:off x="16840199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0" name="Connector 7447"/>
          <p:cNvSpPr/>
          <p:nvPr/>
        </p:nvSpPr>
        <p:spPr>
          <a:xfrm flipV="1">
            <a:off x="17193767" y="9002268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1" name="Connector 7448"/>
          <p:cNvSpPr/>
          <p:nvPr/>
        </p:nvSpPr>
        <p:spPr>
          <a:xfrm>
            <a:off x="17547336" y="9002268"/>
            <a:ext cx="353568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2" name="Connector 7449"/>
          <p:cNvSpPr/>
          <p:nvPr/>
        </p:nvSpPr>
        <p:spPr>
          <a:xfrm>
            <a:off x="17900902" y="9010014"/>
            <a:ext cx="353570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3" name="Connector 7450"/>
          <p:cNvSpPr/>
          <p:nvPr/>
        </p:nvSpPr>
        <p:spPr>
          <a:xfrm>
            <a:off x="18254471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4" name="Connector 7451"/>
          <p:cNvSpPr/>
          <p:nvPr/>
        </p:nvSpPr>
        <p:spPr>
          <a:xfrm>
            <a:off x="18608039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5" name="Connector 7452"/>
          <p:cNvSpPr/>
          <p:nvPr/>
        </p:nvSpPr>
        <p:spPr>
          <a:xfrm>
            <a:off x="18961608" y="9126219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6" name="Connector 7453"/>
          <p:cNvSpPr/>
          <p:nvPr/>
        </p:nvSpPr>
        <p:spPr>
          <a:xfrm>
            <a:off x="19315176" y="919594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7" name="Connector 7454"/>
          <p:cNvSpPr/>
          <p:nvPr/>
        </p:nvSpPr>
        <p:spPr>
          <a:xfrm flipV="1">
            <a:off x="15425928" y="9183368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8" name="Connector 7455"/>
          <p:cNvSpPr/>
          <p:nvPr/>
        </p:nvSpPr>
        <p:spPr>
          <a:xfrm flipV="1">
            <a:off x="15867887" y="9103359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9" name="Connector 7456"/>
          <p:cNvSpPr/>
          <p:nvPr/>
        </p:nvSpPr>
        <p:spPr>
          <a:xfrm flipV="1">
            <a:off x="16309847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0" name="Connector 7457"/>
          <p:cNvSpPr/>
          <p:nvPr/>
        </p:nvSpPr>
        <p:spPr>
          <a:xfrm flipV="1">
            <a:off x="16751808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1" name="Connector 7458"/>
          <p:cNvSpPr/>
          <p:nvPr/>
        </p:nvSpPr>
        <p:spPr>
          <a:xfrm flipV="1">
            <a:off x="17193767" y="8970010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2" name="Connector 7459"/>
          <p:cNvSpPr/>
          <p:nvPr/>
        </p:nvSpPr>
        <p:spPr>
          <a:xfrm flipV="1">
            <a:off x="17635726" y="8961119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3" name="Connector 7460"/>
          <p:cNvSpPr/>
          <p:nvPr/>
        </p:nvSpPr>
        <p:spPr>
          <a:xfrm>
            <a:off x="18077687" y="8961119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4" name="Connector 7461"/>
          <p:cNvSpPr/>
          <p:nvPr/>
        </p:nvSpPr>
        <p:spPr>
          <a:xfrm>
            <a:off x="18519647" y="8970009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5" name="Connector 7462"/>
          <p:cNvSpPr/>
          <p:nvPr/>
        </p:nvSpPr>
        <p:spPr>
          <a:xfrm>
            <a:off x="18961608" y="8996680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6" name="Connector 7463"/>
          <p:cNvSpPr/>
          <p:nvPr/>
        </p:nvSpPr>
        <p:spPr>
          <a:xfrm>
            <a:off x="19403567" y="9041130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7" name="Connector 7464"/>
          <p:cNvSpPr/>
          <p:nvPr/>
        </p:nvSpPr>
        <p:spPr>
          <a:xfrm>
            <a:off x="19845528" y="9103359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8" name="Connector 7465"/>
          <p:cNvSpPr/>
          <p:nvPr/>
        </p:nvSpPr>
        <p:spPr>
          <a:xfrm>
            <a:off x="20287487" y="9183369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9" name="Connector 7466"/>
          <p:cNvSpPr/>
          <p:nvPr/>
        </p:nvSpPr>
        <p:spPr>
          <a:xfrm flipV="1">
            <a:off x="16486632" y="9233661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0" name="Connector 7467"/>
          <p:cNvSpPr/>
          <p:nvPr/>
        </p:nvSpPr>
        <p:spPr>
          <a:xfrm flipV="1">
            <a:off x="16575022" y="9194799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1" name="Connector 7468"/>
          <p:cNvSpPr/>
          <p:nvPr/>
        </p:nvSpPr>
        <p:spPr>
          <a:xfrm flipV="1">
            <a:off x="16663415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2" name="Connector 7469"/>
          <p:cNvSpPr/>
          <p:nvPr/>
        </p:nvSpPr>
        <p:spPr>
          <a:xfrm flipV="1">
            <a:off x="16751808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3" name="Connector 7470"/>
          <p:cNvSpPr/>
          <p:nvPr/>
        </p:nvSpPr>
        <p:spPr>
          <a:xfrm flipV="1">
            <a:off x="16840199" y="9130030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4" name="Connector 7471"/>
          <p:cNvSpPr/>
          <p:nvPr/>
        </p:nvSpPr>
        <p:spPr>
          <a:xfrm flipV="1">
            <a:off x="16928591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5" name="Connector 7472"/>
          <p:cNvSpPr/>
          <p:nvPr/>
        </p:nvSpPr>
        <p:spPr>
          <a:xfrm>
            <a:off x="17016984" y="9125711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6" name="Connector 7473"/>
          <p:cNvSpPr/>
          <p:nvPr/>
        </p:nvSpPr>
        <p:spPr>
          <a:xfrm>
            <a:off x="17105374" y="9130030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7" name="Connector 7474"/>
          <p:cNvSpPr/>
          <p:nvPr/>
        </p:nvSpPr>
        <p:spPr>
          <a:xfrm>
            <a:off x="17193767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8" name="Connector 7475"/>
          <p:cNvSpPr/>
          <p:nvPr/>
        </p:nvSpPr>
        <p:spPr>
          <a:xfrm>
            <a:off x="17282160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9" name="Connector 7476"/>
          <p:cNvSpPr/>
          <p:nvPr/>
        </p:nvSpPr>
        <p:spPr>
          <a:xfrm>
            <a:off x="17370552" y="919480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0" name="Connector 7477"/>
          <p:cNvSpPr/>
          <p:nvPr/>
        </p:nvSpPr>
        <p:spPr>
          <a:xfrm>
            <a:off x="17458943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1" name="Connector 7478"/>
          <p:cNvSpPr/>
          <p:nvPr/>
        </p:nvSpPr>
        <p:spPr>
          <a:xfrm flipV="1">
            <a:off x="16486632" y="922108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2" name="Connector 7479"/>
          <p:cNvSpPr/>
          <p:nvPr/>
        </p:nvSpPr>
        <p:spPr>
          <a:xfrm flipV="1">
            <a:off x="16663415" y="9171940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3" name="Connector 7480"/>
          <p:cNvSpPr/>
          <p:nvPr/>
        </p:nvSpPr>
        <p:spPr>
          <a:xfrm flipV="1">
            <a:off x="16840199" y="9133713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4" name="Connector 7481"/>
          <p:cNvSpPr/>
          <p:nvPr/>
        </p:nvSpPr>
        <p:spPr>
          <a:xfrm flipV="1">
            <a:off x="17016984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5" name="Connector 7482"/>
          <p:cNvSpPr/>
          <p:nvPr/>
        </p:nvSpPr>
        <p:spPr>
          <a:xfrm flipV="1">
            <a:off x="17193767" y="9090024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6" name="Connector 7483"/>
          <p:cNvSpPr/>
          <p:nvPr/>
        </p:nvSpPr>
        <p:spPr>
          <a:xfrm flipV="1">
            <a:off x="17370550" y="908456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7" name="Connector 7484"/>
          <p:cNvSpPr/>
          <p:nvPr/>
        </p:nvSpPr>
        <p:spPr>
          <a:xfrm>
            <a:off x="17547336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8" name="Connector 7485"/>
          <p:cNvSpPr/>
          <p:nvPr/>
        </p:nvSpPr>
        <p:spPr>
          <a:xfrm>
            <a:off x="17724119" y="9090025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9" name="Connector 7486"/>
          <p:cNvSpPr/>
          <p:nvPr/>
        </p:nvSpPr>
        <p:spPr>
          <a:xfrm>
            <a:off x="17900902" y="9106407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0" name="Connector 7487"/>
          <p:cNvSpPr/>
          <p:nvPr/>
        </p:nvSpPr>
        <p:spPr>
          <a:xfrm>
            <a:off x="18077687" y="9133713"/>
            <a:ext cx="176784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1" name="Connector 7488"/>
          <p:cNvSpPr/>
          <p:nvPr/>
        </p:nvSpPr>
        <p:spPr>
          <a:xfrm>
            <a:off x="18254470" y="9171940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2" name="Connector 7489"/>
          <p:cNvSpPr/>
          <p:nvPr/>
        </p:nvSpPr>
        <p:spPr>
          <a:xfrm>
            <a:off x="18431256" y="922108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3" name="Connector 7490"/>
          <p:cNvSpPr/>
          <p:nvPr/>
        </p:nvSpPr>
        <p:spPr>
          <a:xfrm flipV="1">
            <a:off x="16486632" y="9208514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4" name="Connector 7491"/>
          <p:cNvSpPr/>
          <p:nvPr/>
        </p:nvSpPr>
        <p:spPr>
          <a:xfrm flipV="1">
            <a:off x="16751808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5" name="Connector 7492"/>
          <p:cNvSpPr/>
          <p:nvPr/>
        </p:nvSpPr>
        <p:spPr>
          <a:xfrm flipV="1">
            <a:off x="17016984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6" name="Connector 7493"/>
          <p:cNvSpPr/>
          <p:nvPr/>
        </p:nvSpPr>
        <p:spPr>
          <a:xfrm flipV="1">
            <a:off x="17282160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7" name="Connector 7494"/>
          <p:cNvSpPr/>
          <p:nvPr/>
        </p:nvSpPr>
        <p:spPr>
          <a:xfrm flipV="1">
            <a:off x="17547336" y="9050019"/>
            <a:ext cx="265176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8" name="Connector 7495"/>
          <p:cNvSpPr/>
          <p:nvPr/>
        </p:nvSpPr>
        <p:spPr>
          <a:xfrm flipV="1">
            <a:off x="17812511" y="9043416"/>
            <a:ext cx="265178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9" name="Connector 7496"/>
          <p:cNvSpPr/>
          <p:nvPr/>
        </p:nvSpPr>
        <p:spPr>
          <a:xfrm>
            <a:off x="18077687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0" name="Connector 7497"/>
          <p:cNvSpPr/>
          <p:nvPr/>
        </p:nvSpPr>
        <p:spPr>
          <a:xfrm>
            <a:off x="18342863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1" name="Connector 7498"/>
          <p:cNvSpPr/>
          <p:nvPr/>
        </p:nvSpPr>
        <p:spPr>
          <a:xfrm>
            <a:off x="18608039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2" name="Connector 7499"/>
          <p:cNvSpPr/>
          <p:nvPr/>
        </p:nvSpPr>
        <p:spPr>
          <a:xfrm>
            <a:off x="18873215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3" name="Connector 7500"/>
          <p:cNvSpPr/>
          <p:nvPr/>
        </p:nvSpPr>
        <p:spPr>
          <a:xfrm>
            <a:off x="19138391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4" name="Connector 7501"/>
          <p:cNvSpPr/>
          <p:nvPr/>
        </p:nvSpPr>
        <p:spPr>
          <a:xfrm>
            <a:off x="19403567" y="9208516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5" name="Connector 7502"/>
          <p:cNvSpPr/>
          <p:nvPr/>
        </p:nvSpPr>
        <p:spPr>
          <a:xfrm flipV="1">
            <a:off x="16486632" y="9195941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6" name="Connector 7503"/>
          <p:cNvSpPr/>
          <p:nvPr/>
        </p:nvSpPr>
        <p:spPr>
          <a:xfrm flipV="1">
            <a:off x="16840199" y="9126219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7" name="Connector 7504"/>
          <p:cNvSpPr/>
          <p:nvPr/>
        </p:nvSpPr>
        <p:spPr>
          <a:xfrm flipV="1">
            <a:off x="17193767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8" name="Connector 7505"/>
          <p:cNvSpPr/>
          <p:nvPr/>
        </p:nvSpPr>
        <p:spPr>
          <a:xfrm flipV="1">
            <a:off x="17547336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9" name="Connector 7506"/>
          <p:cNvSpPr/>
          <p:nvPr/>
        </p:nvSpPr>
        <p:spPr>
          <a:xfrm flipV="1">
            <a:off x="17900904" y="9010014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0" name="Connector 7507"/>
          <p:cNvSpPr/>
          <p:nvPr/>
        </p:nvSpPr>
        <p:spPr>
          <a:xfrm flipV="1">
            <a:off x="18254470" y="9002268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1" name="Connector 7508"/>
          <p:cNvSpPr/>
          <p:nvPr/>
        </p:nvSpPr>
        <p:spPr>
          <a:xfrm>
            <a:off x="18608039" y="9002268"/>
            <a:ext cx="353569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2" name="Connector 7509"/>
          <p:cNvSpPr/>
          <p:nvPr/>
        </p:nvSpPr>
        <p:spPr>
          <a:xfrm>
            <a:off x="18961608" y="9010014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3" name="Connector 7510"/>
          <p:cNvSpPr/>
          <p:nvPr/>
        </p:nvSpPr>
        <p:spPr>
          <a:xfrm>
            <a:off x="19315176" y="9033256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4" name="Connector 7511"/>
          <p:cNvSpPr/>
          <p:nvPr/>
        </p:nvSpPr>
        <p:spPr>
          <a:xfrm>
            <a:off x="19668743" y="9071991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5" name="Connector 7512"/>
          <p:cNvSpPr/>
          <p:nvPr/>
        </p:nvSpPr>
        <p:spPr>
          <a:xfrm>
            <a:off x="20022312" y="9126219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6" name="Connector 7513"/>
          <p:cNvSpPr/>
          <p:nvPr/>
        </p:nvSpPr>
        <p:spPr>
          <a:xfrm>
            <a:off x="20375880" y="9195943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7" name="Connector 7514"/>
          <p:cNvSpPr/>
          <p:nvPr/>
        </p:nvSpPr>
        <p:spPr>
          <a:xfrm flipV="1">
            <a:off x="17547336" y="9233661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8" name="Connector 7515"/>
          <p:cNvSpPr/>
          <p:nvPr/>
        </p:nvSpPr>
        <p:spPr>
          <a:xfrm flipV="1">
            <a:off x="17635728" y="9194799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9" name="Connector 7516"/>
          <p:cNvSpPr/>
          <p:nvPr/>
        </p:nvSpPr>
        <p:spPr>
          <a:xfrm flipV="1">
            <a:off x="17724119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0" name="Connector 7517"/>
          <p:cNvSpPr/>
          <p:nvPr/>
        </p:nvSpPr>
        <p:spPr>
          <a:xfrm flipV="1">
            <a:off x="17812512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1" name="Connector 7518"/>
          <p:cNvSpPr/>
          <p:nvPr/>
        </p:nvSpPr>
        <p:spPr>
          <a:xfrm flipV="1">
            <a:off x="17900904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2" name="Connector 7519"/>
          <p:cNvSpPr/>
          <p:nvPr/>
        </p:nvSpPr>
        <p:spPr>
          <a:xfrm flipV="1">
            <a:off x="17989295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3" name="Connector 7520"/>
          <p:cNvSpPr/>
          <p:nvPr/>
        </p:nvSpPr>
        <p:spPr>
          <a:xfrm>
            <a:off x="18077687" y="9125711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4" name="Connector 7521"/>
          <p:cNvSpPr/>
          <p:nvPr/>
        </p:nvSpPr>
        <p:spPr>
          <a:xfrm>
            <a:off x="18166078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5" name="Connector 7522"/>
          <p:cNvSpPr/>
          <p:nvPr/>
        </p:nvSpPr>
        <p:spPr>
          <a:xfrm>
            <a:off x="18254470" y="9142983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6" name="Connector 7523"/>
          <p:cNvSpPr/>
          <p:nvPr/>
        </p:nvSpPr>
        <p:spPr>
          <a:xfrm>
            <a:off x="18342863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7" name="Connector 7524"/>
          <p:cNvSpPr/>
          <p:nvPr/>
        </p:nvSpPr>
        <p:spPr>
          <a:xfrm>
            <a:off x="18431256" y="9194800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8" name="Connector 7525"/>
          <p:cNvSpPr/>
          <p:nvPr/>
        </p:nvSpPr>
        <p:spPr>
          <a:xfrm>
            <a:off x="18519647" y="9233661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9" name="Connector 7526"/>
          <p:cNvSpPr/>
          <p:nvPr/>
        </p:nvSpPr>
        <p:spPr>
          <a:xfrm flipV="1">
            <a:off x="17547336" y="9221088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0" name="Connector 7527"/>
          <p:cNvSpPr/>
          <p:nvPr/>
        </p:nvSpPr>
        <p:spPr>
          <a:xfrm flipV="1">
            <a:off x="17724119" y="9171940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1" name="Connector 7528"/>
          <p:cNvSpPr/>
          <p:nvPr/>
        </p:nvSpPr>
        <p:spPr>
          <a:xfrm flipV="1">
            <a:off x="17900904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2" name="Connector 7529"/>
          <p:cNvSpPr/>
          <p:nvPr/>
        </p:nvSpPr>
        <p:spPr>
          <a:xfrm flipV="1">
            <a:off x="18077687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3" name="Connector 7530"/>
          <p:cNvSpPr/>
          <p:nvPr/>
        </p:nvSpPr>
        <p:spPr>
          <a:xfrm flipV="1">
            <a:off x="18254471" y="9090024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4" name="Connector 7531"/>
          <p:cNvSpPr/>
          <p:nvPr/>
        </p:nvSpPr>
        <p:spPr>
          <a:xfrm flipV="1">
            <a:off x="18431254" y="908456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5" name="Connector 7532"/>
          <p:cNvSpPr/>
          <p:nvPr/>
        </p:nvSpPr>
        <p:spPr>
          <a:xfrm>
            <a:off x="18608039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6" name="Connector 7533"/>
          <p:cNvSpPr/>
          <p:nvPr/>
        </p:nvSpPr>
        <p:spPr>
          <a:xfrm>
            <a:off x="18784823" y="909002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7" name="Connector 7534"/>
          <p:cNvSpPr/>
          <p:nvPr/>
        </p:nvSpPr>
        <p:spPr>
          <a:xfrm>
            <a:off x="18961608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8" name="Connector 7535"/>
          <p:cNvSpPr/>
          <p:nvPr/>
        </p:nvSpPr>
        <p:spPr>
          <a:xfrm>
            <a:off x="19138391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9" name="Connector 7536"/>
          <p:cNvSpPr/>
          <p:nvPr/>
        </p:nvSpPr>
        <p:spPr>
          <a:xfrm>
            <a:off x="19315176" y="9171940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0" name="Connector 7537"/>
          <p:cNvSpPr/>
          <p:nvPr/>
        </p:nvSpPr>
        <p:spPr>
          <a:xfrm>
            <a:off x="19491960" y="922108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1" name="Connector 7538"/>
          <p:cNvSpPr/>
          <p:nvPr/>
        </p:nvSpPr>
        <p:spPr>
          <a:xfrm flipV="1">
            <a:off x="17547336" y="9208514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2" name="Connector 7539"/>
          <p:cNvSpPr/>
          <p:nvPr/>
        </p:nvSpPr>
        <p:spPr>
          <a:xfrm flipV="1">
            <a:off x="17812512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3" name="Connector 7540"/>
          <p:cNvSpPr/>
          <p:nvPr/>
        </p:nvSpPr>
        <p:spPr>
          <a:xfrm flipV="1">
            <a:off x="18077687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4" name="Connector 7541"/>
          <p:cNvSpPr/>
          <p:nvPr/>
        </p:nvSpPr>
        <p:spPr>
          <a:xfrm flipV="1">
            <a:off x="18342863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5" name="Connector 7542"/>
          <p:cNvSpPr/>
          <p:nvPr/>
        </p:nvSpPr>
        <p:spPr>
          <a:xfrm flipV="1">
            <a:off x="18608039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6" name="Connector 7543"/>
          <p:cNvSpPr/>
          <p:nvPr/>
        </p:nvSpPr>
        <p:spPr>
          <a:xfrm flipV="1">
            <a:off x="18873215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7" name="Connector 7544"/>
          <p:cNvSpPr/>
          <p:nvPr/>
        </p:nvSpPr>
        <p:spPr>
          <a:xfrm>
            <a:off x="19138391" y="9043416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8" name="Connector 7545"/>
          <p:cNvSpPr/>
          <p:nvPr/>
        </p:nvSpPr>
        <p:spPr>
          <a:xfrm>
            <a:off x="19403567" y="9050019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9" name="Connector 7546"/>
          <p:cNvSpPr/>
          <p:nvPr/>
        </p:nvSpPr>
        <p:spPr>
          <a:xfrm>
            <a:off x="19668743" y="9069831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0" name="Connector 7547"/>
          <p:cNvSpPr/>
          <p:nvPr/>
        </p:nvSpPr>
        <p:spPr>
          <a:xfrm>
            <a:off x="19933919" y="9102852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1" name="Connector 7548"/>
          <p:cNvSpPr/>
          <p:nvPr/>
        </p:nvSpPr>
        <p:spPr>
          <a:xfrm>
            <a:off x="20199095" y="9149080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2" name="Connector 7549"/>
          <p:cNvSpPr/>
          <p:nvPr/>
        </p:nvSpPr>
        <p:spPr>
          <a:xfrm>
            <a:off x="20464271" y="9208516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3" name="Connector 7550"/>
          <p:cNvSpPr/>
          <p:nvPr/>
        </p:nvSpPr>
        <p:spPr>
          <a:xfrm flipV="1">
            <a:off x="18608039" y="9233661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4" name="Connector 7551"/>
          <p:cNvSpPr/>
          <p:nvPr/>
        </p:nvSpPr>
        <p:spPr>
          <a:xfrm flipV="1">
            <a:off x="18696432" y="9194799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5" name="Connector 7552"/>
          <p:cNvSpPr/>
          <p:nvPr/>
        </p:nvSpPr>
        <p:spPr>
          <a:xfrm flipV="1">
            <a:off x="18784823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6" name="Connector 7553"/>
          <p:cNvSpPr/>
          <p:nvPr/>
        </p:nvSpPr>
        <p:spPr>
          <a:xfrm flipV="1">
            <a:off x="18873215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7" name="Connector 7554"/>
          <p:cNvSpPr/>
          <p:nvPr/>
        </p:nvSpPr>
        <p:spPr>
          <a:xfrm flipV="1">
            <a:off x="18961608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8" name="Connector 7555"/>
          <p:cNvSpPr/>
          <p:nvPr/>
        </p:nvSpPr>
        <p:spPr>
          <a:xfrm flipV="1">
            <a:off x="19049998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9" name="Connector 7556"/>
          <p:cNvSpPr/>
          <p:nvPr/>
        </p:nvSpPr>
        <p:spPr>
          <a:xfrm>
            <a:off x="19138391" y="9125711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0" name="Connector 7557"/>
          <p:cNvSpPr/>
          <p:nvPr/>
        </p:nvSpPr>
        <p:spPr>
          <a:xfrm>
            <a:off x="19226783" y="9130030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1" name="Connector 7558"/>
          <p:cNvSpPr/>
          <p:nvPr/>
        </p:nvSpPr>
        <p:spPr>
          <a:xfrm>
            <a:off x="19315176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2" name="Connector 7559"/>
          <p:cNvSpPr/>
          <p:nvPr/>
        </p:nvSpPr>
        <p:spPr>
          <a:xfrm>
            <a:off x="19403567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3" name="Connector 7560"/>
          <p:cNvSpPr/>
          <p:nvPr/>
        </p:nvSpPr>
        <p:spPr>
          <a:xfrm>
            <a:off x="19491960" y="9194800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4" name="Connector 7561"/>
          <p:cNvSpPr/>
          <p:nvPr/>
        </p:nvSpPr>
        <p:spPr>
          <a:xfrm>
            <a:off x="19580350" y="9233661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5" name="Connector 7562"/>
          <p:cNvSpPr/>
          <p:nvPr/>
        </p:nvSpPr>
        <p:spPr>
          <a:xfrm flipV="1">
            <a:off x="18608039" y="9221088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6" name="Connector 7563"/>
          <p:cNvSpPr/>
          <p:nvPr/>
        </p:nvSpPr>
        <p:spPr>
          <a:xfrm flipV="1">
            <a:off x="18784822" y="9171940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7" name="Connector 7564"/>
          <p:cNvSpPr/>
          <p:nvPr/>
        </p:nvSpPr>
        <p:spPr>
          <a:xfrm flipV="1">
            <a:off x="18961608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8" name="Connector 7565"/>
          <p:cNvSpPr/>
          <p:nvPr/>
        </p:nvSpPr>
        <p:spPr>
          <a:xfrm flipV="1">
            <a:off x="19138391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9" name="Connector 7566"/>
          <p:cNvSpPr/>
          <p:nvPr/>
        </p:nvSpPr>
        <p:spPr>
          <a:xfrm flipV="1">
            <a:off x="19315176" y="9090024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0" name="Connector 7567"/>
          <p:cNvSpPr/>
          <p:nvPr/>
        </p:nvSpPr>
        <p:spPr>
          <a:xfrm flipV="1">
            <a:off x="19491959" y="9084564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1" name="Connector 7568"/>
          <p:cNvSpPr/>
          <p:nvPr/>
        </p:nvSpPr>
        <p:spPr>
          <a:xfrm>
            <a:off x="19668743" y="9084564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2" name="Connector 7569"/>
          <p:cNvSpPr/>
          <p:nvPr/>
        </p:nvSpPr>
        <p:spPr>
          <a:xfrm>
            <a:off x="19845528" y="9090025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3" name="Connector 7570"/>
          <p:cNvSpPr/>
          <p:nvPr/>
        </p:nvSpPr>
        <p:spPr>
          <a:xfrm>
            <a:off x="20022312" y="9106407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4" name="Connector 7571"/>
          <p:cNvSpPr/>
          <p:nvPr/>
        </p:nvSpPr>
        <p:spPr>
          <a:xfrm>
            <a:off x="20199095" y="9133713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5" name="Connector 7572"/>
          <p:cNvSpPr/>
          <p:nvPr/>
        </p:nvSpPr>
        <p:spPr>
          <a:xfrm>
            <a:off x="20375880" y="9171940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6" name="Connector 7573"/>
          <p:cNvSpPr/>
          <p:nvPr/>
        </p:nvSpPr>
        <p:spPr>
          <a:xfrm>
            <a:off x="20552663" y="9221089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7" name="Connector 7574"/>
          <p:cNvSpPr/>
          <p:nvPr/>
        </p:nvSpPr>
        <p:spPr>
          <a:xfrm flipV="1">
            <a:off x="19668743" y="9233661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8" name="Connector 7575"/>
          <p:cNvSpPr/>
          <p:nvPr/>
        </p:nvSpPr>
        <p:spPr>
          <a:xfrm flipV="1">
            <a:off x="19757136" y="9194799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9" name="Connector 7576"/>
          <p:cNvSpPr/>
          <p:nvPr/>
        </p:nvSpPr>
        <p:spPr>
          <a:xfrm flipV="1">
            <a:off x="19845528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0" name="Connector 7577"/>
          <p:cNvSpPr/>
          <p:nvPr/>
        </p:nvSpPr>
        <p:spPr>
          <a:xfrm flipV="1">
            <a:off x="19933919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1" name="Connector 7578"/>
          <p:cNvSpPr/>
          <p:nvPr/>
        </p:nvSpPr>
        <p:spPr>
          <a:xfrm flipV="1">
            <a:off x="20022312" y="9130030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2" name="Connector 7579"/>
          <p:cNvSpPr/>
          <p:nvPr/>
        </p:nvSpPr>
        <p:spPr>
          <a:xfrm flipV="1">
            <a:off x="20110702" y="9125711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3" name="Connector 7580"/>
          <p:cNvSpPr/>
          <p:nvPr/>
        </p:nvSpPr>
        <p:spPr>
          <a:xfrm>
            <a:off x="20199095" y="9125711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4" name="Connector 7581"/>
          <p:cNvSpPr/>
          <p:nvPr/>
        </p:nvSpPr>
        <p:spPr>
          <a:xfrm>
            <a:off x="20287487" y="9130030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5" name="Connector 7582"/>
          <p:cNvSpPr/>
          <p:nvPr/>
        </p:nvSpPr>
        <p:spPr>
          <a:xfrm>
            <a:off x="20375880" y="9142983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6" name="Connector 7583"/>
          <p:cNvSpPr/>
          <p:nvPr/>
        </p:nvSpPr>
        <p:spPr>
          <a:xfrm>
            <a:off x="20464271" y="9164573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7" name="Connector 7584"/>
          <p:cNvSpPr/>
          <p:nvPr/>
        </p:nvSpPr>
        <p:spPr>
          <a:xfrm>
            <a:off x="20552663" y="9194800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8" name="Connector 7585"/>
          <p:cNvSpPr/>
          <p:nvPr/>
        </p:nvSpPr>
        <p:spPr>
          <a:xfrm>
            <a:off x="20641054" y="9233661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9" name="Connector 7586"/>
          <p:cNvSpPr/>
          <p:nvPr/>
        </p:nvSpPr>
        <p:spPr>
          <a:xfrm flipV="1">
            <a:off x="13304519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0" name="Connector 7587"/>
          <p:cNvSpPr/>
          <p:nvPr/>
        </p:nvSpPr>
        <p:spPr>
          <a:xfrm flipV="1">
            <a:off x="13392911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1" name="Connector 7588"/>
          <p:cNvSpPr/>
          <p:nvPr/>
        </p:nvSpPr>
        <p:spPr>
          <a:xfrm flipV="1">
            <a:off x="13481304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2" name="Connector 7589"/>
          <p:cNvSpPr/>
          <p:nvPr/>
        </p:nvSpPr>
        <p:spPr>
          <a:xfrm flipV="1">
            <a:off x="13569695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3" name="Connector 7590"/>
          <p:cNvSpPr/>
          <p:nvPr/>
        </p:nvSpPr>
        <p:spPr>
          <a:xfrm flipV="1">
            <a:off x="13658087" y="9989564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4" name="Connector 7591"/>
          <p:cNvSpPr/>
          <p:nvPr/>
        </p:nvSpPr>
        <p:spPr>
          <a:xfrm flipV="1">
            <a:off x="13746478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5" name="Connector 7592"/>
          <p:cNvSpPr/>
          <p:nvPr/>
        </p:nvSpPr>
        <p:spPr>
          <a:xfrm>
            <a:off x="13834871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6" name="Connector 7593"/>
          <p:cNvSpPr/>
          <p:nvPr/>
        </p:nvSpPr>
        <p:spPr>
          <a:xfrm>
            <a:off x="13923263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7" name="Connector 7594"/>
          <p:cNvSpPr/>
          <p:nvPr/>
        </p:nvSpPr>
        <p:spPr>
          <a:xfrm>
            <a:off x="14011656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8" name="Connector 7595"/>
          <p:cNvSpPr/>
          <p:nvPr/>
        </p:nvSpPr>
        <p:spPr>
          <a:xfrm>
            <a:off x="14100047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9" name="Connector 7596"/>
          <p:cNvSpPr/>
          <p:nvPr/>
        </p:nvSpPr>
        <p:spPr>
          <a:xfrm>
            <a:off x="14188439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0" name="Connector 7597"/>
          <p:cNvSpPr/>
          <p:nvPr/>
        </p:nvSpPr>
        <p:spPr>
          <a:xfrm>
            <a:off x="14276832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1" name="Connector 7598"/>
          <p:cNvSpPr/>
          <p:nvPr/>
        </p:nvSpPr>
        <p:spPr>
          <a:xfrm flipV="1">
            <a:off x="13304519" y="10080624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2" name="Connector 7599"/>
          <p:cNvSpPr/>
          <p:nvPr/>
        </p:nvSpPr>
        <p:spPr>
          <a:xfrm flipV="1">
            <a:off x="13481302" y="1003147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3" name="Connector 7600"/>
          <p:cNvSpPr/>
          <p:nvPr/>
        </p:nvSpPr>
        <p:spPr>
          <a:xfrm flipV="1">
            <a:off x="13658087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4" name="Connector 7601"/>
          <p:cNvSpPr/>
          <p:nvPr/>
        </p:nvSpPr>
        <p:spPr>
          <a:xfrm flipV="1">
            <a:off x="13834871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5" name="Connector 7602"/>
          <p:cNvSpPr/>
          <p:nvPr/>
        </p:nvSpPr>
        <p:spPr>
          <a:xfrm flipV="1">
            <a:off x="14011656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6" name="Connector 7603"/>
          <p:cNvSpPr/>
          <p:nvPr/>
        </p:nvSpPr>
        <p:spPr>
          <a:xfrm flipV="1">
            <a:off x="14188439" y="994410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7" name="Connector 7604"/>
          <p:cNvSpPr/>
          <p:nvPr/>
        </p:nvSpPr>
        <p:spPr>
          <a:xfrm>
            <a:off x="14365223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8" name="Connector 7605"/>
          <p:cNvSpPr/>
          <p:nvPr/>
        </p:nvSpPr>
        <p:spPr>
          <a:xfrm>
            <a:off x="14542008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9" name="Connector 7606"/>
          <p:cNvSpPr/>
          <p:nvPr/>
        </p:nvSpPr>
        <p:spPr>
          <a:xfrm>
            <a:off x="14718791" y="9965943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0" name="Connector 7607"/>
          <p:cNvSpPr/>
          <p:nvPr/>
        </p:nvSpPr>
        <p:spPr>
          <a:xfrm>
            <a:off x="14895576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1" name="Connector 7608"/>
          <p:cNvSpPr/>
          <p:nvPr/>
        </p:nvSpPr>
        <p:spPr>
          <a:xfrm>
            <a:off x="15072360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2" name="Connector 7609"/>
          <p:cNvSpPr/>
          <p:nvPr/>
        </p:nvSpPr>
        <p:spPr>
          <a:xfrm>
            <a:off x="15249143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3" name="Connector 7610"/>
          <p:cNvSpPr/>
          <p:nvPr/>
        </p:nvSpPr>
        <p:spPr>
          <a:xfrm flipV="1">
            <a:off x="13304519" y="1006805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4" name="Connector 7611"/>
          <p:cNvSpPr/>
          <p:nvPr/>
        </p:nvSpPr>
        <p:spPr>
          <a:xfrm flipV="1">
            <a:off x="13569695" y="10008616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5" name="Connector 7612"/>
          <p:cNvSpPr/>
          <p:nvPr/>
        </p:nvSpPr>
        <p:spPr>
          <a:xfrm flipV="1">
            <a:off x="13834871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6" name="Connector 7613"/>
          <p:cNvSpPr/>
          <p:nvPr/>
        </p:nvSpPr>
        <p:spPr>
          <a:xfrm flipV="1">
            <a:off x="14100047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7" name="Connector 7614"/>
          <p:cNvSpPr/>
          <p:nvPr/>
        </p:nvSpPr>
        <p:spPr>
          <a:xfrm flipV="1">
            <a:off x="14365223" y="990955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8" name="Connector 7615"/>
          <p:cNvSpPr/>
          <p:nvPr/>
        </p:nvSpPr>
        <p:spPr>
          <a:xfrm flipV="1">
            <a:off x="14630400" y="9902952"/>
            <a:ext cx="265176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9" name="Connector 7616"/>
          <p:cNvSpPr/>
          <p:nvPr/>
        </p:nvSpPr>
        <p:spPr>
          <a:xfrm>
            <a:off x="14895576" y="9902952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0" name="Connector 7617"/>
          <p:cNvSpPr/>
          <p:nvPr/>
        </p:nvSpPr>
        <p:spPr>
          <a:xfrm>
            <a:off x="15160750" y="9909556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1" name="Connector 7618"/>
          <p:cNvSpPr/>
          <p:nvPr/>
        </p:nvSpPr>
        <p:spPr>
          <a:xfrm>
            <a:off x="15425928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2" name="Connector 7619"/>
          <p:cNvSpPr/>
          <p:nvPr/>
        </p:nvSpPr>
        <p:spPr>
          <a:xfrm>
            <a:off x="15691104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3" name="Connector 7620"/>
          <p:cNvSpPr/>
          <p:nvPr/>
        </p:nvSpPr>
        <p:spPr>
          <a:xfrm>
            <a:off x="15956280" y="10008616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4" name="Connector 7621"/>
          <p:cNvSpPr/>
          <p:nvPr/>
        </p:nvSpPr>
        <p:spPr>
          <a:xfrm>
            <a:off x="16221454" y="10068051"/>
            <a:ext cx="265178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5" name="Connector 7622"/>
          <p:cNvSpPr/>
          <p:nvPr/>
        </p:nvSpPr>
        <p:spPr>
          <a:xfrm flipV="1">
            <a:off x="13304519" y="10055477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6" name="Connector 7623"/>
          <p:cNvSpPr/>
          <p:nvPr/>
        </p:nvSpPr>
        <p:spPr>
          <a:xfrm flipV="1">
            <a:off x="13658087" y="998575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7" name="Connector 7624"/>
          <p:cNvSpPr/>
          <p:nvPr/>
        </p:nvSpPr>
        <p:spPr>
          <a:xfrm flipV="1">
            <a:off x="14011656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8" name="Connector 7625"/>
          <p:cNvSpPr/>
          <p:nvPr/>
        </p:nvSpPr>
        <p:spPr>
          <a:xfrm flipV="1">
            <a:off x="14365223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9" name="Connector 7626"/>
          <p:cNvSpPr/>
          <p:nvPr/>
        </p:nvSpPr>
        <p:spPr>
          <a:xfrm flipV="1">
            <a:off x="14718791" y="9869550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0" name="Connector 7627"/>
          <p:cNvSpPr/>
          <p:nvPr/>
        </p:nvSpPr>
        <p:spPr>
          <a:xfrm flipV="1">
            <a:off x="15072359" y="9861804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1" name="Connector 7628"/>
          <p:cNvSpPr/>
          <p:nvPr/>
        </p:nvSpPr>
        <p:spPr>
          <a:xfrm>
            <a:off x="15425928" y="9861804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2" name="Connector 7629"/>
          <p:cNvSpPr/>
          <p:nvPr/>
        </p:nvSpPr>
        <p:spPr>
          <a:xfrm>
            <a:off x="15779495" y="9869551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3" name="Connector 7630"/>
          <p:cNvSpPr/>
          <p:nvPr/>
        </p:nvSpPr>
        <p:spPr>
          <a:xfrm>
            <a:off x="16133063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4" name="Connector 7631"/>
          <p:cNvSpPr/>
          <p:nvPr/>
        </p:nvSpPr>
        <p:spPr>
          <a:xfrm>
            <a:off x="16486632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5" name="Connector 7632"/>
          <p:cNvSpPr/>
          <p:nvPr/>
        </p:nvSpPr>
        <p:spPr>
          <a:xfrm>
            <a:off x="16840199" y="998575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6" name="Connector 7633"/>
          <p:cNvSpPr/>
          <p:nvPr/>
        </p:nvSpPr>
        <p:spPr>
          <a:xfrm>
            <a:off x="17193767" y="10055477"/>
            <a:ext cx="353570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7" name="Connector 7634"/>
          <p:cNvSpPr/>
          <p:nvPr/>
        </p:nvSpPr>
        <p:spPr>
          <a:xfrm flipV="1">
            <a:off x="13304519" y="1004290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8" name="Connector 7635"/>
          <p:cNvSpPr/>
          <p:nvPr/>
        </p:nvSpPr>
        <p:spPr>
          <a:xfrm flipV="1">
            <a:off x="13746478" y="996289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9" name="Connector 7636"/>
          <p:cNvSpPr/>
          <p:nvPr/>
        </p:nvSpPr>
        <p:spPr>
          <a:xfrm flipV="1">
            <a:off x="14188439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0" name="Connector 7637"/>
          <p:cNvSpPr/>
          <p:nvPr/>
        </p:nvSpPr>
        <p:spPr>
          <a:xfrm flipV="1">
            <a:off x="14630400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1" name="Connector 7638"/>
          <p:cNvSpPr/>
          <p:nvPr/>
        </p:nvSpPr>
        <p:spPr>
          <a:xfrm flipV="1">
            <a:off x="15072360" y="9829544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2" name="Connector 7639"/>
          <p:cNvSpPr/>
          <p:nvPr/>
        </p:nvSpPr>
        <p:spPr>
          <a:xfrm flipV="1">
            <a:off x="15514319" y="9820656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3" name="Connector 7640"/>
          <p:cNvSpPr/>
          <p:nvPr/>
        </p:nvSpPr>
        <p:spPr>
          <a:xfrm>
            <a:off x="15956280" y="982065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4" name="Connector 7641"/>
          <p:cNvSpPr/>
          <p:nvPr/>
        </p:nvSpPr>
        <p:spPr>
          <a:xfrm>
            <a:off x="16398239" y="982954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5" name="Connector 7642"/>
          <p:cNvSpPr/>
          <p:nvPr/>
        </p:nvSpPr>
        <p:spPr>
          <a:xfrm>
            <a:off x="16840200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6" name="Connector 7643"/>
          <p:cNvSpPr/>
          <p:nvPr/>
        </p:nvSpPr>
        <p:spPr>
          <a:xfrm>
            <a:off x="17282160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7" name="Connector 7644"/>
          <p:cNvSpPr/>
          <p:nvPr/>
        </p:nvSpPr>
        <p:spPr>
          <a:xfrm>
            <a:off x="17724119" y="9962895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8" name="Connector 7645"/>
          <p:cNvSpPr/>
          <p:nvPr/>
        </p:nvSpPr>
        <p:spPr>
          <a:xfrm>
            <a:off x="18166078" y="10042904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9" name="Connector 7646"/>
          <p:cNvSpPr/>
          <p:nvPr/>
        </p:nvSpPr>
        <p:spPr>
          <a:xfrm flipV="1">
            <a:off x="13304519" y="10030331"/>
            <a:ext cx="530352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0" name="Connector 7647"/>
          <p:cNvSpPr/>
          <p:nvPr/>
        </p:nvSpPr>
        <p:spPr>
          <a:xfrm flipV="1">
            <a:off x="13834870" y="9940035"/>
            <a:ext cx="530354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1" name="Connector 7648"/>
          <p:cNvSpPr/>
          <p:nvPr/>
        </p:nvSpPr>
        <p:spPr>
          <a:xfrm flipV="1">
            <a:off x="14365223" y="986980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2" name="Connector 7649"/>
          <p:cNvSpPr/>
          <p:nvPr/>
        </p:nvSpPr>
        <p:spPr>
          <a:xfrm flipV="1">
            <a:off x="14895576" y="9819640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3" name="Connector 7650"/>
          <p:cNvSpPr/>
          <p:nvPr/>
        </p:nvSpPr>
        <p:spPr>
          <a:xfrm flipV="1">
            <a:off x="15425928" y="9789539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4" name="Connector 7651"/>
          <p:cNvSpPr/>
          <p:nvPr/>
        </p:nvSpPr>
        <p:spPr>
          <a:xfrm flipV="1">
            <a:off x="15956280" y="9779507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5" name="Connector 7652"/>
          <p:cNvSpPr/>
          <p:nvPr/>
        </p:nvSpPr>
        <p:spPr>
          <a:xfrm>
            <a:off x="16486632" y="9779507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6" name="Connector 7653"/>
          <p:cNvSpPr/>
          <p:nvPr/>
        </p:nvSpPr>
        <p:spPr>
          <a:xfrm>
            <a:off x="17016984" y="9789541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7" name="Connector 7654"/>
          <p:cNvSpPr/>
          <p:nvPr/>
        </p:nvSpPr>
        <p:spPr>
          <a:xfrm>
            <a:off x="17547336" y="9819640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8" name="Connector 7655"/>
          <p:cNvSpPr/>
          <p:nvPr/>
        </p:nvSpPr>
        <p:spPr>
          <a:xfrm>
            <a:off x="18077687" y="986980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9" name="Connector 7656"/>
          <p:cNvSpPr/>
          <p:nvPr/>
        </p:nvSpPr>
        <p:spPr>
          <a:xfrm>
            <a:off x="18608039" y="994003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0" name="Connector 7657"/>
          <p:cNvSpPr/>
          <p:nvPr/>
        </p:nvSpPr>
        <p:spPr>
          <a:xfrm>
            <a:off x="19138391" y="10030331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1" name="Connector 7658"/>
          <p:cNvSpPr/>
          <p:nvPr/>
        </p:nvSpPr>
        <p:spPr>
          <a:xfrm flipV="1">
            <a:off x="13304519" y="10017759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2" name="Connector 7659"/>
          <p:cNvSpPr/>
          <p:nvPr/>
        </p:nvSpPr>
        <p:spPr>
          <a:xfrm flipV="1">
            <a:off x="13923263" y="9917176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3" name="Connector 7660"/>
          <p:cNvSpPr/>
          <p:nvPr/>
        </p:nvSpPr>
        <p:spPr>
          <a:xfrm flipV="1">
            <a:off x="14542008" y="9838943"/>
            <a:ext cx="618744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4" name="Connector 7661"/>
          <p:cNvSpPr/>
          <p:nvPr/>
        </p:nvSpPr>
        <p:spPr>
          <a:xfrm flipV="1">
            <a:off x="15160750" y="9783064"/>
            <a:ext cx="618746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5" name="Connector 7662"/>
          <p:cNvSpPr/>
          <p:nvPr/>
        </p:nvSpPr>
        <p:spPr>
          <a:xfrm flipV="1">
            <a:off x="15779495" y="9749535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6" name="Connector 7663"/>
          <p:cNvSpPr/>
          <p:nvPr/>
        </p:nvSpPr>
        <p:spPr>
          <a:xfrm flipV="1">
            <a:off x="16398239" y="9738359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7" name="Connector 7664"/>
          <p:cNvSpPr/>
          <p:nvPr/>
        </p:nvSpPr>
        <p:spPr>
          <a:xfrm>
            <a:off x="17016984" y="9738359"/>
            <a:ext cx="618745" cy="1117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8" name="Connector 7665"/>
          <p:cNvSpPr/>
          <p:nvPr/>
        </p:nvSpPr>
        <p:spPr>
          <a:xfrm>
            <a:off x="17635728" y="9749535"/>
            <a:ext cx="618745" cy="33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9" name="Connector 7666"/>
          <p:cNvSpPr/>
          <p:nvPr/>
        </p:nvSpPr>
        <p:spPr>
          <a:xfrm>
            <a:off x="18254471" y="9783064"/>
            <a:ext cx="618745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0" name="Connector 7667"/>
          <p:cNvSpPr/>
          <p:nvPr/>
        </p:nvSpPr>
        <p:spPr>
          <a:xfrm>
            <a:off x="18873215" y="9838943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1" name="Connector 7668"/>
          <p:cNvSpPr/>
          <p:nvPr/>
        </p:nvSpPr>
        <p:spPr>
          <a:xfrm>
            <a:off x="19491960" y="9917176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2" name="Connector 7669"/>
          <p:cNvSpPr/>
          <p:nvPr/>
        </p:nvSpPr>
        <p:spPr>
          <a:xfrm>
            <a:off x="20110702" y="10017759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3" name="Connector 7670"/>
          <p:cNvSpPr/>
          <p:nvPr/>
        </p:nvSpPr>
        <p:spPr>
          <a:xfrm flipV="1">
            <a:off x="14365223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4" name="Connector 7671"/>
          <p:cNvSpPr/>
          <p:nvPr/>
        </p:nvSpPr>
        <p:spPr>
          <a:xfrm flipV="1">
            <a:off x="14453615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5" name="Connector 7672"/>
          <p:cNvSpPr/>
          <p:nvPr/>
        </p:nvSpPr>
        <p:spPr>
          <a:xfrm flipV="1">
            <a:off x="14542008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6" name="Connector 7673"/>
          <p:cNvSpPr/>
          <p:nvPr/>
        </p:nvSpPr>
        <p:spPr>
          <a:xfrm flipV="1">
            <a:off x="14630399" y="10002519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7" name="Connector 7674"/>
          <p:cNvSpPr/>
          <p:nvPr/>
        </p:nvSpPr>
        <p:spPr>
          <a:xfrm flipV="1">
            <a:off x="14718791" y="9989564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8" name="Connector 7675"/>
          <p:cNvSpPr/>
          <p:nvPr/>
        </p:nvSpPr>
        <p:spPr>
          <a:xfrm flipV="1">
            <a:off x="14807183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9" name="Connector 7676"/>
          <p:cNvSpPr/>
          <p:nvPr/>
        </p:nvSpPr>
        <p:spPr>
          <a:xfrm>
            <a:off x="14895576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0" name="Connector 7677"/>
          <p:cNvSpPr/>
          <p:nvPr/>
        </p:nvSpPr>
        <p:spPr>
          <a:xfrm>
            <a:off x="14983967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1" name="Connector 7678"/>
          <p:cNvSpPr/>
          <p:nvPr/>
        </p:nvSpPr>
        <p:spPr>
          <a:xfrm>
            <a:off x="15072360" y="10002519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2" name="Connector 7679"/>
          <p:cNvSpPr/>
          <p:nvPr/>
        </p:nvSpPr>
        <p:spPr>
          <a:xfrm>
            <a:off x="15160750" y="10024109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3" name="Connector 7680"/>
          <p:cNvSpPr/>
          <p:nvPr/>
        </p:nvSpPr>
        <p:spPr>
          <a:xfrm>
            <a:off x="15249143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4" name="Connector 7681"/>
          <p:cNvSpPr/>
          <p:nvPr/>
        </p:nvSpPr>
        <p:spPr>
          <a:xfrm>
            <a:off x="15337536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5" name="Connector 7682"/>
          <p:cNvSpPr/>
          <p:nvPr/>
        </p:nvSpPr>
        <p:spPr>
          <a:xfrm flipV="1">
            <a:off x="14365223" y="10080624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6" name="Connector 7683"/>
          <p:cNvSpPr/>
          <p:nvPr/>
        </p:nvSpPr>
        <p:spPr>
          <a:xfrm flipV="1">
            <a:off x="14542006" y="1003147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7" name="Connector 7684"/>
          <p:cNvSpPr/>
          <p:nvPr/>
        </p:nvSpPr>
        <p:spPr>
          <a:xfrm flipV="1">
            <a:off x="14718791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8" name="Connector 7685"/>
          <p:cNvSpPr/>
          <p:nvPr/>
        </p:nvSpPr>
        <p:spPr>
          <a:xfrm flipV="1">
            <a:off x="14895576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9" name="Connector 7686"/>
          <p:cNvSpPr/>
          <p:nvPr/>
        </p:nvSpPr>
        <p:spPr>
          <a:xfrm flipV="1">
            <a:off x="15072360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0" name="Connector 7687"/>
          <p:cNvSpPr/>
          <p:nvPr/>
        </p:nvSpPr>
        <p:spPr>
          <a:xfrm flipV="1">
            <a:off x="15249143" y="994410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1" name="Connector 7688"/>
          <p:cNvSpPr/>
          <p:nvPr/>
        </p:nvSpPr>
        <p:spPr>
          <a:xfrm>
            <a:off x="15425928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2" name="Connector 7689"/>
          <p:cNvSpPr/>
          <p:nvPr/>
        </p:nvSpPr>
        <p:spPr>
          <a:xfrm>
            <a:off x="15602712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3" name="Connector 7690"/>
          <p:cNvSpPr/>
          <p:nvPr/>
        </p:nvSpPr>
        <p:spPr>
          <a:xfrm>
            <a:off x="15779495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4" name="Connector 7691"/>
          <p:cNvSpPr/>
          <p:nvPr/>
        </p:nvSpPr>
        <p:spPr>
          <a:xfrm>
            <a:off x="15956280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5" name="Connector 7692"/>
          <p:cNvSpPr/>
          <p:nvPr/>
        </p:nvSpPr>
        <p:spPr>
          <a:xfrm>
            <a:off x="16133063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6" name="Connector 7693"/>
          <p:cNvSpPr/>
          <p:nvPr/>
        </p:nvSpPr>
        <p:spPr>
          <a:xfrm>
            <a:off x="16309847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7" name="Connector 7694"/>
          <p:cNvSpPr/>
          <p:nvPr/>
        </p:nvSpPr>
        <p:spPr>
          <a:xfrm flipV="1">
            <a:off x="14365223" y="1006805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8" name="Connector 7695"/>
          <p:cNvSpPr/>
          <p:nvPr/>
        </p:nvSpPr>
        <p:spPr>
          <a:xfrm flipV="1">
            <a:off x="14630398" y="10008616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9" name="Connector 7696"/>
          <p:cNvSpPr/>
          <p:nvPr/>
        </p:nvSpPr>
        <p:spPr>
          <a:xfrm flipV="1">
            <a:off x="14895576" y="9962388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0" name="Connector 7697"/>
          <p:cNvSpPr/>
          <p:nvPr/>
        </p:nvSpPr>
        <p:spPr>
          <a:xfrm flipV="1">
            <a:off x="15160750" y="9929368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1" name="Connector 7698"/>
          <p:cNvSpPr/>
          <p:nvPr/>
        </p:nvSpPr>
        <p:spPr>
          <a:xfrm flipV="1">
            <a:off x="15425928" y="990955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2" name="Connector 7699"/>
          <p:cNvSpPr/>
          <p:nvPr/>
        </p:nvSpPr>
        <p:spPr>
          <a:xfrm flipV="1">
            <a:off x="15691102" y="9902952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3" name="Connector 7700"/>
          <p:cNvSpPr/>
          <p:nvPr/>
        </p:nvSpPr>
        <p:spPr>
          <a:xfrm>
            <a:off x="15956280" y="9902952"/>
            <a:ext cx="265176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4" name="Connector 7701"/>
          <p:cNvSpPr/>
          <p:nvPr/>
        </p:nvSpPr>
        <p:spPr>
          <a:xfrm>
            <a:off x="16221454" y="9909556"/>
            <a:ext cx="265178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5" name="Connector 7702"/>
          <p:cNvSpPr/>
          <p:nvPr/>
        </p:nvSpPr>
        <p:spPr>
          <a:xfrm>
            <a:off x="16486632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6" name="Connector 7703"/>
          <p:cNvSpPr/>
          <p:nvPr/>
        </p:nvSpPr>
        <p:spPr>
          <a:xfrm>
            <a:off x="16751808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7" name="Connector 7704"/>
          <p:cNvSpPr/>
          <p:nvPr/>
        </p:nvSpPr>
        <p:spPr>
          <a:xfrm>
            <a:off x="17016984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8" name="Connector 7705"/>
          <p:cNvSpPr/>
          <p:nvPr/>
        </p:nvSpPr>
        <p:spPr>
          <a:xfrm>
            <a:off x="17282160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9" name="Connector 7706"/>
          <p:cNvSpPr/>
          <p:nvPr/>
        </p:nvSpPr>
        <p:spPr>
          <a:xfrm flipV="1">
            <a:off x="14365223" y="10055477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0" name="Connector 7707"/>
          <p:cNvSpPr/>
          <p:nvPr/>
        </p:nvSpPr>
        <p:spPr>
          <a:xfrm flipV="1">
            <a:off x="14718791" y="998575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1" name="Connector 7708"/>
          <p:cNvSpPr/>
          <p:nvPr/>
        </p:nvSpPr>
        <p:spPr>
          <a:xfrm flipV="1">
            <a:off x="15072360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2" name="Connector 7709"/>
          <p:cNvSpPr/>
          <p:nvPr/>
        </p:nvSpPr>
        <p:spPr>
          <a:xfrm flipV="1">
            <a:off x="15425928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3" name="Connector 7710"/>
          <p:cNvSpPr/>
          <p:nvPr/>
        </p:nvSpPr>
        <p:spPr>
          <a:xfrm flipV="1">
            <a:off x="15779495" y="9869550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4" name="Connector 7711"/>
          <p:cNvSpPr/>
          <p:nvPr/>
        </p:nvSpPr>
        <p:spPr>
          <a:xfrm flipV="1">
            <a:off x="16133063" y="9861804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5" name="Connector 7712"/>
          <p:cNvSpPr/>
          <p:nvPr/>
        </p:nvSpPr>
        <p:spPr>
          <a:xfrm>
            <a:off x="16486632" y="9861804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6" name="Connector 7713"/>
          <p:cNvSpPr/>
          <p:nvPr/>
        </p:nvSpPr>
        <p:spPr>
          <a:xfrm>
            <a:off x="16840199" y="9869551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7" name="Connector 7714"/>
          <p:cNvSpPr/>
          <p:nvPr/>
        </p:nvSpPr>
        <p:spPr>
          <a:xfrm>
            <a:off x="17193767" y="9892792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8" name="Connector 7715"/>
          <p:cNvSpPr/>
          <p:nvPr/>
        </p:nvSpPr>
        <p:spPr>
          <a:xfrm>
            <a:off x="17547336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9" name="Connector 7716"/>
          <p:cNvSpPr/>
          <p:nvPr/>
        </p:nvSpPr>
        <p:spPr>
          <a:xfrm>
            <a:off x="17900904" y="9985756"/>
            <a:ext cx="353568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0" name="Connector 7717"/>
          <p:cNvSpPr/>
          <p:nvPr/>
        </p:nvSpPr>
        <p:spPr>
          <a:xfrm>
            <a:off x="18254470" y="10055477"/>
            <a:ext cx="353570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1" name="Connector 7718"/>
          <p:cNvSpPr/>
          <p:nvPr/>
        </p:nvSpPr>
        <p:spPr>
          <a:xfrm flipV="1">
            <a:off x="14365223" y="1004290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2" name="Connector 7719"/>
          <p:cNvSpPr/>
          <p:nvPr/>
        </p:nvSpPr>
        <p:spPr>
          <a:xfrm flipV="1">
            <a:off x="14807183" y="996289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3" name="Connector 7720"/>
          <p:cNvSpPr/>
          <p:nvPr/>
        </p:nvSpPr>
        <p:spPr>
          <a:xfrm flipV="1">
            <a:off x="15249143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4" name="Connector 7721"/>
          <p:cNvSpPr/>
          <p:nvPr/>
        </p:nvSpPr>
        <p:spPr>
          <a:xfrm flipV="1">
            <a:off x="15691104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5" name="Connector 7722"/>
          <p:cNvSpPr/>
          <p:nvPr/>
        </p:nvSpPr>
        <p:spPr>
          <a:xfrm flipV="1">
            <a:off x="16133063" y="9829544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6" name="Connector 7723"/>
          <p:cNvSpPr/>
          <p:nvPr/>
        </p:nvSpPr>
        <p:spPr>
          <a:xfrm flipV="1">
            <a:off x="16575022" y="9820656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7" name="Connector 7724"/>
          <p:cNvSpPr/>
          <p:nvPr/>
        </p:nvSpPr>
        <p:spPr>
          <a:xfrm>
            <a:off x="17016984" y="982065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8" name="Connector 7725"/>
          <p:cNvSpPr/>
          <p:nvPr/>
        </p:nvSpPr>
        <p:spPr>
          <a:xfrm>
            <a:off x="17458943" y="982954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9" name="Connector 7726"/>
          <p:cNvSpPr/>
          <p:nvPr/>
        </p:nvSpPr>
        <p:spPr>
          <a:xfrm>
            <a:off x="17900904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0" name="Connector 7727"/>
          <p:cNvSpPr/>
          <p:nvPr/>
        </p:nvSpPr>
        <p:spPr>
          <a:xfrm>
            <a:off x="18342863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1" name="Connector 7728"/>
          <p:cNvSpPr/>
          <p:nvPr/>
        </p:nvSpPr>
        <p:spPr>
          <a:xfrm>
            <a:off x="18784823" y="9962895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2" name="Connector 7729"/>
          <p:cNvSpPr/>
          <p:nvPr/>
        </p:nvSpPr>
        <p:spPr>
          <a:xfrm>
            <a:off x="19226783" y="10042904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3" name="Connector 7730"/>
          <p:cNvSpPr/>
          <p:nvPr/>
        </p:nvSpPr>
        <p:spPr>
          <a:xfrm flipV="1">
            <a:off x="14365223" y="10030331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4" name="Connector 7731"/>
          <p:cNvSpPr/>
          <p:nvPr/>
        </p:nvSpPr>
        <p:spPr>
          <a:xfrm flipV="1">
            <a:off x="14895576" y="994003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5" name="Connector 7732"/>
          <p:cNvSpPr/>
          <p:nvPr/>
        </p:nvSpPr>
        <p:spPr>
          <a:xfrm flipV="1">
            <a:off x="15425928" y="986980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6" name="Connector 7733"/>
          <p:cNvSpPr/>
          <p:nvPr/>
        </p:nvSpPr>
        <p:spPr>
          <a:xfrm flipV="1">
            <a:off x="15956280" y="9819640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7" name="Connector 7734"/>
          <p:cNvSpPr/>
          <p:nvPr/>
        </p:nvSpPr>
        <p:spPr>
          <a:xfrm flipV="1">
            <a:off x="16486632" y="9789539"/>
            <a:ext cx="530353" cy="301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8" name="Connector 7735"/>
          <p:cNvSpPr/>
          <p:nvPr/>
        </p:nvSpPr>
        <p:spPr>
          <a:xfrm flipV="1">
            <a:off x="17016984" y="9779507"/>
            <a:ext cx="530353" cy="100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9" name="Connector 7736"/>
          <p:cNvSpPr/>
          <p:nvPr/>
        </p:nvSpPr>
        <p:spPr>
          <a:xfrm>
            <a:off x="17547336" y="9779507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0" name="Connector 7737"/>
          <p:cNvSpPr/>
          <p:nvPr/>
        </p:nvSpPr>
        <p:spPr>
          <a:xfrm>
            <a:off x="18077687" y="9789541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1" name="Connector 7738"/>
          <p:cNvSpPr/>
          <p:nvPr/>
        </p:nvSpPr>
        <p:spPr>
          <a:xfrm>
            <a:off x="18608039" y="9819640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2" name="Connector 7739"/>
          <p:cNvSpPr/>
          <p:nvPr/>
        </p:nvSpPr>
        <p:spPr>
          <a:xfrm>
            <a:off x="19138391" y="9869805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3" name="Connector 7740"/>
          <p:cNvSpPr/>
          <p:nvPr/>
        </p:nvSpPr>
        <p:spPr>
          <a:xfrm>
            <a:off x="19668743" y="9940035"/>
            <a:ext cx="530353" cy="902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4" name="Connector 7741"/>
          <p:cNvSpPr/>
          <p:nvPr/>
        </p:nvSpPr>
        <p:spPr>
          <a:xfrm>
            <a:off x="20199095" y="10030331"/>
            <a:ext cx="530353" cy="1103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5" name="Connector 7742"/>
          <p:cNvSpPr/>
          <p:nvPr/>
        </p:nvSpPr>
        <p:spPr>
          <a:xfrm flipV="1">
            <a:off x="15425928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6" name="Connector 7743"/>
          <p:cNvSpPr/>
          <p:nvPr/>
        </p:nvSpPr>
        <p:spPr>
          <a:xfrm flipV="1">
            <a:off x="15514319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7" name="Connector 7744"/>
          <p:cNvSpPr/>
          <p:nvPr/>
        </p:nvSpPr>
        <p:spPr>
          <a:xfrm flipV="1">
            <a:off x="15602712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8" name="Connector 7745"/>
          <p:cNvSpPr/>
          <p:nvPr/>
        </p:nvSpPr>
        <p:spPr>
          <a:xfrm flipV="1">
            <a:off x="15691104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9" name="Connector 7746"/>
          <p:cNvSpPr/>
          <p:nvPr/>
        </p:nvSpPr>
        <p:spPr>
          <a:xfrm flipV="1">
            <a:off x="15779495" y="9989564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0" name="Connector 7747"/>
          <p:cNvSpPr/>
          <p:nvPr/>
        </p:nvSpPr>
        <p:spPr>
          <a:xfrm flipV="1">
            <a:off x="15867887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1" name="Connector 7748"/>
          <p:cNvSpPr/>
          <p:nvPr/>
        </p:nvSpPr>
        <p:spPr>
          <a:xfrm>
            <a:off x="15956280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2" name="Connector 7749"/>
          <p:cNvSpPr/>
          <p:nvPr/>
        </p:nvSpPr>
        <p:spPr>
          <a:xfrm>
            <a:off x="16044671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3" name="Connector 7750"/>
          <p:cNvSpPr/>
          <p:nvPr/>
        </p:nvSpPr>
        <p:spPr>
          <a:xfrm>
            <a:off x="16133063" y="10002519"/>
            <a:ext cx="88392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4" name="Connector 7751"/>
          <p:cNvSpPr/>
          <p:nvPr/>
        </p:nvSpPr>
        <p:spPr>
          <a:xfrm>
            <a:off x="16221454" y="10024109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5" name="Connector 7752"/>
          <p:cNvSpPr/>
          <p:nvPr/>
        </p:nvSpPr>
        <p:spPr>
          <a:xfrm>
            <a:off x="16309847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6" name="Connector 7753"/>
          <p:cNvSpPr/>
          <p:nvPr/>
        </p:nvSpPr>
        <p:spPr>
          <a:xfrm>
            <a:off x="16398239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7" name="Connector 7754"/>
          <p:cNvSpPr/>
          <p:nvPr/>
        </p:nvSpPr>
        <p:spPr>
          <a:xfrm flipV="1">
            <a:off x="15425928" y="10080624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8" name="Connector 7755"/>
          <p:cNvSpPr/>
          <p:nvPr/>
        </p:nvSpPr>
        <p:spPr>
          <a:xfrm flipV="1">
            <a:off x="15602711" y="1003147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9" name="Connector 7756"/>
          <p:cNvSpPr/>
          <p:nvPr/>
        </p:nvSpPr>
        <p:spPr>
          <a:xfrm flipV="1">
            <a:off x="15779495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0" name="Connector 7757"/>
          <p:cNvSpPr/>
          <p:nvPr/>
        </p:nvSpPr>
        <p:spPr>
          <a:xfrm flipV="1">
            <a:off x="15956280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1" name="Connector 7758"/>
          <p:cNvSpPr/>
          <p:nvPr/>
        </p:nvSpPr>
        <p:spPr>
          <a:xfrm flipV="1">
            <a:off x="16133063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2" name="Connector 7759"/>
          <p:cNvSpPr/>
          <p:nvPr/>
        </p:nvSpPr>
        <p:spPr>
          <a:xfrm flipV="1">
            <a:off x="16309847" y="9944100"/>
            <a:ext cx="176785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3" name="Connector 7760"/>
          <p:cNvSpPr/>
          <p:nvPr/>
        </p:nvSpPr>
        <p:spPr>
          <a:xfrm>
            <a:off x="16486632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4" name="Connector 7761"/>
          <p:cNvSpPr/>
          <p:nvPr/>
        </p:nvSpPr>
        <p:spPr>
          <a:xfrm>
            <a:off x="16663415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5" name="Connector 7762"/>
          <p:cNvSpPr/>
          <p:nvPr/>
        </p:nvSpPr>
        <p:spPr>
          <a:xfrm>
            <a:off x="16840198" y="9965943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6" name="Connector 7763"/>
          <p:cNvSpPr/>
          <p:nvPr/>
        </p:nvSpPr>
        <p:spPr>
          <a:xfrm>
            <a:off x="17016984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7" name="Connector 7764"/>
          <p:cNvSpPr/>
          <p:nvPr/>
        </p:nvSpPr>
        <p:spPr>
          <a:xfrm>
            <a:off x="17193767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8" name="Connector 7765"/>
          <p:cNvSpPr/>
          <p:nvPr/>
        </p:nvSpPr>
        <p:spPr>
          <a:xfrm>
            <a:off x="17370552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9" name="Connector 7766"/>
          <p:cNvSpPr/>
          <p:nvPr/>
        </p:nvSpPr>
        <p:spPr>
          <a:xfrm flipV="1">
            <a:off x="15425928" y="10068051"/>
            <a:ext cx="265176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0" name="Connector 7767"/>
          <p:cNvSpPr/>
          <p:nvPr/>
        </p:nvSpPr>
        <p:spPr>
          <a:xfrm flipV="1">
            <a:off x="15691102" y="10008616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1" name="Connector 7768"/>
          <p:cNvSpPr/>
          <p:nvPr/>
        </p:nvSpPr>
        <p:spPr>
          <a:xfrm flipV="1">
            <a:off x="15956280" y="9962388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2" name="Connector 7769"/>
          <p:cNvSpPr/>
          <p:nvPr/>
        </p:nvSpPr>
        <p:spPr>
          <a:xfrm flipV="1">
            <a:off x="16221454" y="9929368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3" name="Connector 7770"/>
          <p:cNvSpPr/>
          <p:nvPr/>
        </p:nvSpPr>
        <p:spPr>
          <a:xfrm flipV="1">
            <a:off x="16486632" y="990955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4" name="Connector 7771"/>
          <p:cNvSpPr/>
          <p:nvPr/>
        </p:nvSpPr>
        <p:spPr>
          <a:xfrm flipV="1">
            <a:off x="16751806" y="9902952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5" name="Connector 7772"/>
          <p:cNvSpPr/>
          <p:nvPr/>
        </p:nvSpPr>
        <p:spPr>
          <a:xfrm>
            <a:off x="17016984" y="9902952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6" name="Connector 7773"/>
          <p:cNvSpPr/>
          <p:nvPr/>
        </p:nvSpPr>
        <p:spPr>
          <a:xfrm>
            <a:off x="17282160" y="9909556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7" name="Connector 7774"/>
          <p:cNvSpPr/>
          <p:nvPr/>
        </p:nvSpPr>
        <p:spPr>
          <a:xfrm>
            <a:off x="17547336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8" name="Connector 7775"/>
          <p:cNvSpPr/>
          <p:nvPr/>
        </p:nvSpPr>
        <p:spPr>
          <a:xfrm>
            <a:off x="17812512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9" name="Connector 7776"/>
          <p:cNvSpPr/>
          <p:nvPr/>
        </p:nvSpPr>
        <p:spPr>
          <a:xfrm>
            <a:off x="18077687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0" name="Connector 7777"/>
          <p:cNvSpPr/>
          <p:nvPr/>
        </p:nvSpPr>
        <p:spPr>
          <a:xfrm>
            <a:off x="18342863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1" name="Connector 7778"/>
          <p:cNvSpPr/>
          <p:nvPr/>
        </p:nvSpPr>
        <p:spPr>
          <a:xfrm flipV="1">
            <a:off x="15425928" y="10055477"/>
            <a:ext cx="353568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2" name="Connector 7779"/>
          <p:cNvSpPr/>
          <p:nvPr/>
        </p:nvSpPr>
        <p:spPr>
          <a:xfrm flipV="1">
            <a:off x="15779495" y="998575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3" name="Connector 7780"/>
          <p:cNvSpPr/>
          <p:nvPr/>
        </p:nvSpPr>
        <p:spPr>
          <a:xfrm flipV="1">
            <a:off x="16133063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4" name="Connector 7781"/>
          <p:cNvSpPr/>
          <p:nvPr/>
        </p:nvSpPr>
        <p:spPr>
          <a:xfrm flipV="1">
            <a:off x="16486632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5" name="Connector 7782"/>
          <p:cNvSpPr/>
          <p:nvPr/>
        </p:nvSpPr>
        <p:spPr>
          <a:xfrm flipV="1">
            <a:off x="16840199" y="9869550"/>
            <a:ext cx="353569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6" name="Connector 7783"/>
          <p:cNvSpPr/>
          <p:nvPr/>
        </p:nvSpPr>
        <p:spPr>
          <a:xfrm flipV="1">
            <a:off x="17193767" y="9861804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7" name="Connector 7784"/>
          <p:cNvSpPr/>
          <p:nvPr/>
        </p:nvSpPr>
        <p:spPr>
          <a:xfrm>
            <a:off x="17547336" y="9861804"/>
            <a:ext cx="353568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8" name="Connector 7785"/>
          <p:cNvSpPr/>
          <p:nvPr/>
        </p:nvSpPr>
        <p:spPr>
          <a:xfrm>
            <a:off x="17900902" y="9869551"/>
            <a:ext cx="353570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9" name="Connector 7786"/>
          <p:cNvSpPr/>
          <p:nvPr/>
        </p:nvSpPr>
        <p:spPr>
          <a:xfrm>
            <a:off x="18254471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0" name="Connector 7787"/>
          <p:cNvSpPr/>
          <p:nvPr/>
        </p:nvSpPr>
        <p:spPr>
          <a:xfrm>
            <a:off x="18608039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1" name="Connector 7788"/>
          <p:cNvSpPr/>
          <p:nvPr/>
        </p:nvSpPr>
        <p:spPr>
          <a:xfrm>
            <a:off x="18961608" y="998575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2" name="Connector 7789"/>
          <p:cNvSpPr/>
          <p:nvPr/>
        </p:nvSpPr>
        <p:spPr>
          <a:xfrm>
            <a:off x="19315176" y="10055477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3" name="Connector 7790"/>
          <p:cNvSpPr/>
          <p:nvPr/>
        </p:nvSpPr>
        <p:spPr>
          <a:xfrm flipV="1">
            <a:off x="15425928" y="10042904"/>
            <a:ext cx="441960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4" name="Connector 7791"/>
          <p:cNvSpPr/>
          <p:nvPr/>
        </p:nvSpPr>
        <p:spPr>
          <a:xfrm flipV="1">
            <a:off x="15867887" y="9962895"/>
            <a:ext cx="441962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5" name="Connector 7792"/>
          <p:cNvSpPr/>
          <p:nvPr/>
        </p:nvSpPr>
        <p:spPr>
          <a:xfrm flipV="1">
            <a:off x="16309847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6" name="Connector 7793"/>
          <p:cNvSpPr/>
          <p:nvPr/>
        </p:nvSpPr>
        <p:spPr>
          <a:xfrm flipV="1">
            <a:off x="16751808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7" name="Connector 7794"/>
          <p:cNvSpPr/>
          <p:nvPr/>
        </p:nvSpPr>
        <p:spPr>
          <a:xfrm flipV="1">
            <a:off x="17193767" y="9829544"/>
            <a:ext cx="441960" cy="26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8" name="Connector 7795"/>
          <p:cNvSpPr/>
          <p:nvPr/>
        </p:nvSpPr>
        <p:spPr>
          <a:xfrm flipV="1">
            <a:off x="17635726" y="9820656"/>
            <a:ext cx="441962" cy="88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9" name="Connector 7796"/>
          <p:cNvSpPr/>
          <p:nvPr/>
        </p:nvSpPr>
        <p:spPr>
          <a:xfrm>
            <a:off x="18077687" y="9820656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0" name="Connector 7797"/>
          <p:cNvSpPr/>
          <p:nvPr/>
        </p:nvSpPr>
        <p:spPr>
          <a:xfrm>
            <a:off x="18519647" y="9829545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1" name="Connector 7798"/>
          <p:cNvSpPr/>
          <p:nvPr/>
        </p:nvSpPr>
        <p:spPr>
          <a:xfrm>
            <a:off x="18961608" y="9856216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2" name="Connector 7799"/>
          <p:cNvSpPr/>
          <p:nvPr/>
        </p:nvSpPr>
        <p:spPr>
          <a:xfrm>
            <a:off x="19403567" y="9900666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3" name="Connector 7800"/>
          <p:cNvSpPr/>
          <p:nvPr/>
        </p:nvSpPr>
        <p:spPr>
          <a:xfrm>
            <a:off x="19845528" y="9962895"/>
            <a:ext cx="441960" cy="80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4" name="Connector 7801"/>
          <p:cNvSpPr/>
          <p:nvPr/>
        </p:nvSpPr>
        <p:spPr>
          <a:xfrm>
            <a:off x="20287487" y="10042904"/>
            <a:ext cx="441962" cy="977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5" name="Connector 7802"/>
          <p:cNvSpPr/>
          <p:nvPr/>
        </p:nvSpPr>
        <p:spPr>
          <a:xfrm flipV="1">
            <a:off x="16486632" y="10093197"/>
            <a:ext cx="88392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6" name="Connector 7803"/>
          <p:cNvSpPr/>
          <p:nvPr/>
        </p:nvSpPr>
        <p:spPr>
          <a:xfrm flipV="1">
            <a:off x="16575022" y="10054335"/>
            <a:ext cx="88394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7" name="Connector 7804"/>
          <p:cNvSpPr/>
          <p:nvPr/>
        </p:nvSpPr>
        <p:spPr>
          <a:xfrm flipV="1">
            <a:off x="16663415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8" name="Connector 7805"/>
          <p:cNvSpPr/>
          <p:nvPr/>
        </p:nvSpPr>
        <p:spPr>
          <a:xfrm flipV="1">
            <a:off x="16751808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9" name="Connector 7806"/>
          <p:cNvSpPr/>
          <p:nvPr/>
        </p:nvSpPr>
        <p:spPr>
          <a:xfrm flipV="1">
            <a:off x="16840199" y="9989564"/>
            <a:ext cx="88394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0" name="Connector 7807"/>
          <p:cNvSpPr/>
          <p:nvPr/>
        </p:nvSpPr>
        <p:spPr>
          <a:xfrm flipV="1">
            <a:off x="16928591" y="9985247"/>
            <a:ext cx="88393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1" name="Connector 7808"/>
          <p:cNvSpPr/>
          <p:nvPr/>
        </p:nvSpPr>
        <p:spPr>
          <a:xfrm>
            <a:off x="17016984" y="9985247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2" name="Connector 7809"/>
          <p:cNvSpPr/>
          <p:nvPr/>
        </p:nvSpPr>
        <p:spPr>
          <a:xfrm>
            <a:off x="17105374" y="9989566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3" name="Connector 7810"/>
          <p:cNvSpPr/>
          <p:nvPr/>
        </p:nvSpPr>
        <p:spPr>
          <a:xfrm>
            <a:off x="17193767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4" name="Connector 7811"/>
          <p:cNvSpPr/>
          <p:nvPr/>
        </p:nvSpPr>
        <p:spPr>
          <a:xfrm>
            <a:off x="17282160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5" name="Connector 7812"/>
          <p:cNvSpPr/>
          <p:nvPr/>
        </p:nvSpPr>
        <p:spPr>
          <a:xfrm>
            <a:off x="17370552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6" name="Connector 7813"/>
          <p:cNvSpPr/>
          <p:nvPr/>
        </p:nvSpPr>
        <p:spPr>
          <a:xfrm>
            <a:off x="17458943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7" name="Connector 7814"/>
          <p:cNvSpPr/>
          <p:nvPr/>
        </p:nvSpPr>
        <p:spPr>
          <a:xfrm flipV="1">
            <a:off x="16486632" y="10080624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8" name="Connector 7815"/>
          <p:cNvSpPr/>
          <p:nvPr/>
        </p:nvSpPr>
        <p:spPr>
          <a:xfrm flipV="1">
            <a:off x="16663415" y="1003147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9" name="Connector 7816"/>
          <p:cNvSpPr/>
          <p:nvPr/>
        </p:nvSpPr>
        <p:spPr>
          <a:xfrm flipV="1">
            <a:off x="16840199" y="9993248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0" name="Connector 7817"/>
          <p:cNvSpPr/>
          <p:nvPr/>
        </p:nvSpPr>
        <p:spPr>
          <a:xfrm flipV="1">
            <a:off x="17016984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1" name="Connector 7818"/>
          <p:cNvSpPr/>
          <p:nvPr/>
        </p:nvSpPr>
        <p:spPr>
          <a:xfrm flipV="1">
            <a:off x="17193767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2" name="Connector 7819"/>
          <p:cNvSpPr/>
          <p:nvPr/>
        </p:nvSpPr>
        <p:spPr>
          <a:xfrm flipV="1">
            <a:off x="17370550" y="994410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3" name="Connector 7820"/>
          <p:cNvSpPr/>
          <p:nvPr/>
        </p:nvSpPr>
        <p:spPr>
          <a:xfrm>
            <a:off x="17547336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4" name="Connector 7821"/>
          <p:cNvSpPr/>
          <p:nvPr/>
        </p:nvSpPr>
        <p:spPr>
          <a:xfrm>
            <a:off x="17724119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5" name="Connector 7822"/>
          <p:cNvSpPr/>
          <p:nvPr/>
        </p:nvSpPr>
        <p:spPr>
          <a:xfrm>
            <a:off x="17900902" y="9965943"/>
            <a:ext cx="176786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6" name="Connector 7823"/>
          <p:cNvSpPr/>
          <p:nvPr/>
        </p:nvSpPr>
        <p:spPr>
          <a:xfrm>
            <a:off x="18077687" y="9993248"/>
            <a:ext cx="176784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7" name="Connector 7824"/>
          <p:cNvSpPr/>
          <p:nvPr/>
        </p:nvSpPr>
        <p:spPr>
          <a:xfrm>
            <a:off x="18254470" y="1003147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8" name="Connector 7825"/>
          <p:cNvSpPr/>
          <p:nvPr/>
        </p:nvSpPr>
        <p:spPr>
          <a:xfrm>
            <a:off x="18431256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9" name="Connector 7826"/>
          <p:cNvSpPr/>
          <p:nvPr/>
        </p:nvSpPr>
        <p:spPr>
          <a:xfrm flipV="1">
            <a:off x="16486632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0" name="Connector 7827"/>
          <p:cNvSpPr/>
          <p:nvPr/>
        </p:nvSpPr>
        <p:spPr>
          <a:xfrm flipV="1">
            <a:off x="16751808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1" name="Connector 7828"/>
          <p:cNvSpPr/>
          <p:nvPr/>
        </p:nvSpPr>
        <p:spPr>
          <a:xfrm flipV="1">
            <a:off x="17016984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2" name="Connector 7829"/>
          <p:cNvSpPr/>
          <p:nvPr/>
        </p:nvSpPr>
        <p:spPr>
          <a:xfrm flipV="1">
            <a:off x="17282160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3" name="Connector 7830"/>
          <p:cNvSpPr/>
          <p:nvPr/>
        </p:nvSpPr>
        <p:spPr>
          <a:xfrm flipV="1">
            <a:off x="17547336" y="9909554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4" name="Connector 7831"/>
          <p:cNvSpPr/>
          <p:nvPr/>
        </p:nvSpPr>
        <p:spPr>
          <a:xfrm flipV="1">
            <a:off x="17812511" y="9902952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5" name="Connector 7832"/>
          <p:cNvSpPr/>
          <p:nvPr/>
        </p:nvSpPr>
        <p:spPr>
          <a:xfrm>
            <a:off x="18077687" y="9902952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6" name="Connector 7833"/>
          <p:cNvSpPr/>
          <p:nvPr/>
        </p:nvSpPr>
        <p:spPr>
          <a:xfrm>
            <a:off x="18342863" y="9909556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7" name="Connector 7834"/>
          <p:cNvSpPr/>
          <p:nvPr/>
        </p:nvSpPr>
        <p:spPr>
          <a:xfrm>
            <a:off x="18608039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8" name="Connector 7835"/>
          <p:cNvSpPr/>
          <p:nvPr/>
        </p:nvSpPr>
        <p:spPr>
          <a:xfrm>
            <a:off x="18873215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9" name="Connector 7836"/>
          <p:cNvSpPr/>
          <p:nvPr/>
        </p:nvSpPr>
        <p:spPr>
          <a:xfrm>
            <a:off x="19138391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0" name="Connector 7837"/>
          <p:cNvSpPr/>
          <p:nvPr/>
        </p:nvSpPr>
        <p:spPr>
          <a:xfrm>
            <a:off x="19403567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1" name="Connector 7838"/>
          <p:cNvSpPr/>
          <p:nvPr/>
        </p:nvSpPr>
        <p:spPr>
          <a:xfrm flipV="1">
            <a:off x="16486632" y="10055477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2" name="Connector 7839"/>
          <p:cNvSpPr/>
          <p:nvPr/>
        </p:nvSpPr>
        <p:spPr>
          <a:xfrm flipV="1">
            <a:off x="16840199" y="9985756"/>
            <a:ext cx="353570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3" name="Connector 7840"/>
          <p:cNvSpPr/>
          <p:nvPr/>
        </p:nvSpPr>
        <p:spPr>
          <a:xfrm flipV="1">
            <a:off x="17193767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4" name="Connector 7841"/>
          <p:cNvSpPr/>
          <p:nvPr/>
        </p:nvSpPr>
        <p:spPr>
          <a:xfrm flipV="1">
            <a:off x="17547336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5" name="Connector 7842"/>
          <p:cNvSpPr/>
          <p:nvPr/>
        </p:nvSpPr>
        <p:spPr>
          <a:xfrm flipV="1">
            <a:off x="17900904" y="9869550"/>
            <a:ext cx="353568" cy="232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6" name="Connector 7843"/>
          <p:cNvSpPr/>
          <p:nvPr/>
        </p:nvSpPr>
        <p:spPr>
          <a:xfrm flipV="1">
            <a:off x="18254470" y="9861804"/>
            <a:ext cx="353570" cy="77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7" name="Connector 7844"/>
          <p:cNvSpPr/>
          <p:nvPr/>
        </p:nvSpPr>
        <p:spPr>
          <a:xfrm>
            <a:off x="18608039" y="9861804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8" name="Connector 7845"/>
          <p:cNvSpPr/>
          <p:nvPr/>
        </p:nvSpPr>
        <p:spPr>
          <a:xfrm>
            <a:off x="18961608" y="9869551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9" name="Connector 7846"/>
          <p:cNvSpPr/>
          <p:nvPr/>
        </p:nvSpPr>
        <p:spPr>
          <a:xfrm>
            <a:off x="19315176" y="9892792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0" name="Connector 7847"/>
          <p:cNvSpPr/>
          <p:nvPr/>
        </p:nvSpPr>
        <p:spPr>
          <a:xfrm>
            <a:off x="19668743" y="9931527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1" name="Connector 7848"/>
          <p:cNvSpPr/>
          <p:nvPr/>
        </p:nvSpPr>
        <p:spPr>
          <a:xfrm>
            <a:off x="20022312" y="9985756"/>
            <a:ext cx="353569" cy="6972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2" name="Connector 7849"/>
          <p:cNvSpPr/>
          <p:nvPr/>
        </p:nvSpPr>
        <p:spPr>
          <a:xfrm>
            <a:off x="20375880" y="10055477"/>
            <a:ext cx="353569" cy="852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3" name="Connector 7850"/>
          <p:cNvSpPr/>
          <p:nvPr/>
        </p:nvSpPr>
        <p:spPr>
          <a:xfrm flipV="1">
            <a:off x="17547336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4" name="Connector 7851"/>
          <p:cNvSpPr/>
          <p:nvPr/>
        </p:nvSpPr>
        <p:spPr>
          <a:xfrm flipV="1">
            <a:off x="17635728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5" name="Connector 7852"/>
          <p:cNvSpPr/>
          <p:nvPr/>
        </p:nvSpPr>
        <p:spPr>
          <a:xfrm flipV="1">
            <a:off x="17724119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6" name="Connector 7853"/>
          <p:cNvSpPr/>
          <p:nvPr/>
        </p:nvSpPr>
        <p:spPr>
          <a:xfrm flipV="1">
            <a:off x="17812512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7" name="Connector 7854"/>
          <p:cNvSpPr/>
          <p:nvPr/>
        </p:nvSpPr>
        <p:spPr>
          <a:xfrm flipV="1">
            <a:off x="17900904" y="9989564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8" name="Connector 7855"/>
          <p:cNvSpPr/>
          <p:nvPr/>
        </p:nvSpPr>
        <p:spPr>
          <a:xfrm flipV="1">
            <a:off x="17989295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9" name="Connector 7856"/>
          <p:cNvSpPr/>
          <p:nvPr/>
        </p:nvSpPr>
        <p:spPr>
          <a:xfrm>
            <a:off x="18077687" y="9985247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0" name="Connector 7857"/>
          <p:cNvSpPr/>
          <p:nvPr/>
        </p:nvSpPr>
        <p:spPr>
          <a:xfrm>
            <a:off x="18166078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1" name="Connector 7858"/>
          <p:cNvSpPr/>
          <p:nvPr/>
        </p:nvSpPr>
        <p:spPr>
          <a:xfrm>
            <a:off x="18254470" y="10002519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2" name="Connector 7859"/>
          <p:cNvSpPr/>
          <p:nvPr/>
        </p:nvSpPr>
        <p:spPr>
          <a:xfrm>
            <a:off x="18342863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3" name="Connector 7860"/>
          <p:cNvSpPr/>
          <p:nvPr/>
        </p:nvSpPr>
        <p:spPr>
          <a:xfrm>
            <a:off x="18431256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4" name="Connector 7861"/>
          <p:cNvSpPr/>
          <p:nvPr/>
        </p:nvSpPr>
        <p:spPr>
          <a:xfrm>
            <a:off x="18519647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5" name="Connector 7862"/>
          <p:cNvSpPr/>
          <p:nvPr/>
        </p:nvSpPr>
        <p:spPr>
          <a:xfrm flipV="1">
            <a:off x="17547336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6" name="Connector 7863"/>
          <p:cNvSpPr/>
          <p:nvPr/>
        </p:nvSpPr>
        <p:spPr>
          <a:xfrm flipV="1">
            <a:off x="17724119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7" name="Connector 7864"/>
          <p:cNvSpPr/>
          <p:nvPr/>
        </p:nvSpPr>
        <p:spPr>
          <a:xfrm flipV="1">
            <a:off x="17900904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8" name="Connector 7865"/>
          <p:cNvSpPr/>
          <p:nvPr/>
        </p:nvSpPr>
        <p:spPr>
          <a:xfrm flipV="1">
            <a:off x="18077687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9" name="Connector 7866"/>
          <p:cNvSpPr/>
          <p:nvPr/>
        </p:nvSpPr>
        <p:spPr>
          <a:xfrm flipV="1">
            <a:off x="18254471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0" name="Connector 7867"/>
          <p:cNvSpPr/>
          <p:nvPr/>
        </p:nvSpPr>
        <p:spPr>
          <a:xfrm flipV="1">
            <a:off x="18431254" y="994410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1" name="Connector 7868"/>
          <p:cNvSpPr/>
          <p:nvPr/>
        </p:nvSpPr>
        <p:spPr>
          <a:xfrm>
            <a:off x="18608039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2" name="Connector 7869"/>
          <p:cNvSpPr/>
          <p:nvPr/>
        </p:nvSpPr>
        <p:spPr>
          <a:xfrm>
            <a:off x="18784823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3" name="Connector 7870"/>
          <p:cNvSpPr/>
          <p:nvPr/>
        </p:nvSpPr>
        <p:spPr>
          <a:xfrm>
            <a:off x="18961608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4" name="Connector 7871"/>
          <p:cNvSpPr/>
          <p:nvPr/>
        </p:nvSpPr>
        <p:spPr>
          <a:xfrm>
            <a:off x="19138391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5" name="Connector 7872"/>
          <p:cNvSpPr/>
          <p:nvPr/>
        </p:nvSpPr>
        <p:spPr>
          <a:xfrm>
            <a:off x="19315176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6" name="Connector 7873"/>
          <p:cNvSpPr/>
          <p:nvPr/>
        </p:nvSpPr>
        <p:spPr>
          <a:xfrm>
            <a:off x="19491960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7" name="Connector 7874"/>
          <p:cNvSpPr/>
          <p:nvPr/>
        </p:nvSpPr>
        <p:spPr>
          <a:xfrm flipV="1">
            <a:off x="17547336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8" name="Connector 7875"/>
          <p:cNvSpPr/>
          <p:nvPr/>
        </p:nvSpPr>
        <p:spPr>
          <a:xfrm flipV="1">
            <a:off x="17812512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9" name="Connector 7876"/>
          <p:cNvSpPr/>
          <p:nvPr/>
        </p:nvSpPr>
        <p:spPr>
          <a:xfrm flipV="1">
            <a:off x="18077687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0" name="Connector 7877"/>
          <p:cNvSpPr/>
          <p:nvPr/>
        </p:nvSpPr>
        <p:spPr>
          <a:xfrm flipV="1">
            <a:off x="18342863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1" name="Connector 7878"/>
          <p:cNvSpPr/>
          <p:nvPr/>
        </p:nvSpPr>
        <p:spPr>
          <a:xfrm flipV="1">
            <a:off x="18608039" y="9909554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2" name="Connector 7879"/>
          <p:cNvSpPr/>
          <p:nvPr/>
        </p:nvSpPr>
        <p:spPr>
          <a:xfrm flipV="1">
            <a:off x="18873215" y="9902952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3" name="Connector 7880"/>
          <p:cNvSpPr/>
          <p:nvPr/>
        </p:nvSpPr>
        <p:spPr>
          <a:xfrm>
            <a:off x="19138391" y="9902952"/>
            <a:ext cx="265177" cy="66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4" name="Connector 7881"/>
          <p:cNvSpPr/>
          <p:nvPr/>
        </p:nvSpPr>
        <p:spPr>
          <a:xfrm>
            <a:off x="19403567" y="9909556"/>
            <a:ext cx="265177" cy="1981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5" name="Connector 7882"/>
          <p:cNvSpPr/>
          <p:nvPr/>
        </p:nvSpPr>
        <p:spPr>
          <a:xfrm>
            <a:off x="19668743" y="9929368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6" name="Connector 7883"/>
          <p:cNvSpPr/>
          <p:nvPr/>
        </p:nvSpPr>
        <p:spPr>
          <a:xfrm>
            <a:off x="19933919" y="9962388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7" name="Connector 7884"/>
          <p:cNvSpPr/>
          <p:nvPr/>
        </p:nvSpPr>
        <p:spPr>
          <a:xfrm>
            <a:off x="20199095" y="10008616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8" name="Connector 7885"/>
          <p:cNvSpPr/>
          <p:nvPr/>
        </p:nvSpPr>
        <p:spPr>
          <a:xfrm>
            <a:off x="20464271" y="10068051"/>
            <a:ext cx="265177" cy="726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9" name="Connector 7886"/>
          <p:cNvSpPr/>
          <p:nvPr/>
        </p:nvSpPr>
        <p:spPr>
          <a:xfrm flipV="1">
            <a:off x="18608039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0" name="Connector 7887"/>
          <p:cNvSpPr/>
          <p:nvPr/>
        </p:nvSpPr>
        <p:spPr>
          <a:xfrm flipV="1">
            <a:off x="18696432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1" name="Connector 7888"/>
          <p:cNvSpPr/>
          <p:nvPr/>
        </p:nvSpPr>
        <p:spPr>
          <a:xfrm flipV="1">
            <a:off x="18784823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2" name="Connector 7889"/>
          <p:cNvSpPr/>
          <p:nvPr/>
        </p:nvSpPr>
        <p:spPr>
          <a:xfrm flipV="1">
            <a:off x="18873215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3" name="Connector 7890"/>
          <p:cNvSpPr/>
          <p:nvPr/>
        </p:nvSpPr>
        <p:spPr>
          <a:xfrm flipV="1">
            <a:off x="18961608" y="9989564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4" name="Connector 7891"/>
          <p:cNvSpPr/>
          <p:nvPr/>
        </p:nvSpPr>
        <p:spPr>
          <a:xfrm flipV="1">
            <a:off x="19049998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5" name="Connector 7892"/>
          <p:cNvSpPr/>
          <p:nvPr/>
        </p:nvSpPr>
        <p:spPr>
          <a:xfrm>
            <a:off x="19138391" y="9985247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6" name="Connector 7893"/>
          <p:cNvSpPr/>
          <p:nvPr/>
        </p:nvSpPr>
        <p:spPr>
          <a:xfrm>
            <a:off x="19226783" y="9989566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7" name="Connector 7894"/>
          <p:cNvSpPr/>
          <p:nvPr/>
        </p:nvSpPr>
        <p:spPr>
          <a:xfrm>
            <a:off x="19315176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8" name="Connector 7895"/>
          <p:cNvSpPr/>
          <p:nvPr/>
        </p:nvSpPr>
        <p:spPr>
          <a:xfrm>
            <a:off x="19403567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89" name="Connector 7896"/>
          <p:cNvSpPr/>
          <p:nvPr/>
        </p:nvSpPr>
        <p:spPr>
          <a:xfrm>
            <a:off x="19491960" y="10054335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0" name="Connector 7897"/>
          <p:cNvSpPr/>
          <p:nvPr/>
        </p:nvSpPr>
        <p:spPr>
          <a:xfrm>
            <a:off x="19580350" y="10093197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1" name="Connector 7898"/>
          <p:cNvSpPr/>
          <p:nvPr/>
        </p:nvSpPr>
        <p:spPr>
          <a:xfrm flipV="1">
            <a:off x="18608039" y="10080624"/>
            <a:ext cx="176784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2" name="Connector 7899"/>
          <p:cNvSpPr/>
          <p:nvPr/>
        </p:nvSpPr>
        <p:spPr>
          <a:xfrm flipV="1">
            <a:off x="18784822" y="10031476"/>
            <a:ext cx="176786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3" name="Connector 7900"/>
          <p:cNvSpPr/>
          <p:nvPr/>
        </p:nvSpPr>
        <p:spPr>
          <a:xfrm flipV="1">
            <a:off x="18961608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4" name="Connector 7901"/>
          <p:cNvSpPr/>
          <p:nvPr/>
        </p:nvSpPr>
        <p:spPr>
          <a:xfrm flipV="1">
            <a:off x="19138391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5" name="Connector 7902"/>
          <p:cNvSpPr/>
          <p:nvPr/>
        </p:nvSpPr>
        <p:spPr>
          <a:xfrm flipV="1">
            <a:off x="19315176" y="9949560"/>
            <a:ext cx="176784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6" name="Connector 7903"/>
          <p:cNvSpPr/>
          <p:nvPr/>
        </p:nvSpPr>
        <p:spPr>
          <a:xfrm flipV="1">
            <a:off x="19491959" y="9944100"/>
            <a:ext cx="176786" cy="54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7" name="Connector 7904"/>
          <p:cNvSpPr/>
          <p:nvPr/>
        </p:nvSpPr>
        <p:spPr>
          <a:xfrm>
            <a:off x="19668743" y="9944099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8" name="Connector 7905"/>
          <p:cNvSpPr/>
          <p:nvPr/>
        </p:nvSpPr>
        <p:spPr>
          <a:xfrm>
            <a:off x="19845528" y="9949560"/>
            <a:ext cx="176785" cy="163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9" name="Connector 7906"/>
          <p:cNvSpPr/>
          <p:nvPr/>
        </p:nvSpPr>
        <p:spPr>
          <a:xfrm>
            <a:off x="20022312" y="9965943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0" name="Connector 7907"/>
          <p:cNvSpPr/>
          <p:nvPr/>
        </p:nvSpPr>
        <p:spPr>
          <a:xfrm>
            <a:off x="20199095" y="9993248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1" name="Connector 7908"/>
          <p:cNvSpPr/>
          <p:nvPr/>
        </p:nvSpPr>
        <p:spPr>
          <a:xfrm>
            <a:off x="20375880" y="10031476"/>
            <a:ext cx="176785" cy="491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2" name="Connector 7909"/>
          <p:cNvSpPr/>
          <p:nvPr/>
        </p:nvSpPr>
        <p:spPr>
          <a:xfrm>
            <a:off x="20552663" y="10080624"/>
            <a:ext cx="176785" cy="600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3" name="Connector 7910"/>
          <p:cNvSpPr/>
          <p:nvPr/>
        </p:nvSpPr>
        <p:spPr>
          <a:xfrm flipV="1">
            <a:off x="19668743" y="10093197"/>
            <a:ext cx="88393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4" name="Connector 7911"/>
          <p:cNvSpPr/>
          <p:nvPr/>
        </p:nvSpPr>
        <p:spPr>
          <a:xfrm flipV="1">
            <a:off x="19757136" y="10054335"/>
            <a:ext cx="88393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5" name="Connector 7912"/>
          <p:cNvSpPr/>
          <p:nvPr/>
        </p:nvSpPr>
        <p:spPr>
          <a:xfrm flipV="1">
            <a:off x="19845528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6" name="Connector 7913"/>
          <p:cNvSpPr/>
          <p:nvPr/>
        </p:nvSpPr>
        <p:spPr>
          <a:xfrm flipV="1">
            <a:off x="19933919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7" name="Connector 7914"/>
          <p:cNvSpPr/>
          <p:nvPr/>
        </p:nvSpPr>
        <p:spPr>
          <a:xfrm flipV="1">
            <a:off x="20022312" y="9989564"/>
            <a:ext cx="88392" cy="129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8" name="Connector 7915"/>
          <p:cNvSpPr/>
          <p:nvPr/>
        </p:nvSpPr>
        <p:spPr>
          <a:xfrm flipV="1">
            <a:off x="20110702" y="9985247"/>
            <a:ext cx="88394" cy="43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09" name="Connector 7916"/>
          <p:cNvSpPr/>
          <p:nvPr/>
        </p:nvSpPr>
        <p:spPr>
          <a:xfrm>
            <a:off x="20199095" y="9985247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0" name="Connector 7917"/>
          <p:cNvSpPr/>
          <p:nvPr/>
        </p:nvSpPr>
        <p:spPr>
          <a:xfrm>
            <a:off x="20287487" y="9989566"/>
            <a:ext cx="88393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1" name="Connector 7918"/>
          <p:cNvSpPr/>
          <p:nvPr/>
        </p:nvSpPr>
        <p:spPr>
          <a:xfrm>
            <a:off x="20375880" y="10002519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2" name="Connector 7919"/>
          <p:cNvSpPr/>
          <p:nvPr/>
        </p:nvSpPr>
        <p:spPr>
          <a:xfrm>
            <a:off x="20464271" y="10024109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3" name="Connector 7920"/>
          <p:cNvSpPr/>
          <p:nvPr/>
        </p:nvSpPr>
        <p:spPr>
          <a:xfrm>
            <a:off x="20552663" y="10054335"/>
            <a:ext cx="88392" cy="38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4" name="Connector 7921"/>
          <p:cNvSpPr/>
          <p:nvPr/>
        </p:nvSpPr>
        <p:spPr>
          <a:xfrm>
            <a:off x="20641054" y="10093197"/>
            <a:ext cx="88394" cy="475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5" name="Connector 7922"/>
          <p:cNvSpPr/>
          <p:nvPr/>
        </p:nvSpPr>
        <p:spPr>
          <a:xfrm flipV="1">
            <a:off x="13304519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6" name="Connector 7923"/>
          <p:cNvSpPr/>
          <p:nvPr/>
        </p:nvSpPr>
        <p:spPr>
          <a:xfrm flipV="1">
            <a:off x="13392911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7" name="Connector 7924"/>
          <p:cNvSpPr/>
          <p:nvPr/>
        </p:nvSpPr>
        <p:spPr>
          <a:xfrm flipV="1">
            <a:off x="13481304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8" name="Connector 7925"/>
          <p:cNvSpPr/>
          <p:nvPr/>
        </p:nvSpPr>
        <p:spPr>
          <a:xfrm flipV="1">
            <a:off x="13569695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9" name="Connector 7926"/>
          <p:cNvSpPr/>
          <p:nvPr/>
        </p:nvSpPr>
        <p:spPr>
          <a:xfrm flipV="1">
            <a:off x="13658087" y="10849102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0" name="Connector 7927"/>
          <p:cNvSpPr/>
          <p:nvPr/>
        </p:nvSpPr>
        <p:spPr>
          <a:xfrm flipV="1">
            <a:off x="13746478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1" name="Connector 7928"/>
          <p:cNvSpPr/>
          <p:nvPr/>
        </p:nvSpPr>
        <p:spPr>
          <a:xfrm>
            <a:off x="13834871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2" name="Connector 7929"/>
          <p:cNvSpPr/>
          <p:nvPr/>
        </p:nvSpPr>
        <p:spPr>
          <a:xfrm>
            <a:off x="13923263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3" name="Connector 7930"/>
          <p:cNvSpPr/>
          <p:nvPr/>
        </p:nvSpPr>
        <p:spPr>
          <a:xfrm>
            <a:off x="14011656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4" name="Connector 7931"/>
          <p:cNvSpPr/>
          <p:nvPr/>
        </p:nvSpPr>
        <p:spPr>
          <a:xfrm>
            <a:off x="14100047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5" name="Connector 7932"/>
          <p:cNvSpPr/>
          <p:nvPr/>
        </p:nvSpPr>
        <p:spPr>
          <a:xfrm>
            <a:off x="14188439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6" name="Connector 7933"/>
          <p:cNvSpPr/>
          <p:nvPr/>
        </p:nvSpPr>
        <p:spPr>
          <a:xfrm>
            <a:off x="14276832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7" name="Connector 7934"/>
          <p:cNvSpPr/>
          <p:nvPr/>
        </p:nvSpPr>
        <p:spPr>
          <a:xfrm flipV="1">
            <a:off x="13304519" y="10940160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8" name="Connector 7935"/>
          <p:cNvSpPr/>
          <p:nvPr/>
        </p:nvSpPr>
        <p:spPr>
          <a:xfrm flipV="1">
            <a:off x="13481302" y="1089101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29" name="Connector 7936"/>
          <p:cNvSpPr/>
          <p:nvPr/>
        </p:nvSpPr>
        <p:spPr>
          <a:xfrm flipV="1">
            <a:off x="13658087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0" name="Connector 7937"/>
          <p:cNvSpPr/>
          <p:nvPr/>
        </p:nvSpPr>
        <p:spPr>
          <a:xfrm flipV="1">
            <a:off x="13834871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1" name="Connector 7938"/>
          <p:cNvSpPr/>
          <p:nvPr/>
        </p:nvSpPr>
        <p:spPr>
          <a:xfrm flipV="1">
            <a:off x="14011656" y="10809096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2" name="Connector 7939"/>
          <p:cNvSpPr/>
          <p:nvPr/>
        </p:nvSpPr>
        <p:spPr>
          <a:xfrm flipV="1">
            <a:off x="14188439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3" name="Connector 7940"/>
          <p:cNvSpPr/>
          <p:nvPr/>
        </p:nvSpPr>
        <p:spPr>
          <a:xfrm>
            <a:off x="14365223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4" name="Connector 7941"/>
          <p:cNvSpPr/>
          <p:nvPr/>
        </p:nvSpPr>
        <p:spPr>
          <a:xfrm>
            <a:off x="14542008" y="10809096"/>
            <a:ext cx="176784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5" name="Connector 7942"/>
          <p:cNvSpPr/>
          <p:nvPr/>
        </p:nvSpPr>
        <p:spPr>
          <a:xfrm>
            <a:off x="14718791" y="10825478"/>
            <a:ext cx="176786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6" name="Connector 7943"/>
          <p:cNvSpPr/>
          <p:nvPr/>
        </p:nvSpPr>
        <p:spPr>
          <a:xfrm>
            <a:off x="14895576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7" name="Connector 7944"/>
          <p:cNvSpPr/>
          <p:nvPr/>
        </p:nvSpPr>
        <p:spPr>
          <a:xfrm>
            <a:off x="15072360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8" name="Connector 7945"/>
          <p:cNvSpPr/>
          <p:nvPr/>
        </p:nvSpPr>
        <p:spPr>
          <a:xfrm>
            <a:off x="15249143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9" name="Connector 7946"/>
          <p:cNvSpPr/>
          <p:nvPr/>
        </p:nvSpPr>
        <p:spPr>
          <a:xfrm flipV="1">
            <a:off x="13304519" y="10927588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0" name="Connector 7947"/>
          <p:cNvSpPr/>
          <p:nvPr/>
        </p:nvSpPr>
        <p:spPr>
          <a:xfrm flipV="1">
            <a:off x="13569695" y="1086815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1" name="Connector 7948"/>
          <p:cNvSpPr/>
          <p:nvPr/>
        </p:nvSpPr>
        <p:spPr>
          <a:xfrm flipV="1">
            <a:off x="13834871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2" name="Connector 7949"/>
          <p:cNvSpPr/>
          <p:nvPr/>
        </p:nvSpPr>
        <p:spPr>
          <a:xfrm flipV="1">
            <a:off x="14100047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3" name="Connector 7950"/>
          <p:cNvSpPr/>
          <p:nvPr/>
        </p:nvSpPr>
        <p:spPr>
          <a:xfrm flipV="1">
            <a:off x="14365223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4" name="Connector 7951"/>
          <p:cNvSpPr/>
          <p:nvPr/>
        </p:nvSpPr>
        <p:spPr>
          <a:xfrm flipV="1">
            <a:off x="14630400" y="10762488"/>
            <a:ext cx="265176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5" name="Connector 7952"/>
          <p:cNvSpPr/>
          <p:nvPr/>
        </p:nvSpPr>
        <p:spPr>
          <a:xfrm>
            <a:off x="14895576" y="10762488"/>
            <a:ext cx="265176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6" name="Connector 7953"/>
          <p:cNvSpPr/>
          <p:nvPr/>
        </p:nvSpPr>
        <p:spPr>
          <a:xfrm>
            <a:off x="15160750" y="10769090"/>
            <a:ext cx="265178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7" name="Connector 7954"/>
          <p:cNvSpPr/>
          <p:nvPr/>
        </p:nvSpPr>
        <p:spPr>
          <a:xfrm>
            <a:off x="15425928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8" name="Connector 7955"/>
          <p:cNvSpPr/>
          <p:nvPr/>
        </p:nvSpPr>
        <p:spPr>
          <a:xfrm>
            <a:off x="15691104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49" name="Connector 7956"/>
          <p:cNvSpPr/>
          <p:nvPr/>
        </p:nvSpPr>
        <p:spPr>
          <a:xfrm>
            <a:off x="15956280" y="10868152"/>
            <a:ext cx="265176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0" name="Connector 7957"/>
          <p:cNvSpPr/>
          <p:nvPr/>
        </p:nvSpPr>
        <p:spPr>
          <a:xfrm>
            <a:off x="16221454" y="10927588"/>
            <a:ext cx="265178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1" name="Connector 7958"/>
          <p:cNvSpPr/>
          <p:nvPr/>
        </p:nvSpPr>
        <p:spPr>
          <a:xfrm flipV="1">
            <a:off x="13304519" y="10915015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2" name="Connector 7959"/>
          <p:cNvSpPr/>
          <p:nvPr/>
        </p:nvSpPr>
        <p:spPr>
          <a:xfrm flipV="1">
            <a:off x="13658087" y="10845292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3" name="Connector 7960"/>
          <p:cNvSpPr/>
          <p:nvPr/>
        </p:nvSpPr>
        <p:spPr>
          <a:xfrm flipV="1">
            <a:off x="14011656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4" name="Connector 7961"/>
          <p:cNvSpPr/>
          <p:nvPr/>
        </p:nvSpPr>
        <p:spPr>
          <a:xfrm flipV="1">
            <a:off x="14365223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5" name="Connector 7962"/>
          <p:cNvSpPr/>
          <p:nvPr/>
        </p:nvSpPr>
        <p:spPr>
          <a:xfrm flipV="1">
            <a:off x="14718791" y="10729086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6" name="Connector 7963"/>
          <p:cNvSpPr/>
          <p:nvPr/>
        </p:nvSpPr>
        <p:spPr>
          <a:xfrm flipV="1">
            <a:off x="15072359" y="1072134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7" name="Connector 7964"/>
          <p:cNvSpPr/>
          <p:nvPr/>
        </p:nvSpPr>
        <p:spPr>
          <a:xfrm>
            <a:off x="15425928" y="10721340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8" name="Connector 7965"/>
          <p:cNvSpPr/>
          <p:nvPr/>
        </p:nvSpPr>
        <p:spPr>
          <a:xfrm>
            <a:off x="15779495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59" name="Connector 7966"/>
          <p:cNvSpPr/>
          <p:nvPr/>
        </p:nvSpPr>
        <p:spPr>
          <a:xfrm>
            <a:off x="16133063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0" name="Connector 7967"/>
          <p:cNvSpPr/>
          <p:nvPr/>
        </p:nvSpPr>
        <p:spPr>
          <a:xfrm>
            <a:off x="16486632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1" name="Connector 7968"/>
          <p:cNvSpPr/>
          <p:nvPr/>
        </p:nvSpPr>
        <p:spPr>
          <a:xfrm>
            <a:off x="16840199" y="10845292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2" name="Connector 7969"/>
          <p:cNvSpPr/>
          <p:nvPr/>
        </p:nvSpPr>
        <p:spPr>
          <a:xfrm>
            <a:off x="17193767" y="10915015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3" name="Connector 7970"/>
          <p:cNvSpPr/>
          <p:nvPr/>
        </p:nvSpPr>
        <p:spPr>
          <a:xfrm flipV="1">
            <a:off x="13304519" y="10902442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4" name="Connector 7971"/>
          <p:cNvSpPr/>
          <p:nvPr/>
        </p:nvSpPr>
        <p:spPr>
          <a:xfrm flipV="1">
            <a:off x="13746478" y="10822431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5" name="Connector 7972"/>
          <p:cNvSpPr/>
          <p:nvPr/>
        </p:nvSpPr>
        <p:spPr>
          <a:xfrm flipV="1">
            <a:off x="14188439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6" name="Connector 7973"/>
          <p:cNvSpPr/>
          <p:nvPr/>
        </p:nvSpPr>
        <p:spPr>
          <a:xfrm flipV="1">
            <a:off x="14630400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7" name="Connector 7974"/>
          <p:cNvSpPr/>
          <p:nvPr/>
        </p:nvSpPr>
        <p:spPr>
          <a:xfrm flipV="1">
            <a:off x="15072360" y="10689082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8" name="Connector 7975"/>
          <p:cNvSpPr/>
          <p:nvPr/>
        </p:nvSpPr>
        <p:spPr>
          <a:xfrm flipV="1">
            <a:off x="15514319" y="10680192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69" name="Connector 7976"/>
          <p:cNvSpPr/>
          <p:nvPr/>
        </p:nvSpPr>
        <p:spPr>
          <a:xfrm>
            <a:off x="15956280" y="10680192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0" name="Connector 7977"/>
          <p:cNvSpPr/>
          <p:nvPr/>
        </p:nvSpPr>
        <p:spPr>
          <a:xfrm>
            <a:off x="16398239" y="10689081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1" name="Connector 7978"/>
          <p:cNvSpPr/>
          <p:nvPr/>
        </p:nvSpPr>
        <p:spPr>
          <a:xfrm>
            <a:off x="16840200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2" name="Connector 7979"/>
          <p:cNvSpPr/>
          <p:nvPr/>
        </p:nvSpPr>
        <p:spPr>
          <a:xfrm>
            <a:off x="17282160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3" name="Connector 7980"/>
          <p:cNvSpPr/>
          <p:nvPr/>
        </p:nvSpPr>
        <p:spPr>
          <a:xfrm>
            <a:off x="17724119" y="10822431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4" name="Connector 7981"/>
          <p:cNvSpPr/>
          <p:nvPr/>
        </p:nvSpPr>
        <p:spPr>
          <a:xfrm>
            <a:off x="18166078" y="10902442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5" name="Connector 7982"/>
          <p:cNvSpPr/>
          <p:nvPr/>
        </p:nvSpPr>
        <p:spPr>
          <a:xfrm flipV="1">
            <a:off x="13304519" y="10889869"/>
            <a:ext cx="530352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6" name="Connector 7983"/>
          <p:cNvSpPr/>
          <p:nvPr/>
        </p:nvSpPr>
        <p:spPr>
          <a:xfrm flipV="1">
            <a:off x="13834870" y="10799571"/>
            <a:ext cx="530354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7" name="Connector 7984"/>
          <p:cNvSpPr/>
          <p:nvPr/>
        </p:nvSpPr>
        <p:spPr>
          <a:xfrm flipV="1">
            <a:off x="14365223" y="10729341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8" name="Connector 7985"/>
          <p:cNvSpPr/>
          <p:nvPr/>
        </p:nvSpPr>
        <p:spPr>
          <a:xfrm flipV="1">
            <a:off x="14895576" y="1067917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79" name="Connector 7986"/>
          <p:cNvSpPr/>
          <p:nvPr/>
        </p:nvSpPr>
        <p:spPr>
          <a:xfrm flipV="1">
            <a:off x="15425928" y="10649078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0" name="Connector 7987"/>
          <p:cNvSpPr/>
          <p:nvPr/>
        </p:nvSpPr>
        <p:spPr>
          <a:xfrm flipV="1">
            <a:off x="15956280" y="10639043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1" name="Connector 7988"/>
          <p:cNvSpPr/>
          <p:nvPr/>
        </p:nvSpPr>
        <p:spPr>
          <a:xfrm>
            <a:off x="16486632" y="10639043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2" name="Connector 7989"/>
          <p:cNvSpPr/>
          <p:nvPr/>
        </p:nvSpPr>
        <p:spPr>
          <a:xfrm>
            <a:off x="17016984" y="10649077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3" name="Connector 7990"/>
          <p:cNvSpPr/>
          <p:nvPr/>
        </p:nvSpPr>
        <p:spPr>
          <a:xfrm>
            <a:off x="17547336" y="1067917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4" name="Connector 7991"/>
          <p:cNvSpPr/>
          <p:nvPr/>
        </p:nvSpPr>
        <p:spPr>
          <a:xfrm>
            <a:off x="18077687" y="10729341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5" name="Connector 7992"/>
          <p:cNvSpPr/>
          <p:nvPr/>
        </p:nvSpPr>
        <p:spPr>
          <a:xfrm>
            <a:off x="18608039" y="1079957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6" name="Connector 7993"/>
          <p:cNvSpPr/>
          <p:nvPr/>
        </p:nvSpPr>
        <p:spPr>
          <a:xfrm>
            <a:off x="19138391" y="10889868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7" name="Connector 7994"/>
          <p:cNvSpPr/>
          <p:nvPr/>
        </p:nvSpPr>
        <p:spPr>
          <a:xfrm flipV="1">
            <a:off x="13304519" y="10877294"/>
            <a:ext cx="618744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8" name="Connector 7995"/>
          <p:cNvSpPr/>
          <p:nvPr/>
        </p:nvSpPr>
        <p:spPr>
          <a:xfrm flipV="1">
            <a:off x="13923263" y="10776711"/>
            <a:ext cx="618746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89" name="Connector 7996"/>
          <p:cNvSpPr/>
          <p:nvPr/>
        </p:nvSpPr>
        <p:spPr>
          <a:xfrm flipV="1">
            <a:off x="14542008" y="10698480"/>
            <a:ext cx="618744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0" name="Connector 7997"/>
          <p:cNvSpPr/>
          <p:nvPr/>
        </p:nvSpPr>
        <p:spPr>
          <a:xfrm flipV="1">
            <a:off x="15160750" y="10642600"/>
            <a:ext cx="618746" cy="558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1" name="Connector 7998"/>
          <p:cNvSpPr/>
          <p:nvPr/>
        </p:nvSpPr>
        <p:spPr>
          <a:xfrm flipV="1">
            <a:off x="15779495" y="10609071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2" name="Connector 7999"/>
          <p:cNvSpPr/>
          <p:nvPr/>
        </p:nvSpPr>
        <p:spPr>
          <a:xfrm flipV="1">
            <a:off x="16398239" y="10597895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3" name="Connector 8000"/>
          <p:cNvSpPr/>
          <p:nvPr/>
        </p:nvSpPr>
        <p:spPr>
          <a:xfrm>
            <a:off x="17016984" y="10597895"/>
            <a:ext cx="618745" cy="111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4" name="Connector 8001"/>
          <p:cNvSpPr/>
          <p:nvPr/>
        </p:nvSpPr>
        <p:spPr>
          <a:xfrm>
            <a:off x="17635728" y="10609071"/>
            <a:ext cx="618745" cy="33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5" name="Connector 8002"/>
          <p:cNvSpPr/>
          <p:nvPr/>
        </p:nvSpPr>
        <p:spPr>
          <a:xfrm>
            <a:off x="18254471" y="10642599"/>
            <a:ext cx="618745" cy="558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6" name="Connector 8003"/>
          <p:cNvSpPr/>
          <p:nvPr/>
        </p:nvSpPr>
        <p:spPr>
          <a:xfrm>
            <a:off x="18873215" y="10698480"/>
            <a:ext cx="618745" cy="782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7" name="Connector 8004"/>
          <p:cNvSpPr/>
          <p:nvPr/>
        </p:nvSpPr>
        <p:spPr>
          <a:xfrm>
            <a:off x="19491960" y="10776711"/>
            <a:ext cx="618744" cy="100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8" name="Connector 8005"/>
          <p:cNvSpPr/>
          <p:nvPr/>
        </p:nvSpPr>
        <p:spPr>
          <a:xfrm>
            <a:off x="20110702" y="10877294"/>
            <a:ext cx="618746" cy="12293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99" name="Connector 8006"/>
          <p:cNvSpPr/>
          <p:nvPr/>
        </p:nvSpPr>
        <p:spPr>
          <a:xfrm flipV="1">
            <a:off x="14365223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0" name="Connector 8007"/>
          <p:cNvSpPr/>
          <p:nvPr/>
        </p:nvSpPr>
        <p:spPr>
          <a:xfrm flipV="1">
            <a:off x="14453615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1" name="Connector 8008"/>
          <p:cNvSpPr/>
          <p:nvPr/>
        </p:nvSpPr>
        <p:spPr>
          <a:xfrm flipV="1">
            <a:off x="14542008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2" name="Connector 8009"/>
          <p:cNvSpPr/>
          <p:nvPr/>
        </p:nvSpPr>
        <p:spPr>
          <a:xfrm flipV="1">
            <a:off x="14630399" y="10862056"/>
            <a:ext cx="88394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3" name="Connector 8010"/>
          <p:cNvSpPr/>
          <p:nvPr/>
        </p:nvSpPr>
        <p:spPr>
          <a:xfrm flipV="1">
            <a:off x="14718791" y="10849102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4" name="Connector 8011"/>
          <p:cNvSpPr/>
          <p:nvPr/>
        </p:nvSpPr>
        <p:spPr>
          <a:xfrm flipV="1">
            <a:off x="14807183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5" name="Connector 8012"/>
          <p:cNvSpPr/>
          <p:nvPr/>
        </p:nvSpPr>
        <p:spPr>
          <a:xfrm>
            <a:off x="14895576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6" name="Connector 8013"/>
          <p:cNvSpPr/>
          <p:nvPr/>
        </p:nvSpPr>
        <p:spPr>
          <a:xfrm>
            <a:off x="14983967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7" name="Connector 8014"/>
          <p:cNvSpPr/>
          <p:nvPr/>
        </p:nvSpPr>
        <p:spPr>
          <a:xfrm>
            <a:off x="15072360" y="10862054"/>
            <a:ext cx="88392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8" name="Connector 8015"/>
          <p:cNvSpPr/>
          <p:nvPr/>
        </p:nvSpPr>
        <p:spPr>
          <a:xfrm>
            <a:off x="15160750" y="10883645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09" name="Connector 8016"/>
          <p:cNvSpPr/>
          <p:nvPr/>
        </p:nvSpPr>
        <p:spPr>
          <a:xfrm>
            <a:off x="15249143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0" name="Connector 8017"/>
          <p:cNvSpPr/>
          <p:nvPr/>
        </p:nvSpPr>
        <p:spPr>
          <a:xfrm>
            <a:off x="15337536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1" name="Connector 8018"/>
          <p:cNvSpPr/>
          <p:nvPr/>
        </p:nvSpPr>
        <p:spPr>
          <a:xfrm flipV="1">
            <a:off x="14365223" y="10940160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2" name="Connector 8019"/>
          <p:cNvSpPr/>
          <p:nvPr/>
        </p:nvSpPr>
        <p:spPr>
          <a:xfrm flipV="1">
            <a:off x="14542006" y="1089101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3" name="Connector 8020"/>
          <p:cNvSpPr/>
          <p:nvPr/>
        </p:nvSpPr>
        <p:spPr>
          <a:xfrm flipV="1">
            <a:off x="14718791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4" name="Connector 8021"/>
          <p:cNvSpPr/>
          <p:nvPr/>
        </p:nvSpPr>
        <p:spPr>
          <a:xfrm flipV="1">
            <a:off x="14895576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5" name="Connector 8022"/>
          <p:cNvSpPr/>
          <p:nvPr/>
        </p:nvSpPr>
        <p:spPr>
          <a:xfrm flipV="1">
            <a:off x="15072360" y="10809096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6" name="Connector 8023"/>
          <p:cNvSpPr/>
          <p:nvPr/>
        </p:nvSpPr>
        <p:spPr>
          <a:xfrm flipV="1">
            <a:off x="15249143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7" name="Connector 8024"/>
          <p:cNvSpPr/>
          <p:nvPr/>
        </p:nvSpPr>
        <p:spPr>
          <a:xfrm>
            <a:off x="15425928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8" name="Connector 8025"/>
          <p:cNvSpPr/>
          <p:nvPr/>
        </p:nvSpPr>
        <p:spPr>
          <a:xfrm>
            <a:off x="15602712" y="10809096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19" name="Connector 8026"/>
          <p:cNvSpPr/>
          <p:nvPr/>
        </p:nvSpPr>
        <p:spPr>
          <a:xfrm>
            <a:off x="15779495" y="10825478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0" name="Connector 8027"/>
          <p:cNvSpPr/>
          <p:nvPr/>
        </p:nvSpPr>
        <p:spPr>
          <a:xfrm>
            <a:off x="15956280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1" name="Connector 8028"/>
          <p:cNvSpPr/>
          <p:nvPr/>
        </p:nvSpPr>
        <p:spPr>
          <a:xfrm>
            <a:off x="16133063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2" name="Connector 8029"/>
          <p:cNvSpPr/>
          <p:nvPr/>
        </p:nvSpPr>
        <p:spPr>
          <a:xfrm>
            <a:off x="16309847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3" name="Connector 8030"/>
          <p:cNvSpPr/>
          <p:nvPr/>
        </p:nvSpPr>
        <p:spPr>
          <a:xfrm flipV="1">
            <a:off x="14365223" y="10927588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4" name="Connector 8031"/>
          <p:cNvSpPr/>
          <p:nvPr/>
        </p:nvSpPr>
        <p:spPr>
          <a:xfrm flipV="1">
            <a:off x="14630398" y="1086815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5" name="Connector 8032"/>
          <p:cNvSpPr/>
          <p:nvPr/>
        </p:nvSpPr>
        <p:spPr>
          <a:xfrm flipV="1">
            <a:off x="14895576" y="10821923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6" name="Connector 8033"/>
          <p:cNvSpPr/>
          <p:nvPr/>
        </p:nvSpPr>
        <p:spPr>
          <a:xfrm flipV="1">
            <a:off x="15160750" y="10788904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7" name="Connector 8034"/>
          <p:cNvSpPr/>
          <p:nvPr/>
        </p:nvSpPr>
        <p:spPr>
          <a:xfrm flipV="1">
            <a:off x="15425928" y="1076909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8" name="Connector 8035"/>
          <p:cNvSpPr/>
          <p:nvPr/>
        </p:nvSpPr>
        <p:spPr>
          <a:xfrm flipV="1">
            <a:off x="15691102" y="1076248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29" name="Connector 8036"/>
          <p:cNvSpPr/>
          <p:nvPr/>
        </p:nvSpPr>
        <p:spPr>
          <a:xfrm>
            <a:off x="15956280" y="10762488"/>
            <a:ext cx="265176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0" name="Connector 8037"/>
          <p:cNvSpPr/>
          <p:nvPr/>
        </p:nvSpPr>
        <p:spPr>
          <a:xfrm>
            <a:off x="16221454" y="10769090"/>
            <a:ext cx="265178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1" name="Connector 8038"/>
          <p:cNvSpPr/>
          <p:nvPr/>
        </p:nvSpPr>
        <p:spPr>
          <a:xfrm>
            <a:off x="16486632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2" name="Connector 8039"/>
          <p:cNvSpPr/>
          <p:nvPr/>
        </p:nvSpPr>
        <p:spPr>
          <a:xfrm>
            <a:off x="16751808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3" name="Connector 8040"/>
          <p:cNvSpPr/>
          <p:nvPr/>
        </p:nvSpPr>
        <p:spPr>
          <a:xfrm>
            <a:off x="17016984" y="1086815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4" name="Connector 8041"/>
          <p:cNvSpPr/>
          <p:nvPr/>
        </p:nvSpPr>
        <p:spPr>
          <a:xfrm>
            <a:off x="17282160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5" name="Connector 8042"/>
          <p:cNvSpPr/>
          <p:nvPr/>
        </p:nvSpPr>
        <p:spPr>
          <a:xfrm flipV="1">
            <a:off x="14365223" y="10915015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6" name="Connector 8043"/>
          <p:cNvSpPr/>
          <p:nvPr/>
        </p:nvSpPr>
        <p:spPr>
          <a:xfrm flipV="1">
            <a:off x="14718791" y="10845292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7" name="Connector 8044"/>
          <p:cNvSpPr/>
          <p:nvPr/>
        </p:nvSpPr>
        <p:spPr>
          <a:xfrm flipV="1">
            <a:off x="15072360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8" name="Connector 8045"/>
          <p:cNvSpPr/>
          <p:nvPr/>
        </p:nvSpPr>
        <p:spPr>
          <a:xfrm flipV="1">
            <a:off x="15425928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39" name="Connector 8046"/>
          <p:cNvSpPr/>
          <p:nvPr/>
        </p:nvSpPr>
        <p:spPr>
          <a:xfrm flipV="1">
            <a:off x="15779495" y="10729086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0" name="Connector 8047"/>
          <p:cNvSpPr/>
          <p:nvPr/>
        </p:nvSpPr>
        <p:spPr>
          <a:xfrm flipV="1">
            <a:off x="16133063" y="1072134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1" name="Connector 8048"/>
          <p:cNvSpPr/>
          <p:nvPr/>
        </p:nvSpPr>
        <p:spPr>
          <a:xfrm>
            <a:off x="16486632" y="10721340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2" name="Connector 8049"/>
          <p:cNvSpPr/>
          <p:nvPr/>
        </p:nvSpPr>
        <p:spPr>
          <a:xfrm>
            <a:off x="16840199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3" name="Connector 8050"/>
          <p:cNvSpPr/>
          <p:nvPr/>
        </p:nvSpPr>
        <p:spPr>
          <a:xfrm>
            <a:off x="17193767" y="10752328"/>
            <a:ext cx="353570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4" name="Connector 8051"/>
          <p:cNvSpPr/>
          <p:nvPr/>
        </p:nvSpPr>
        <p:spPr>
          <a:xfrm>
            <a:off x="17547336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5" name="Connector 8052"/>
          <p:cNvSpPr/>
          <p:nvPr/>
        </p:nvSpPr>
        <p:spPr>
          <a:xfrm>
            <a:off x="17900904" y="10845292"/>
            <a:ext cx="353568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6" name="Connector 8053"/>
          <p:cNvSpPr/>
          <p:nvPr/>
        </p:nvSpPr>
        <p:spPr>
          <a:xfrm>
            <a:off x="18254470" y="10915015"/>
            <a:ext cx="353570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7" name="Connector 8054"/>
          <p:cNvSpPr/>
          <p:nvPr/>
        </p:nvSpPr>
        <p:spPr>
          <a:xfrm flipV="1">
            <a:off x="14365223" y="10902442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8" name="Connector 8055"/>
          <p:cNvSpPr/>
          <p:nvPr/>
        </p:nvSpPr>
        <p:spPr>
          <a:xfrm flipV="1">
            <a:off x="14807183" y="10822431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49" name="Connector 8056"/>
          <p:cNvSpPr/>
          <p:nvPr/>
        </p:nvSpPr>
        <p:spPr>
          <a:xfrm flipV="1">
            <a:off x="15249143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0" name="Connector 8057"/>
          <p:cNvSpPr/>
          <p:nvPr/>
        </p:nvSpPr>
        <p:spPr>
          <a:xfrm flipV="1">
            <a:off x="15691104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1" name="Connector 8058"/>
          <p:cNvSpPr/>
          <p:nvPr/>
        </p:nvSpPr>
        <p:spPr>
          <a:xfrm flipV="1">
            <a:off x="16133063" y="10689082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2" name="Connector 8059"/>
          <p:cNvSpPr/>
          <p:nvPr/>
        </p:nvSpPr>
        <p:spPr>
          <a:xfrm flipV="1">
            <a:off x="16575022" y="10680192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3" name="Connector 8060"/>
          <p:cNvSpPr/>
          <p:nvPr/>
        </p:nvSpPr>
        <p:spPr>
          <a:xfrm>
            <a:off x="17016984" y="10680192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4" name="Connector 8061"/>
          <p:cNvSpPr/>
          <p:nvPr/>
        </p:nvSpPr>
        <p:spPr>
          <a:xfrm>
            <a:off x="17458943" y="10689081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5" name="Connector 8062"/>
          <p:cNvSpPr/>
          <p:nvPr/>
        </p:nvSpPr>
        <p:spPr>
          <a:xfrm>
            <a:off x="17900904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6" name="Connector 8063"/>
          <p:cNvSpPr/>
          <p:nvPr/>
        </p:nvSpPr>
        <p:spPr>
          <a:xfrm>
            <a:off x="18342863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7" name="Connector 8064"/>
          <p:cNvSpPr/>
          <p:nvPr/>
        </p:nvSpPr>
        <p:spPr>
          <a:xfrm>
            <a:off x="18784823" y="10822431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8" name="Connector 8065"/>
          <p:cNvSpPr/>
          <p:nvPr/>
        </p:nvSpPr>
        <p:spPr>
          <a:xfrm>
            <a:off x="19226783" y="10902442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59" name="Connector 8066"/>
          <p:cNvSpPr/>
          <p:nvPr/>
        </p:nvSpPr>
        <p:spPr>
          <a:xfrm flipV="1">
            <a:off x="14365223" y="10889869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0" name="Connector 8067"/>
          <p:cNvSpPr/>
          <p:nvPr/>
        </p:nvSpPr>
        <p:spPr>
          <a:xfrm flipV="1">
            <a:off x="14895576" y="1079957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1" name="Connector 8068"/>
          <p:cNvSpPr/>
          <p:nvPr/>
        </p:nvSpPr>
        <p:spPr>
          <a:xfrm flipV="1">
            <a:off x="15425928" y="10729341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2" name="Connector 8069"/>
          <p:cNvSpPr/>
          <p:nvPr/>
        </p:nvSpPr>
        <p:spPr>
          <a:xfrm flipV="1">
            <a:off x="15956280" y="1067917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3" name="Connector 8070"/>
          <p:cNvSpPr/>
          <p:nvPr/>
        </p:nvSpPr>
        <p:spPr>
          <a:xfrm flipV="1">
            <a:off x="16486632" y="10649078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4" name="Connector 8071"/>
          <p:cNvSpPr/>
          <p:nvPr/>
        </p:nvSpPr>
        <p:spPr>
          <a:xfrm flipV="1">
            <a:off x="17016984" y="10639043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5" name="Connector 8072"/>
          <p:cNvSpPr/>
          <p:nvPr/>
        </p:nvSpPr>
        <p:spPr>
          <a:xfrm>
            <a:off x="17547336" y="10639043"/>
            <a:ext cx="530353" cy="1003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6" name="Connector 8073"/>
          <p:cNvSpPr/>
          <p:nvPr/>
        </p:nvSpPr>
        <p:spPr>
          <a:xfrm>
            <a:off x="18077687" y="10649077"/>
            <a:ext cx="530353" cy="300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7" name="Connector 8074"/>
          <p:cNvSpPr/>
          <p:nvPr/>
        </p:nvSpPr>
        <p:spPr>
          <a:xfrm>
            <a:off x="18608039" y="10679176"/>
            <a:ext cx="530353" cy="501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8" name="Connector 8075"/>
          <p:cNvSpPr/>
          <p:nvPr/>
        </p:nvSpPr>
        <p:spPr>
          <a:xfrm>
            <a:off x="19138391" y="10729341"/>
            <a:ext cx="530353" cy="702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69" name="Connector 8076"/>
          <p:cNvSpPr/>
          <p:nvPr/>
        </p:nvSpPr>
        <p:spPr>
          <a:xfrm>
            <a:off x="19668743" y="10799571"/>
            <a:ext cx="530353" cy="9029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0" name="Connector 8077"/>
          <p:cNvSpPr/>
          <p:nvPr/>
        </p:nvSpPr>
        <p:spPr>
          <a:xfrm>
            <a:off x="20199095" y="10889868"/>
            <a:ext cx="530353" cy="1103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1" name="Connector 8078"/>
          <p:cNvSpPr/>
          <p:nvPr/>
        </p:nvSpPr>
        <p:spPr>
          <a:xfrm flipV="1">
            <a:off x="15425928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2" name="Connector 8079"/>
          <p:cNvSpPr/>
          <p:nvPr/>
        </p:nvSpPr>
        <p:spPr>
          <a:xfrm flipV="1">
            <a:off x="15514319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3" name="Connector 8080"/>
          <p:cNvSpPr/>
          <p:nvPr/>
        </p:nvSpPr>
        <p:spPr>
          <a:xfrm flipV="1">
            <a:off x="15602712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4" name="Connector 8081"/>
          <p:cNvSpPr/>
          <p:nvPr/>
        </p:nvSpPr>
        <p:spPr>
          <a:xfrm flipV="1">
            <a:off x="15691104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5" name="Connector 8082"/>
          <p:cNvSpPr/>
          <p:nvPr/>
        </p:nvSpPr>
        <p:spPr>
          <a:xfrm flipV="1">
            <a:off x="15779495" y="10849102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6" name="Connector 8083"/>
          <p:cNvSpPr/>
          <p:nvPr/>
        </p:nvSpPr>
        <p:spPr>
          <a:xfrm flipV="1">
            <a:off x="15867887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7" name="Connector 8084"/>
          <p:cNvSpPr/>
          <p:nvPr/>
        </p:nvSpPr>
        <p:spPr>
          <a:xfrm>
            <a:off x="15956280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8" name="Connector 8085"/>
          <p:cNvSpPr/>
          <p:nvPr/>
        </p:nvSpPr>
        <p:spPr>
          <a:xfrm>
            <a:off x="16044671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79" name="Connector 8086"/>
          <p:cNvSpPr/>
          <p:nvPr/>
        </p:nvSpPr>
        <p:spPr>
          <a:xfrm>
            <a:off x="16133063" y="10862054"/>
            <a:ext cx="88392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0" name="Connector 8087"/>
          <p:cNvSpPr/>
          <p:nvPr/>
        </p:nvSpPr>
        <p:spPr>
          <a:xfrm>
            <a:off x="16221454" y="10883645"/>
            <a:ext cx="88394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1" name="Connector 8088"/>
          <p:cNvSpPr/>
          <p:nvPr/>
        </p:nvSpPr>
        <p:spPr>
          <a:xfrm>
            <a:off x="16309847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2" name="Connector 8089"/>
          <p:cNvSpPr/>
          <p:nvPr/>
        </p:nvSpPr>
        <p:spPr>
          <a:xfrm>
            <a:off x="16398239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3" name="Connector 8090"/>
          <p:cNvSpPr/>
          <p:nvPr/>
        </p:nvSpPr>
        <p:spPr>
          <a:xfrm flipV="1">
            <a:off x="15425928" y="10940160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4" name="Connector 8091"/>
          <p:cNvSpPr/>
          <p:nvPr/>
        </p:nvSpPr>
        <p:spPr>
          <a:xfrm flipV="1">
            <a:off x="15602711" y="1089101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5" name="Connector 8092"/>
          <p:cNvSpPr/>
          <p:nvPr/>
        </p:nvSpPr>
        <p:spPr>
          <a:xfrm flipV="1">
            <a:off x="15779495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6" name="Connector 8093"/>
          <p:cNvSpPr/>
          <p:nvPr/>
        </p:nvSpPr>
        <p:spPr>
          <a:xfrm flipV="1">
            <a:off x="15956280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7" name="Connector 8094"/>
          <p:cNvSpPr/>
          <p:nvPr/>
        </p:nvSpPr>
        <p:spPr>
          <a:xfrm flipV="1">
            <a:off x="16133063" y="10809096"/>
            <a:ext cx="176785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8" name="Connector 8095"/>
          <p:cNvSpPr/>
          <p:nvPr/>
        </p:nvSpPr>
        <p:spPr>
          <a:xfrm flipV="1">
            <a:off x="16309847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89" name="Connector 8096"/>
          <p:cNvSpPr/>
          <p:nvPr/>
        </p:nvSpPr>
        <p:spPr>
          <a:xfrm>
            <a:off x="16486632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0" name="Connector 8097"/>
          <p:cNvSpPr/>
          <p:nvPr/>
        </p:nvSpPr>
        <p:spPr>
          <a:xfrm>
            <a:off x="16663415" y="10809096"/>
            <a:ext cx="176784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1" name="Connector 8098"/>
          <p:cNvSpPr/>
          <p:nvPr/>
        </p:nvSpPr>
        <p:spPr>
          <a:xfrm>
            <a:off x="16840198" y="10825478"/>
            <a:ext cx="176786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2" name="Connector 8099"/>
          <p:cNvSpPr/>
          <p:nvPr/>
        </p:nvSpPr>
        <p:spPr>
          <a:xfrm>
            <a:off x="17016984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3" name="Connector 8100"/>
          <p:cNvSpPr/>
          <p:nvPr/>
        </p:nvSpPr>
        <p:spPr>
          <a:xfrm>
            <a:off x="17193767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4" name="Connector 8101"/>
          <p:cNvSpPr/>
          <p:nvPr/>
        </p:nvSpPr>
        <p:spPr>
          <a:xfrm>
            <a:off x="17370552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5" name="Connector 8102"/>
          <p:cNvSpPr/>
          <p:nvPr/>
        </p:nvSpPr>
        <p:spPr>
          <a:xfrm flipV="1">
            <a:off x="15425928" y="10927588"/>
            <a:ext cx="265176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6" name="Connector 8103"/>
          <p:cNvSpPr/>
          <p:nvPr/>
        </p:nvSpPr>
        <p:spPr>
          <a:xfrm flipV="1">
            <a:off x="15691102" y="10868153"/>
            <a:ext cx="265178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7" name="Connector 8104"/>
          <p:cNvSpPr/>
          <p:nvPr/>
        </p:nvSpPr>
        <p:spPr>
          <a:xfrm flipV="1">
            <a:off x="15956280" y="10821923"/>
            <a:ext cx="265176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8" name="Connector 8105"/>
          <p:cNvSpPr/>
          <p:nvPr/>
        </p:nvSpPr>
        <p:spPr>
          <a:xfrm flipV="1">
            <a:off x="16221454" y="10788904"/>
            <a:ext cx="265178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99" name="Connector 8106"/>
          <p:cNvSpPr/>
          <p:nvPr/>
        </p:nvSpPr>
        <p:spPr>
          <a:xfrm flipV="1">
            <a:off x="16486632" y="1076909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0" name="Connector 8107"/>
          <p:cNvSpPr/>
          <p:nvPr/>
        </p:nvSpPr>
        <p:spPr>
          <a:xfrm flipV="1">
            <a:off x="16751806" y="1076248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1" name="Connector 8108"/>
          <p:cNvSpPr/>
          <p:nvPr/>
        </p:nvSpPr>
        <p:spPr>
          <a:xfrm>
            <a:off x="17016984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2" name="Connector 8109"/>
          <p:cNvSpPr/>
          <p:nvPr/>
        </p:nvSpPr>
        <p:spPr>
          <a:xfrm>
            <a:off x="17282160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3" name="Connector 8110"/>
          <p:cNvSpPr/>
          <p:nvPr/>
        </p:nvSpPr>
        <p:spPr>
          <a:xfrm>
            <a:off x="17547336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4" name="Connector 8111"/>
          <p:cNvSpPr/>
          <p:nvPr/>
        </p:nvSpPr>
        <p:spPr>
          <a:xfrm>
            <a:off x="17812512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5" name="Connector 8112"/>
          <p:cNvSpPr/>
          <p:nvPr/>
        </p:nvSpPr>
        <p:spPr>
          <a:xfrm>
            <a:off x="18077687" y="1086815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6" name="Connector 8113"/>
          <p:cNvSpPr/>
          <p:nvPr/>
        </p:nvSpPr>
        <p:spPr>
          <a:xfrm>
            <a:off x="18342863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7" name="Connector 8114"/>
          <p:cNvSpPr/>
          <p:nvPr/>
        </p:nvSpPr>
        <p:spPr>
          <a:xfrm flipV="1">
            <a:off x="15425928" y="10915015"/>
            <a:ext cx="353568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8" name="Connector 8115"/>
          <p:cNvSpPr/>
          <p:nvPr/>
        </p:nvSpPr>
        <p:spPr>
          <a:xfrm flipV="1">
            <a:off x="15779495" y="10845292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09" name="Connector 8116"/>
          <p:cNvSpPr/>
          <p:nvPr/>
        </p:nvSpPr>
        <p:spPr>
          <a:xfrm flipV="1">
            <a:off x="16133063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0" name="Connector 8117"/>
          <p:cNvSpPr/>
          <p:nvPr/>
        </p:nvSpPr>
        <p:spPr>
          <a:xfrm flipV="1">
            <a:off x="16486632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1" name="Connector 8118"/>
          <p:cNvSpPr/>
          <p:nvPr/>
        </p:nvSpPr>
        <p:spPr>
          <a:xfrm flipV="1">
            <a:off x="16840199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2" name="Connector 8119"/>
          <p:cNvSpPr/>
          <p:nvPr/>
        </p:nvSpPr>
        <p:spPr>
          <a:xfrm flipV="1">
            <a:off x="17193767" y="1072134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3" name="Connector 8120"/>
          <p:cNvSpPr/>
          <p:nvPr/>
        </p:nvSpPr>
        <p:spPr>
          <a:xfrm>
            <a:off x="17547336" y="10721340"/>
            <a:ext cx="353568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4" name="Connector 8121"/>
          <p:cNvSpPr/>
          <p:nvPr/>
        </p:nvSpPr>
        <p:spPr>
          <a:xfrm>
            <a:off x="17900902" y="10729086"/>
            <a:ext cx="353570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5" name="Connector 8122"/>
          <p:cNvSpPr/>
          <p:nvPr/>
        </p:nvSpPr>
        <p:spPr>
          <a:xfrm>
            <a:off x="18254471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6" name="Connector 8123"/>
          <p:cNvSpPr/>
          <p:nvPr/>
        </p:nvSpPr>
        <p:spPr>
          <a:xfrm>
            <a:off x="18608039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7" name="Connector 8124"/>
          <p:cNvSpPr/>
          <p:nvPr/>
        </p:nvSpPr>
        <p:spPr>
          <a:xfrm>
            <a:off x="18961608" y="10845292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8" name="Connector 8125"/>
          <p:cNvSpPr/>
          <p:nvPr/>
        </p:nvSpPr>
        <p:spPr>
          <a:xfrm>
            <a:off x="19315176" y="10915015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19" name="Connector 8126"/>
          <p:cNvSpPr/>
          <p:nvPr/>
        </p:nvSpPr>
        <p:spPr>
          <a:xfrm flipV="1">
            <a:off x="15425928" y="10902442"/>
            <a:ext cx="441960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0" name="Connector 8127"/>
          <p:cNvSpPr/>
          <p:nvPr/>
        </p:nvSpPr>
        <p:spPr>
          <a:xfrm flipV="1">
            <a:off x="15867887" y="10822431"/>
            <a:ext cx="441962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1" name="Connector 8128"/>
          <p:cNvSpPr/>
          <p:nvPr/>
        </p:nvSpPr>
        <p:spPr>
          <a:xfrm flipV="1">
            <a:off x="16309847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2" name="Connector 8129"/>
          <p:cNvSpPr/>
          <p:nvPr/>
        </p:nvSpPr>
        <p:spPr>
          <a:xfrm flipV="1">
            <a:off x="16751808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3" name="Connector 8130"/>
          <p:cNvSpPr/>
          <p:nvPr/>
        </p:nvSpPr>
        <p:spPr>
          <a:xfrm flipV="1">
            <a:off x="17193767" y="10689082"/>
            <a:ext cx="441960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4" name="Connector 8131"/>
          <p:cNvSpPr/>
          <p:nvPr/>
        </p:nvSpPr>
        <p:spPr>
          <a:xfrm flipV="1">
            <a:off x="17635726" y="10680192"/>
            <a:ext cx="441962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5" name="Connector 8132"/>
          <p:cNvSpPr/>
          <p:nvPr/>
        </p:nvSpPr>
        <p:spPr>
          <a:xfrm>
            <a:off x="18077687" y="10680192"/>
            <a:ext cx="441961" cy="88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6" name="Connector 8133"/>
          <p:cNvSpPr/>
          <p:nvPr/>
        </p:nvSpPr>
        <p:spPr>
          <a:xfrm>
            <a:off x="18519647" y="10689081"/>
            <a:ext cx="441961" cy="2667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7" name="Connector 8134"/>
          <p:cNvSpPr/>
          <p:nvPr/>
        </p:nvSpPr>
        <p:spPr>
          <a:xfrm>
            <a:off x="18961608" y="10715752"/>
            <a:ext cx="441961" cy="4445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8" name="Connector 8135"/>
          <p:cNvSpPr/>
          <p:nvPr/>
        </p:nvSpPr>
        <p:spPr>
          <a:xfrm>
            <a:off x="19403567" y="10760202"/>
            <a:ext cx="441961" cy="622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9" name="Connector 8136"/>
          <p:cNvSpPr/>
          <p:nvPr/>
        </p:nvSpPr>
        <p:spPr>
          <a:xfrm>
            <a:off x="19845528" y="10822431"/>
            <a:ext cx="441960" cy="800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0" name="Connector 8137"/>
          <p:cNvSpPr/>
          <p:nvPr/>
        </p:nvSpPr>
        <p:spPr>
          <a:xfrm>
            <a:off x="20287487" y="10902442"/>
            <a:ext cx="441962" cy="977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1" name="Connector 8138"/>
          <p:cNvSpPr/>
          <p:nvPr/>
        </p:nvSpPr>
        <p:spPr>
          <a:xfrm flipV="1">
            <a:off x="16486632" y="10952733"/>
            <a:ext cx="88392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2" name="Connector 8139"/>
          <p:cNvSpPr/>
          <p:nvPr/>
        </p:nvSpPr>
        <p:spPr>
          <a:xfrm flipV="1">
            <a:off x="16575022" y="10913871"/>
            <a:ext cx="88394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3" name="Connector 8140"/>
          <p:cNvSpPr/>
          <p:nvPr/>
        </p:nvSpPr>
        <p:spPr>
          <a:xfrm flipV="1">
            <a:off x="16663415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4" name="Connector 8141"/>
          <p:cNvSpPr/>
          <p:nvPr/>
        </p:nvSpPr>
        <p:spPr>
          <a:xfrm flipV="1">
            <a:off x="16751808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5" name="Connector 8142"/>
          <p:cNvSpPr/>
          <p:nvPr/>
        </p:nvSpPr>
        <p:spPr>
          <a:xfrm flipV="1">
            <a:off x="16840199" y="10849102"/>
            <a:ext cx="88394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6" name="Connector 8143"/>
          <p:cNvSpPr/>
          <p:nvPr/>
        </p:nvSpPr>
        <p:spPr>
          <a:xfrm flipV="1">
            <a:off x="16928591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7" name="Connector 8144"/>
          <p:cNvSpPr/>
          <p:nvPr/>
        </p:nvSpPr>
        <p:spPr>
          <a:xfrm>
            <a:off x="17016984" y="10844783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8" name="Connector 8145"/>
          <p:cNvSpPr/>
          <p:nvPr/>
        </p:nvSpPr>
        <p:spPr>
          <a:xfrm>
            <a:off x="17105374" y="10849102"/>
            <a:ext cx="88394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9" name="Connector 8146"/>
          <p:cNvSpPr/>
          <p:nvPr/>
        </p:nvSpPr>
        <p:spPr>
          <a:xfrm>
            <a:off x="17193767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0" name="Connector 8147"/>
          <p:cNvSpPr/>
          <p:nvPr/>
        </p:nvSpPr>
        <p:spPr>
          <a:xfrm>
            <a:off x="17282160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1" name="Connector 8148"/>
          <p:cNvSpPr/>
          <p:nvPr/>
        </p:nvSpPr>
        <p:spPr>
          <a:xfrm>
            <a:off x="17370552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2" name="Connector 8149"/>
          <p:cNvSpPr/>
          <p:nvPr/>
        </p:nvSpPr>
        <p:spPr>
          <a:xfrm>
            <a:off x="17458943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3" name="Connector 8150"/>
          <p:cNvSpPr/>
          <p:nvPr/>
        </p:nvSpPr>
        <p:spPr>
          <a:xfrm flipV="1">
            <a:off x="16486632" y="10940160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4" name="Connector 8151"/>
          <p:cNvSpPr/>
          <p:nvPr/>
        </p:nvSpPr>
        <p:spPr>
          <a:xfrm flipV="1">
            <a:off x="16663415" y="1089101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5" name="Connector 8152"/>
          <p:cNvSpPr/>
          <p:nvPr/>
        </p:nvSpPr>
        <p:spPr>
          <a:xfrm flipV="1">
            <a:off x="16840199" y="10852784"/>
            <a:ext cx="176786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6" name="Connector 8153"/>
          <p:cNvSpPr/>
          <p:nvPr/>
        </p:nvSpPr>
        <p:spPr>
          <a:xfrm flipV="1">
            <a:off x="17016984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7" name="Connector 8154"/>
          <p:cNvSpPr/>
          <p:nvPr/>
        </p:nvSpPr>
        <p:spPr>
          <a:xfrm flipV="1">
            <a:off x="17193767" y="10809096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8" name="Connector 8155"/>
          <p:cNvSpPr/>
          <p:nvPr/>
        </p:nvSpPr>
        <p:spPr>
          <a:xfrm flipV="1">
            <a:off x="17370550" y="10803635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9" name="Connector 8156"/>
          <p:cNvSpPr/>
          <p:nvPr/>
        </p:nvSpPr>
        <p:spPr>
          <a:xfrm>
            <a:off x="17547336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0" name="Connector 8157"/>
          <p:cNvSpPr/>
          <p:nvPr/>
        </p:nvSpPr>
        <p:spPr>
          <a:xfrm>
            <a:off x="17724119" y="10809096"/>
            <a:ext cx="176784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1" name="Connector 8158"/>
          <p:cNvSpPr/>
          <p:nvPr/>
        </p:nvSpPr>
        <p:spPr>
          <a:xfrm>
            <a:off x="17900902" y="10825478"/>
            <a:ext cx="176786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2" name="Connector 8159"/>
          <p:cNvSpPr/>
          <p:nvPr/>
        </p:nvSpPr>
        <p:spPr>
          <a:xfrm>
            <a:off x="18077687" y="10852784"/>
            <a:ext cx="176784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3" name="Connector 8160"/>
          <p:cNvSpPr/>
          <p:nvPr/>
        </p:nvSpPr>
        <p:spPr>
          <a:xfrm>
            <a:off x="18254470" y="1089101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4" name="Connector 8161"/>
          <p:cNvSpPr/>
          <p:nvPr/>
        </p:nvSpPr>
        <p:spPr>
          <a:xfrm>
            <a:off x="18431256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5" name="Connector 8162"/>
          <p:cNvSpPr/>
          <p:nvPr/>
        </p:nvSpPr>
        <p:spPr>
          <a:xfrm flipV="1">
            <a:off x="16486632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6" name="Connector 8163"/>
          <p:cNvSpPr/>
          <p:nvPr/>
        </p:nvSpPr>
        <p:spPr>
          <a:xfrm flipV="1">
            <a:off x="16751808" y="1086815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7" name="Connector 8164"/>
          <p:cNvSpPr/>
          <p:nvPr/>
        </p:nvSpPr>
        <p:spPr>
          <a:xfrm flipV="1">
            <a:off x="17016984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8" name="Connector 8165"/>
          <p:cNvSpPr/>
          <p:nvPr/>
        </p:nvSpPr>
        <p:spPr>
          <a:xfrm flipV="1">
            <a:off x="17282160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9" name="Connector 8166"/>
          <p:cNvSpPr/>
          <p:nvPr/>
        </p:nvSpPr>
        <p:spPr>
          <a:xfrm flipV="1">
            <a:off x="17547336" y="10769090"/>
            <a:ext cx="265176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0" name="Connector 8167"/>
          <p:cNvSpPr/>
          <p:nvPr/>
        </p:nvSpPr>
        <p:spPr>
          <a:xfrm flipV="1">
            <a:off x="17812511" y="10762488"/>
            <a:ext cx="265178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1" name="Connector 8168"/>
          <p:cNvSpPr/>
          <p:nvPr/>
        </p:nvSpPr>
        <p:spPr>
          <a:xfrm>
            <a:off x="18077687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2" name="Connector 8169"/>
          <p:cNvSpPr/>
          <p:nvPr/>
        </p:nvSpPr>
        <p:spPr>
          <a:xfrm>
            <a:off x="18342863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3" name="Connector 8170"/>
          <p:cNvSpPr/>
          <p:nvPr/>
        </p:nvSpPr>
        <p:spPr>
          <a:xfrm>
            <a:off x="18608039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4" name="Connector 8171"/>
          <p:cNvSpPr/>
          <p:nvPr/>
        </p:nvSpPr>
        <p:spPr>
          <a:xfrm>
            <a:off x="18873215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5" name="Connector 8172"/>
          <p:cNvSpPr/>
          <p:nvPr/>
        </p:nvSpPr>
        <p:spPr>
          <a:xfrm>
            <a:off x="19138391" y="1086815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6" name="Connector 8173"/>
          <p:cNvSpPr/>
          <p:nvPr/>
        </p:nvSpPr>
        <p:spPr>
          <a:xfrm>
            <a:off x="19403567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7" name="Connector 8174"/>
          <p:cNvSpPr/>
          <p:nvPr/>
        </p:nvSpPr>
        <p:spPr>
          <a:xfrm flipV="1">
            <a:off x="16486632" y="10915015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8" name="Connector 8175"/>
          <p:cNvSpPr/>
          <p:nvPr/>
        </p:nvSpPr>
        <p:spPr>
          <a:xfrm flipV="1">
            <a:off x="16840199" y="10845292"/>
            <a:ext cx="353570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9" name="Connector 8176"/>
          <p:cNvSpPr/>
          <p:nvPr/>
        </p:nvSpPr>
        <p:spPr>
          <a:xfrm flipV="1">
            <a:off x="17193767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0" name="Connector 8177"/>
          <p:cNvSpPr/>
          <p:nvPr/>
        </p:nvSpPr>
        <p:spPr>
          <a:xfrm flipV="1">
            <a:off x="17547336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1" name="Connector 8178"/>
          <p:cNvSpPr/>
          <p:nvPr/>
        </p:nvSpPr>
        <p:spPr>
          <a:xfrm flipV="1">
            <a:off x="17900904" y="10729086"/>
            <a:ext cx="353568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2" name="Connector 8179"/>
          <p:cNvSpPr/>
          <p:nvPr/>
        </p:nvSpPr>
        <p:spPr>
          <a:xfrm flipV="1">
            <a:off x="18254470" y="10721340"/>
            <a:ext cx="353570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3" name="Connector 8180"/>
          <p:cNvSpPr/>
          <p:nvPr/>
        </p:nvSpPr>
        <p:spPr>
          <a:xfrm>
            <a:off x="18608039" y="10721340"/>
            <a:ext cx="353569" cy="774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4" name="Connector 8181"/>
          <p:cNvSpPr/>
          <p:nvPr/>
        </p:nvSpPr>
        <p:spPr>
          <a:xfrm>
            <a:off x="18961608" y="10729086"/>
            <a:ext cx="353569" cy="232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5" name="Connector 8182"/>
          <p:cNvSpPr/>
          <p:nvPr/>
        </p:nvSpPr>
        <p:spPr>
          <a:xfrm>
            <a:off x="19315176" y="10752328"/>
            <a:ext cx="353569" cy="387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6" name="Connector 8183"/>
          <p:cNvSpPr/>
          <p:nvPr/>
        </p:nvSpPr>
        <p:spPr>
          <a:xfrm>
            <a:off x="19668743" y="10791063"/>
            <a:ext cx="353569" cy="542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7" name="Connector 8184"/>
          <p:cNvSpPr/>
          <p:nvPr/>
        </p:nvSpPr>
        <p:spPr>
          <a:xfrm>
            <a:off x="20022312" y="10845292"/>
            <a:ext cx="353569" cy="6972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8" name="Connector 8185"/>
          <p:cNvSpPr/>
          <p:nvPr/>
        </p:nvSpPr>
        <p:spPr>
          <a:xfrm>
            <a:off x="20375880" y="10915015"/>
            <a:ext cx="353569" cy="852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9" name="Connector 8186"/>
          <p:cNvSpPr/>
          <p:nvPr/>
        </p:nvSpPr>
        <p:spPr>
          <a:xfrm flipV="1">
            <a:off x="17547336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0" name="Connector 8187"/>
          <p:cNvSpPr/>
          <p:nvPr/>
        </p:nvSpPr>
        <p:spPr>
          <a:xfrm flipV="1">
            <a:off x="17635728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1" name="Connector 8188"/>
          <p:cNvSpPr/>
          <p:nvPr/>
        </p:nvSpPr>
        <p:spPr>
          <a:xfrm flipV="1">
            <a:off x="17724119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2" name="Connector 8189"/>
          <p:cNvSpPr/>
          <p:nvPr/>
        </p:nvSpPr>
        <p:spPr>
          <a:xfrm flipV="1">
            <a:off x="17812512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3" name="Connector 8190"/>
          <p:cNvSpPr/>
          <p:nvPr/>
        </p:nvSpPr>
        <p:spPr>
          <a:xfrm flipV="1">
            <a:off x="17900904" y="10849102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4" name="Connector 8191"/>
          <p:cNvSpPr/>
          <p:nvPr/>
        </p:nvSpPr>
        <p:spPr>
          <a:xfrm flipV="1">
            <a:off x="17989295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5" name="Connector 8192"/>
          <p:cNvSpPr/>
          <p:nvPr/>
        </p:nvSpPr>
        <p:spPr>
          <a:xfrm>
            <a:off x="18077687" y="10844783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6" name="Connector 8193"/>
          <p:cNvSpPr/>
          <p:nvPr/>
        </p:nvSpPr>
        <p:spPr>
          <a:xfrm>
            <a:off x="18166078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7" name="Connector 8194"/>
          <p:cNvSpPr/>
          <p:nvPr/>
        </p:nvSpPr>
        <p:spPr>
          <a:xfrm>
            <a:off x="18254470" y="10862054"/>
            <a:ext cx="88394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8" name="Connector 8195"/>
          <p:cNvSpPr/>
          <p:nvPr/>
        </p:nvSpPr>
        <p:spPr>
          <a:xfrm>
            <a:off x="18342863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9" name="Connector 8196"/>
          <p:cNvSpPr/>
          <p:nvPr/>
        </p:nvSpPr>
        <p:spPr>
          <a:xfrm>
            <a:off x="18431256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0" name="Connector 8197"/>
          <p:cNvSpPr/>
          <p:nvPr/>
        </p:nvSpPr>
        <p:spPr>
          <a:xfrm>
            <a:off x="18519647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1" name="Connector 8198"/>
          <p:cNvSpPr/>
          <p:nvPr/>
        </p:nvSpPr>
        <p:spPr>
          <a:xfrm flipV="1">
            <a:off x="17547336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2" name="Connector 8199"/>
          <p:cNvSpPr/>
          <p:nvPr/>
        </p:nvSpPr>
        <p:spPr>
          <a:xfrm flipV="1">
            <a:off x="17724119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3" name="Connector 8200"/>
          <p:cNvSpPr/>
          <p:nvPr/>
        </p:nvSpPr>
        <p:spPr>
          <a:xfrm flipV="1">
            <a:off x="17900904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4" name="Connector 8201"/>
          <p:cNvSpPr/>
          <p:nvPr/>
        </p:nvSpPr>
        <p:spPr>
          <a:xfrm flipV="1">
            <a:off x="18077687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5" name="Connector 8202"/>
          <p:cNvSpPr/>
          <p:nvPr/>
        </p:nvSpPr>
        <p:spPr>
          <a:xfrm flipV="1">
            <a:off x="18254471" y="10809096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6" name="Connector 8203"/>
          <p:cNvSpPr/>
          <p:nvPr/>
        </p:nvSpPr>
        <p:spPr>
          <a:xfrm flipV="1">
            <a:off x="18431254" y="10803635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7" name="Connector 8204"/>
          <p:cNvSpPr/>
          <p:nvPr/>
        </p:nvSpPr>
        <p:spPr>
          <a:xfrm>
            <a:off x="18608039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8" name="Connector 8205"/>
          <p:cNvSpPr/>
          <p:nvPr/>
        </p:nvSpPr>
        <p:spPr>
          <a:xfrm>
            <a:off x="18784823" y="10809096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9" name="Connector 8206"/>
          <p:cNvSpPr/>
          <p:nvPr/>
        </p:nvSpPr>
        <p:spPr>
          <a:xfrm>
            <a:off x="18961608" y="10825478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0" name="Connector 8207"/>
          <p:cNvSpPr/>
          <p:nvPr/>
        </p:nvSpPr>
        <p:spPr>
          <a:xfrm>
            <a:off x="19138391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1" name="Connector 8208"/>
          <p:cNvSpPr/>
          <p:nvPr/>
        </p:nvSpPr>
        <p:spPr>
          <a:xfrm>
            <a:off x="19315176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2" name="Connector 8209"/>
          <p:cNvSpPr/>
          <p:nvPr/>
        </p:nvSpPr>
        <p:spPr>
          <a:xfrm>
            <a:off x="19491960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3" name="Connector 8210"/>
          <p:cNvSpPr/>
          <p:nvPr/>
        </p:nvSpPr>
        <p:spPr>
          <a:xfrm flipV="1">
            <a:off x="17547336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4" name="Connector 8211"/>
          <p:cNvSpPr/>
          <p:nvPr/>
        </p:nvSpPr>
        <p:spPr>
          <a:xfrm flipV="1">
            <a:off x="17812512" y="10868153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5" name="Connector 8212"/>
          <p:cNvSpPr/>
          <p:nvPr/>
        </p:nvSpPr>
        <p:spPr>
          <a:xfrm flipV="1">
            <a:off x="18077687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6" name="Connector 8213"/>
          <p:cNvSpPr/>
          <p:nvPr/>
        </p:nvSpPr>
        <p:spPr>
          <a:xfrm flipV="1">
            <a:off x="18342863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7" name="Connector 8214"/>
          <p:cNvSpPr/>
          <p:nvPr/>
        </p:nvSpPr>
        <p:spPr>
          <a:xfrm flipV="1">
            <a:off x="18608039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8" name="Connector 8215"/>
          <p:cNvSpPr/>
          <p:nvPr/>
        </p:nvSpPr>
        <p:spPr>
          <a:xfrm flipV="1">
            <a:off x="18873215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09" name="Connector 8216"/>
          <p:cNvSpPr/>
          <p:nvPr/>
        </p:nvSpPr>
        <p:spPr>
          <a:xfrm>
            <a:off x="19138391" y="10762488"/>
            <a:ext cx="265177" cy="660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0" name="Connector 8217"/>
          <p:cNvSpPr/>
          <p:nvPr/>
        </p:nvSpPr>
        <p:spPr>
          <a:xfrm>
            <a:off x="19403567" y="10769090"/>
            <a:ext cx="265177" cy="1981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1" name="Connector 8218"/>
          <p:cNvSpPr/>
          <p:nvPr/>
        </p:nvSpPr>
        <p:spPr>
          <a:xfrm>
            <a:off x="19668743" y="10788904"/>
            <a:ext cx="265177" cy="330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2" name="Connector 8219"/>
          <p:cNvSpPr/>
          <p:nvPr/>
        </p:nvSpPr>
        <p:spPr>
          <a:xfrm>
            <a:off x="19933919" y="10821923"/>
            <a:ext cx="265177" cy="462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3" name="Connector 8220"/>
          <p:cNvSpPr/>
          <p:nvPr/>
        </p:nvSpPr>
        <p:spPr>
          <a:xfrm>
            <a:off x="20199095" y="10868152"/>
            <a:ext cx="265177" cy="59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4" name="Connector 8221"/>
          <p:cNvSpPr/>
          <p:nvPr/>
        </p:nvSpPr>
        <p:spPr>
          <a:xfrm>
            <a:off x="20464271" y="10927588"/>
            <a:ext cx="265177" cy="7264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5" name="Connector 8222"/>
          <p:cNvSpPr/>
          <p:nvPr/>
        </p:nvSpPr>
        <p:spPr>
          <a:xfrm flipV="1">
            <a:off x="18608039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6" name="Connector 8223"/>
          <p:cNvSpPr/>
          <p:nvPr/>
        </p:nvSpPr>
        <p:spPr>
          <a:xfrm flipV="1">
            <a:off x="18696432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7" name="Connector 8224"/>
          <p:cNvSpPr/>
          <p:nvPr/>
        </p:nvSpPr>
        <p:spPr>
          <a:xfrm flipV="1">
            <a:off x="18784823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8" name="Connector 8225"/>
          <p:cNvSpPr/>
          <p:nvPr/>
        </p:nvSpPr>
        <p:spPr>
          <a:xfrm flipV="1">
            <a:off x="18873215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19" name="Connector 8226"/>
          <p:cNvSpPr/>
          <p:nvPr/>
        </p:nvSpPr>
        <p:spPr>
          <a:xfrm flipV="1">
            <a:off x="18961608" y="10849102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0" name="Connector 8227"/>
          <p:cNvSpPr/>
          <p:nvPr/>
        </p:nvSpPr>
        <p:spPr>
          <a:xfrm flipV="1">
            <a:off x="19049998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1" name="Connector 8228"/>
          <p:cNvSpPr/>
          <p:nvPr/>
        </p:nvSpPr>
        <p:spPr>
          <a:xfrm>
            <a:off x="19138391" y="10844783"/>
            <a:ext cx="88392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2" name="Connector 8229"/>
          <p:cNvSpPr/>
          <p:nvPr/>
        </p:nvSpPr>
        <p:spPr>
          <a:xfrm>
            <a:off x="19226783" y="10849102"/>
            <a:ext cx="88394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3" name="Connector 8230"/>
          <p:cNvSpPr/>
          <p:nvPr/>
        </p:nvSpPr>
        <p:spPr>
          <a:xfrm>
            <a:off x="19315176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4" name="Connector 8231"/>
          <p:cNvSpPr/>
          <p:nvPr/>
        </p:nvSpPr>
        <p:spPr>
          <a:xfrm>
            <a:off x="19403567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5" name="Connector 8232"/>
          <p:cNvSpPr/>
          <p:nvPr/>
        </p:nvSpPr>
        <p:spPr>
          <a:xfrm>
            <a:off x="19491960" y="10913871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6" name="Connector 8233"/>
          <p:cNvSpPr/>
          <p:nvPr/>
        </p:nvSpPr>
        <p:spPr>
          <a:xfrm>
            <a:off x="19580350" y="10952733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7" name="Connector 8234"/>
          <p:cNvSpPr/>
          <p:nvPr/>
        </p:nvSpPr>
        <p:spPr>
          <a:xfrm flipV="1">
            <a:off x="18608039" y="10940160"/>
            <a:ext cx="176784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8" name="Connector 8235"/>
          <p:cNvSpPr/>
          <p:nvPr/>
        </p:nvSpPr>
        <p:spPr>
          <a:xfrm flipV="1">
            <a:off x="18784822" y="10891011"/>
            <a:ext cx="176786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29" name="Connector 8236"/>
          <p:cNvSpPr/>
          <p:nvPr/>
        </p:nvSpPr>
        <p:spPr>
          <a:xfrm flipV="1">
            <a:off x="18961608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0" name="Connector 8237"/>
          <p:cNvSpPr/>
          <p:nvPr/>
        </p:nvSpPr>
        <p:spPr>
          <a:xfrm flipV="1">
            <a:off x="19138391" y="10825480"/>
            <a:ext cx="176785" cy="273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1" name="Connector 8238"/>
          <p:cNvSpPr/>
          <p:nvPr/>
        </p:nvSpPr>
        <p:spPr>
          <a:xfrm flipV="1">
            <a:off x="19315176" y="10809096"/>
            <a:ext cx="176784" cy="163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2" name="Connector 8239"/>
          <p:cNvSpPr/>
          <p:nvPr/>
        </p:nvSpPr>
        <p:spPr>
          <a:xfrm flipV="1">
            <a:off x="19491959" y="10803635"/>
            <a:ext cx="176786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3" name="Connector 8240"/>
          <p:cNvSpPr/>
          <p:nvPr/>
        </p:nvSpPr>
        <p:spPr>
          <a:xfrm>
            <a:off x="19668743" y="10803635"/>
            <a:ext cx="176785" cy="54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4" name="Connector 8241"/>
          <p:cNvSpPr/>
          <p:nvPr/>
        </p:nvSpPr>
        <p:spPr>
          <a:xfrm>
            <a:off x="19845528" y="10809096"/>
            <a:ext cx="176785" cy="163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5" name="Connector 8242"/>
          <p:cNvSpPr/>
          <p:nvPr/>
        </p:nvSpPr>
        <p:spPr>
          <a:xfrm>
            <a:off x="20022312" y="10825478"/>
            <a:ext cx="176785" cy="2730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6" name="Connector 8243"/>
          <p:cNvSpPr/>
          <p:nvPr/>
        </p:nvSpPr>
        <p:spPr>
          <a:xfrm>
            <a:off x="20199095" y="10852784"/>
            <a:ext cx="176785" cy="382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7" name="Connector 8244"/>
          <p:cNvSpPr/>
          <p:nvPr/>
        </p:nvSpPr>
        <p:spPr>
          <a:xfrm>
            <a:off x="20375880" y="10891011"/>
            <a:ext cx="176785" cy="4915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8" name="Connector 8245"/>
          <p:cNvSpPr/>
          <p:nvPr/>
        </p:nvSpPr>
        <p:spPr>
          <a:xfrm>
            <a:off x="20552663" y="10940160"/>
            <a:ext cx="176785" cy="600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39" name="Connector 8246"/>
          <p:cNvSpPr/>
          <p:nvPr/>
        </p:nvSpPr>
        <p:spPr>
          <a:xfrm flipV="1">
            <a:off x="19668743" y="10952733"/>
            <a:ext cx="88393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0" name="Connector 8247"/>
          <p:cNvSpPr/>
          <p:nvPr/>
        </p:nvSpPr>
        <p:spPr>
          <a:xfrm flipV="1">
            <a:off x="19757136" y="10913871"/>
            <a:ext cx="88393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1" name="Connector 8248"/>
          <p:cNvSpPr/>
          <p:nvPr/>
        </p:nvSpPr>
        <p:spPr>
          <a:xfrm flipV="1">
            <a:off x="19845528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2" name="Connector 8249"/>
          <p:cNvSpPr/>
          <p:nvPr/>
        </p:nvSpPr>
        <p:spPr>
          <a:xfrm flipV="1">
            <a:off x="19933919" y="10862056"/>
            <a:ext cx="88393" cy="2159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3" name="Connector 8250"/>
          <p:cNvSpPr/>
          <p:nvPr/>
        </p:nvSpPr>
        <p:spPr>
          <a:xfrm flipV="1">
            <a:off x="20022312" y="10849102"/>
            <a:ext cx="88392" cy="129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4" name="Connector 8251"/>
          <p:cNvSpPr/>
          <p:nvPr/>
        </p:nvSpPr>
        <p:spPr>
          <a:xfrm flipV="1">
            <a:off x="20110702" y="10844783"/>
            <a:ext cx="88394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5" name="Connector 8252"/>
          <p:cNvSpPr/>
          <p:nvPr/>
        </p:nvSpPr>
        <p:spPr>
          <a:xfrm>
            <a:off x="20199095" y="10844783"/>
            <a:ext cx="88393" cy="431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6" name="Connector 8253"/>
          <p:cNvSpPr/>
          <p:nvPr/>
        </p:nvSpPr>
        <p:spPr>
          <a:xfrm>
            <a:off x="20287487" y="10849102"/>
            <a:ext cx="88393" cy="12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7" name="Connector 8254"/>
          <p:cNvSpPr/>
          <p:nvPr/>
        </p:nvSpPr>
        <p:spPr>
          <a:xfrm>
            <a:off x="20375880" y="10862054"/>
            <a:ext cx="88393" cy="2159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8" name="Connector 8255"/>
          <p:cNvSpPr/>
          <p:nvPr/>
        </p:nvSpPr>
        <p:spPr>
          <a:xfrm>
            <a:off x="20464271" y="10883645"/>
            <a:ext cx="88393" cy="302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49" name="Connector 8256"/>
          <p:cNvSpPr/>
          <p:nvPr/>
        </p:nvSpPr>
        <p:spPr>
          <a:xfrm>
            <a:off x="20552663" y="10913871"/>
            <a:ext cx="88392" cy="38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0" name="Connector 8257"/>
          <p:cNvSpPr/>
          <p:nvPr/>
        </p:nvSpPr>
        <p:spPr>
          <a:xfrm>
            <a:off x="20641054" y="10952733"/>
            <a:ext cx="88394" cy="474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1" name="Connector 8258"/>
          <p:cNvSpPr/>
          <p:nvPr/>
        </p:nvSpPr>
        <p:spPr>
          <a:xfrm>
            <a:off x="13304519" y="4983479"/>
            <a:ext cx="55881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2" name="Connector 8259"/>
          <p:cNvSpPr/>
          <p:nvPr/>
        </p:nvSpPr>
        <p:spPr>
          <a:xfrm>
            <a:off x="13360399" y="5055106"/>
            <a:ext cx="45721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3" name="Connector 8260"/>
          <p:cNvSpPr/>
          <p:nvPr/>
        </p:nvSpPr>
        <p:spPr>
          <a:xfrm>
            <a:off x="13406119" y="5126735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4" name="Connector 8261"/>
          <p:cNvSpPr/>
          <p:nvPr/>
        </p:nvSpPr>
        <p:spPr>
          <a:xfrm>
            <a:off x="13441680" y="5198364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5" name="Connector 8262"/>
          <p:cNvSpPr/>
          <p:nvPr/>
        </p:nvSpPr>
        <p:spPr>
          <a:xfrm>
            <a:off x="13467080" y="5269991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6" name="Connector 8263"/>
          <p:cNvSpPr/>
          <p:nvPr/>
        </p:nvSpPr>
        <p:spPr>
          <a:xfrm>
            <a:off x="13482319" y="5341618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7" name="Connector 8264"/>
          <p:cNvSpPr/>
          <p:nvPr/>
        </p:nvSpPr>
        <p:spPr>
          <a:xfrm flipH="1">
            <a:off x="13482319" y="5413247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8" name="Connector 8265"/>
          <p:cNvSpPr/>
          <p:nvPr/>
        </p:nvSpPr>
        <p:spPr>
          <a:xfrm flipH="1">
            <a:off x="13467080" y="5484876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59" name="Connector 8266"/>
          <p:cNvSpPr/>
          <p:nvPr/>
        </p:nvSpPr>
        <p:spPr>
          <a:xfrm flipH="1">
            <a:off x="13441680" y="5556503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0" name="Connector 8267"/>
          <p:cNvSpPr/>
          <p:nvPr/>
        </p:nvSpPr>
        <p:spPr>
          <a:xfrm flipH="1">
            <a:off x="13406119" y="5628132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1" name="Connector 8268"/>
          <p:cNvSpPr/>
          <p:nvPr/>
        </p:nvSpPr>
        <p:spPr>
          <a:xfrm flipH="1">
            <a:off x="13360399" y="5699759"/>
            <a:ext cx="4572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2" name="Connector 8269"/>
          <p:cNvSpPr/>
          <p:nvPr/>
        </p:nvSpPr>
        <p:spPr>
          <a:xfrm flipH="1">
            <a:off x="13304519" y="5771388"/>
            <a:ext cx="558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3" name="Connector 8270"/>
          <p:cNvSpPr/>
          <p:nvPr/>
        </p:nvSpPr>
        <p:spPr>
          <a:xfrm>
            <a:off x="13304519" y="4983479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4" name="Connector 8271"/>
          <p:cNvSpPr/>
          <p:nvPr/>
        </p:nvSpPr>
        <p:spPr>
          <a:xfrm>
            <a:off x="13374369" y="5126735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5" name="Connector 8272"/>
          <p:cNvSpPr/>
          <p:nvPr/>
        </p:nvSpPr>
        <p:spPr>
          <a:xfrm>
            <a:off x="13431519" y="5269991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6" name="Connector 8273"/>
          <p:cNvSpPr/>
          <p:nvPr/>
        </p:nvSpPr>
        <p:spPr>
          <a:xfrm>
            <a:off x="13475969" y="5413247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7" name="Connector 8274"/>
          <p:cNvSpPr/>
          <p:nvPr/>
        </p:nvSpPr>
        <p:spPr>
          <a:xfrm>
            <a:off x="13507719" y="5556503"/>
            <a:ext cx="19050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8" name="Connector 8275"/>
          <p:cNvSpPr/>
          <p:nvPr/>
        </p:nvSpPr>
        <p:spPr>
          <a:xfrm>
            <a:off x="13526769" y="5699759"/>
            <a:ext cx="6352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69" name="Connector 8276"/>
          <p:cNvSpPr/>
          <p:nvPr/>
        </p:nvSpPr>
        <p:spPr>
          <a:xfrm flipH="1">
            <a:off x="13526769" y="5843015"/>
            <a:ext cx="63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0" name="Connector 8277"/>
          <p:cNvSpPr/>
          <p:nvPr/>
        </p:nvSpPr>
        <p:spPr>
          <a:xfrm flipH="1">
            <a:off x="13507719" y="5986271"/>
            <a:ext cx="190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1" name="Connector 8278"/>
          <p:cNvSpPr/>
          <p:nvPr/>
        </p:nvSpPr>
        <p:spPr>
          <a:xfrm flipH="1">
            <a:off x="13475969" y="6129527"/>
            <a:ext cx="317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2" name="Connector 8279"/>
          <p:cNvSpPr/>
          <p:nvPr/>
        </p:nvSpPr>
        <p:spPr>
          <a:xfrm flipH="1">
            <a:off x="13431519" y="6272784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3" name="Connector 8280"/>
          <p:cNvSpPr/>
          <p:nvPr/>
        </p:nvSpPr>
        <p:spPr>
          <a:xfrm flipH="1">
            <a:off x="13374369" y="6416040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4" name="Connector 8281"/>
          <p:cNvSpPr/>
          <p:nvPr/>
        </p:nvSpPr>
        <p:spPr>
          <a:xfrm flipH="1">
            <a:off x="13304519" y="6559295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5" name="Connector 8282"/>
          <p:cNvSpPr/>
          <p:nvPr/>
        </p:nvSpPr>
        <p:spPr>
          <a:xfrm>
            <a:off x="13304519" y="4983479"/>
            <a:ext cx="83821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6" name="Connector 8283"/>
          <p:cNvSpPr/>
          <p:nvPr/>
        </p:nvSpPr>
        <p:spPr>
          <a:xfrm>
            <a:off x="13388339" y="5198362"/>
            <a:ext cx="68581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7" name="Connector 8284"/>
          <p:cNvSpPr/>
          <p:nvPr/>
        </p:nvSpPr>
        <p:spPr>
          <a:xfrm>
            <a:off x="13456919" y="5413247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8" name="Connector 8285"/>
          <p:cNvSpPr/>
          <p:nvPr/>
        </p:nvSpPr>
        <p:spPr>
          <a:xfrm>
            <a:off x="13510260" y="5628132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79" name="Connector 8286"/>
          <p:cNvSpPr/>
          <p:nvPr/>
        </p:nvSpPr>
        <p:spPr>
          <a:xfrm>
            <a:off x="13548360" y="5843015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0" name="Connector 8287"/>
          <p:cNvSpPr/>
          <p:nvPr/>
        </p:nvSpPr>
        <p:spPr>
          <a:xfrm>
            <a:off x="13571219" y="6057898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1" name="Connector 8288"/>
          <p:cNvSpPr/>
          <p:nvPr/>
        </p:nvSpPr>
        <p:spPr>
          <a:xfrm flipH="1">
            <a:off x="13571219" y="6272784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2" name="Connector 8289"/>
          <p:cNvSpPr/>
          <p:nvPr/>
        </p:nvSpPr>
        <p:spPr>
          <a:xfrm flipH="1">
            <a:off x="13548359" y="6487667"/>
            <a:ext cx="2286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3" name="Connector 8290"/>
          <p:cNvSpPr/>
          <p:nvPr/>
        </p:nvSpPr>
        <p:spPr>
          <a:xfrm flipH="1">
            <a:off x="13510260" y="6702552"/>
            <a:ext cx="3810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4" name="Connector 8291"/>
          <p:cNvSpPr/>
          <p:nvPr/>
        </p:nvSpPr>
        <p:spPr>
          <a:xfrm flipH="1">
            <a:off x="13456919" y="6917435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5" name="Connector 8292"/>
          <p:cNvSpPr/>
          <p:nvPr/>
        </p:nvSpPr>
        <p:spPr>
          <a:xfrm flipH="1">
            <a:off x="13388339" y="7132319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6" name="Connector 8293"/>
          <p:cNvSpPr/>
          <p:nvPr/>
        </p:nvSpPr>
        <p:spPr>
          <a:xfrm flipH="1">
            <a:off x="13304519" y="7347204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7" name="Connector 8294"/>
          <p:cNvSpPr/>
          <p:nvPr/>
        </p:nvSpPr>
        <p:spPr>
          <a:xfrm>
            <a:off x="13304519" y="4983479"/>
            <a:ext cx="9779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8" name="Connector 8295"/>
          <p:cNvSpPr/>
          <p:nvPr/>
        </p:nvSpPr>
        <p:spPr>
          <a:xfrm>
            <a:off x="13402309" y="5269991"/>
            <a:ext cx="8001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89" name="Connector 8296"/>
          <p:cNvSpPr/>
          <p:nvPr/>
        </p:nvSpPr>
        <p:spPr>
          <a:xfrm>
            <a:off x="13482319" y="5556503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0" name="Connector 8297"/>
          <p:cNvSpPr/>
          <p:nvPr/>
        </p:nvSpPr>
        <p:spPr>
          <a:xfrm>
            <a:off x="13544550" y="5843015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1" name="Connector 8298"/>
          <p:cNvSpPr/>
          <p:nvPr/>
        </p:nvSpPr>
        <p:spPr>
          <a:xfrm>
            <a:off x="13589000" y="6129528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2" name="Connector 8299"/>
          <p:cNvSpPr/>
          <p:nvPr/>
        </p:nvSpPr>
        <p:spPr>
          <a:xfrm>
            <a:off x="13615669" y="6416040"/>
            <a:ext cx="889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3" name="Connector 8300"/>
          <p:cNvSpPr/>
          <p:nvPr/>
        </p:nvSpPr>
        <p:spPr>
          <a:xfrm flipH="1">
            <a:off x="13615669" y="6702552"/>
            <a:ext cx="889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4" name="Connector 8301"/>
          <p:cNvSpPr/>
          <p:nvPr/>
        </p:nvSpPr>
        <p:spPr>
          <a:xfrm flipH="1">
            <a:off x="13589000" y="6989064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5" name="Connector 8302"/>
          <p:cNvSpPr/>
          <p:nvPr/>
        </p:nvSpPr>
        <p:spPr>
          <a:xfrm flipH="1">
            <a:off x="13544549" y="7275576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6" name="Connector 8303"/>
          <p:cNvSpPr/>
          <p:nvPr/>
        </p:nvSpPr>
        <p:spPr>
          <a:xfrm flipH="1">
            <a:off x="13482319" y="7562088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7" name="Connector 8304"/>
          <p:cNvSpPr/>
          <p:nvPr/>
        </p:nvSpPr>
        <p:spPr>
          <a:xfrm flipH="1">
            <a:off x="13402309" y="7848600"/>
            <a:ext cx="8001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8" name="Connector 8305"/>
          <p:cNvSpPr/>
          <p:nvPr/>
        </p:nvSpPr>
        <p:spPr>
          <a:xfrm flipH="1">
            <a:off x="13304519" y="8135111"/>
            <a:ext cx="9779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99" name="Connector 8306"/>
          <p:cNvSpPr/>
          <p:nvPr/>
        </p:nvSpPr>
        <p:spPr>
          <a:xfrm>
            <a:off x="13304519" y="4983479"/>
            <a:ext cx="111761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0" name="Connector 8307"/>
          <p:cNvSpPr/>
          <p:nvPr/>
        </p:nvSpPr>
        <p:spPr>
          <a:xfrm>
            <a:off x="13416280" y="5341618"/>
            <a:ext cx="9144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1" name="Connector 8308"/>
          <p:cNvSpPr/>
          <p:nvPr/>
        </p:nvSpPr>
        <p:spPr>
          <a:xfrm>
            <a:off x="13507719" y="5699759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2" name="Connector 8309"/>
          <p:cNvSpPr/>
          <p:nvPr/>
        </p:nvSpPr>
        <p:spPr>
          <a:xfrm>
            <a:off x="13578839" y="6057899"/>
            <a:ext cx="5080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3" name="Connector 8310"/>
          <p:cNvSpPr/>
          <p:nvPr/>
        </p:nvSpPr>
        <p:spPr>
          <a:xfrm>
            <a:off x="13629639" y="6416040"/>
            <a:ext cx="30479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4" name="Connector 8311"/>
          <p:cNvSpPr/>
          <p:nvPr/>
        </p:nvSpPr>
        <p:spPr>
          <a:xfrm>
            <a:off x="13660119" y="6774178"/>
            <a:ext cx="10162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5" name="Connector 8312"/>
          <p:cNvSpPr/>
          <p:nvPr/>
        </p:nvSpPr>
        <p:spPr>
          <a:xfrm flipH="1">
            <a:off x="13660119" y="7132319"/>
            <a:ext cx="101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6" name="Connector 8313"/>
          <p:cNvSpPr/>
          <p:nvPr/>
        </p:nvSpPr>
        <p:spPr>
          <a:xfrm flipH="1">
            <a:off x="13629639" y="7490459"/>
            <a:ext cx="30481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7" name="Connector 8314"/>
          <p:cNvSpPr/>
          <p:nvPr/>
        </p:nvSpPr>
        <p:spPr>
          <a:xfrm flipH="1">
            <a:off x="13578839" y="7848599"/>
            <a:ext cx="5080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8" name="Connector 8315"/>
          <p:cNvSpPr/>
          <p:nvPr/>
        </p:nvSpPr>
        <p:spPr>
          <a:xfrm flipH="1">
            <a:off x="13507719" y="8206740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09" name="Connector 8316"/>
          <p:cNvSpPr/>
          <p:nvPr/>
        </p:nvSpPr>
        <p:spPr>
          <a:xfrm flipH="1">
            <a:off x="13416280" y="8564880"/>
            <a:ext cx="9144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0" name="Connector 8317"/>
          <p:cNvSpPr/>
          <p:nvPr/>
        </p:nvSpPr>
        <p:spPr>
          <a:xfrm flipH="1">
            <a:off x="13304519" y="8923019"/>
            <a:ext cx="1117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1" name="Connector 8318"/>
          <p:cNvSpPr/>
          <p:nvPr/>
        </p:nvSpPr>
        <p:spPr>
          <a:xfrm>
            <a:off x="13304519" y="4983479"/>
            <a:ext cx="12573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2" name="Connector 8319"/>
          <p:cNvSpPr/>
          <p:nvPr/>
        </p:nvSpPr>
        <p:spPr>
          <a:xfrm>
            <a:off x="13430248" y="5413247"/>
            <a:ext cx="102872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3" name="Connector 8320"/>
          <p:cNvSpPr/>
          <p:nvPr/>
        </p:nvSpPr>
        <p:spPr>
          <a:xfrm>
            <a:off x="13533119" y="5843015"/>
            <a:ext cx="8001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4" name="Connector 8321"/>
          <p:cNvSpPr/>
          <p:nvPr/>
        </p:nvSpPr>
        <p:spPr>
          <a:xfrm>
            <a:off x="13613130" y="6272784"/>
            <a:ext cx="5715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5" name="Connector 8322"/>
          <p:cNvSpPr/>
          <p:nvPr/>
        </p:nvSpPr>
        <p:spPr>
          <a:xfrm>
            <a:off x="13670280" y="6702552"/>
            <a:ext cx="3429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6" name="Connector 8323"/>
          <p:cNvSpPr/>
          <p:nvPr/>
        </p:nvSpPr>
        <p:spPr>
          <a:xfrm>
            <a:off x="13704569" y="7132319"/>
            <a:ext cx="11432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7" name="Connector 8324"/>
          <p:cNvSpPr/>
          <p:nvPr/>
        </p:nvSpPr>
        <p:spPr>
          <a:xfrm flipH="1">
            <a:off x="13704569" y="7562088"/>
            <a:ext cx="1143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8" name="Connector 8325"/>
          <p:cNvSpPr/>
          <p:nvPr/>
        </p:nvSpPr>
        <p:spPr>
          <a:xfrm flipH="1">
            <a:off x="13670280" y="7991856"/>
            <a:ext cx="3429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19" name="Connector 8326"/>
          <p:cNvSpPr/>
          <p:nvPr/>
        </p:nvSpPr>
        <p:spPr>
          <a:xfrm flipH="1">
            <a:off x="13613130" y="8421623"/>
            <a:ext cx="5715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0" name="Connector 8327"/>
          <p:cNvSpPr/>
          <p:nvPr/>
        </p:nvSpPr>
        <p:spPr>
          <a:xfrm flipH="1">
            <a:off x="13533119" y="8851392"/>
            <a:ext cx="8001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1" name="Connector 8328"/>
          <p:cNvSpPr/>
          <p:nvPr/>
        </p:nvSpPr>
        <p:spPr>
          <a:xfrm flipH="1">
            <a:off x="13430250" y="9281159"/>
            <a:ext cx="10287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2" name="Connector 8329"/>
          <p:cNvSpPr/>
          <p:nvPr/>
        </p:nvSpPr>
        <p:spPr>
          <a:xfrm flipH="1">
            <a:off x="13304520" y="9710928"/>
            <a:ext cx="12573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3" name="Connector 8330"/>
          <p:cNvSpPr/>
          <p:nvPr/>
        </p:nvSpPr>
        <p:spPr>
          <a:xfrm>
            <a:off x="13304519" y="4983479"/>
            <a:ext cx="139700" cy="50139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4" name="Connector 8331"/>
          <p:cNvSpPr/>
          <p:nvPr/>
        </p:nvSpPr>
        <p:spPr>
          <a:xfrm>
            <a:off x="13444219" y="5484874"/>
            <a:ext cx="114302" cy="50139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5" name="Connector 8332"/>
          <p:cNvSpPr/>
          <p:nvPr/>
        </p:nvSpPr>
        <p:spPr>
          <a:xfrm>
            <a:off x="13558519" y="5986271"/>
            <a:ext cx="889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6" name="Connector 8333"/>
          <p:cNvSpPr/>
          <p:nvPr/>
        </p:nvSpPr>
        <p:spPr>
          <a:xfrm>
            <a:off x="13647419" y="6487667"/>
            <a:ext cx="635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7" name="Connector 8334"/>
          <p:cNvSpPr/>
          <p:nvPr/>
        </p:nvSpPr>
        <p:spPr>
          <a:xfrm>
            <a:off x="13710919" y="6989064"/>
            <a:ext cx="38101" cy="50139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8" name="Connector 8335"/>
          <p:cNvSpPr/>
          <p:nvPr/>
        </p:nvSpPr>
        <p:spPr>
          <a:xfrm>
            <a:off x="13749019" y="7490459"/>
            <a:ext cx="12701" cy="50139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29" name="Connector 8336"/>
          <p:cNvSpPr/>
          <p:nvPr/>
        </p:nvSpPr>
        <p:spPr>
          <a:xfrm flipH="1">
            <a:off x="13749019" y="7991856"/>
            <a:ext cx="127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0" name="Connector 8337"/>
          <p:cNvSpPr/>
          <p:nvPr/>
        </p:nvSpPr>
        <p:spPr>
          <a:xfrm flipH="1">
            <a:off x="13710919" y="8493252"/>
            <a:ext cx="381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1" name="Connector 8338"/>
          <p:cNvSpPr/>
          <p:nvPr/>
        </p:nvSpPr>
        <p:spPr>
          <a:xfrm flipH="1">
            <a:off x="13647419" y="8994647"/>
            <a:ext cx="635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2" name="Connector 8339"/>
          <p:cNvSpPr/>
          <p:nvPr/>
        </p:nvSpPr>
        <p:spPr>
          <a:xfrm flipH="1">
            <a:off x="13558519" y="9496043"/>
            <a:ext cx="88901" cy="50139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3" name="Connector 8340"/>
          <p:cNvSpPr/>
          <p:nvPr/>
        </p:nvSpPr>
        <p:spPr>
          <a:xfrm flipH="1">
            <a:off x="13444219" y="9997440"/>
            <a:ext cx="114301" cy="50139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4" name="Connector 8341"/>
          <p:cNvSpPr/>
          <p:nvPr/>
        </p:nvSpPr>
        <p:spPr>
          <a:xfrm flipH="1">
            <a:off x="13304519" y="10498835"/>
            <a:ext cx="139701" cy="50139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5" name="Connector 8342"/>
          <p:cNvSpPr/>
          <p:nvPr/>
        </p:nvSpPr>
        <p:spPr>
          <a:xfrm>
            <a:off x="13304519" y="5843015"/>
            <a:ext cx="558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6" name="Connector 8343"/>
          <p:cNvSpPr/>
          <p:nvPr/>
        </p:nvSpPr>
        <p:spPr>
          <a:xfrm>
            <a:off x="13360399" y="5914644"/>
            <a:ext cx="4572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7" name="Connector 8344"/>
          <p:cNvSpPr/>
          <p:nvPr/>
        </p:nvSpPr>
        <p:spPr>
          <a:xfrm>
            <a:off x="13406119" y="5986271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8" name="Connector 8345"/>
          <p:cNvSpPr/>
          <p:nvPr/>
        </p:nvSpPr>
        <p:spPr>
          <a:xfrm>
            <a:off x="13441680" y="6057900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39" name="Connector 8346"/>
          <p:cNvSpPr/>
          <p:nvPr/>
        </p:nvSpPr>
        <p:spPr>
          <a:xfrm>
            <a:off x="13467080" y="6129528"/>
            <a:ext cx="15240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0" name="Connector 8347"/>
          <p:cNvSpPr/>
          <p:nvPr/>
        </p:nvSpPr>
        <p:spPr>
          <a:xfrm>
            <a:off x="13482319" y="6201155"/>
            <a:ext cx="5082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1" name="Connector 8348"/>
          <p:cNvSpPr/>
          <p:nvPr/>
        </p:nvSpPr>
        <p:spPr>
          <a:xfrm flipH="1">
            <a:off x="13482319" y="6272784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2" name="Connector 8349"/>
          <p:cNvSpPr/>
          <p:nvPr/>
        </p:nvSpPr>
        <p:spPr>
          <a:xfrm flipH="1">
            <a:off x="13467080" y="6344411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3" name="Connector 8350"/>
          <p:cNvSpPr/>
          <p:nvPr/>
        </p:nvSpPr>
        <p:spPr>
          <a:xfrm flipH="1">
            <a:off x="13441680" y="6416040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4" name="Connector 8351"/>
          <p:cNvSpPr/>
          <p:nvPr/>
        </p:nvSpPr>
        <p:spPr>
          <a:xfrm flipH="1">
            <a:off x="13406119" y="6487667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5" name="Connector 8352"/>
          <p:cNvSpPr/>
          <p:nvPr/>
        </p:nvSpPr>
        <p:spPr>
          <a:xfrm flipH="1">
            <a:off x="13360399" y="6559295"/>
            <a:ext cx="4572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6" name="Connector 8353"/>
          <p:cNvSpPr/>
          <p:nvPr/>
        </p:nvSpPr>
        <p:spPr>
          <a:xfrm flipH="1">
            <a:off x="13304519" y="6630923"/>
            <a:ext cx="558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7" name="Connector 8354"/>
          <p:cNvSpPr/>
          <p:nvPr/>
        </p:nvSpPr>
        <p:spPr>
          <a:xfrm>
            <a:off x="13304519" y="5843015"/>
            <a:ext cx="698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8" name="Connector 8355"/>
          <p:cNvSpPr/>
          <p:nvPr/>
        </p:nvSpPr>
        <p:spPr>
          <a:xfrm>
            <a:off x="13374369" y="5986271"/>
            <a:ext cx="571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49" name="Connector 8356"/>
          <p:cNvSpPr/>
          <p:nvPr/>
        </p:nvSpPr>
        <p:spPr>
          <a:xfrm>
            <a:off x="13431519" y="6129528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0" name="Connector 8357"/>
          <p:cNvSpPr/>
          <p:nvPr/>
        </p:nvSpPr>
        <p:spPr>
          <a:xfrm>
            <a:off x="13475969" y="6272784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1" name="Connector 8358"/>
          <p:cNvSpPr/>
          <p:nvPr/>
        </p:nvSpPr>
        <p:spPr>
          <a:xfrm>
            <a:off x="13507719" y="6416040"/>
            <a:ext cx="19050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2" name="Connector 8359"/>
          <p:cNvSpPr/>
          <p:nvPr/>
        </p:nvSpPr>
        <p:spPr>
          <a:xfrm>
            <a:off x="13526769" y="6559295"/>
            <a:ext cx="6352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3" name="Connector 8360"/>
          <p:cNvSpPr/>
          <p:nvPr/>
        </p:nvSpPr>
        <p:spPr>
          <a:xfrm flipH="1">
            <a:off x="13526769" y="6702552"/>
            <a:ext cx="63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4" name="Connector 8361"/>
          <p:cNvSpPr/>
          <p:nvPr/>
        </p:nvSpPr>
        <p:spPr>
          <a:xfrm flipH="1">
            <a:off x="13507719" y="6845807"/>
            <a:ext cx="190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5" name="Connector 8362"/>
          <p:cNvSpPr/>
          <p:nvPr/>
        </p:nvSpPr>
        <p:spPr>
          <a:xfrm flipH="1">
            <a:off x="13475969" y="6989064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6" name="Connector 8363"/>
          <p:cNvSpPr/>
          <p:nvPr/>
        </p:nvSpPr>
        <p:spPr>
          <a:xfrm flipH="1">
            <a:off x="13431519" y="7132319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7" name="Connector 8364"/>
          <p:cNvSpPr/>
          <p:nvPr/>
        </p:nvSpPr>
        <p:spPr>
          <a:xfrm flipH="1">
            <a:off x="13374369" y="7275576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8" name="Connector 8365"/>
          <p:cNvSpPr/>
          <p:nvPr/>
        </p:nvSpPr>
        <p:spPr>
          <a:xfrm flipH="1">
            <a:off x="13304519" y="7418831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59" name="Connector 8366"/>
          <p:cNvSpPr/>
          <p:nvPr/>
        </p:nvSpPr>
        <p:spPr>
          <a:xfrm>
            <a:off x="13304519" y="5843015"/>
            <a:ext cx="83821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0" name="Connector 8367"/>
          <p:cNvSpPr/>
          <p:nvPr/>
        </p:nvSpPr>
        <p:spPr>
          <a:xfrm>
            <a:off x="13388339" y="6057898"/>
            <a:ext cx="68581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1" name="Connector 8368"/>
          <p:cNvSpPr/>
          <p:nvPr/>
        </p:nvSpPr>
        <p:spPr>
          <a:xfrm>
            <a:off x="13456919" y="6272784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2" name="Connector 8369"/>
          <p:cNvSpPr/>
          <p:nvPr/>
        </p:nvSpPr>
        <p:spPr>
          <a:xfrm>
            <a:off x="13510260" y="6487667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3" name="Connector 8370"/>
          <p:cNvSpPr/>
          <p:nvPr/>
        </p:nvSpPr>
        <p:spPr>
          <a:xfrm>
            <a:off x="13548360" y="6702552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4" name="Connector 8371"/>
          <p:cNvSpPr/>
          <p:nvPr/>
        </p:nvSpPr>
        <p:spPr>
          <a:xfrm>
            <a:off x="13571219" y="6917435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5" name="Connector 8372"/>
          <p:cNvSpPr/>
          <p:nvPr/>
        </p:nvSpPr>
        <p:spPr>
          <a:xfrm flipH="1">
            <a:off x="13571219" y="7132319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6" name="Connector 8373"/>
          <p:cNvSpPr/>
          <p:nvPr/>
        </p:nvSpPr>
        <p:spPr>
          <a:xfrm flipH="1">
            <a:off x="13548359" y="7347204"/>
            <a:ext cx="2286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7" name="Connector 8374"/>
          <p:cNvSpPr/>
          <p:nvPr/>
        </p:nvSpPr>
        <p:spPr>
          <a:xfrm flipH="1">
            <a:off x="13510260" y="7562088"/>
            <a:ext cx="3810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8" name="Connector 8375"/>
          <p:cNvSpPr/>
          <p:nvPr/>
        </p:nvSpPr>
        <p:spPr>
          <a:xfrm flipH="1">
            <a:off x="13456919" y="7776971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69" name="Connector 8376"/>
          <p:cNvSpPr/>
          <p:nvPr/>
        </p:nvSpPr>
        <p:spPr>
          <a:xfrm flipH="1">
            <a:off x="13388339" y="7991856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0" name="Connector 8377"/>
          <p:cNvSpPr/>
          <p:nvPr/>
        </p:nvSpPr>
        <p:spPr>
          <a:xfrm flipH="1">
            <a:off x="13304519" y="8206740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1" name="Connector 8378"/>
          <p:cNvSpPr/>
          <p:nvPr/>
        </p:nvSpPr>
        <p:spPr>
          <a:xfrm>
            <a:off x="13304519" y="5843015"/>
            <a:ext cx="9779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2" name="Connector 8379"/>
          <p:cNvSpPr/>
          <p:nvPr/>
        </p:nvSpPr>
        <p:spPr>
          <a:xfrm>
            <a:off x="13402309" y="6129527"/>
            <a:ext cx="80012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3" name="Connector 8380"/>
          <p:cNvSpPr/>
          <p:nvPr/>
        </p:nvSpPr>
        <p:spPr>
          <a:xfrm>
            <a:off x="13482319" y="6416040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4" name="Connector 8381"/>
          <p:cNvSpPr/>
          <p:nvPr/>
        </p:nvSpPr>
        <p:spPr>
          <a:xfrm>
            <a:off x="13544550" y="6702552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5" name="Connector 8382"/>
          <p:cNvSpPr/>
          <p:nvPr/>
        </p:nvSpPr>
        <p:spPr>
          <a:xfrm>
            <a:off x="13589000" y="6989064"/>
            <a:ext cx="2667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6" name="Connector 8383"/>
          <p:cNvSpPr/>
          <p:nvPr/>
        </p:nvSpPr>
        <p:spPr>
          <a:xfrm>
            <a:off x="13615669" y="7275575"/>
            <a:ext cx="8892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7" name="Connector 8384"/>
          <p:cNvSpPr/>
          <p:nvPr/>
        </p:nvSpPr>
        <p:spPr>
          <a:xfrm flipH="1">
            <a:off x="13615669" y="7562088"/>
            <a:ext cx="8891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8" name="Connector 8385"/>
          <p:cNvSpPr/>
          <p:nvPr/>
        </p:nvSpPr>
        <p:spPr>
          <a:xfrm flipH="1">
            <a:off x="13589000" y="7848599"/>
            <a:ext cx="26670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79" name="Connector 8386"/>
          <p:cNvSpPr/>
          <p:nvPr/>
        </p:nvSpPr>
        <p:spPr>
          <a:xfrm flipH="1">
            <a:off x="13544549" y="8135111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0" name="Connector 8387"/>
          <p:cNvSpPr/>
          <p:nvPr/>
        </p:nvSpPr>
        <p:spPr>
          <a:xfrm flipH="1">
            <a:off x="13482319" y="8421623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1" name="Connector 8388"/>
          <p:cNvSpPr/>
          <p:nvPr/>
        </p:nvSpPr>
        <p:spPr>
          <a:xfrm flipH="1">
            <a:off x="13402309" y="8708135"/>
            <a:ext cx="8001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2" name="Connector 8389"/>
          <p:cNvSpPr/>
          <p:nvPr/>
        </p:nvSpPr>
        <p:spPr>
          <a:xfrm flipH="1">
            <a:off x="13304519" y="8994647"/>
            <a:ext cx="9779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3" name="Connector 8390"/>
          <p:cNvSpPr/>
          <p:nvPr/>
        </p:nvSpPr>
        <p:spPr>
          <a:xfrm>
            <a:off x="13304519" y="5843015"/>
            <a:ext cx="111761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4" name="Connector 8391"/>
          <p:cNvSpPr/>
          <p:nvPr/>
        </p:nvSpPr>
        <p:spPr>
          <a:xfrm>
            <a:off x="13416280" y="6201154"/>
            <a:ext cx="9144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5" name="Connector 8392"/>
          <p:cNvSpPr/>
          <p:nvPr/>
        </p:nvSpPr>
        <p:spPr>
          <a:xfrm>
            <a:off x="13507719" y="6559295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6" name="Connector 8393"/>
          <p:cNvSpPr/>
          <p:nvPr/>
        </p:nvSpPr>
        <p:spPr>
          <a:xfrm>
            <a:off x="13578839" y="6917435"/>
            <a:ext cx="5080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7" name="Connector 8394"/>
          <p:cNvSpPr/>
          <p:nvPr/>
        </p:nvSpPr>
        <p:spPr>
          <a:xfrm>
            <a:off x="13629639" y="7275576"/>
            <a:ext cx="30479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8" name="Connector 8395"/>
          <p:cNvSpPr/>
          <p:nvPr/>
        </p:nvSpPr>
        <p:spPr>
          <a:xfrm>
            <a:off x="13660119" y="7633714"/>
            <a:ext cx="10162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9" name="Connector 8396"/>
          <p:cNvSpPr/>
          <p:nvPr/>
        </p:nvSpPr>
        <p:spPr>
          <a:xfrm flipH="1">
            <a:off x="13660119" y="7991856"/>
            <a:ext cx="101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0" name="Connector 8397"/>
          <p:cNvSpPr/>
          <p:nvPr/>
        </p:nvSpPr>
        <p:spPr>
          <a:xfrm flipH="1">
            <a:off x="13629639" y="8349995"/>
            <a:ext cx="3048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1" name="Connector 8398"/>
          <p:cNvSpPr/>
          <p:nvPr/>
        </p:nvSpPr>
        <p:spPr>
          <a:xfrm flipH="1">
            <a:off x="13578839" y="8708135"/>
            <a:ext cx="5080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2" name="Connector 8399"/>
          <p:cNvSpPr/>
          <p:nvPr/>
        </p:nvSpPr>
        <p:spPr>
          <a:xfrm flipH="1">
            <a:off x="13507719" y="9066276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3" name="Connector 8400"/>
          <p:cNvSpPr/>
          <p:nvPr/>
        </p:nvSpPr>
        <p:spPr>
          <a:xfrm flipH="1">
            <a:off x="13416280" y="9424416"/>
            <a:ext cx="9144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4" name="Connector 8401"/>
          <p:cNvSpPr/>
          <p:nvPr/>
        </p:nvSpPr>
        <p:spPr>
          <a:xfrm flipH="1">
            <a:off x="13304519" y="9782556"/>
            <a:ext cx="1117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5" name="Connector 8402"/>
          <p:cNvSpPr/>
          <p:nvPr/>
        </p:nvSpPr>
        <p:spPr>
          <a:xfrm>
            <a:off x="13304519" y="5843015"/>
            <a:ext cx="125730" cy="42976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6" name="Connector 8403"/>
          <p:cNvSpPr/>
          <p:nvPr/>
        </p:nvSpPr>
        <p:spPr>
          <a:xfrm>
            <a:off x="13430248" y="6272782"/>
            <a:ext cx="102872" cy="42977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7" name="Connector 8404"/>
          <p:cNvSpPr/>
          <p:nvPr/>
        </p:nvSpPr>
        <p:spPr>
          <a:xfrm>
            <a:off x="13533119" y="6702552"/>
            <a:ext cx="8001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8" name="Connector 8405"/>
          <p:cNvSpPr/>
          <p:nvPr/>
        </p:nvSpPr>
        <p:spPr>
          <a:xfrm>
            <a:off x="13613130" y="7132319"/>
            <a:ext cx="5715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9" name="Connector 8406"/>
          <p:cNvSpPr/>
          <p:nvPr/>
        </p:nvSpPr>
        <p:spPr>
          <a:xfrm>
            <a:off x="13670280" y="7562088"/>
            <a:ext cx="3429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0" name="Connector 8407"/>
          <p:cNvSpPr/>
          <p:nvPr/>
        </p:nvSpPr>
        <p:spPr>
          <a:xfrm>
            <a:off x="13704569" y="7991856"/>
            <a:ext cx="11432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1" name="Connector 8408"/>
          <p:cNvSpPr/>
          <p:nvPr/>
        </p:nvSpPr>
        <p:spPr>
          <a:xfrm flipH="1">
            <a:off x="13704569" y="8421623"/>
            <a:ext cx="1143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2" name="Connector 8409"/>
          <p:cNvSpPr/>
          <p:nvPr/>
        </p:nvSpPr>
        <p:spPr>
          <a:xfrm flipH="1">
            <a:off x="13670280" y="8851392"/>
            <a:ext cx="3429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3" name="Connector 8410"/>
          <p:cNvSpPr/>
          <p:nvPr/>
        </p:nvSpPr>
        <p:spPr>
          <a:xfrm flipH="1">
            <a:off x="13613130" y="9281159"/>
            <a:ext cx="5715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4" name="Connector 8411"/>
          <p:cNvSpPr/>
          <p:nvPr/>
        </p:nvSpPr>
        <p:spPr>
          <a:xfrm flipH="1">
            <a:off x="13533119" y="9710928"/>
            <a:ext cx="8001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5" name="Connector 8412"/>
          <p:cNvSpPr/>
          <p:nvPr/>
        </p:nvSpPr>
        <p:spPr>
          <a:xfrm flipH="1">
            <a:off x="13430250" y="10140695"/>
            <a:ext cx="102871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6" name="Connector 8413"/>
          <p:cNvSpPr/>
          <p:nvPr/>
        </p:nvSpPr>
        <p:spPr>
          <a:xfrm flipH="1">
            <a:off x="13304520" y="10570464"/>
            <a:ext cx="125730" cy="42976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7" name="Connector 8414"/>
          <p:cNvSpPr/>
          <p:nvPr/>
        </p:nvSpPr>
        <p:spPr>
          <a:xfrm>
            <a:off x="13304519" y="6702552"/>
            <a:ext cx="55881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8" name="Connector 8415"/>
          <p:cNvSpPr/>
          <p:nvPr/>
        </p:nvSpPr>
        <p:spPr>
          <a:xfrm>
            <a:off x="13360399" y="6774178"/>
            <a:ext cx="45721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09" name="Connector 8416"/>
          <p:cNvSpPr/>
          <p:nvPr/>
        </p:nvSpPr>
        <p:spPr>
          <a:xfrm>
            <a:off x="13406119" y="6845807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0" name="Connector 8417"/>
          <p:cNvSpPr/>
          <p:nvPr/>
        </p:nvSpPr>
        <p:spPr>
          <a:xfrm>
            <a:off x="13441680" y="6917435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1" name="Connector 8418"/>
          <p:cNvSpPr/>
          <p:nvPr/>
        </p:nvSpPr>
        <p:spPr>
          <a:xfrm>
            <a:off x="13467080" y="6989064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2" name="Connector 8419"/>
          <p:cNvSpPr/>
          <p:nvPr/>
        </p:nvSpPr>
        <p:spPr>
          <a:xfrm>
            <a:off x="13482319" y="7060690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3" name="Connector 8420"/>
          <p:cNvSpPr/>
          <p:nvPr/>
        </p:nvSpPr>
        <p:spPr>
          <a:xfrm flipH="1">
            <a:off x="13482319" y="7132319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4" name="Connector 8421"/>
          <p:cNvSpPr/>
          <p:nvPr/>
        </p:nvSpPr>
        <p:spPr>
          <a:xfrm flipH="1">
            <a:off x="13467080" y="7203947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5" name="Connector 8422"/>
          <p:cNvSpPr/>
          <p:nvPr/>
        </p:nvSpPr>
        <p:spPr>
          <a:xfrm flipH="1">
            <a:off x="13441680" y="7275576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6" name="Connector 8423"/>
          <p:cNvSpPr/>
          <p:nvPr/>
        </p:nvSpPr>
        <p:spPr>
          <a:xfrm flipH="1">
            <a:off x="13406119" y="7347204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7" name="Connector 8424"/>
          <p:cNvSpPr/>
          <p:nvPr/>
        </p:nvSpPr>
        <p:spPr>
          <a:xfrm flipH="1">
            <a:off x="13360399" y="7418831"/>
            <a:ext cx="4572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8" name="Connector 8425"/>
          <p:cNvSpPr/>
          <p:nvPr/>
        </p:nvSpPr>
        <p:spPr>
          <a:xfrm flipH="1">
            <a:off x="13304519" y="7490459"/>
            <a:ext cx="558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19" name="Connector 8426"/>
          <p:cNvSpPr/>
          <p:nvPr/>
        </p:nvSpPr>
        <p:spPr>
          <a:xfrm>
            <a:off x="13304519" y="6702552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0" name="Connector 8427"/>
          <p:cNvSpPr/>
          <p:nvPr/>
        </p:nvSpPr>
        <p:spPr>
          <a:xfrm>
            <a:off x="13374369" y="6845807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1" name="Connector 8428"/>
          <p:cNvSpPr/>
          <p:nvPr/>
        </p:nvSpPr>
        <p:spPr>
          <a:xfrm>
            <a:off x="13431519" y="6989064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2" name="Connector 8429"/>
          <p:cNvSpPr/>
          <p:nvPr/>
        </p:nvSpPr>
        <p:spPr>
          <a:xfrm>
            <a:off x="13475969" y="7132319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3" name="Connector 8430"/>
          <p:cNvSpPr/>
          <p:nvPr/>
        </p:nvSpPr>
        <p:spPr>
          <a:xfrm>
            <a:off x="13507719" y="7275576"/>
            <a:ext cx="19050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4" name="Connector 8431"/>
          <p:cNvSpPr/>
          <p:nvPr/>
        </p:nvSpPr>
        <p:spPr>
          <a:xfrm>
            <a:off x="13526769" y="7418831"/>
            <a:ext cx="6352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5" name="Connector 8432"/>
          <p:cNvSpPr/>
          <p:nvPr/>
        </p:nvSpPr>
        <p:spPr>
          <a:xfrm flipH="1">
            <a:off x="13526769" y="7562088"/>
            <a:ext cx="63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6" name="Connector 8433"/>
          <p:cNvSpPr/>
          <p:nvPr/>
        </p:nvSpPr>
        <p:spPr>
          <a:xfrm flipH="1">
            <a:off x="13507719" y="7705342"/>
            <a:ext cx="190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7" name="Connector 8434"/>
          <p:cNvSpPr/>
          <p:nvPr/>
        </p:nvSpPr>
        <p:spPr>
          <a:xfrm flipH="1">
            <a:off x="13475969" y="7848600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8" name="Connector 8435"/>
          <p:cNvSpPr/>
          <p:nvPr/>
        </p:nvSpPr>
        <p:spPr>
          <a:xfrm flipH="1">
            <a:off x="13431519" y="7991856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9" name="Connector 8436"/>
          <p:cNvSpPr/>
          <p:nvPr/>
        </p:nvSpPr>
        <p:spPr>
          <a:xfrm flipH="1">
            <a:off x="13374369" y="8135111"/>
            <a:ext cx="571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0" name="Connector 8437"/>
          <p:cNvSpPr/>
          <p:nvPr/>
        </p:nvSpPr>
        <p:spPr>
          <a:xfrm flipH="1">
            <a:off x="13304519" y="8278366"/>
            <a:ext cx="698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1" name="Connector 8438"/>
          <p:cNvSpPr/>
          <p:nvPr/>
        </p:nvSpPr>
        <p:spPr>
          <a:xfrm>
            <a:off x="13304519" y="6702552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2" name="Connector 8439"/>
          <p:cNvSpPr/>
          <p:nvPr/>
        </p:nvSpPr>
        <p:spPr>
          <a:xfrm>
            <a:off x="13388339" y="6917435"/>
            <a:ext cx="6858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3" name="Connector 8440"/>
          <p:cNvSpPr/>
          <p:nvPr/>
        </p:nvSpPr>
        <p:spPr>
          <a:xfrm>
            <a:off x="13456919" y="7132319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4" name="Connector 8441"/>
          <p:cNvSpPr/>
          <p:nvPr/>
        </p:nvSpPr>
        <p:spPr>
          <a:xfrm>
            <a:off x="13510260" y="7347204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5" name="Connector 8442"/>
          <p:cNvSpPr/>
          <p:nvPr/>
        </p:nvSpPr>
        <p:spPr>
          <a:xfrm>
            <a:off x="13548360" y="7562088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6" name="Connector 8443"/>
          <p:cNvSpPr/>
          <p:nvPr/>
        </p:nvSpPr>
        <p:spPr>
          <a:xfrm>
            <a:off x="13571219" y="7776971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7" name="Connector 8444"/>
          <p:cNvSpPr/>
          <p:nvPr/>
        </p:nvSpPr>
        <p:spPr>
          <a:xfrm flipH="1">
            <a:off x="13571219" y="7991856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8" name="Connector 8445"/>
          <p:cNvSpPr/>
          <p:nvPr/>
        </p:nvSpPr>
        <p:spPr>
          <a:xfrm flipH="1">
            <a:off x="13548359" y="8206740"/>
            <a:ext cx="2286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9" name="Connector 8446"/>
          <p:cNvSpPr/>
          <p:nvPr/>
        </p:nvSpPr>
        <p:spPr>
          <a:xfrm flipH="1">
            <a:off x="13510260" y="8421623"/>
            <a:ext cx="3810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0" name="Connector 8447"/>
          <p:cNvSpPr/>
          <p:nvPr/>
        </p:nvSpPr>
        <p:spPr>
          <a:xfrm flipH="1">
            <a:off x="13456919" y="8636507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1" name="Connector 8448"/>
          <p:cNvSpPr/>
          <p:nvPr/>
        </p:nvSpPr>
        <p:spPr>
          <a:xfrm flipH="1">
            <a:off x="13388339" y="8851392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2" name="Connector 8449"/>
          <p:cNvSpPr/>
          <p:nvPr/>
        </p:nvSpPr>
        <p:spPr>
          <a:xfrm flipH="1">
            <a:off x="13304519" y="9066276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3" name="Connector 8450"/>
          <p:cNvSpPr/>
          <p:nvPr/>
        </p:nvSpPr>
        <p:spPr>
          <a:xfrm>
            <a:off x="13304519" y="6702552"/>
            <a:ext cx="9779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4" name="Connector 8451"/>
          <p:cNvSpPr/>
          <p:nvPr/>
        </p:nvSpPr>
        <p:spPr>
          <a:xfrm>
            <a:off x="13402309" y="6989063"/>
            <a:ext cx="80012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5" name="Connector 8452"/>
          <p:cNvSpPr/>
          <p:nvPr/>
        </p:nvSpPr>
        <p:spPr>
          <a:xfrm>
            <a:off x="13482319" y="7275576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6" name="Connector 8453"/>
          <p:cNvSpPr/>
          <p:nvPr/>
        </p:nvSpPr>
        <p:spPr>
          <a:xfrm>
            <a:off x="13544550" y="7562088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7" name="Connector 8454"/>
          <p:cNvSpPr/>
          <p:nvPr/>
        </p:nvSpPr>
        <p:spPr>
          <a:xfrm>
            <a:off x="13589000" y="7848600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8" name="Connector 8455"/>
          <p:cNvSpPr/>
          <p:nvPr/>
        </p:nvSpPr>
        <p:spPr>
          <a:xfrm>
            <a:off x="13615669" y="8135111"/>
            <a:ext cx="889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49" name="Connector 8456"/>
          <p:cNvSpPr/>
          <p:nvPr/>
        </p:nvSpPr>
        <p:spPr>
          <a:xfrm flipH="1">
            <a:off x="13615669" y="8421623"/>
            <a:ext cx="889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0" name="Connector 8457"/>
          <p:cNvSpPr/>
          <p:nvPr/>
        </p:nvSpPr>
        <p:spPr>
          <a:xfrm flipH="1">
            <a:off x="13589000" y="8708135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1" name="Connector 8458"/>
          <p:cNvSpPr/>
          <p:nvPr/>
        </p:nvSpPr>
        <p:spPr>
          <a:xfrm flipH="1">
            <a:off x="13544549" y="8994647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2" name="Connector 8459"/>
          <p:cNvSpPr/>
          <p:nvPr/>
        </p:nvSpPr>
        <p:spPr>
          <a:xfrm flipH="1">
            <a:off x="13482319" y="9281159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3" name="Connector 8460"/>
          <p:cNvSpPr/>
          <p:nvPr/>
        </p:nvSpPr>
        <p:spPr>
          <a:xfrm flipH="1">
            <a:off x="13402309" y="9567671"/>
            <a:ext cx="80012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4" name="Connector 8461"/>
          <p:cNvSpPr/>
          <p:nvPr/>
        </p:nvSpPr>
        <p:spPr>
          <a:xfrm flipH="1">
            <a:off x="13304519" y="9854183"/>
            <a:ext cx="97790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5" name="Connector 8462"/>
          <p:cNvSpPr/>
          <p:nvPr/>
        </p:nvSpPr>
        <p:spPr>
          <a:xfrm>
            <a:off x="13304519" y="6702552"/>
            <a:ext cx="1117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6" name="Connector 8463"/>
          <p:cNvSpPr/>
          <p:nvPr/>
        </p:nvSpPr>
        <p:spPr>
          <a:xfrm>
            <a:off x="13416280" y="7060692"/>
            <a:ext cx="9144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7" name="Connector 8464"/>
          <p:cNvSpPr/>
          <p:nvPr/>
        </p:nvSpPr>
        <p:spPr>
          <a:xfrm>
            <a:off x="13507719" y="7418831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8" name="Connector 8465"/>
          <p:cNvSpPr/>
          <p:nvPr/>
        </p:nvSpPr>
        <p:spPr>
          <a:xfrm>
            <a:off x="13578839" y="7776971"/>
            <a:ext cx="5080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59" name="Connector 8466"/>
          <p:cNvSpPr/>
          <p:nvPr/>
        </p:nvSpPr>
        <p:spPr>
          <a:xfrm>
            <a:off x="13629639" y="8135111"/>
            <a:ext cx="30479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0" name="Connector 8467"/>
          <p:cNvSpPr/>
          <p:nvPr/>
        </p:nvSpPr>
        <p:spPr>
          <a:xfrm>
            <a:off x="13660119" y="8493251"/>
            <a:ext cx="10162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1" name="Connector 8468"/>
          <p:cNvSpPr/>
          <p:nvPr/>
        </p:nvSpPr>
        <p:spPr>
          <a:xfrm flipH="1">
            <a:off x="13660119" y="8851392"/>
            <a:ext cx="1016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2" name="Connector 8469"/>
          <p:cNvSpPr/>
          <p:nvPr/>
        </p:nvSpPr>
        <p:spPr>
          <a:xfrm flipH="1">
            <a:off x="13629639" y="9209531"/>
            <a:ext cx="3048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3" name="Connector 8470"/>
          <p:cNvSpPr/>
          <p:nvPr/>
        </p:nvSpPr>
        <p:spPr>
          <a:xfrm flipH="1">
            <a:off x="13578839" y="9567671"/>
            <a:ext cx="5080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4" name="Connector 8471"/>
          <p:cNvSpPr/>
          <p:nvPr/>
        </p:nvSpPr>
        <p:spPr>
          <a:xfrm flipH="1">
            <a:off x="13507719" y="9925811"/>
            <a:ext cx="71121" cy="358141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5" name="Connector 8472"/>
          <p:cNvSpPr/>
          <p:nvPr/>
        </p:nvSpPr>
        <p:spPr>
          <a:xfrm flipH="1">
            <a:off x="13416280" y="10283952"/>
            <a:ext cx="91441" cy="35814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6" name="Connector 8473"/>
          <p:cNvSpPr/>
          <p:nvPr/>
        </p:nvSpPr>
        <p:spPr>
          <a:xfrm flipH="1">
            <a:off x="13304519" y="10642090"/>
            <a:ext cx="111761" cy="35814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7" name="Connector 8474"/>
          <p:cNvSpPr/>
          <p:nvPr/>
        </p:nvSpPr>
        <p:spPr>
          <a:xfrm>
            <a:off x="13304519" y="7562088"/>
            <a:ext cx="558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8" name="Connector 8475"/>
          <p:cNvSpPr/>
          <p:nvPr/>
        </p:nvSpPr>
        <p:spPr>
          <a:xfrm>
            <a:off x="13360399" y="7633716"/>
            <a:ext cx="4572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69" name="Connector 8476"/>
          <p:cNvSpPr/>
          <p:nvPr/>
        </p:nvSpPr>
        <p:spPr>
          <a:xfrm>
            <a:off x="13406119" y="7705343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0" name="Connector 8477"/>
          <p:cNvSpPr/>
          <p:nvPr/>
        </p:nvSpPr>
        <p:spPr>
          <a:xfrm>
            <a:off x="13441680" y="7776971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1" name="Connector 8478"/>
          <p:cNvSpPr/>
          <p:nvPr/>
        </p:nvSpPr>
        <p:spPr>
          <a:xfrm>
            <a:off x="13467080" y="7848600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2" name="Connector 8479"/>
          <p:cNvSpPr/>
          <p:nvPr/>
        </p:nvSpPr>
        <p:spPr>
          <a:xfrm>
            <a:off x="13482319" y="7920226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3" name="Connector 8480"/>
          <p:cNvSpPr/>
          <p:nvPr/>
        </p:nvSpPr>
        <p:spPr>
          <a:xfrm flipH="1">
            <a:off x="13482319" y="7991856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4" name="Connector 8481"/>
          <p:cNvSpPr/>
          <p:nvPr/>
        </p:nvSpPr>
        <p:spPr>
          <a:xfrm flipH="1">
            <a:off x="13467080" y="8063483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5" name="Connector 8482"/>
          <p:cNvSpPr/>
          <p:nvPr/>
        </p:nvSpPr>
        <p:spPr>
          <a:xfrm flipH="1">
            <a:off x="13441680" y="8135111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6" name="Connector 8483"/>
          <p:cNvSpPr/>
          <p:nvPr/>
        </p:nvSpPr>
        <p:spPr>
          <a:xfrm flipH="1">
            <a:off x="13406119" y="8206740"/>
            <a:ext cx="35561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7" name="Connector 8484"/>
          <p:cNvSpPr/>
          <p:nvPr/>
        </p:nvSpPr>
        <p:spPr>
          <a:xfrm flipH="1">
            <a:off x="13360399" y="8278366"/>
            <a:ext cx="4572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8" name="Connector 8485"/>
          <p:cNvSpPr/>
          <p:nvPr/>
        </p:nvSpPr>
        <p:spPr>
          <a:xfrm flipH="1">
            <a:off x="13304519" y="8349994"/>
            <a:ext cx="55881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9" name="Connector 8486"/>
          <p:cNvSpPr/>
          <p:nvPr/>
        </p:nvSpPr>
        <p:spPr>
          <a:xfrm>
            <a:off x="13304519" y="7562088"/>
            <a:ext cx="698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0" name="Connector 8487"/>
          <p:cNvSpPr/>
          <p:nvPr/>
        </p:nvSpPr>
        <p:spPr>
          <a:xfrm>
            <a:off x="13374369" y="7705342"/>
            <a:ext cx="571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1" name="Connector 8488"/>
          <p:cNvSpPr/>
          <p:nvPr/>
        </p:nvSpPr>
        <p:spPr>
          <a:xfrm>
            <a:off x="13431519" y="7848600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2" name="Connector 8489"/>
          <p:cNvSpPr/>
          <p:nvPr/>
        </p:nvSpPr>
        <p:spPr>
          <a:xfrm>
            <a:off x="13475969" y="7991856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3" name="Connector 8490"/>
          <p:cNvSpPr/>
          <p:nvPr/>
        </p:nvSpPr>
        <p:spPr>
          <a:xfrm>
            <a:off x="13507719" y="8135111"/>
            <a:ext cx="19050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4" name="Connector 8491"/>
          <p:cNvSpPr/>
          <p:nvPr/>
        </p:nvSpPr>
        <p:spPr>
          <a:xfrm>
            <a:off x="13526769" y="8278366"/>
            <a:ext cx="6352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5" name="Connector 8492"/>
          <p:cNvSpPr/>
          <p:nvPr/>
        </p:nvSpPr>
        <p:spPr>
          <a:xfrm flipH="1">
            <a:off x="13526769" y="8421623"/>
            <a:ext cx="63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6" name="Connector 8493"/>
          <p:cNvSpPr/>
          <p:nvPr/>
        </p:nvSpPr>
        <p:spPr>
          <a:xfrm flipH="1">
            <a:off x="13507719" y="8564880"/>
            <a:ext cx="190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7" name="Connector 8494"/>
          <p:cNvSpPr/>
          <p:nvPr/>
        </p:nvSpPr>
        <p:spPr>
          <a:xfrm flipH="1">
            <a:off x="13475969" y="8708135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8" name="Connector 8495"/>
          <p:cNvSpPr/>
          <p:nvPr/>
        </p:nvSpPr>
        <p:spPr>
          <a:xfrm flipH="1">
            <a:off x="13431519" y="8851392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9" name="Connector 8496"/>
          <p:cNvSpPr/>
          <p:nvPr/>
        </p:nvSpPr>
        <p:spPr>
          <a:xfrm flipH="1">
            <a:off x="13374369" y="8994647"/>
            <a:ext cx="571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0" name="Connector 8497"/>
          <p:cNvSpPr/>
          <p:nvPr/>
        </p:nvSpPr>
        <p:spPr>
          <a:xfrm flipH="1">
            <a:off x="13304519" y="9137902"/>
            <a:ext cx="698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1" name="Connector 8498"/>
          <p:cNvSpPr/>
          <p:nvPr/>
        </p:nvSpPr>
        <p:spPr>
          <a:xfrm>
            <a:off x="13304519" y="7562088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2" name="Connector 8499"/>
          <p:cNvSpPr/>
          <p:nvPr/>
        </p:nvSpPr>
        <p:spPr>
          <a:xfrm>
            <a:off x="13388339" y="7776971"/>
            <a:ext cx="6858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3" name="Connector 8500"/>
          <p:cNvSpPr/>
          <p:nvPr/>
        </p:nvSpPr>
        <p:spPr>
          <a:xfrm>
            <a:off x="13456919" y="7991856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4" name="Connector 8501"/>
          <p:cNvSpPr/>
          <p:nvPr/>
        </p:nvSpPr>
        <p:spPr>
          <a:xfrm>
            <a:off x="13510260" y="8206740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5" name="Connector 8502"/>
          <p:cNvSpPr/>
          <p:nvPr/>
        </p:nvSpPr>
        <p:spPr>
          <a:xfrm>
            <a:off x="13548360" y="8421623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6" name="Connector 8503"/>
          <p:cNvSpPr/>
          <p:nvPr/>
        </p:nvSpPr>
        <p:spPr>
          <a:xfrm>
            <a:off x="13571219" y="8636506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7" name="Connector 8504"/>
          <p:cNvSpPr/>
          <p:nvPr/>
        </p:nvSpPr>
        <p:spPr>
          <a:xfrm flipH="1">
            <a:off x="13571219" y="8851392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8" name="Connector 8505"/>
          <p:cNvSpPr/>
          <p:nvPr/>
        </p:nvSpPr>
        <p:spPr>
          <a:xfrm flipH="1">
            <a:off x="13548359" y="9066276"/>
            <a:ext cx="2286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9" name="Connector 8506"/>
          <p:cNvSpPr/>
          <p:nvPr/>
        </p:nvSpPr>
        <p:spPr>
          <a:xfrm flipH="1">
            <a:off x="13510260" y="9281159"/>
            <a:ext cx="3810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0" name="Connector 8507"/>
          <p:cNvSpPr/>
          <p:nvPr/>
        </p:nvSpPr>
        <p:spPr>
          <a:xfrm flipH="1">
            <a:off x="13456919" y="9496043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1" name="Connector 8508"/>
          <p:cNvSpPr/>
          <p:nvPr/>
        </p:nvSpPr>
        <p:spPr>
          <a:xfrm flipH="1">
            <a:off x="13388339" y="9710928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2" name="Connector 8509"/>
          <p:cNvSpPr/>
          <p:nvPr/>
        </p:nvSpPr>
        <p:spPr>
          <a:xfrm flipH="1">
            <a:off x="13304519" y="9925811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3" name="Connector 8510"/>
          <p:cNvSpPr/>
          <p:nvPr/>
        </p:nvSpPr>
        <p:spPr>
          <a:xfrm>
            <a:off x="13304519" y="7562088"/>
            <a:ext cx="9779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4" name="Connector 8511"/>
          <p:cNvSpPr/>
          <p:nvPr/>
        </p:nvSpPr>
        <p:spPr>
          <a:xfrm>
            <a:off x="13402309" y="7848599"/>
            <a:ext cx="80012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5" name="Connector 8512"/>
          <p:cNvSpPr/>
          <p:nvPr/>
        </p:nvSpPr>
        <p:spPr>
          <a:xfrm>
            <a:off x="13482319" y="8135111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6" name="Connector 8513"/>
          <p:cNvSpPr/>
          <p:nvPr/>
        </p:nvSpPr>
        <p:spPr>
          <a:xfrm>
            <a:off x="13544550" y="8421623"/>
            <a:ext cx="4445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7" name="Connector 8514"/>
          <p:cNvSpPr/>
          <p:nvPr/>
        </p:nvSpPr>
        <p:spPr>
          <a:xfrm>
            <a:off x="13589000" y="8708135"/>
            <a:ext cx="26670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8" name="Connector 8515"/>
          <p:cNvSpPr/>
          <p:nvPr/>
        </p:nvSpPr>
        <p:spPr>
          <a:xfrm>
            <a:off x="13615669" y="8994647"/>
            <a:ext cx="8892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9" name="Connector 8516"/>
          <p:cNvSpPr/>
          <p:nvPr/>
        </p:nvSpPr>
        <p:spPr>
          <a:xfrm flipH="1">
            <a:off x="13615669" y="9281159"/>
            <a:ext cx="889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0" name="Connector 8517"/>
          <p:cNvSpPr/>
          <p:nvPr/>
        </p:nvSpPr>
        <p:spPr>
          <a:xfrm flipH="1">
            <a:off x="13589000" y="9567671"/>
            <a:ext cx="26670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1" name="Connector 8518"/>
          <p:cNvSpPr/>
          <p:nvPr/>
        </p:nvSpPr>
        <p:spPr>
          <a:xfrm flipH="1">
            <a:off x="13544549" y="9854183"/>
            <a:ext cx="44451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2" name="Connector 8519"/>
          <p:cNvSpPr/>
          <p:nvPr/>
        </p:nvSpPr>
        <p:spPr>
          <a:xfrm flipH="1">
            <a:off x="13482319" y="10140695"/>
            <a:ext cx="62231" cy="286513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3" name="Connector 8520"/>
          <p:cNvSpPr/>
          <p:nvPr/>
        </p:nvSpPr>
        <p:spPr>
          <a:xfrm flipH="1">
            <a:off x="13402309" y="10427207"/>
            <a:ext cx="80012" cy="28651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4" name="Connector 8521"/>
          <p:cNvSpPr/>
          <p:nvPr/>
        </p:nvSpPr>
        <p:spPr>
          <a:xfrm flipH="1">
            <a:off x="13304519" y="10713718"/>
            <a:ext cx="97790" cy="28651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5" name="Connector 8522"/>
          <p:cNvSpPr/>
          <p:nvPr/>
        </p:nvSpPr>
        <p:spPr>
          <a:xfrm>
            <a:off x="13304519" y="8421623"/>
            <a:ext cx="55881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6" name="Connector 8523"/>
          <p:cNvSpPr/>
          <p:nvPr/>
        </p:nvSpPr>
        <p:spPr>
          <a:xfrm>
            <a:off x="13360399" y="8493251"/>
            <a:ext cx="45721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7" name="Connector 8524"/>
          <p:cNvSpPr/>
          <p:nvPr/>
        </p:nvSpPr>
        <p:spPr>
          <a:xfrm>
            <a:off x="13406119" y="8564880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8" name="Connector 8525"/>
          <p:cNvSpPr/>
          <p:nvPr/>
        </p:nvSpPr>
        <p:spPr>
          <a:xfrm>
            <a:off x="13441680" y="8636507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9" name="Connector 8526"/>
          <p:cNvSpPr/>
          <p:nvPr/>
        </p:nvSpPr>
        <p:spPr>
          <a:xfrm>
            <a:off x="13467080" y="8708135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0" name="Connector 8527"/>
          <p:cNvSpPr/>
          <p:nvPr/>
        </p:nvSpPr>
        <p:spPr>
          <a:xfrm>
            <a:off x="13482319" y="8779763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1" name="Connector 8528"/>
          <p:cNvSpPr/>
          <p:nvPr/>
        </p:nvSpPr>
        <p:spPr>
          <a:xfrm flipH="1">
            <a:off x="13482319" y="8851392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2" name="Connector 8529"/>
          <p:cNvSpPr/>
          <p:nvPr/>
        </p:nvSpPr>
        <p:spPr>
          <a:xfrm flipH="1">
            <a:off x="13467080" y="8923019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3" name="Connector 8530"/>
          <p:cNvSpPr/>
          <p:nvPr/>
        </p:nvSpPr>
        <p:spPr>
          <a:xfrm flipH="1">
            <a:off x="13441680" y="8994647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4" name="Connector 8531"/>
          <p:cNvSpPr/>
          <p:nvPr/>
        </p:nvSpPr>
        <p:spPr>
          <a:xfrm flipH="1">
            <a:off x="13406119" y="9066276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5" name="Connector 8532"/>
          <p:cNvSpPr/>
          <p:nvPr/>
        </p:nvSpPr>
        <p:spPr>
          <a:xfrm flipH="1">
            <a:off x="13360399" y="9137904"/>
            <a:ext cx="45721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6" name="Connector 8533"/>
          <p:cNvSpPr/>
          <p:nvPr/>
        </p:nvSpPr>
        <p:spPr>
          <a:xfrm flipH="1">
            <a:off x="13304519" y="9209530"/>
            <a:ext cx="55881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7" name="Connector 8534"/>
          <p:cNvSpPr/>
          <p:nvPr/>
        </p:nvSpPr>
        <p:spPr>
          <a:xfrm>
            <a:off x="13304519" y="8421623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8" name="Connector 8535"/>
          <p:cNvSpPr/>
          <p:nvPr/>
        </p:nvSpPr>
        <p:spPr>
          <a:xfrm>
            <a:off x="13374369" y="8564880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9" name="Connector 8536"/>
          <p:cNvSpPr/>
          <p:nvPr/>
        </p:nvSpPr>
        <p:spPr>
          <a:xfrm>
            <a:off x="13431519" y="8708135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0" name="Connector 8537"/>
          <p:cNvSpPr/>
          <p:nvPr/>
        </p:nvSpPr>
        <p:spPr>
          <a:xfrm>
            <a:off x="13475969" y="8851392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1" name="Connector 8538"/>
          <p:cNvSpPr/>
          <p:nvPr/>
        </p:nvSpPr>
        <p:spPr>
          <a:xfrm>
            <a:off x="13507719" y="8994647"/>
            <a:ext cx="19050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2" name="Connector 8539"/>
          <p:cNvSpPr/>
          <p:nvPr/>
        </p:nvSpPr>
        <p:spPr>
          <a:xfrm>
            <a:off x="13526769" y="9137902"/>
            <a:ext cx="6352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3" name="Connector 8540"/>
          <p:cNvSpPr/>
          <p:nvPr/>
        </p:nvSpPr>
        <p:spPr>
          <a:xfrm flipH="1">
            <a:off x="13526769" y="9281159"/>
            <a:ext cx="63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4" name="Connector 8541"/>
          <p:cNvSpPr/>
          <p:nvPr/>
        </p:nvSpPr>
        <p:spPr>
          <a:xfrm flipH="1">
            <a:off x="13507719" y="9424416"/>
            <a:ext cx="190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5" name="Connector 8542"/>
          <p:cNvSpPr/>
          <p:nvPr/>
        </p:nvSpPr>
        <p:spPr>
          <a:xfrm flipH="1">
            <a:off x="13475969" y="9567671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6" name="Connector 8543"/>
          <p:cNvSpPr/>
          <p:nvPr/>
        </p:nvSpPr>
        <p:spPr>
          <a:xfrm flipH="1">
            <a:off x="13431519" y="9710928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7" name="Connector 8544"/>
          <p:cNvSpPr/>
          <p:nvPr/>
        </p:nvSpPr>
        <p:spPr>
          <a:xfrm flipH="1">
            <a:off x="13374369" y="9854183"/>
            <a:ext cx="571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8" name="Connector 8545"/>
          <p:cNvSpPr/>
          <p:nvPr/>
        </p:nvSpPr>
        <p:spPr>
          <a:xfrm flipH="1">
            <a:off x="13304519" y="9997439"/>
            <a:ext cx="698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9" name="Connector 8546"/>
          <p:cNvSpPr/>
          <p:nvPr/>
        </p:nvSpPr>
        <p:spPr>
          <a:xfrm>
            <a:off x="13304519" y="8421623"/>
            <a:ext cx="83821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0" name="Connector 8547"/>
          <p:cNvSpPr/>
          <p:nvPr/>
        </p:nvSpPr>
        <p:spPr>
          <a:xfrm>
            <a:off x="13388339" y="8636506"/>
            <a:ext cx="68581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1" name="Connector 8548"/>
          <p:cNvSpPr/>
          <p:nvPr/>
        </p:nvSpPr>
        <p:spPr>
          <a:xfrm>
            <a:off x="13456919" y="8851392"/>
            <a:ext cx="5334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2" name="Connector 8549"/>
          <p:cNvSpPr/>
          <p:nvPr/>
        </p:nvSpPr>
        <p:spPr>
          <a:xfrm>
            <a:off x="13510260" y="9066276"/>
            <a:ext cx="3810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3" name="Connector 8550"/>
          <p:cNvSpPr/>
          <p:nvPr/>
        </p:nvSpPr>
        <p:spPr>
          <a:xfrm>
            <a:off x="13548360" y="9281159"/>
            <a:ext cx="22860" cy="214884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4" name="Connector 8551"/>
          <p:cNvSpPr/>
          <p:nvPr/>
        </p:nvSpPr>
        <p:spPr>
          <a:xfrm>
            <a:off x="13571219" y="9496042"/>
            <a:ext cx="7622" cy="21488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5" name="Connector 8552"/>
          <p:cNvSpPr/>
          <p:nvPr/>
        </p:nvSpPr>
        <p:spPr>
          <a:xfrm flipH="1">
            <a:off x="13571219" y="9710928"/>
            <a:ext cx="76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6" name="Connector 8553"/>
          <p:cNvSpPr/>
          <p:nvPr/>
        </p:nvSpPr>
        <p:spPr>
          <a:xfrm flipH="1">
            <a:off x="13548359" y="9925811"/>
            <a:ext cx="2286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7" name="Connector 8554"/>
          <p:cNvSpPr/>
          <p:nvPr/>
        </p:nvSpPr>
        <p:spPr>
          <a:xfrm flipH="1">
            <a:off x="13510260" y="10140695"/>
            <a:ext cx="3810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8" name="Connector 8555"/>
          <p:cNvSpPr/>
          <p:nvPr/>
        </p:nvSpPr>
        <p:spPr>
          <a:xfrm flipH="1">
            <a:off x="13456919" y="10355580"/>
            <a:ext cx="53342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9" name="Connector 8556"/>
          <p:cNvSpPr/>
          <p:nvPr/>
        </p:nvSpPr>
        <p:spPr>
          <a:xfrm flipH="1">
            <a:off x="13388339" y="10570464"/>
            <a:ext cx="68580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0" name="Connector 8557"/>
          <p:cNvSpPr/>
          <p:nvPr/>
        </p:nvSpPr>
        <p:spPr>
          <a:xfrm flipH="1">
            <a:off x="13304519" y="10785347"/>
            <a:ext cx="83821" cy="214885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1" name="Connector 8558"/>
          <p:cNvSpPr/>
          <p:nvPr/>
        </p:nvSpPr>
        <p:spPr>
          <a:xfrm>
            <a:off x="13304519" y="9281159"/>
            <a:ext cx="55881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2" name="Connector 8559"/>
          <p:cNvSpPr/>
          <p:nvPr/>
        </p:nvSpPr>
        <p:spPr>
          <a:xfrm>
            <a:off x="13360399" y="9352787"/>
            <a:ext cx="45721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3" name="Connector 8560"/>
          <p:cNvSpPr/>
          <p:nvPr/>
        </p:nvSpPr>
        <p:spPr>
          <a:xfrm>
            <a:off x="13406119" y="9424416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4" name="Connector 8561"/>
          <p:cNvSpPr/>
          <p:nvPr/>
        </p:nvSpPr>
        <p:spPr>
          <a:xfrm>
            <a:off x="13441680" y="9496043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5" name="Connector 8562"/>
          <p:cNvSpPr/>
          <p:nvPr/>
        </p:nvSpPr>
        <p:spPr>
          <a:xfrm>
            <a:off x="13467080" y="9567671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6" name="Connector 8563"/>
          <p:cNvSpPr/>
          <p:nvPr/>
        </p:nvSpPr>
        <p:spPr>
          <a:xfrm>
            <a:off x="13482319" y="9639299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7" name="Connector 8564"/>
          <p:cNvSpPr/>
          <p:nvPr/>
        </p:nvSpPr>
        <p:spPr>
          <a:xfrm flipH="1">
            <a:off x="13482319" y="9710928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8" name="Connector 8565"/>
          <p:cNvSpPr/>
          <p:nvPr/>
        </p:nvSpPr>
        <p:spPr>
          <a:xfrm flipH="1">
            <a:off x="13467080" y="9782556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59" name="Connector 8566"/>
          <p:cNvSpPr/>
          <p:nvPr/>
        </p:nvSpPr>
        <p:spPr>
          <a:xfrm flipH="1">
            <a:off x="13441680" y="9854183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0" name="Connector 8567"/>
          <p:cNvSpPr/>
          <p:nvPr/>
        </p:nvSpPr>
        <p:spPr>
          <a:xfrm flipH="1">
            <a:off x="13406119" y="9925811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1" name="Connector 8568"/>
          <p:cNvSpPr/>
          <p:nvPr/>
        </p:nvSpPr>
        <p:spPr>
          <a:xfrm flipH="1">
            <a:off x="13360399" y="9997440"/>
            <a:ext cx="45721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2" name="Connector 8569"/>
          <p:cNvSpPr/>
          <p:nvPr/>
        </p:nvSpPr>
        <p:spPr>
          <a:xfrm flipH="1">
            <a:off x="13304519" y="10069066"/>
            <a:ext cx="55881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3" name="Connector 8570"/>
          <p:cNvSpPr/>
          <p:nvPr/>
        </p:nvSpPr>
        <p:spPr>
          <a:xfrm>
            <a:off x="13304519" y="9281159"/>
            <a:ext cx="698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4" name="Connector 8571"/>
          <p:cNvSpPr/>
          <p:nvPr/>
        </p:nvSpPr>
        <p:spPr>
          <a:xfrm>
            <a:off x="13374369" y="9424414"/>
            <a:ext cx="571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5" name="Connector 8572"/>
          <p:cNvSpPr/>
          <p:nvPr/>
        </p:nvSpPr>
        <p:spPr>
          <a:xfrm>
            <a:off x="13431519" y="9567671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6" name="Connector 8573"/>
          <p:cNvSpPr/>
          <p:nvPr/>
        </p:nvSpPr>
        <p:spPr>
          <a:xfrm>
            <a:off x="13475969" y="9710928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7" name="Connector 8574"/>
          <p:cNvSpPr/>
          <p:nvPr/>
        </p:nvSpPr>
        <p:spPr>
          <a:xfrm>
            <a:off x="13507719" y="9854183"/>
            <a:ext cx="19050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8" name="Connector 8575"/>
          <p:cNvSpPr/>
          <p:nvPr/>
        </p:nvSpPr>
        <p:spPr>
          <a:xfrm>
            <a:off x="13526769" y="9997439"/>
            <a:ext cx="6352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69" name="Connector 8576"/>
          <p:cNvSpPr/>
          <p:nvPr/>
        </p:nvSpPr>
        <p:spPr>
          <a:xfrm flipH="1">
            <a:off x="13526769" y="10140695"/>
            <a:ext cx="6351" cy="143256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0" name="Connector 8577"/>
          <p:cNvSpPr/>
          <p:nvPr/>
        </p:nvSpPr>
        <p:spPr>
          <a:xfrm flipH="1">
            <a:off x="13507719" y="10283951"/>
            <a:ext cx="19051" cy="14325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1" name="Connector 8578"/>
          <p:cNvSpPr/>
          <p:nvPr/>
        </p:nvSpPr>
        <p:spPr>
          <a:xfrm flipH="1">
            <a:off x="13475969" y="10427207"/>
            <a:ext cx="317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2" name="Connector 8579"/>
          <p:cNvSpPr/>
          <p:nvPr/>
        </p:nvSpPr>
        <p:spPr>
          <a:xfrm flipH="1">
            <a:off x="13431519" y="10570464"/>
            <a:ext cx="444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3" name="Connector 8580"/>
          <p:cNvSpPr/>
          <p:nvPr/>
        </p:nvSpPr>
        <p:spPr>
          <a:xfrm flipH="1">
            <a:off x="13374369" y="10713719"/>
            <a:ext cx="571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4" name="Connector 8581"/>
          <p:cNvSpPr/>
          <p:nvPr/>
        </p:nvSpPr>
        <p:spPr>
          <a:xfrm flipH="1">
            <a:off x="13304519" y="10856976"/>
            <a:ext cx="69851" cy="143257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5" name="Connector 8582"/>
          <p:cNvSpPr/>
          <p:nvPr/>
        </p:nvSpPr>
        <p:spPr>
          <a:xfrm>
            <a:off x="13304519" y="10140695"/>
            <a:ext cx="558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6" name="Connector 8583"/>
          <p:cNvSpPr/>
          <p:nvPr/>
        </p:nvSpPr>
        <p:spPr>
          <a:xfrm>
            <a:off x="13360399" y="10212323"/>
            <a:ext cx="4572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7" name="Connector 8584"/>
          <p:cNvSpPr/>
          <p:nvPr/>
        </p:nvSpPr>
        <p:spPr>
          <a:xfrm>
            <a:off x="13406119" y="10283952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8" name="Connector 8585"/>
          <p:cNvSpPr/>
          <p:nvPr/>
        </p:nvSpPr>
        <p:spPr>
          <a:xfrm>
            <a:off x="13441680" y="10355580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79" name="Connector 8586"/>
          <p:cNvSpPr/>
          <p:nvPr/>
        </p:nvSpPr>
        <p:spPr>
          <a:xfrm>
            <a:off x="13467080" y="10427207"/>
            <a:ext cx="15240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0" name="Connector 8587"/>
          <p:cNvSpPr/>
          <p:nvPr/>
        </p:nvSpPr>
        <p:spPr>
          <a:xfrm>
            <a:off x="13482319" y="10498835"/>
            <a:ext cx="5082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1" name="Connector 8588"/>
          <p:cNvSpPr/>
          <p:nvPr/>
        </p:nvSpPr>
        <p:spPr>
          <a:xfrm flipH="1">
            <a:off x="13482319" y="10570464"/>
            <a:ext cx="508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2" name="Connector 8589"/>
          <p:cNvSpPr/>
          <p:nvPr/>
        </p:nvSpPr>
        <p:spPr>
          <a:xfrm flipH="1">
            <a:off x="13467080" y="10642092"/>
            <a:ext cx="1524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3" name="Connector 8590"/>
          <p:cNvSpPr/>
          <p:nvPr/>
        </p:nvSpPr>
        <p:spPr>
          <a:xfrm flipH="1">
            <a:off x="13441680" y="10713719"/>
            <a:ext cx="2540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4" name="Connector 8591"/>
          <p:cNvSpPr/>
          <p:nvPr/>
        </p:nvSpPr>
        <p:spPr>
          <a:xfrm flipH="1">
            <a:off x="13406119" y="10785347"/>
            <a:ext cx="35561" cy="71629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5" name="Connector 8592"/>
          <p:cNvSpPr/>
          <p:nvPr/>
        </p:nvSpPr>
        <p:spPr>
          <a:xfrm flipH="1">
            <a:off x="13360399" y="10856976"/>
            <a:ext cx="45721" cy="71628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6" name="Connector 8593"/>
          <p:cNvSpPr/>
          <p:nvPr/>
        </p:nvSpPr>
        <p:spPr>
          <a:xfrm flipH="1">
            <a:off x="13304519" y="10928602"/>
            <a:ext cx="55881" cy="7163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7" name="Connector 8594"/>
          <p:cNvSpPr/>
          <p:nvPr/>
        </p:nvSpPr>
        <p:spPr>
          <a:xfrm>
            <a:off x="14365223" y="4983479"/>
            <a:ext cx="5588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8" name="Connector 8595"/>
          <p:cNvSpPr/>
          <p:nvPr/>
        </p:nvSpPr>
        <p:spPr>
          <a:xfrm>
            <a:off x="14421102" y="5055106"/>
            <a:ext cx="4572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89" name="Connector 8596"/>
          <p:cNvSpPr/>
          <p:nvPr/>
        </p:nvSpPr>
        <p:spPr>
          <a:xfrm>
            <a:off x="14466823" y="5126735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0" name="Connector 8597"/>
          <p:cNvSpPr/>
          <p:nvPr/>
        </p:nvSpPr>
        <p:spPr>
          <a:xfrm>
            <a:off x="14502384" y="5198364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1" name="Connector 8598"/>
          <p:cNvSpPr/>
          <p:nvPr/>
        </p:nvSpPr>
        <p:spPr>
          <a:xfrm>
            <a:off x="14527784" y="5269991"/>
            <a:ext cx="1524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2" name="Connector 8599"/>
          <p:cNvSpPr/>
          <p:nvPr/>
        </p:nvSpPr>
        <p:spPr>
          <a:xfrm>
            <a:off x="14543023" y="5341618"/>
            <a:ext cx="50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3" name="Connector 8600"/>
          <p:cNvSpPr/>
          <p:nvPr/>
        </p:nvSpPr>
        <p:spPr>
          <a:xfrm flipH="1">
            <a:off x="14543023" y="5413247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4" name="Connector 8601"/>
          <p:cNvSpPr/>
          <p:nvPr/>
        </p:nvSpPr>
        <p:spPr>
          <a:xfrm flipH="1">
            <a:off x="14527784" y="5484876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5" name="Connector 8602"/>
          <p:cNvSpPr/>
          <p:nvPr/>
        </p:nvSpPr>
        <p:spPr>
          <a:xfrm flipH="1">
            <a:off x="14502384" y="5556503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6" name="Connector 8603"/>
          <p:cNvSpPr/>
          <p:nvPr/>
        </p:nvSpPr>
        <p:spPr>
          <a:xfrm flipH="1">
            <a:off x="14466823" y="5628132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7" name="Connector 8604"/>
          <p:cNvSpPr/>
          <p:nvPr/>
        </p:nvSpPr>
        <p:spPr>
          <a:xfrm flipH="1">
            <a:off x="14421104" y="5699759"/>
            <a:ext cx="4572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8" name="Connector 8605"/>
          <p:cNvSpPr/>
          <p:nvPr/>
        </p:nvSpPr>
        <p:spPr>
          <a:xfrm flipH="1">
            <a:off x="14365223" y="5771388"/>
            <a:ext cx="558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99" name="Connector 8606"/>
          <p:cNvSpPr/>
          <p:nvPr/>
        </p:nvSpPr>
        <p:spPr>
          <a:xfrm>
            <a:off x="14365223" y="4983479"/>
            <a:ext cx="698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0" name="Connector 8607"/>
          <p:cNvSpPr/>
          <p:nvPr/>
        </p:nvSpPr>
        <p:spPr>
          <a:xfrm>
            <a:off x="14435072" y="5126735"/>
            <a:ext cx="571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1" name="Connector 8608"/>
          <p:cNvSpPr/>
          <p:nvPr/>
        </p:nvSpPr>
        <p:spPr>
          <a:xfrm>
            <a:off x="14492223" y="5269991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2" name="Connector 8609"/>
          <p:cNvSpPr/>
          <p:nvPr/>
        </p:nvSpPr>
        <p:spPr>
          <a:xfrm>
            <a:off x="14536673" y="5413247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3" name="Connector 8610"/>
          <p:cNvSpPr/>
          <p:nvPr/>
        </p:nvSpPr>
        <p:spPr>
          <a:xfrm>
            <a:off x="14568423" y="5556503"/>
            <a:ext cx="190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4" name="Connector 8611"/>
          <p:cNvSpPr/>
          <p:nvPr/>
        </p:nvSpPr>
        <p:spPr>
          <a:xfrm>
            <a:off x="14587472" y="5699759"/>
            <a:ext cx="63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5" name="Connector 8612"/>
          <p:cNvSpPr/>
          <p:nvPr/>
        </p:nvSpPr>
        <p:spPr>
          <a:xfrm flipH="1">
            <a:off x="14587473" y="5843015"/>
            <a:ext cx="63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6" name="Connector 8613"/>
          <p:cNvSpPr/>
          <p:nvPr/>
        </p:nvSpPr>
        <p:spPr>
          <a:xfrm flipH="1">
            <a:off x="14568423" y="5986271"/>
            <a:ext cx="190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7" name="Connector 8614"/>
          <p:cNvSpPr/>
          <p:nvPr/>
        </p:nvSpPr>
        <p:spPr>
          <a:xfrm flipH="1">
            <a:off x="14536673" y="6129527"/>
            <a:ext cx="317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8" name="Connector 8615"/>
          <p:cNvSpPr/>
          <p:nvPr/>
        </p:nvSpPr>
        <p:spPr>
          <a:xfrm flipH="1">
            <a:off x="14492223" y="6272784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09" name="Connector 8616"/>
          <p:cNvSpPr/>
          <p:nvPr/>
        </p:nvSpPr>
        <p:spPr>
          <a:xfrm flipH="1">
            <a:off x="14435072" y="6416040"/>
            <a:ext cx="571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0" name="Connector 8617"/>
          <p:cNvSpPr/>
          <p:nvPr/>
        </p:nvSpPr>
        <p:spPr>
          <a:xfrm flipH="1">
            <a:off x="14365223" y="6559295"/>
            <a:ext cx="698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1" name="Connector 8618"/>
          <p:cNvSpPr/>
          <p:nvPr/>
        </p:nvSpPr>
        <p:spPr>
          <a:xfrm>
            <a:off x="14365223" y="4983479"/>
            <a:ext cx="83821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2" name="Connector 8619"/>
          <p:cNvSpPr/>
          <p:nvPr/>
        </p:nvSpPr>
        <p:spPr>
          <a:xfrm>
            <a:off x="14449043" y="5198362"/>
            <a:ext cx="68581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3" name="Connector 8620"/>
          <p:cNvSpPr/>
          <p:nvPr/>
        </p:nvSpPr>
        <p:spPr>
          <a:xfrm>
            <a:off x="14517623" y="5413247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4" name="Connector 8621"/>
          <p:cNvSpPr/>
          <p:nvPr/>
        </p:nvSpPr>
        <p:spPr>
          <a:xfrm>
            <a:off x="14570963" y="5628132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5" name="Connector 8622"/>
          <p:cNvSpPr/>
          <p:nvPr/>
        </p:nvSpPr>
        <p:spPr>
          <a:xfrm>
            <a:off x="14609063" y="5843015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6" name="Connector 8623"/>
          <p:cNvSpPr/>
          <p:nvPr/>
        </p:nvSpPr>
        <p:spPr>
          <a:xfrm>
            <a:off x="14631922" y="6057898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7" name="Connector 8624"/>
          <p:cNvSpPr/>
          <p:nvPr/>
        </p:nvSpPr>
        <p:spPr>
          <a:xfrm flipH="1">
            <a:off x="14631922" y="6272784"/>
            <a:ext cx="7622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8" name="Connector 8625"/>
          <p:cNvSpPr/>
          <p:nvPr/>
        </p:nvSpPr>
        <p:spPr>
          <a:xfrm flipH="1">
            <a:off x="14609063" y="6487667"/>
            <a:ext cx="2286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19" name="Connector 8626"/>
          <p:cNvSpPr/>
          <p:nvPr/>
        </p:nvSpPr>
        <p:spPr>
          <a:xfrm flipH="1">
            <a:off x="14570963" y="6702552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0" name="Connector 8627"/>
          <p:cNvSpPr/>
          <p:nvPr/>
        </p:nvSpPr>
        <p:spPr>
          <a:xfrm flipH="1">
            <a:off x="14517624" y="6917435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1" name="Connector 8628"/>
          <p:cNvSpPr/>
          <p:nvPr/>
        </p:nvSpPr>
        <p:spPr>
          <a:xfrm flipH="1">
            <a:off x="14449043" y="7132319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2" name="Connector 8629"/>
          <p:cNvSpPr/>
          <p:nvPr/>
        </p:nvSpPr>
        <p:spPr>
          <a:xfrm flipH="1">
            <a:off x="14365223" y="7347204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3" name="Connector 8630"/>
          <p:cNvSpPr/>
          <p:nvPr/>
        </p:nvSpPr>
        <p:spPr>
          <a:xfrm>
            <a:off x="14365223" y="4983479"/>
            <a:ext cx="9779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4" name="Connector 8631"/>
          <p:cNvSpPr/>
          <p:nvPr/>
        </p:nvSpPr>
        <p:spPr>
          <a:xfrm>
            <a:off x="14463013" y="5269991"/>
            <a:ext cx="80012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5" name="Connector 8632"/>
          <p:cNvSpPr/>
          <p:nvPr/>
        </p:nvSpPr>
        <p:spPr>
          <a:xfrm>
            <a:off x="14543023" y="5556503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6" name="Connector 8633"/>
          <p:cNvSpPr/>
          <p:nvPr/>
        </p:nvSpPr>
        <p:spPr>
          <a:xfrm>
            <a:off x="14605254" y="5843015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7" name="Connector 8634"/>
          <p:cNvSpPr/>
          <p:nvPr/>
        </p:nvSpPr>
        <p:spPr>
          <a:xfrm>
            <a:off x="14649704" y="6129528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8" name="Connector 8635"/>
          <p:cNvSpPr/>
          <p:nvPr/>
        </p:nvSpPr>
        <p:spPr>
          <a:xfrm>
            <a:off x="14676372" y="6416040"/>
            <a:ext cx="889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29" name="Connector 8636"/>
          <p:cNvSpPr/>
          <p:nvPr/>
        </p:nvSpPr>
        <p:spPr>
          <a:xfrm flipH="1">
            <a:off x="14676373" y="6702552"/>
            <a:ext cx="889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0" name="Connector 8637"/>
          <p:cNvSpPr/>
          <p:nvPr/>
        </p:nvSpPr>
        <p:spPr>
          <a:xfrm flipH="1">
            <a:off x="14649705" y="6989064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1" name="Connector 8638"/>
          <p:cNvSpPr/>
          <p:nvPr/>
        </p:nvSpPr>
        <p:spPr>
          <a:xfrm flipH="1">
            <a:off x="14605254" y="7275576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2" name="Connector 8639"/>
          <p:cNvSpPr/>
          <p:nvPr/>
        </p:nvSpPr>
        <p:spPr>
          <a:xfrm flipH="1">
            <a:off x="14543023" y="7562088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3" name="Connector 8640"/>
          <p:cNvSpPr/>
          <p:nvPr/>
        </p:nvSpPr>
        <p:spPr>
          <a:xfrm flipH="1">
            <a:off x="14463013" y="7848600"/>
            <a:ext cx="80012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4" name="Connector 8641"/>
          <p:cNvSpPr/>
          <p:nvPr/>
        </p:nvSpPr>
        <p:spPr>
          <a:xfrm flipH="1">
            <a:off x="14365223" y="8135111"/>
            <a:ext cx="9779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5" name="Connector 8642"/>
          <p:cNvSpPr/>
          <p:nvPr/>
        </p:nvSpPr>
        <p:spPr>
          <a:xfrm>
            <a:off x="14365223" y="4983479"/>
            <a:ext cx="111760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6" name="Connector 8643"/>
          <p:cNvSpPr/>
          <p:nvPr/>
        </p:nvSpPr>
        <p:spPr>
          <a:xfrm>
            <a:off x="14476983" y="5341618"/>
            <a:ext cx="91442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7" name="Connector 8644"/>
          <p:cNvSpPr/>
          <p:nvPr/>
        </p:nvSpPr>
        <p:spPr>
          <a:xfrm>
            <a:off x="14568423" y="5699759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8" name="Connector 8645"/>
          <p:cNvSpPr/>
          <p:nvPr/>
        </p:nvSpPr>
        <p:spPr>
          <a:xfrm>
            <a:off x="14639543" y="6057899"/>
            <a:ext cx="50801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39" name="Connector 8646"/>
          <p:cNvSpPr/>
          <p:nvPr/>
        </p:nvSpPr>
        <p:spPr>
          <a:xfrm>
            <a:off x="14690343" y="6416040"/>
            <a:ext cx="30479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0" name="Connector 8647"/>
          <p:cNvSpPr/>
          <p:nvPr/>
        </p:nvSpPr>
        <p:spPr>
          <a:xfrm>
            <a:off x="14720822" y="6774178"/>
            <a:ext cx="10162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1" name="Connector 8648"/>
          <p:cNvSpPr/>
          <p:nvPr/>
        </p:nvSpPr>
        <p:spPr>
          <a:xfrm flipH="1">
            <a:off x="14720823" y="7132319"/>
            <a:ext cx="1016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2" name="Connector 8649"/>
          <p:cNvSpPr/>
          <p:nvPr/>
        </p:nvSpPr>
        <p:spPr>
          <a:xfrm flipH="1">
            <a:off x="14690343" y="7490459"/>
            <a:ext cx="30481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3" name="Connector 8650"/>
          <p:cNvSpPr/>
          <p:nvPr/>
        </p:nvSpPr>
        <p:spPr>
          <a:xfrm flipH="1">
            <a:off x="14639543" y="7848599"/>
            <a:ext cx="50801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4" name="Connector 8651"/>
          <p:cNvSpPr/>
          <p:nvPr/>
        </p:nvSpPr>
        <p:spPr>
          <a:xfrm flipH="1">
            <a:off x="14568423" y="8206740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5" name="Connector 8652"/>
          <p:cNvSpPr/>
          <p:nvPr/>
        </p:nvSpPr>
        <p:spPr>
          <a:xfrm flipH="1">
            <a:off x="14476983" y="8564880"/>
            <a:ext cx="91442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6" name="Connector 8653"/>
          <p:cNvSpPr/>
          <p:nvPr/>
        </p:nvSpPr>
        <p:spPr>
          <a:xfrm flipH="1">
            <a:off x="14365223" y="8923019"/>
            <a:ext cx="111760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7" name="Connector 8654"/>
          <p:cNvSpPr/>
          <p:nvPr/>
        </p:nvSpPr>
        <p:spPr>
          <a:xfrm>
            <a:off x="14365223" y="4983479"/>
            <a:ext cx="12573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8" name="Connector 8655"/>
          <p:cNvSpPr/>
          <p:nvPr/>
        </p:nvSpPr>
        <p:spPr>
          <a:xfrm>
            <a:off x="14490952" y="5413247"/>
            <a:ext cx="102872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49" name="Connector 8656"/>
          <p:cNvSpPr/>
          <p:nvPr/>
        </p:nvSpPr>
        <p:spPr>
          <a:xfrm>
            <a:off x="14593823" y="5843015"/>
            <a:ext cx="8001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0" name="Connector 8657"/>
          <p:cNvSpPr/>
          <p:nvPr/>
        </p:nvSpPr>
        <p:spPr>
          <a:xfrm>
            <a:off x="14673834" y="6272784"/>
            <a:ext cx="5715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1" name="Connector 8658"/>
          <p:cNvSpPr/>
          <p:nvPr/>
        </p:nvSpPr>
        <p:spPr>
          <a:xfrm>
            <a:off x="14730984" y="6702552"/>
            <a:ext cx="3429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2" name="Connector 8659"/>
          <p:cNvSpPr/>
          <p:nvPr/>
        </p:nvSpPr>
        <p:spPr>
          <a:xfrm>
            <a:off x="14765272" y="7132319"/>
            <a:ext cx="11432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3" name="Connector 8660"/>
          <p:cNvSpPr/>
          <p:nvPr/>
        </p:nvSpPr>
        <p:spPr>
          <a:xfrm flipH="1">
            <a:off x="14765273" y="7562088"/>
            <a:ext cx="1143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4" name="Connector 8661"/>
          <p:cNvSpPr/>
          <p:nvPr/>
        </p:nvSpPr>
        <p:spPr>
          <a:xfrm flipH="1">
            <a:off x="14730984" y="7991856"/>
            <a:ext cx="3429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5" name="Connector 8662"/>
          <p:cNvSpPr/>
          <p:nvPr/>
        </p:nvSpPr>
        <p:spPr>
          <a:xfrm flipH="1">
            <a:off x="14673834" y="8421623"/>
            <a:ext cx="5715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6" name="Connector 8663"/>
          <p:cNvSpPr/>
          <p:nvPr/>
        </p:nvSpPr>
        <p:spPr>
          <a:xfrm flipH="1">
            <a:off x="14593823" y="8851392"/>
            <a:ext cx="8001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7" name="Connector 8664"/>
          <p:cNvSpPr/>
          <p:nvPr/>
        </p:nvSpPr>
        <p:spPr>
          <a:xfrm flipH="1">
            <a:off x="14490954" y="9281159"/>
            <a:ext cx="10287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8" name="Connector 8665"/>
          <p:cNvSpPr/>
          <p:nvPr/>
        </p:nvSpPr>
        <p:spPr>
          <a:xfrm flipH="1">
            <a:off x="14365224" y="9710928"/>
            <a:ext cx="12573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59" name="Connector 8666"/>
          <p:cNvSpPr/>
          <p:nvPr/>
        </p:nvSpPr>
        <p:spPr>
          <a:xfrm>
            <a:off x="14365223" y="4983479"/>
            <a:ext cx="139700" cy="50139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0" name="Connector 8667"/>
          <p:cNvSpPr/>
          <p:nvPr/>
        </p:nvSpPr>
        <p:spPr>
          <a:xfrm>
            <a:off x="14504922" y="5484874"/>
            <a:ext cx="114302" cy="50139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1" name="Connector 8668"/>
          <p:cNvSpPr/>
          <p:nvPr/>
        </p:nvSpPr>
        <p:spPr>
          <a:xfrm>
            <a:off x="14619223" y="5986271"/>
            <a:ext cx="889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2" name="Connector 8669"/>
          <p:cNvSpPr/>
          <p:nvPr/>
        </p:nvSpPr>
        <p:spPr>
          <a:xfrm>
            <a:off x="14708123" y="6487667"/>
            <a:ext cx="635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3" name="Connector 8670"/>
          <p:cNvSpPr/>
          <p:nvPr/>
        </p:nvSpPr>
        <p:spPr>
          <a:xfrm>
            <a:off x="14771623" y="6989064"/>
            <a:ext cx="38100" cy="50139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4" name="Connector 8671"/>
          <p:cNvSpPr/>
          <p:nvPr/>
        </p:nvSpPr>
        <p:spPr>
          <a:xfrm>
            <a:off x="14809722" y="7490459"/>
            <a:ext cx="12702" cy="50139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5" name="Connector 8672"/>
          <p:cNvSpPr/>
          <p:nvPr/>
        </p:nvSpPr>
        <p:spPr>
          <a:xfrm flipH="1">
            <a:off x="14809723" y="7991856"/>
            <a:ext cx="127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6" name="Connector 8673"/>
          <p:cNvSpPr/>
          <p:nvPr/>
        </p:nvSpPr>
        <p:spPr>
          <a:xfrm flipH="1">
            <a:off x="14771623" y="8493252"/>
            <a:ext cx="381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7" name="Connector 8674"/>
          <p:cNvSpPr/>
          <p:nvPr/>
        </p:nvSpPr>
        <p:spPr>
          <a:xfrm flipH="1">
            <a:off x="14708123" y="8994647"/>
            <a:ext cx="635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8" name="Connector 8675"/>
          <p:cNvSpPr/>
          <p:nvPr/>
        </p:nvSpPr>
        <p:spPr>
          <a:xfrm flipH="1">
            <a:off x="14619223" y="9496043"/>
            <a:ext cx="88901" cy="50139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69" name="Connector 8676"/>
          <p:cNvSpPr/>
          <p:nvPr/>
        </p:nvSpPr>
        <p:spPr>
          <a:xfrm flipH="1">
            <a:off x="14504923" y="9997440"/>
            <a:ext cx="114301" cy="50139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0" name="Connector 8677"/>
          <p:cNvSpPr/>
          <p:nvPr/>
        </p:nvSpPr>
        <p:spPr>
          <a:xfrm flipH="1">
            <a:off x="14365223" y="10498835"/>
            <a:ext cx="139701" cy="50139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1" name="Connector 8678"/>
          <p:cNvSpPr/>
          <p:nvPr/>
        </p:nvSpPr>
        <p:spPr>
          <a:xfrm>
            <a:off x="14365223" y="5843015"/>
            <a:ext cx="55880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2" name="Connector 8679"/>
          <p:cNvSpPr/>
          <p:nvPr/>
        </p:nvSpPr>
        <p:spPr>
          <a:xfrm>
            <a:off x="14421102" y="5914644"/>
            <a:ext cx="4572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3" name="Connector 8680"/>
          <p:cNvSpPr/>
          <p:nvPr/>
        </p:nvSpPr>
        <p:spPr>
          <a:xfrm>
            <a:off x="14466823" y="5986271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4" name="Connector 8681"/>
          <p:cNvSpPr/>
          <p:nvPr/>
        </p:nvSpPr>
        <p:spPr>
          <a:xfrm>
            <a:off x="14502384" y="6057900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5" name="Connector 8682"/>
          <p:cNvSpPr/>
          <p:nvPr/>
        </p:nvSpPr>
        <p:spPr>
          <a:xfrm>
            <a:off x="14527784" y="6129528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6" name="Connector 8683"/>
          <p:cNvSpPr/>
          <p:nvPr/>
        </p:nvSpPr>
        <p:spPr>
          <a:xfrm>
            <a:off x="14543023" y="6201155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7" name="Connector 8684"/>
          <p:cNvSpPr/>
          <p:nvPr/>
        </p:nvSpPr>
        <p:spPr>
          <a:xfrm flipH="1">
            <a:off x="14543023" y="6272784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8" name="Connector 8685"/>
          <p:cNvSpPr/>
          <p:nvPr/>
        </p:nvSpPr>
        <p:spPr>
          <a:xfrm flipH="1">
            <a:off x="14527784" y="6344411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79" name="Connector 8686"/>
          <p:cNvSpPr/>
          <p:nvPr/>
        </p:nvSpPr>
        <p:spPr>
          <a:xfrm flipH="1">
            <a:off x="14502384" y="6416040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0" name="Connector 8687"/>
          <p:cNvSpPr/>
          <p:nvPr/>
        </p:nvSpPr>
        <p:spPr>
          <a:xfrm flipH="1">
            <a:off x="14466823" y="6487667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1" name="Connector 8688"/>
          <p:cNvSpPr/>
          <p:nvPr/>
        </p:nvSpPr>
        <p:spPr>
          <a:xfrm flipH="1">
            <a:off x="14421104" y="6559295"/>
            <a:ext cx="4572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2" name="Connector 8689"/>
          <p:cNvSpPr/>
          <p:nvPr/>
        </p:nvSpPr>
        <p:spPr>
          <a:xfrm flipH="1">
            <a:off x="14365223" y="6630923"/>
            <a:ext cx="558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3" name="Connector 8690"/>
          <p:cNvSpPr/>
          <p:nvPr/>
        </p:nvSpPr>
        <p:spPr>
          <a:xfrm>
            <a:off x="14365223" y="5843015"/>
            <a:ext cx="698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4" name="Connector 8691"/>
          <p:cNvSpPr/>
          <p:nvPr/>
        </p:nvSpPr>
        <p:spPr>
          <a:xfrm>
            <a:off x="14435072" y="5986271"/>
            <a:ext cx="571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5" name="Connector 8692"/>
          <p:cNvSpPr/>
          <p:nvPr/>
        </p:nvSpPr>
        <p:spPr>
          <a:xfrm>
            <a:off x="14492223" y="6129528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6" name="Connector 8693"/>
          <p:cNvSpPr/>
          <p:nvPr/>
        </p:nvSpPr>
        <p:spPr>
          <a:xfrm>
            <a:off x="14536673" y="6272784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7" name="Connector 8694"/>
          <p:cNvSpPr/>
          <p:nvPr/>
        </p:nvSpPr>
        <p:spPr>
          <a:xfrm>
            <a:off x="14568423" y="6416040"/>
            <a:ext cx="190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8" name="Connector 8695"/>
          <p:cNvSpPr/>
          <p:nvPr/>
        </p:nvSpPr>
        <p:spPr>
          <a:xfrm>
            <a:off x="14587472" y="6559295"/>
            <a:ext cx="63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89" name="Connector 8696"/>
          <p:cNvSpPr/>
          <p:nvPr/>
        </p:nvSpPr>
        <p:spPr>
          <a:xfrm flipH="1">
            <a:off x="14587473" y="6702552"/>
            <a:ext cx="63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0" name="Connector 8697"/>
          <p:cNvSpPr/>
          <p:nvPr/>
        </p:nvSpPr>
        <p:spPr>
          <a:xfrm flipH="1">
            <a:off x="14568423" y="6845807"/>
            <a:ext cx="190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1" name="Connector 8698"/>
          <p:cNvSpPr/>
          <p:nvPr/>
        </p:nvSpPr>
        <p:spPr>
          <a:xfrm flipH="1">
            <a:off x="14536673" y="6989064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2" name="Connector 8699"/>
          <p:cNvSpPr/>
          <p:nvPr/>
        </p:nvSpPr>
        <p:spPr>
          <a:xfrm flipH="1">
            <a:off x="14492223" y="7132319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3" name="Connector 8700"/>
          <p:cNvSpPr/>
          <p:nvPr/>
        </p:nvSpPr>
        <p:spPr>
          <a:xfrm flipH="1">
            <a:off x="14435072" y="7275576"/>
            <a:ext cx="571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4" name="Connector 8701"/>
          <p:cNvSpPr/>
          <p:nvPr/>
        </p:nvSpPr>
        <p:spPr>
          <a:xfrm flipH="1">
            <a:off x="14365223" y="7418831"/>
            <a:ext cx="698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5" name="Connector 8702"/>
          <p:cNvSpPr/>
          <p:nvPr/>
        </p:nvSpPr>
        <p:spPr>
          <a:xfrm>
            <a:off x="14365223" y="5843015"/>
            <a:ext cx="83821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6" name="Connector 8703"/>
          <p:cNvSpPr/>
          <p:nvPr/>
        </p:nvSpPr>
        <p:spPr>
          <a:xfrm>
            <a:off x="14449043" y="6057898"/>
            <a:ext cx="68581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7" name="Connector 8704"/>
          <p:cNvSpPr/>
          <p:nvPr/>
        </p:nvSpPr>
        <p:spPr>
          <a:xfrm>
            <a:off x="14517623" y="6272784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8" name="Connector 8705"/>
          <p:cNvSpPr/>
          <p:nvPr/>
        </p:nvSpPr>
        <p:spPr>
          <a:xfrm>
            <a:off x="14570963" y="6487667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99" name="Connector 8706"/>
          <p:cNvSpPr/>
          <p:nvPr/>
        </p:nvSpPr>
        <p:spPr>
          <a:xfrm>
            <a:off x="14609063" y="6702552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0" name="Connector 8707"/>
          <p:cNvSpPr/>
          <p:nvPr/>
        </p:nvSpPr>
        <p:spPr>
          <a:xfrm>
            <a:off x="14631922" y="6917435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1" name="Connector 8708"/>
          <p:cNvSpPr/>
          <p:nvPr/>
        </p:nvSpPr>
        <p:spPr>
          <a:xfrm flipH="1">
            <a:off x="14631922" y="7132319"/>
            <a:ext cx="7622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2" name="Connector 8709"/>
          <p:cNvSpPr/>
          <p:nvPr/>
        </p:nvSpPr>
        <p:spPr>
          <a:xfrm flipH="1">
            <a:off x="14609063" y="7347204"/>
            <a:ext cx="2286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3" name="Connector 8710"/>
          <p:cNvSpPr/>
          <p:nvPr/>
        </p:nvSpPr>
        <p:spPr>
          <a:xfrm flipH="1">
            <a:off x="14570963" y="7562088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4" name="Connector 8711"/>
          <p:cNvSpPr/>
          <p:nvPr/>
        </p:nvSpPr>
        <p:spPr>
          <a:xfrm flipH="1">
            <a:off x="14517624" y="7776971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5" name="Connector 8712"/>
          <p:cNvSpPr/>
          <p:nvPr/>
        </p:nvSpPr>
        <p:spPr>
          <a:xfrm flipH="1">
            <a:off x="14449043" y="7991856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6" name="Connector 8713"/>
          <p:cNvSpPr/>
          <p:nvPr/>
        </p:nvSpPr>
        <p:spPr>
          <a:xfrm flipH="1">
            <a:off x="14365223" y="8206740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7" name="Connector 8714"/>
          <p:cNvSpPr/>
          <p:nvPr/>
        </p:nvSpPr>
        <p:spPr>
          <a:xfrm>
            <a:off x="14365223" y="5843015"/>
            <a:ext cx="97790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8" name="Connector 8715"/>
          <p:cNvSpPr/>
          <p:nvPr/>
        </p:nvSpPr>
        <p:spPr>
          <a:xfrm>
            <a:off x="14463013" y="6129527"/>
            <a:ext cx="80012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09" name="Connector 8716"/>
          <p:cNvSpPr/>
          <p:nvPr/>
        </p:nvSpPr>
        <p:spPr>
          <a:xfrm>
            <a:off x="14543023" y="6416040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0" name="Connector 8717"/>
          <p:cNvSpPr/>
          <p:nvPr/>
        </p:nvSpPr>
        <p:spPr>
          <a:xfrm>
            <a:off x="14605254" y="6702552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1" name="Connector 8718"/>
          <p:cNvSpPr/>
          <p:nvPr/>
        </p:nvSpPr>
        <p:spPr>
          <a:xfrm>
            <a:off x="14649704" y="6989064"/>
            <a:ext cx="26670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2" name="Connector 8719"/>
          <p:cNvSpPr/>
          <p:nvPr/>
        </p:nvSpPr>
        <p:spPr>
          <a:xfrm>
            <a:off x="14676372" y="7275575"/>
            <a:ext cx="8891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3" name="Connector 8720"/>
          <p:cNvSpPr/>
          <p:nvPr/>
        </p:nvSpPr>
        <p:spPr>
          <a:xfrm flipH="1">
            <a:off x="14676373" y="7562088"/>
            <a:ext cx="8890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4" name="Connector 8721"/>
          <p:cNvSpPr/>
          <p:nvPr/>
        </p:nvSpPr>
        <p:spPr>
          <a:xfrm flipH="1">
            <a:off x="14649705" y="7848599"/>
            <a:ext cx="26670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5" name="Connector 8722"/>
          <p:cNvSpPr/>
          <p:nvPr/>
        </p:nvSpPr>
        <p:spPr>
          <a:xfrm flipH="1">
            <a:off x="14605254" y="8135111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6" name="Connector 8723"/>
          <p:cNvSpPr/>
          <p:nvPr/>
        </p:nvSpPr>
        <p:spPr>
          <a:xfrm flipH="1">
            <a:off x="14543023" y="8421623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7" name="Connector 8724"/>
          <p:cNvSpPr/>
          <p:nvPr/>
        </p:nvSpPr>
        <p:spPr>
          <a:xfrm flipH="1">
            <a:off x="14463013" y="8708135"/>
            <a:ext cx="80012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8" name="Connector 8725"/>
          <p:cNvSpPr/>
          <p:nvPr/>
        </p:nvSpPr>
        <p:spPr>
          <a:xfrm flipH="1">
            <a:off x="14365223" y="8994647"/>
            <a:ext cx="9779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19" name="Connector 8726"/>
          <p:cNvSpPr/>
          <p:nvPr/>
        </p:nvSpPr>
        <p:spPr>
          <a:xfrm>
            <a:off x="14365223" y="5843015"/>
            <a:ext cx="111760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0" name="Connector 8727"/>
          <p:cNvSpPr/>
          <p:nvPr/>
        </p:nvSpPr>
        <p:spPr>
          <a:xfrm>
            <a:off x="14476983" y="6201154"/>
            <a:ext cx="91442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1" name="Connector 8728"/>
          <p:cNvSpPr/>
          <p:nvPr/>
        </p:nvSpPr>
        <p:spPr>
          <a:xfrm>
            <a:off x="14568423" y="6559295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2" name="Connector 8729"/>
          <p:cNvSpPr/>
          <p:nvPr/>
        </p:nvSpPr>
        <p:spPr>
          <a:xfrm>
            <a:off x="14639543" y="6917435"/>
            <a:ext cx="5080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3" name="Connector 8730"/>
          <p:cNvSpPr/>
          <p:nvPr/>
        </p:nvSpPr>
        <p:spPr>
          <a:xfrm>
            <a:off x="14690343" y="7275576"/>
            <a:ext cx="30479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4" name="Connector 8731"/>
          <p:cNvSpPr/>
          <p:nvPr/>
        </p:nvSpPr>
        <p:spPr>
          <a:xfrm>
            <a:off x="14720822" y="7633714"/>
            <a:ext cx="10162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5" name="Connector 8732"/>
          <p:cNvSpPr/>
          <p:nvPr/>
        </p:nvSpPr>
        <p:spPr>
          <a:xfrm flipH="1">
            <a:off x="14720823" y="7991856"/>
            <a:ext cx="1016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6" name="Connector 8733"/>
          <p:cNvSpPr/>
          <p:nvPr/>
        </p:nvSpPr>
        <p:spPr>
          <a:xfrm flipH="1">
            <a:off x="14690343" y="8349995"/>
            <a:ext cx="3048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7" name="Connector 8734"/>
          <p:cNvSpPr/>
          <p:nvPr/>
        </p:nvSpPr>
        <p:spPr>
          <a:xfrm flipH="1">
            <a:off x="14639543" y="8708135"/>
            <a:ext cx="5080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8" name="Connector 8735"/>
          <p:cNvSpPr/>
          <p:nvPr/>
        </p:nvSpPr>
        <p:spPr>
          <a:xfrm flipH="1">
            <a:off x="14568423" y="9066276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29" name="Connector 8736"/>
          <p:cNvSpPr/>
          <p:nvPr/>
        </p:nvSpPr>
        <p:spPr>
          <a:xfrm flipH="1">
            <a:off x="14476983" y="9424416"/>
            <a:ext cx="91442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0" name="Connector 8737"/>
          <p:cNvSpPr/>
          <p:nvPr/>
        </p:nvSpPr>
        <p:spPr>
          <a:xfrm flipH="1">
            <a:off x="14365223" y="9782556"/>
            <a:ext cx="111760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1" name="Connector 8738"/>
          <p:cNvSpPr/>
          <p:nvPr/>
        </p:nvSpPr>
        <p:spPr>
          <a:xfrm>
            <a:off x="14365223" y="5843015"/>
            <a:ext cx="125730" cy="42976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2" name="Connector 8739"/>
          <p:cNvSpPr/>
          <p:nvPr/>
        </p:nvSpPr>
        <p:spPr>
          <a:xfrm>
            <a:off x="14490952" y="6272782"/>
            <a:ext cx="102872" cy="42977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3" name="Connector 8740"/>
          <p:cNvSpPr/>
          <p:nvPr/>
        </p:nvSpPr>
        <p:spPr>
          <a:xfrm>
            <a:off x="14593823" y="6702552"/>
            <a:ext cx="8001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4" name="Connector 8741"/>
          <p:cNvSpPr/>
          <p:nvPr/>
        </p:nvSpPr>
        <p:spPr>
          <a:xfrm>
            <a:off x="14673834" y="7132319"/>
            <a:ext cx="5715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5" name="Connector 8742"/>
          <p:cNvSpPr/>
          <p:nvPr/>
        </p:nvSpPr>
        <p:spPr>
          <a:xfrm>
            <a:off x="14730984" y="7562088"/>
            <a:ext cx="3429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6" name="Connector 8743"/>
          <p:cNvSpPr/>
          <p:nvPr/>
        </p:nvSpPr>
        <p:spPr>
          <a:xfrm>
            <a:off x="14765272" y="7991856"/>
            <a:ext cx="11432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7" name="Connector 8744"/>
          <p:cNvSpPr/>
          <p:nvPr/>
        </p:nvSpPr>
        <p:spPr>
          <a:xfrm flipH="1">
            <a:off x="14765273" y="8421623"/>
            <a:ext cx="1143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8" name="Connector 8745"/>
          <p:cNvSpPr/>
          <p:nvPr/>
        </p:nvSpPr>
        <p:spPr>
          <a:xfrm flipH="1">
            <a:off x="14730984" y="8851392"/>
            <a:ext cx="3429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39" name="Connector 8746"/>
          <p:cNvSpPr/>
          <p:nvPr/>
        </p:nvSpPr>
        <p:spPr>
          <a:xfrm flipH="1">
            <a:off x="14673834" y="9281159"/>
            <a:ext cx="5715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0" name="Connector 8747"/>
          <p:cNvSpPr/>
          <p:nvPr/>
        </p:nvSpPr>
        <p:spPr>
          <a:xfrm flipH="1">
            <a:off x="14593823" y="9710928"/>
            <a:ext cx="8001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1" name="Connector 8748"/>
          <p:cNvSpPr/>
          <p:nvPr/>
        </p:nvSpPr>
        <p:spPr>
          <a:xfrm flipH="1">
            <a:off x="14490954" y="10140695"/>
            <a:ext cx="102871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2" name="Connector 8749"/>
          <p:cNvSpPr/>
          <p:nvPr/>
        </p:nvSpPr>
        <p:spPr>
          <a:xfrm flipH="1">
            <a:off x="14365224" y="10570464"/>
            <a:ext cx="125730" cy="42976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3" name="Connector 8750"/>
          <p:cNvSpPr/>
          <p:nvPr/>
        </p:nvSpPr>
        <p:spPr>
          <a:xfrm>
            <a:off x="14365223" y="6702552"/>
            <a:ext cx="5588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4" name="Connector 8751"/>
          <p:cNvSpPr/>
          <p:nvPr/>
        </p:nvSpPr>
        <p:spPr>
          <a:xfrm>
            <a:off x="14421102" y="6774178"/>
            <a:ext cx="4572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5" name="Connector 8752"/>
          <p:cNvSpPr/>
          <p:nvPr/>
        </p:nvSpPr>
        <p:spPr>
          <a:xfrm>
            <a:off x="14466823" y="6845807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6" name="Connector 8753"/>
          <p:cNvSpPr/>
          <p:nvPr/>
        </p:nvSpPr>
        <p:spPr>
          <a:xfrm>
            <a:off x="14502384" y="6917435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7" name="Connector 8754"/>
          <p:cNvSpPr/>
          <p:nvPr/>
        </p:nvSpPr>
        <p:spPr>
          <a:xfrm>
            <a:off x="14527784" y="6989064"/>
            <a:ext cx="1524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8" name="Connector 8755"/>
          <p:cNvSpPr/>
          <p:nvPr/>
        </p:nvSpPr>
        <p:spPr>
          <a:xfrm>
            <a:off x="14543023" y="7060690"/>
            <a:ext cx="50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49" name="Connector 8756"/>
          <p:cNvSpPr/>
          <p:nvPr/>
        </p:nvSpPr>
        <p:spPr>
          <a:xfrm flipH="1">
            <a:off x="14543023" y="7132319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0" name="Connector 8757"/>
          <p:cNvSpPr/>
          <p:nvPr/>
        </p:nvSpPr>
        <p:spPr>
          <a:xfrm flipH="1">
            <a:off x="14527784" y="7203947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1" name="Connector 8758"/>
          <p:cNvSpPr/>
          <p:nvPr/>
        </p:nvSpPr>
        <p:spPr>
          <a:xfrm flipH="1">
            <a:off x="14502384" y="7275576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2" name="Connector 8759"/>
          <p:cNvSpPr/>
          <p:nvPr/>
        </p:nvSpPr>
        <p:spPr>
          <a:xfrm flipH="1">
            <a:off x="14466823" y="7347204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3" name="Connector 8760"/>
          <p:cNvSpPr/>
          <p:nvPr/>
        </p:nvSpPr>
        <p:spPr>
          <a:xfrm flipH="1">
            <a:off x="14421104" y="7418831"/>
            <a:ext cx="4572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4" name="Connector 8761"/>
          <p:cNvSpPr/>
          <p:nvPr/>
        </p:nvSpPr>
        <p:spPr>
          <a:xfrm flipH="1">
            <a:off x="14365223" y="7490459"/>
            <a:ext cx="558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5" name="Connector 8762"/>
          <p:cNvSpPr/>
          <p:nvPr/>
        </p:nvSpPr>
        <p:spPr>
          <a:xfrm>
            <a:off x="14365223" y="6702552"/>
            <a:ext cx="698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6" name="Connector 8763"/>
          <p:cNvSpPr/>
          <p:nvPr/>
        </p:nvSpPr>
        <p:spPr>
          <a:xfrm>
            <a:off x="14435072" y="6845807"/>
            <a:ext cx="571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7" name="Connector 8764"/>
          <p:cNvSpPr/>
          <p:nvPr/>
        </p:nvSpPr>
        <p:spPr>
          <a:xfrm>
            <a:off x="14492223" y="6989064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8" name="Connector 8765"/>
          <p:cNvSpPr/>
          <p:nvPr/>
        </p:nvSpPr>
        <p:spPr>
          <a:xfrm>
            <a:off x="14536673" y="7132319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59" name="Connector 8766"/>
          <p:cNvSpPr/>
          <p:nvPr/>
        </p:nvSpPr>
        <p:spPr>
          <a:xfrm>
            <a:off x="14568423" y="7275576"/>
            <a:ext cx="190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0" name="Connector 8767"/>
          <p:cNvSpPr/>
          <p:nvPr/>
        </p:nvSpPr>
        <p:spPr>
          <a:xfrm>
            <a:off x="14587472" y="7418831"/>
            <a:ext cx="63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1" name="Connector 8768"/>
          <p:cNvSpPr/>
          <p:nvPr/>
        </p:nvSpPr>
        <p:spPr>
          <a:xfrm flipH="1">
            <a:off x="14587473" y="7562088"/>
            <a:ext cx="63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2" name="Connector 8769"/>
          <p:cNvSpPr/>
          <p:nvPr/>
        </p:nvSpPr>
        <p:spPr>
          <a:xfrm flipH="1">
            <a:off x="14568423" y="7705342"/>
            <a:ext cx="190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3" name="Connector 8770"/>
          <p:cNvSpPr/>
          <p:nvPr/>
        </p:nvSpPr>
        <p:spPr>
          <a:xfrm flipH="1">
            <a:off x="14536673" y="7848600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4" name="Connector 8771"/>
          <p:cNvSpPr/>
          <p:nvPr/>
        </p:nvSpPr>
        <p:spPr>
          <a:xfrm flipH="1">
            <a:off x="14492223" y="7991856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5" name="Connector 8772"/>
          <p:cNvSpPr/>
          <p:nvPr/>
        </p:nvSpPr>
        <p:spPr>
          <a:xfrm flipH="1">
            <a:off x="14435072" y="8135111"/>
            <a:ext cx="57152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6" name="Connector 8773"/>
          <p:cNvSpPr/>
          <p:nvPr/>
        </p:nvSpPr>
        <p:spPr>
          <a:xfrm flipH="1">
            <a:off x="14365223" y="8278366"/>
            <a:ext cx="69850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7" name="Connector 8774"/>
          <p:cNvSpPr/>
          <p:nvPr/>
        </p:nvSpPr>
        <p:spPr>
          <a:xfrm>
            <a:off x="14365223" y="6702552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8" name="Connector 8775"/>
          <p:cNvSpPr/>
          <p:nvPr/>
        </p:nvSpPr>
        <p:spPr>
          <a:xfrm>
            <a:off x="14449043" y="6917435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69" name="Connector 8776"/>
          <p:cNvSpPr/>
          <p:nvPr/>
        </p:nvSpPr>
        <p:spPr>
          <a:xfrm>
            <a:off x="14517623" y="7132319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0" name="Connector 8777"/>
          <p:cNvSpPr/>
          <p:nvPr/>
        </p:nvSpPr>
        <p:spPr>
          <a:xfrm>
            <a:off x="14570963" y="7347204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1" name="Connector 8778"/>
          <p:cNvSpPr/>
          <p:nvPr/>
        </p:nvSpPr>
        <p:spPr>
          <a:xfrm>
            <a:off x="14609063" y="7562088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2" name="Connector 8779"/>
          <p:cNvSpPr/>
          <p:nvPr/>
        </p:nvSpPr>
        <p:spPr>
          <a:xfrm>
            <a:off x="14631922" y="7776971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3" name="Connector 8780"/>
          <p:cNvSpPr/>
          <p:nvPr/>
        </p:nvSpPr>
        <p:spPr>
          <a:xfrm flipH="1">
            <a:off x="14631922" y="7991856"/>
            <a:ext cx="7622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4" name="Connector 8781"/>
          <p:cNvSpPr/>
          <p:nvPr/>
        </p:nvSpPr>
        <p:spPr>
          <a:xfrm flipH="1">
            <a:off x="14609063" y="8206740"/>
            <a:ext cx="2286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5" name="Connector 8782"/>
          <p:cNvSpPr/>
          <p:nvPr/>
        </p:nvSpPr>
        <p:spPr>
          <a:xfrm flipH="1">
            <a:off x="14570963" y="8421623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6" name="Connector 8783"/>
          <p:cNvSpPr/>
          <p:nvPr/>
        </p:nvSpPr>
        <p:spPr>
          <a:xfrm flipH="1">
            <a:off x="14517624" y="8636507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7" name="Connector 8784"/>
          <p:cNvSpPr/>
          <p:nvPr/>
        </p:nvSpPr>
        <p:spPr>
          <a:xfrm flipH="1">
            <a:off x="14449043" y="8851392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8" name="Connector 8785"/>
          <p:cNvSpPr/>
          <p:nvPr/>
        </p:nvSpPr>
        <p:spPr>
          <a:xfrm flipH="1">
            <a:off x="14365223" y="9066276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79" name="Connector 8786"/>
          <p:cNvSpPr/>
          <p:nvPr/>
        </p:nvSpPr>
        <p:spPr>
          <a:xfrm>
            <a:off x="14365223" y="6702552"/>
            <a:ext cx="97790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0" name="Connector 8787"/>
          <p:cNvSpPr/>
          <p:nvPr/>
        </p:nvSpPr>
        <p:spPr>
          <a:xfrm>
            <a:off x="14463013" y="6989063"/>
            <a:ext cx="80012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1" name="Connector 8788"/>
          <p:cNvSpPr/>
          <p:nvPr/>
        </p:nvSpPr>
        <p:spPr>
          <a:xfrm>
            <a:off x="14543023" y="7275576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2" name="Connector 8789"/>
          <p:cNvSpPr/>
          <p:nvPr/>
        </p:nvSpPr>
        <p:spPr>
          <a:xfrm>
            <a:off x="14605254" y="7562088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3" name="Connector 8790"/>
          <p:cNvSpPr/>
          <p:nvPr/>
        </p:nvSpPr>
        <p:spPr>
          <a:xfrm>
            <a:off x="14649704" y="7848600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4" name="Connector 8791"/>
          <p:cNvSpPr/>
          <p:nvPr/>
        </p:nvSpPr>
        <p:spPr>
          <a:xfrm>
            <a:off x="14676372" y="8135111"/>
            <a:ext cx="889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5" name="Connector 8792"/>
          <p:cNvSpPr/>
          <p:nvPr/>
        </p:nvSpPr>
        <p:spPr>
          <a:xfrm flipH="1">
            <a:off x="14676373" y="8421623"/>
            <a:ext cx="889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6" name="Connector 8793"/>
          <p:cNvSpPr/>
          <p:nvPr/>
        </p:nvSpPr>
        <p:spPr>
          <a:xfrm flipH="1">
            <a:off x="14649705" y="8708135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7" name="Connector 8794"/>
          <p:cNvSpPr/>
          <p:nvPr/>
        </p:nvSpPr>
        <p:spPr>
          <a:xfrm flipH="1">
            <a:off x="14605254" y="8994647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8" name="Connector 8795"/>
          <p:cNvSpPr/>
          <p:nvPr/>
        </p:nvSpPr>
        <p:spPr>
          <a:xfrm flipH="1">
            <a:off x="14543023" y="9281159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89" name="Connector 8796"/>
          <p:cNvSpPr/>
          <p:nvPr/>
        </p:nvSpPr>
        <p:spPr>
          <a:xfrm flipH="1">
            <a:off x="14463013" y="9567671"/>
            <a:ext cx="80012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0" name="Connector 8797"/>
          <p:cNvSpPr/>
          <p:nvPr/>
        </p:nvSpPr>
        <p:spPr>
          <a:xfrm flipH="1">
            <a:off x="14365223" y="9854183"/>
            <a:ext cx="97790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1" name="Connector 8798"/>
          <p:cNvSpPr/>
          <p:nvPr/>
        </p:nvSpPr>
        <p:spPr>
          <a:xfrm>
            <a:off x="14365223" y="6702552"/>
            <a:ext cx="111760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2" name="Connector 8799"/>
          <p:cNvSpPr/>
          <p:nvPr/>
        </p:nvSpPr>
        <p:spPr>
          <a:xfrm>
            <a:off x="14476983" y="7060692"/>
            <a:ext cx="91442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3" name="Connector 8800"/>
          <p:cNvSpPr/>
          <p:nvPr/>
        </p:nvSpPr>
        <p:spPr>
          <a:xfrm>
            <a:off x="14568423" y="7418831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4" name="Connector 8801"/>
          <p:cNvSpPr/>
          <p:nvPr/>
        </p:nvSpPr>
        <p:spPr>
          <a:xfrm>
            <a:off x="14639543" y="7776971"/>
            <a:ext cx="5080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5" name="Connector 8802"/>
          <p:cNvSpPr/>
          <p:nvPr/>
        </p:nvSpPr>
        <p:spPr>
          <a:xfrm>
            <a:off x="14690343" y="8135111"/>
            <a:ext cx="30479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6" name="Connector 8803"/>
          <p:cNvSpPr/>
          <p:nvPr/>
        </p:nvSpPr>
        <p:spPr>
          <a:xfrm>
            <a:off x="14720822" y="8493251"/>
            <a:ext cx="10162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7" name="Connector 8804"/>
          <p:cNvSpPr/>
          <p:nvPr/>
        </p:nvSpPr>
        <p:spPr>
          <a:xfrm flipH="1">
            <a:off x="14720823" y="8851392"/>
            <a:ext cx="1016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8" name="Connector 8805"/>
          <p:cNvSpPr/>
          <p:nvPr/>
        </p:nvSpPr>
        <p:spPr>
          <a:xfrm flipH="1">
            <a:off x="14690343" y="9209531"/>
            <a:ext cx="3048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99" name="Connector 8806"/>
          <p:cNvSpPr/>
          <p:nvPr/>
        </p:nvSpPr>
        <p:spPr>
          <a:xfrm flipH="1">
            <a:off x="14639543" y="9567671"/>
            <a:ext cx="5080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0" name="Connector 8807"/>
          <p:cNvSpPr/>
          <p:nvPr/>
        </p:nvSpPr>
        <p:spPr>
          <a:xfrm flipH="1">
            <a:off x="14568423" y="9925811"/>
            <a:ext cx="71121" cy="358141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1" name="Connector 8808"/>
          <p:cNvSpPr/>
          <p:nvPr/>
        </p:nvSpPr>
        <p:spPr>
          <a:xfrm flipH="1">
            <a:off x="14476983" y="10283952"/>
            <a:ext cx="91442" cy="35814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2" name="Connector 8809"/>
          <p:cNvSpPr/>
          <p:nvPr/>
        </p:nvSpPr>
        <p:spPr>
          <a:xfrm flipH="1">
            <a:off x="14365223" y="10642090"/>
            <a:ext cx="111760" cy="35814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3" name="Connector 8810"/>
          <p:cNvSpPr/>
          <p:nvPr/>
        </p:nvSpPr>
        <p:spPr>
          <a:xfrm>
            <a:off x="14365223" y="7562088"/>
            <a:ext cx="55880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4" name="Connector 8811"/>
          <p:cNvSpPr/>
          <p:nvPr/>
        </p:nvSpPr>
        <p:spPr>
          <a:xfrm>
            <a:off x="14421102" y="7633716"/>
            <a:ext cx="4572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5" name="Connector 8812"/>
          <p:cNvSpPr/>
          <p:nvPr/>
        </p:nvSpPr>
        <p:spPr>
          <a:xfrm>
            <a:off x="14466823" y="7705343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6" name="Connector 8813"/>
          <p:cNvSpPr/>
          <p:nvPr/>
        </p:nvSpPr>
        <p:spPr>
          <a:xfrm>
            <a:off x="14502384" y="7776971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7" name="Connector 8814"/>
          <p:cNvSpPr/>
          <p:nvPr/>
        </p:nvSpPr>
        <p:spPr>
          <a:xfrm>
            <a:off x="14527784" y="7848600"/>
            <a:ext cx="1524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8" name="Connector 8815"/>
          <p:cNvSpPr/>
          <p:nvPr/>
        </p:nvSpPr>
        <p:spPr>
          <a:xfrm>
            <a:off x="14543023" y="7920226"/>
            <a:ext cx="50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09" name="Connector 8816"/>
          <p:cNvSpPr/>
          <p:nvPr/>
        </p:nvSpPr>
        <p:spPr>
          <a:xfrm flipH="1">
            <a:off x="14543023" y="7991856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0" name="Connector 8817"/>
          <p:cNvSpPr/>
          <p:nvPr/>
        </p:nvSpPr>
        <p:spPr>
          <a:xfrm flipH="1">
            <a:off x="14527784" y="8063483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1" name="Connector 8818"/>
          <p:cNvSpPr/>
          <p:nvPr/>
        </p:nvSpPr>
        <p:spPr>
          <a:xfrm flipH="1">
            <a:off x="14502384" y="8135111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2" name="Connector 8819"/>
          <p:cNvSpPr/>
          <p:nvPr/>
        </p:nvSpPr>
        <p:spPr>
          <a:xfrm flipH="1">
            <a:off x="14466823" y="8206740"/>
            <a:ext cx="3556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3" name="Connector 8820"/>
          <p:cNvSpPr/>
          <p:nvPr/>
        </p:nvSpPr>
        <p:spPr>
          <a:xfrm flipH="1">
            <a:off x="14421104" y="8278366"/>
            <a:ext cx="4572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4" name="Connector 8821"/>
          <p:cNvSpPr/>
          <p:nvPr/>
        </p:nvSpPr>
        <p:spPr>
          <a:xfrm flipH="1">
            <a:off x="14365223" y="8349994"/>
            <a:ext cx="558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5" name="Connector 8822"/>
          <p:cNvSpPr/>
          <p:nvPr/>
        </p:nvSpPr>
        <p:spPr>
          <a:xfrm>
            <a:off x="14365223" y="7562088"/>
            <a:ext cx="698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6" name="Connector 8823"/>
          <p:cNvSpPr/>
          <p:nvPr/>
        </p:nvSpPr>
        <p:spPr>
          <a:xfrm>
            <a:off x="14435072" y="7705342"/>
            <a:ext cx="571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7" name="Connector 8824"/>
          <p:cNvSpPr/>
          <p:nvPr/>
        </p:nvSpPr>
        <p:spPr>
          <a:xfrm>
            <a:off x="14492223" y="7848600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8" name="Connector 8825"/>
          <p:cNvSpPr/>
          <p:nvPr/>
        </p:nvSpPr>
        <p:spPr>
          <a:xfrm>
            <a:off x="14536673" y="7991856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19" name="Connector 8826"/>
          <p:cNvSpPr/>
          <p:nvPr/>
        </p:nvSpPr>
        <p:spPr>
          <a:xfrm>
            <a:off x="14568423" y="8135111"/>
            <a:ext cx="190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0" name="Connector 8827"/>
          <p:cNvSpPr/>
          <p:nvPr/>
        </p:nvSpPr>
        <p:spPr>
          <a:xfrm>
            <a:off x="14587472" y="8278366"/>
            <a:ext cx="63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1" name="Connector 8828"/>
          <p:cNvSpPr/>
          <p:nvPr/>
        </p:nvSpPr>
        <p:spPr>
          <a:xfrm flipH="1">
            <a:off x="14587473" y="8421623"/>
            <a:ext cx="63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2" name="Connector 8829"/>
          <p:cNvSpPr/>
          <p:nvPr/>
        </p:nvSpPr>
        <p:spPr>
          <a:xfrm flipH="1">
            <a:off x="14568423" y="8564880"/>
            <a:ext cx="190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3" name="Connector 8830"/>
          <p:cNvSpPr/>
          <p:nvPr/>
        </p:nvSpPr>
        <p:spPr>
          <a:xfrm flipH="1">
            <a:off x="14536673" y="8708135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4" name="Connector 8831"/>
          <p:cNvSpPr/>
          <p:nvPr/>
        </p:nvSpPr>
        <p:spPr>
          <a:xfrm flipH="1">
            <a:off x="14492223" y="8851392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5" name="Connector 8832"/>
          <p:cNvSpPr/>
          <p:nvPr/>
        </p:nvSpPr>
        <p:spPr>
          <a:xfrm flipH="1">
            <a:off x="14435072" y="8994647"/>
            <a:ext cx="57152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6" name="Connector 8833"/>
          <p:cNvSpPr/>
          <p:nvPr/>
        </p:nvSpPr>
        <p:spPr>
          <a:xfrm flipH="1">
            <a:off x="14365223" y="9137902"/>
            <a:ext cx="69850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7" name="Connector 8834"/>
          <p:cNvSpPr/>
          <p:nvPr/>
        </p:nvSpPr>
        <p:spPr>
          <a:xfrm>
            <a:off x="14365223" y="7562088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8" name="Connector 8835"/>
          <p:cNvSpPr/>
          <p:nvPr/>
        </p:nvSpPr>
        <p:spPr>
          <a:xfrm>
            <a:off x="14449043" y="7776971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29" name="Connector 8836"/>
          <p:cNvSpPr/>
          <p:nvPr/>
        </p:nvSpPr>
        <p:spPr>
          <a:xfrm>
            <a:off x="14517623" y="7991856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0" name="Connector 8837"/>
          <p:cNvSpPr/>
          <p:nvPr/>
        </p:nvSpPr>
        <p:spPr>
          <a:xfrm>
            <a:off x="14570963" y="8206740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1" name="Connector 8838"/>
          <p:cNvSpPr/>
          <p:nvPr/>
        </p:nvSpPr>
        <p:spPr>
          <a:xfrm>
            <a:off x="14609063" y="8421623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2" name="Connector 8839"/>
          <p:cNvSpPr/>
          <p:nvPr/>
        </p:nvSpPr>
        <p:spPr>
          <a:xfrm>
            <a:off x="14631922" y="8636506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3" name="Connector 8840"/>
          <p:cNvSpPr/>
          <p:nvPr/>
        </p:nvSpPr>
        <p:spPr>
          <a:xfrm flipH="1">
            <a:off x="14631922" y="8851392"/>
            <a:ext cx="7622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4" name="Connector 8841"/>
          <p:cNvSpPr/>
          <p:nvPr/>
        </p:nvSpPr>
        <p:spPr>
          <a:xfrm flipH="1">
            <a:off x="14609063" y="9066276"/>
            <a:ext cx="2286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5" name="Connector 8842"/>
          <p:cNvSpPr/>
          <p:nvPr/>
        </p:nvSpPr>
        <p:spPr>
          <a:xfrm flipH="1">
            <a:off x="14570963" y="9281159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6" name="Connector 8843"/>
          <p:cNvSpPr/>
          <p:nvPr/>
        </p:nvSpPr>
        <p:spPr>
          <a:xfrm flipH="1">
            <a:off x="14517624" y="9496043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7" name="Connector 8844"/>
          <p:cNvSpPr/>
          <p:nvPr/>
        </p:nvSpPr>
        <p:spPr>
          <a:xfrm flipH="1">
            <a:off x="14449043" y="9710928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8" name="Connector 8845"/>
          <p:cNvSpPr/>
          <p:nvPr/>
        </p:nvSpPr>
        <p:spPr>
          <a:xfrm flipH="1">
            <a:off x="14365223" y="9925811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39" name="Connector 8846"/>
          <p:cNvSpPr/>
          <p:nvPr/>
        </p:nvSpPr>
        <p:spPr>
          <a:xfrm>
            <a:off x="14365223" y="7562088"/>
            <a:ext cx="97790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0" name="Connector 8847"/>
          <p:cNvSpPr/>
          <p:nvPr/>
        </p:nvSpPr>
        <p:spPr>
          <a:xfrm>
            <a:off x="14463013" y="7848599"/>
            <a:ext cx="80012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1" name="Connector 8848"/>
          <p:cNvSpPr/>
          <p:nvPr/>
        </p:nvSpPr>
        <p:spPr>
          <a:xfrm>
            <a:off x="14543023" y="8135111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2" name="Connector 8849"/>
          <p:cNvSpPr/>
          <p:nvPr/>
        </p:nvSpPr>
        <p:spPr>
          <a:xfrm>
            <a:off x="14605254" y="8421623"/>
            <a:ext cx="4445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3" name="Connector 8850"/>
          <p:cNvSpPr/>
          <p:nvPr/>
        </p:nvSpPr>
        <p:spPr>
          <a:xfrm>
            <a:off x="14649704" y="8708135"/>
            <a:ext cx="2667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4" name="Connector 8851"/>
          <p:cNvSpPr/>
          <p:nvPr/>
        </p:nvSpPr>
        <p:spPr>
          <a:xfrm>
            <a:off x="14676372" y="8994647"/>
            <a:ext cx="889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5" name="Connector 8852"/>
          <p:cNvSpPr/>
          <p:nvPr/>
        </p:nvSpPr>
        <p:spPr>
          <a:xfrm flipH="1">
            <a:off x="14676373" y="9281159"/>
            <a:ext cx="8890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6" name="Connector 8853"/>
          <p:cNvSpPr/>
          <p:nvPr/>
        </p:nvSpPr>
        <p:spPr>
          <a:xfrm flipH="1">
            <a:off x="14649705" y="9567671"/>
            <a:ext cx="26670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7" name="Connector 8854"/>
          <p:cNvSpPr/>
          <p:nvPr/>
        </p:nvSpPr>
        <p:spPr>
          <a:xfrm flipH="1">
            <a:off x="14605254" y="9854183"/>
            <a:ext cx="44451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8" name="Connector 8855"/>
          <p:cNvSpPr/>
          <p:nvPr/>
        </p:nvSpPr>
        <p:spPr>
          <a:xfrm flipH="1">
            <a:off x="14543023" y="10140695"/>
            <a:ext cx="62231" cy="286513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49" name="Connector 8856"/>
          <p:cNvSpPr/>
          <p:nvPr/>
        </p:nvSpPr>
        <p:spPr>
          <a:xfrm flipH="1">
            <a:off x="14463013" y="10427207"/>
            <a:ext cx="80012" cy="28651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0" name="Connector 8857"/>
          <p:cNvSpPr/>
          <p:nvPr/>
        </p:nvSpPr>
        <p:spPr>
          <a:xfrm flipH="1">
            <a:off x="14365223" y="10713718"/>
            <a:ext cx="97790" cy="28651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1" name="Connector 8858"/>
          <p:cNvSpPr/>
          <p:nvPr/>
        </p:nvSpPr>
        <p:spPr>
          <a:xfrm>
            <a:off x="14365223" y="8421623"/>
            <a:ext cx="5588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2" name="Connector 8859"/>
          <p:cNvSpPr/>
          <p:nvPr/>
        </p:nvSpPr>
        <p:spPr>
          <a:xfrm>
            <a:off x="14421102" y="8493251"/>
            <a:ext cx="4572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3" name="Connector 8860"/>
          <p:cNvSpPr/>
          <p:nvPr/>
        </p:nvSpPr>
        <p:spPr>
          <a:xfrm>
            <a:off x="14466823" y="8564880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4" name="Connector 8861"/>
          <p:cNvSpPr/>
          <p:nvPr/>
        </p:nvSpPr>
        <p:spPr>
          <a:xfrm>
            <a:off x="14502384" y="8636507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5" name="Connector 8862"/>
          <p:cNvSpPr/>
          <p:nvPr/>
        </p:nvSpPr>
        <p:spPr>
          <a:xfrm>
            <a:off x="14527784" y="8708135"/>
            <a:ext cx="1524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6" name="Connector 8863"/>
          <p:cNvSpPr/>
          <p:nvPr/>
        </p:nvSpPr>
        <p:spPr>
          <a:xfrm>
            <a:off x="14543023" y="8779763"/>
            <a:ext cx="50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7" name="Connector 8864"/>
          <p:cNvSpPr/>
          <p:nvPr/>
        </p:nvSpPr>
        <p:spPr>
          <a:xfrm flipH="1">
            <a:off x="14543023" y="8851392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8" name="Connector 8865"/>
          <p:cNvSpPr/>
          <p:nvPr/>
        </p:nvSpPr>
        <p:spPr>
          <a:xfrm flipH="1">
            <a:off x="14527784" y="8923019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59" name="Connector 8866"/>
          <p:cNvSpPr/>
          <p:nvPr/>
        </p:nvSpPr>
        <p:spPr>
          <a:xfrm flipH="1">
            <a:off x="14502384" y="8994647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0" name="Connector 8867"/>
          <p:cNvSpPr/>
          <p:nvPr/>
        </p:nvSpPr>
        <p:spPr>
          <a:xfrm flipH="1">
            <a:off x="14466823" y="9066276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1" name="Connector 8868"/>
          <p:cNvSpPr/>
          <p:nvPr/>
        </p:nvSpPr>
        <p:spPr>
          <a:xfrm flipH="1">
            <a:off x="14421104" y="9137904"/>
            <a:ext cx="4572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2" name="Connector 8869"/>
          <p:cNvSpPr/>
          <p:nvPr/>
        </p:nvSpPr>
        <p:spPr>
          <a:xfrm flipH="1">
            <a:off x="14365223" y="9209530"/>
            <a:ext cx="558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3" name="Connector 8870"/>
          <p:cNvSpPr/>
          <p:nvPr/>
        </p:nvSpPr>
        <p:spPr>
          <a:xfrm>
            <a:off x="14365223" y="8421623"/>
            <a:ext cx="698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4" name="Connector 8871"/>
          <p:cNvSpPr/>
          <p:nvPr/>
        </p:nvSpPr>
        <p:spPr>
          <a:xfrm>
            <a:off x="14435072" y="8564880"/>
            <a:ext cx="571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5" name="Connector 8872"/>
          <p:cNvSpPr/>
          <p:nvPr/>
        </p:nvSpPr>
        <p:spPr>
          <a:xfrm>
            <a:off x="14492223" y="8708135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6" name="Connector 8873"/>
          <p:cNvSpPr/>
          <p:nvPr/>
        </p:nvSpPr>
        <p:spPr>
          <a:xfrm>
            <a:off x="14536673" y="8851392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7" name="Connector 8874"/>
          <p:cNvSpPr/>
          <p:nvPr/>
        </p:nvSpPr>
        <p:spPr>
          <a:xfrm>
            <a:off x="14568423" y="8994647"/>
            <a:ext cx="190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8" name="Connector 8875"/>
          <p:cNvSpPr/>
          <p:nvPr/>
        </p:nvSpPr>
        <p:spPr>
          <a:xfrm>
            <a:off x="14587472" y="9137902"/>
            <a:ext cx="63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69" name="Connector 8876"/>
          <p:cNvSpPr/>
          <p:nvPr/>
        </p:nvSpPr>
        <p:spPr>
          <a:xfrm flipH="1">
            <a:off x="14587473" y="9281159"/>
            <a:ext cx="63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0" name="Connector 8877"/>
          <p:cNvSpPr/>
          <p:nvPr/>
        </p:nvSpPr>
        <p:spPr>
          <a:xfrm flipH="1">
            <a:off x="14568423" y="9424416"/>
            <a:ext cx="190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1" name="Connector 8878"/>
          <p:cNvSpPr/>
          <p:nvPr/>
        </p:nvSpPr>
        <p:spPr>
          <a:xfrm flipH="1">
            <a:off x="14536673" y="9567671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2" name="Connector 8879"/>
          <p:cNvSpPr/>
          <p:nvPr/>
        </p:nvSpPr>
        <p:spPr>
          <a:xfrm flipH="1">
            <a:off x="14492223" y="9710928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3" name="Connector 8880"/>
          <p:cNvSpPr/>
          <p:nvPr/>
        </p:nvSpPr>
        <p:spPr>
          <a:xfrm flipH="1">
            <a:off x="14435072" y="9854183"/>
            <a:ext cx="57152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4" name="Connector 8881"/>
          <p:cNvSpPr/>
          <p:nvPr/>
        </p:nvSpPr>
        <p:spPr>
          <a:xfrm flipH="1">
            <a:off x="14365223" y="9997439"/>
            <a:ext cx="69850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5" name="Connector 8882"/>
          <p:cNvSpPr/>
          <p:nvPr/>
        </p:nvSpPr>
        <p:spPr>
          <a:xfrm>
            <a:off x="14365223" y="8421623"/>
            <a:ext cx="83821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6" name="Connector 8883"/>
          <p:cNvSpPr/>
          <p:nvPr/>
        </p:nvSpPr>
        <p:spPr>
          <a:xfrm>
            <a:off x="14449043" y="8636506"/>
            <a:ext cx="68581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7" name="Connector 8884"/>
          <p:cNvSpPr/>
          <p:nvPr/>
        </p:nvSpPr>
        <p:spPr>
          <a:xfrm>
            <a:off x="14517623" y="8851392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8" name="Connector 8885"/>
          <p:cNvSpPr/>
          <p:nvPr/>
        </p:nvSpPr>
        <p:spPr>
          <a:xfrm>
            <a:off x="14570963" y="9066276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79" name="Connector 8886"/>
          <p:cNvSpPr/>
          <p:nvPr/>
        </p:nvSpPr>
        <p:spPr>
          <a:xfrm>
            <a:off x="14609063" y="9281159"/>
            <a:ext cx="22860" cy="214884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0" name="Connector 8887"/>
          <p:cNvSpPr/>
          <p:nvPr/>
        </p:nvSpPr>
        <p:spPr>
          <a:xfrm>
            <a:off x="14631922" y="9496042"/>
            <a:ext cx="7622" cy="21488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1" name="Connector 8888"/>
          <p:cNvSpPr/>
          <p:nvPr/>
        </p:nvSpPr>
        <p:spPr>
          <a:xfrm flipH="1">
            <a:off x="14631922" y="9710928"/>
            <a:ext cx="7622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2" name="Connector 8889"/>
          <p:cNvSpPr/>
          <p:nvPr/>
        </p:nvSpPr>
        <p:spPr>
          <a:xfrm flipH="1">
            <a:off x="14609063" y="9925811"/>
            <a:ext cx="2286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3" name="Connector 8890"/>
          <p:cNvSpPr/>
          <p:nvPr/>
        </p:nvSpPr>
        <p:spPr>
          <a:xfrm flipH="1">
            <a:off x="14570963" y="10140695"/>
            <a:ext cx="3810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4" name="Connector 8891"/>
          <p:cNvSpPr/>
          <p:nvPr/>
        </p:nvSpPr>
        <p:spPr>
          <a:xfrm flipH="1">
            <a:off x="14517624" y="10355580"/>
            <a:ext cx="53340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5" name="Connector 8892"/>
          <p:cNvSpPr/>
          <p:nvPr/>
        </p:nvSpPr>
        <p:spPr>
          <a:xfrm flipH="1">
            <a:off x="14449043" y="10570464"/>
            <a:ext cx="6858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6" name="Connector 8893"/>
          <p:cNvSpPr/>
          <p:nvPr/>
        </p:nvSpPr>
        <p:spPr>
          <a:xfrm flipH="1">
            <a:off x="14365223" y="10785347"/>
            <a:ext cx="83821" cy="214885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7" name="Connector 8894"/>
          <p:cNvSpPr/>
          <p:nvPr/>
        </p:nvSpPr>
        <p:spPr>
          <a:xfrm>
            <a:off x="14365223" y="9281159"/>
            <a:ext cx="55880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8" name="Connector 8895"/>
          <p:cNvSpPr/>
          <p:nvPr/>
        </p:nvSpPr>
        <p:spPr>
          <a:xfrm>
            <a:off x="14421102" y="9352787"/>
            <a:ext cx="45722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89" name="Connector 8896"/>
          <p:cNvSpPr/>
          <p:nvPr/>
        </p:nvSpPr>
        <p:spPr>
          <a:xfrm>
            <a:off x="14466823" y="9424416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0" name="Connector 8897"/>
          <p:cNvSpPr/>
          <p:nvPr/>
        </p:nvSpPr>
        <p:spPr>
          <a:xfrm>
            <a:off x="14502384" y="9496043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1" name="Connector 8898"/>
          <p:cNvSpPr/>
          <p:nvPr/>
        </p:nvSpPr>
        <p:spPr>
          <a:xfrm>
            <a:off x="14527784" y="9567671"/>
            <a:ext cx="1524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2" name="Connector 8899"/>
          <p:cNvSpPr/>
          <p:nvPr/>
        </p:nvSpPr>
        <p:spPr>
          <a:xfrm>
            <a:off x="14543023" y="9639299"/>
            <a:ext cx="50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3" name="Connector 8900"/>
          <p:cNvSpPr/>
          <p:nvPr/>
        </p:nvSpPr>
        <p:spPr>
          <a:xfrm flipH="1">
            <a:off x="14543023" y="9710928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4" name="Connector 8901"/>
          <p:cNvSpPr/>
          <p:nvPr/>
        </p:nvSpPr>
        <p:spPr>
          <a:xfrm flipH="1">
            <a:off x="14527784" y="9782556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5" name="Connector 8902"/>
          <p:cNvSpPr/>
          <p:nvPr/>
        </p:nvSpPr>
        <p:spPr>
          <a:xfrm flipH="1">
            <a:off x="14502384" y="9854183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6" name="Connector 8903"/>
          <p:cNvSpPr/>
          <p:nvPr/>
        </p:nvSpPr>
        <p:spPr>
          <a:xfrm flipH="1">
            <a:off x="14466823" y="9925811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7" name="Connector 8904"/>
          <p:cNvSpPr/>
          <p:nvPr/>
        </p:nvSpPr>
        <p:spPr>
          <a:xfrm flipH="1">
            <a:off x="14421104" y="9997440"/>
            <a:ext cx="4572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8" name="Connector 8905"/>
          <p:cNvSpPr/>
          <p:nvPr/>
        </p:nvSpPr>
        <p:spPr>
          <a:xfrm flipH="1">
            <a:off x="14365223" y="10069066"/>
            <a:ext cx="558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99" name="Connector 8906"/>
          <p:cNvSpPr/>
          <p:nvPr/>
        </p:nvSpPr>
        <p:spPr>
          <a:xfrm>
            <a:off x="14365223" y="9281159"/>
            <a:ext cx="698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0" name="Connector 8907"/>
          <p:cNvSpPr/>
          <p:nvPr/>
        </p:nvSpPr>
        <p:spPr>
          <a:xfrm>
            <a:off x="14435072" y="9424414"/>
            <a:ext cx="571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1" name="Connector 8908"/>
          <p:cNvSpPr/>
          <p:nvPr/>
        </p:nvSpPr>
        <p:spPr>
          <a:xfrm>
            <a:off x="14492223" y="9567671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2" name="Connector 8909"/>
          <p:cNvSpPr/>
          <p:nvPr/>
        </p:nvSpPr>
        <p:spPr>
          <a:xfrm>
            <a:off x="14536673" y="9710928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3" name="Connector 8910"/>
          <p:cNvSpPr/>
          <p:nvPr/>
        </p:nvSpPr>
        <p:spPr>
          <a:xfrm>
            <a:off x="14568423" y="9854183"/>
            <a:ext cx="19050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4" name="Connector 8911"/>
          <p:cNvSpPr/>
          <p:nvPr/>
        </p:nvSpPr>
        <p:spPr>
          <a:xfrm>
            <a:off x="14587472" y="9997439"/>
            <a:ext cx="6352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5" name="Connector 8912"/>
          <p:cNvSpPr/>
          <p:nvPr/>
        </p:nvSpPr>
        <p:spPr>
          <a:xfrm flipH="1">
            <a:off x="14587473" y="10140695"/>
            <a:ext cx="6351" cy="143256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6" name="Connector 8913"/>
          <p:cNvSpPr/>
          <p:nvPr/>
        </p:nvSpPr>
        <p:spPr>
          <a:xfrm flipH="1">
            <a:off x="14568423" y="10283951"/>
            <a:ext cx="19051" cy="14325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7" name="Connector 8914"/>
          <p:cNvSpPr/>
          <p:nvPr/>
        </p:nvSpPr>
        <p:spPr>
          <a:xfrm flipH="1">
            <a:off x="14536673" y="10427207"/>
            <a:ext cx="317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8" name="Connector 8915"/>
          <p:cNvSpPr/>
          <p:nvPr/>
        </p:nvSpPr>
        <p:spPr>
          <a:xfrm flipH="1">
            <a:off x="14492223" y="10570464"/>
            <a:ext cx="44451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09" name="Connector 8916"/>
          <p:cNvSpPr/>
          <p:nvPr/>
        </p:nvSpPr>
        <p:spPr>
          <a:xfrm flipH="1">
            <a:off x="14435072" y="10713719"/>
            <a:ext cx="57152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0" name="Connector 8917"/>
          <p:cNvSpPr/>
          <p:nvPr/>
        </p:nvSpPr>
        <p:spPr>
          <a:xfrm flipH="1">
            <a:off x="14365223" y="10856976"/>
            <a:ext cx="69850" cy="143257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1" name="Connector 8918"/>
          <p:cNvSpPr/>
          <p:nvPr/>
        </p:nvSpPr>
        <p:spPr>
          <a:xfrm>
            <a:off x="14365223" y="10140695"/>
            <a:ext cx="55880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2" name="Connector 8919"/>
          <p:cNvSpPr/>
          <p:nvPr/>
        </p:nvSpPr>
        <p:spPr>
          <a:xfrm>
            <a:off x="14421102" y="10212323"/>
            <a:ext cx="45722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3" name="Connector 8920"/>
          <p:cNvSpPr/>
          <p:nvPr/>
        </p:nvSpPr>
        <p:spPr>
          <a:xfrm>
            <a:off x="14466823" y="10283952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4" name="Connector 8921"/>
          <p:cNvSpPr/>
          <p:nvPr/>
        </p:nvSpPr>
        <p:spPr>
          <a:xfrm>
            <a:off x="14502384" y="10355580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5" name="Connector 8922"/>
          <p:cNvSpPr/>
          <p:nvPr/>
        </p:nvSpPr>
        <p:spPr>
          <a:xfrm>
            <a:off x="14527784" y="10427207"/>
            <a:ext cx="1524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6" name="Connector 8923"/>
          <p:cNvSpPr/>
          <p:nvPr/>
        </p:nvSpPr>
        <p:spPr>
          <a:xfrm>
            <a:off x="14543023" y="10498835"/>
            <a:ext cx="50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7" name="Connector 8924"/>
          <p:cNvSpPr/>
          <p:nvPr/>
        </p:nvSpPr>
        <p:spPr>
          <a:xfrm flipH="1">
            <a:off x="14543023" y="10570464"/>
            <a:ext cx="508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8" name="Connector 8925"/>
          <p:cNvSpPr/>
          <p:nvPr/>
        </p:nvSpPr>
        <p:spPr>
          <a:xfrm flipH="1">
            <a:off x="14527784" y="10642092"/>
            <a:ext cx="1524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19" name="Connector 8926"/>
          <p:cNvSpPr/>
          <p:nvPr/>
        </p:nvSpPr>
        <p:spPr>
          <a:xfrm flipH="1">
            <a:off x="14502384" y="10713719"/>
            <a:ext cx="2540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0" name="Connector 8927"/>
          <p:cNvSpPr/>
          <p:nvPr/>
        </p:nvSpPr>
        <p:spPr>
          <a:xfrm flipH="1">
            <a:off x="14466823" y="10785347"/>
            <a:ext cx="35561" cy="71629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1" name="Connector 8928"/>
          <p:cNvSpPr/>
          <p:nvPr/>
        </p:nvSpPr>
        <p:spPr>
          <a:xfrm flipH="1">
            <a:off x="14421104" y="10856976"/>
            <a:ext cx="45721" cy="71628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2" name="Connector 8929"/>
          <p:cNvSpPr/>
          <p:nvPr/>
        </p:nvSpPr>
        <p:spPr>
          <a:xfrm flipH="1">
            <a:off x="14365223" y="10928602"/>
            <a:ext cx="55881" cy="7163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3" name="Connector 8930"/>
          <p:cNvSpPr/>
          <p:nvPr/>
        </p:nvSpPr>
        <p:spPr>
          <a:xfrm>
            <a:off x="15425928" y="4983479"/>
            <a:ext cx="5588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4" name="Connector 8931"/>
          <p:cNvSpPr/>
          <p:nvPr/>
        </p:nvSpPr>
        <p:spPr>
          <a:xfrm>
            <a:off x="15481806" y="5055106"/>
            <a:ext cx="4572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5" name="Connector 8932"/>
          <p:cNvSpPr/>
          <p:nvPr/>
        </p:nvSpPr>
        <p:spPr>
          <a:xfrm>
            <a:off x="15527528" y="5126735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6" name="Connector 8933"/>
          <p:cNvSpPr/>
          <p:nvPr/>
        </p:nvSpPr>
        <p:spPr>
          <a:xfrm>
            <a:off x="15563087" y="5198364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7" name="Connector 8934"/>
          <p:cNvSpPr/>
          <p:nvPr/>
        </p:nvSpPr>
        <p:spPr>
          <a:xfrm>
            <a:off x="15588487" y="5269991"/>
            <a:ext cx="1524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8" name="Connector 8935"/>
          <p:cNvSpPr/>
          <p:nvPr/>
        </p:nvSpPr>
        <p:spPr>
          <a:xfrm>
            <a:off x="15603728" y="5341618"/>
            <a:ext cx="50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29" name="Connector 8936"/>
          <p:cNvSpPr/>
          <p:nvPr/>
        </p:nvSpPr>
        <p:spPr>
          <a:xfrm flipH="1">
            <a:off x="15603728" y="5413247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0" name="Connector 8937"/>
          <p:cNvSpPr/>
          <p:nvPr/>
        </p:nvSpPr>
        <p:spPr>
          <a:xfrm flipH="1">
            <a:off x="15588487" y="5484876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1" name="Connector 8938"/>
          <p:cNvSpPr/>
          <p:nvPr/>
        </p:nvSpPr>
        <p:spPr>
          <a:xfrm flipH="1">
            <a:off x="15563087" y="5556503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2" name="Connector 8939"/>
          <p:cNvSpPr/>
          <p:nvPr/>
        </p:nvSpPr>
        <p:spPr>
          <a:xfrm flipH="1">
            <a:off x="15527528" y="5628132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3" name="Connector 8940"/>
          <p:cNvSpPr/>
          <p:nvPr/>
        </p:nvSpPr>
        <p:spPr>
          <a:xfrm flipH="1">
            <a:off x="15481806" y="5699759"/>
            <a:ext cx="45722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4" name="Connector 8941"/>
          <p:cNvSpPr/>
          <p:nvPr/>
        </p:nvSpPr>
        <p:spPr>
          <a:xfrm flipH="1">
            <a:off x="15425928" y="5771388"/>
            <a:ext cx="55880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5" name="Connector 8942"/>
          <p:cNvSpPr/>
          <p:nvPr/>
        </p:nvSpPr>
        <p:spPr>
          <a:xfrm>
            <a:off x="15425928" y="4983479"/>
            <a:ext cx="698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6" name="Connector 8943"/>
          <p:cNvSpPr/>
          <p:nvPr/>
        </p:nvSpPr>
        <p:spPr>
          <a:xfrm>
            <a:off x="15495776" y="5126735"/>
            <a:ext cx="571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7" name="Connector 8944"/>
          <p:cNvSpPr/>
          <p:nvPr/>
        </p:nvSpPr>
        <p:spPr>
          <a:xfrm>
            <a:off x="15552928" y="5269991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8" name="Connector 8945"/>
          <p:cNvSpPr/>
          <p:nvPr/>
        </p:nvSpPr>
        <p:spPr>
          <a:xfrm>
            <a:off x="15597378" y="5413247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9" name="Connector 8946"/>
          <p:cNvSpPr/>
          <p:nvPr/>
        </p:nvSpPr>
        <p:spPr>
          <a:xfrm>
            <a:off x="15629128" y="5556503"/>
            <a:ext cx="190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0" name="Connector 8947"/>
          <p:cNvSpPr/>
          <p:nvPr/>
        </p:nvSpPr>
        <p:spPr>
          <a:xfrm>
            <a:off x="15648176" y="5699759"/>
            <a:ext cx="63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1" name="Connector 8948"/>
          <p:cNvSpPr/>
          <p:nvPr/>
        </p:nvSpPr>
        <p:spPr>
          <a:xfrm flipH="1">
            <a:off x="15648178" y="5843015"/>
            <a:ext cx="63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2" name="Connector 8949"/>
          <p:cNvSpPr/>
          <p:nvPr/>
        </p:nvSpPr>
        <p:spPr>
          <a:xfrm flipH="1">
            <a:off x="15629128" y="5986271"/>
            <a:ext cx="19051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3" name="Connector 8950"/>
          <p:cNvSpPr/>
          <p:nvPr/>
        </p:nvSpPr>
        <p:spPr>
          <a:xfrm flipH="1">
            <a:off x="15597378" y="6129527"/>
            <a:ext cx="31751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4" name="Connector 8951"/>
          <p:cNvSpPr/>
          <p:nvPr/>
        </p:nvSpPr>
        <p:spPr>
          <a:xfrm flipH="1">
            <a:off x="15552928" y="6272784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5" name="Connector 8952"/>
          <p:cNvSpPr/>
          <p:nvPr/>
        </p:nvSpPr>
        <p:spPr>
          <a:xfrm flipH="1">
            <a:off x="15495776" y="6416040"/>
            <a:ext cx="571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6" name="Connector 8953"/>
          <p:cNvSpPr/>
          <p:nvPr/>
        </p:nvSpPr>
        <p:spPr>
          <a:xfrm flipH="1">
            <a:off x="15425928" y="6559295"/>
            <a:ext cx="698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7" name="Connector 8954"/>
          <p:cNvSpPr/>
          <p:nvPr/>
        </p:nvSpPr>
        <p:spPr>
          <a:xfrm>
            <a:off x="15425928" y="4983479"/>
            <a:ext cx="83821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8" name="Connector 8955"/>
          <p:cNvSpPr/>
          <p:nvPr/>
        </p:nvSpPr>
        <p:spPr>
          <a:xfrm>
            <a:off x="15509747" y="5198362"/>
            <a:ext cx="68581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9" name="Connector 8956"/>
          <p:cNvSpPr/>
          <p:nvPr/>
        </p:nvSpPr>
        <p:spPr>
          <a:xfrm>
            <a:off x="15578328" y="5413247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0" name="Connector 8957"/>
          <p:cNvSpPr/>
          <p:nvPr/>
        </p:nvSpPr>
        <p:spPr>
          <a:xfrm>
            <a:off x="15631667" y="5628132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1" name="Connector 8958"/>
          <p:cNvSpPr/>
          <p:nvPr/>
        </p:nvSpPr>
        <p:spPr>
          <a:xfrm>
            <a:off x="15669767" y="5843015"/>
            <a:ext cx="22860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2" name="Connector 8959"/>
          <p:cNvSpPr/>
          <p:nvPr/>
        </p:nvSpPr>
        <p:spPr>
          <a:xfrm>
            <a:off x="15692626" y="6057898"/>
            <a:ext cx="7622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3" name="Connector 8960"/>
          <p:cNvSpPr/>
          <p:nvPr/>
        </p:nvSpPr>
        <p:spPr>
          <a:xfrm flipH="1">
            <a:off x="15692626" y="6272784"/>
            <a:ext cx="762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4" name="Connector 8961"/>
          <p:cNvSpPr/>
          <p:nvPr/>
        </p:nvSpPr>
        <p:spPr>
          <a:xfrm flipH="1">
            <a:off x="15669767" y="6487667"/>
            <a:ext cx="2286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5" name="Connector 8962"/>
          <p:cNvSpPr/>
          <p:nvPr/>
        </p:nvSpPr>
        <p:spPr>
          <a:xfrm flipH="1">
            <a:off x="15631667" y="6702552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6" name="Connector 8963"/>
          <p:cNvSpPr/>
          <p:nvPr/>
        </p:nvSpPr>
        <p:spPr>
          <a:xfrm flipH="1">
            <a:off x="15578327" y="6917435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7" name="Connector 8964"/>
          <p:cNvSpPr/>
          <p:nvPr/>
        </p:nvSpPr>
        <p:spPr>
          <a:xfrm flipH="1">
            <a:off x="15509747" y="7132319"/>
            <a:ext cx="6858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8" name="Connector 8965"/>
          <p:cNvSpPr/>
          <p:nvPr/>
        </p:nvSpPr>
        <p:spPr>
          <a:xfrm flipH="1">
            <a:off x="15425928" y="7347204"/>
            <a:ext cx="838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9" name="Connector 8966"/>
          <p:cNvSpPr/>
          <p:nvPr/>
        </p:nvSpPr>
        <p:spPr>
          <a:xfrm>
            <a:off x="15425928" y="4983479"/>
            <a:ext cx="9779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0" name="Connector 8967"/>
          <p:cNvSpPr/>
          <p:nvPr/>
        </p:nvSpPr>
        <p:spPr>
          <a:xfrm>
            <a:off x="15523717" y="5269991"/>
            <a:ext cx="80012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1" name="Connector 8968"/>
          <p:cNvSpPr/>
          <p:nvPr/>
        </p:nvSpPr>
        <p:spPr>
          <a:xfrm>
            <a:off x="15603728" y="5556503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2" name="Connector 8969"/>
          <p:cNvSpPr/>
          <p:nvPr/>
        </p:nvSpPr>
        <p:spPr>
          <a:xfrm>
            <a:off x="15665958" y="5843015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3" name="Connector 8970"/>
          <p:cNvSpPr/>
          <p:nvPr/>
        </p:nvSpPr>
        <p:spPr>
          <a:xfrm>
            <a:off x="15710408" y="6129528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4" name="Connector 8971"/>
          <p:cNvSpPr/>
          <p:nvPr/>
        </p:nvSpPr>
        <p:spPr>
          <a:xfrm>
            <a:off x="15737076" y="6416040"/>
            <a:ext cx="889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5" name="Connector 8972"/>
          <p:cNvSpPr/>
          <p:nvPr/>
        </p:nvSpPr>
        <p:spPr>
          <a:xfrm flipH="1">
            <a:off x="15737078" y="6702552"/>
            <a:ext cx="889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6" name="Connector 8973"/>
          <p:cNvSpPr/>
          <p:nvPr/>
        </p:nvSpPr>
        <p:spPr>
          <a:xfrm flipH="1">
            <a:off x="15710409" y="6989064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7" name="Connector 8974"/>
          <p:cNvSpPr/>
          <p:nvPr/>
        </p:nvSpPr>
        <p:spPr>
          <a:xfrm flipH="1">
            <a:off x="15665958" y="7275576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8" name="Connector 8975"/>
          <p:cNvSpPr/>
          <p:nvPr/>
        </p:nvSpPr>
        <p:spPr>
          <a:xfrm flipH="1">
            <a:off x="15603728" y="7562088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9" name="Connector 8976"/>
          <p:cNvSpPr/>
          <p:nvPr/>
        </p:nvSpPr>
        <p:spPr>
          <a:xfrm flipH="1">
            <a:off x="15523717" y="7848600"/>
            <a:ext cx="80012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0" name="Connector 8977"/>
          <p:cNvSpPr/>
          <p:nvPr/>
        </p:nvSpPr>
        <p:spPr>
          <a:xfrm flipH="1">
            <a:off x="15425928" y="8135111"/>
            <a:ext cx="9779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1" name="Connector 8978"/>
          <p:cNvSpPr/>
          <p:nvPr/>
        </p:nvSpPr>
        <p:spPr>
          <a:xfrm>
            <a:off x="15425928" y="4983479"/>
            <a:ext cx="111760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2" name="Connector 8979"/>
          <p:cNvSpPr/>
          <p:nvPr/>
        </p:nvSpPr>
        <p:spPr>
          <a:xfrm>
            <a:off x="15537687" y="5341618"/>
            <a:ext cx="91442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3" name="Connector 8980"/>
          <p:cNvSpPr/>
          <p:nvPr/>
        </p:nvSpPr>
        <p:spPr>
          <a:xfrm>
            <a:off x="15629128" y="5699759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4" name="Connector 8981"/>
          <p:cNvSpPr/>
          <p:nvPr/>
        </p:nvSpPr>
        <p:spPr>
          <a:xfrm>
            <a:off x="15700247" y="6057899"/>
            <a:ext cx="50801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5" name="Connector 8982"/>
          <p:cNvSpPr/>
          <p:nvPr/>
        </p:nvSpPr>
        <p:spPr>
          <a:xfrm>
            <a:off x="15751047" y="6416040"/>
            <a:ext cx="30479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6" name="Connector 8983"/>
          <p:cNvSpPr/>
          <p:nvPr/>
        </p:nvSpPr>
        <p:spPr>
          <a:xfrm>
            <a:off x="15781526" y="6774178"/>
            <a:ext cx="10162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7" name="Connector 8984"/>
          <p:cNvSpPr/>
          <p:nvPr/>
        </p:nvSpPr>
        <p:spPr>
          <a:xfrm flipH="1">
            <a:off x="15781528" y="7132319"/>
            <a:ext cx="1016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8" name="Connector 8985"/>
          <p:cNvSpPr/>
          <p:nvPr/>
        </p:nvSpPr>
        <p:spPr>
          <a:xfrm flipH="1">
            <a:off x="15751047" y="7490459"/>
            <a:ext cx="30481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9" name="Connector 8986"/>
          <p:cNvSpPr/>
          <p:nvPr/>
        </p:nvSpPr>
        <p:spPr>
          <a:xfrm flipH="1">
            <a:off x="15700247" y="7848599"/>
            <a:ext cx="50801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0" name="Connector 8987"/>
          <p:cNvSpPr/>
          <p:nvPr/>
        </p:nvSpPr>
        <p:spPr>
          <a:xfrm flipH="1">
            <a:off x="15629128" y="8206740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1" name="Connector 8988"/>
          <p:cNvSpPr/>
          <p:nvPr/>
        </p:nvSpPr>
        <p:spPr>
          <a:xfrm flipH="1">
            <a:off x="15537687" y="8564880"/>
            <a:ext cx="91442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2" name="Connector 8989"/>
          <p:cNvSpPr/>
          <p:nvPr/>
        </p:nvSpPr>
        <p:spPr>
          <a:xfrm flipH="1">
            <a:off x="15425928" y="8923019"/>
            <a:ext cx="111760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3" name="Connector 8990"/>
          <p:cNvSpPr/>
          <p:nvPr/>
        </p:nvSpPr>
        <p:spPr>
          <a:xfrm>
            <a:off x="15425928" y="4983479"/>
            <a:ext cx="12573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4" name="Connector 8991"/>
          <p:cNvSpPr/>
          <p:nvPr/>
        </p:nvSpPr>
        <p:spPr>
          <a:xfrm>
            <a:off x="15551656" y="5413247"/>
            <a:ext cx="102872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5" name="Connector 8992"/>
          <p:cNvSpPr/>
          <p:nvPr/>
        </p:nvSpPr>
        <p:spPr>
          <a:xfrm>
            <a:off x="15654528" y="5843015"/>
            <a:ext cx="8001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6" name="Connector 8993"/>
          <p:cNvSpPr/>
          <p:nvPr/>
        </p:nvSpPr>
        <p:spPr>
          <a:xfrm>
            <a:off x="15734537" y="6272784"/>
            <a:ext cx="5715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7" name="Connector 8994"/>
          <p:cNvSpPr/>
          <p:nvPr/>
        </p:nvSpPr>
        <p:spPr>
          <a:xfrm>
            <a:off x="15791687" y="6702552"/>
            <a:ext cx="3429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8" name="Connector 8995"/>
          <p:cNvSpPr/>
          <p:nvPr/>
        </p:nvSpPr>
        <p:spPr>
          <a:xfrm>
            <a:off x="15825976" y="7132319"/>
            <a:ext cx="11432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9" name="Connector 8996"/>
          <p:cNvSpPr/>
          <p:nvPr/>
        </p:nvSpPr>
        <p:spPr>
          <a:xfrm flipH="1">
            <a:off x="15825978" y="7562088"/>
            <a:ext cx="1143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0" name="Connector 8997"/>
          <p:cNvSpPr/>
          <p:nvPr/>
        </p:nvSpPr>
        <p:spPr>
          <a:xfrm flipH="1">
            <a:off x="15791687" y="7991856"/>
            <a:ext cx="3429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1" name="Connector 8998"/>
          <p:cNvSpPr/>
          <p:nvPr/>
        </p:nvSpPr>
        <p:spPr>
          <a:xfrm flipH="1">
            <a:off x="15734537" y="8421623"/>
            <a:ext cx="5715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2" name="Connector 8999"/>
          <p:cNvSpPr/>
          <p:nvPr/>
        </p:nvSpPr>
        <p:spPr>
          <a:xfrm flipH="1">
            <a:off x="15654528" y="8851392"/>
            <a:ext cx="8001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3" name="Connector 9000"/>
          <p:cNvSpPr/>
          <p:nvPr/>
        </p:nvSpPr>
        <p:spPr>
          <a:xfrm flipH="1">
            <a:off x="15551658" y="9281159"/>
            <a:ext cx="10287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4" name="Connector 9001"/>
          <p:cNvSpPr/>
          <p:nvPr/>
        </p:nvSpPr>
        <p:spPr>
          <a:xfrm flipH="1">
            <a:off x="15425929" y="9710928"/>
            <a:ext cx="12573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5" name="Connector 9002"/>
          <p:cNvSpPr/>
          <p:nvPr/>
        </p:nvSpPr>
        <p:spPr>
          <a:xfrm>
            <a:off x="15425928" y="4983479"/>
            <a:ext cx="139700" cy="50139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6" name="Connector 9003"/>
          <p:cNvSpPr/>
          <p:nvPr/>
        </p:nvSpPr>
        <p:spPr>
          <a:xfrm>
            <a:off x="15565626" y="5484874"/>
            <a:ext cx="114302" cy="50139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7" name="Connector 9004"/>
          <p:cNvSpPr/>
          <p:nvPr/>
        </p:nvSpPr>
        <p:spPr>
          <a:xfrm>
            <a:off x="15679928" y="5986271"/>
            <a:ext cx="889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8" name="Connector 9005"/>
          <p:cNvSpPr/>
          <p:nvPr/>
        </p:nvSpPr>
        <p:spPr>
          <a:xfrm>
            <a:off x="15768828" y="6487667"/>
            <a:ext cx="635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9" name="Connector 9006"/>
          <p:cNvSpPr/>
          <p:nvPr/>
        </p:nvSpPr>
        <p:spPr>
          <a:xfrm>
            <a:off x="15832328" y="6989064"/>
            <a:ext cx="38100" cy="50139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0" name="Connector 9007"/>
          <p:cNvSpPr/>
          <p:nvPr/>
        </p:nvSpPr>
        <p:spPr>
          <a:xfrm>
            <a:off x="15870426" y="7490459"/>
            <a:ext cx="12702" cy="50139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1" name="Connector 9008"/>
          <p:cNvSpPr/>
          <p:nvPr/>
        </p:nvSpPr>
        <p:spPr>
          <a:xfrm flipH="1">
            <a:off x="15870428" y="7991856"/>
            <a:ext cx="127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2" name="Connector 9009"/>
          <p:cNvSpPr/>
          <p:nvPr/>
        </p:nvSpPr>
        <p:spPr>
          <a:xfrm flipH="1">
            <a:off x="15832328" y="8493252"/>
            <a:ext cx="381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3" name="Connector 9010"/>
          <p:cNvSpPr/>
          <p:nvPr/>
        </p:nvSpPr>
        <p:spPr>
          <a:xfrm flipH="1">
            <a:off x="15768828" y="8994647"/>
            <a:ext cx="635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4" name="Connector 9011"/>
          <p:cNvSpPr/>
          <p:nvPr/>
        </p:nvSpPr>
        <p:spPr>
          <a:xfrm flipH="1">
            <a:off x="15679928" y="9496043"/>
            <a:ext cx="88901" cy="50139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5" name="Connector 9012"/>
          <p:cNvSpPr/>
          <p:nvPr/>
        </p:nvSpPr>
        <p:spPr>
          <a:xfrm flipH="1">
            <a:off x="15565626" y="9997440"/>
            <a:ext cx="114302" cy="50139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6" name="Connector 9013"/>
          <p:cNvSpPr/>
          <p:nvPr/>
        </p:nvSpPr>
        <p:spPr>
          <a:xfrm flipH="1">
            <a:off x="15425928" y="10498835"/>
            <a:ext cx="139700" cy="50139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7" name="Connector 9014"/>
          <p:cNvSpPr/>
          <p:nvPr/>
        </p:nvSpPr>
        <p:spPr>
          <a:xfrm>
            <a:off x="15425928" y="5843015"/>
            <a:ext cx="55880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8" name="Connector 9015"/>
          <p:cNvSpPr/>
          <p:nvPr/>
        </p:nvSpPr>
        <p:spPr>
          <a:xfrm>
            <a:off x="15481806" y="5914644"/>
            <a:ext cx="45722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9" name="Connector 9016"/>
          <p:cNvSpPr/>
          <p:nvPr/>
        </p:nvSpPr>
        <p:spPr>
          <a:xfrm>
            <a:off x="15527528" y="5986271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0" name="Connector 9017"/>
          <p:cNvSpPr/>
          <p:nvPr/>
        </p:nvSpPr>
        <p:spPr>
          <a:xfrm>
            <a:off x="15563087" y="6057900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1" name="Connector 9018"/>
          <p:cNvSpPr/>
          <p:nvPr/>
        </p:nvSpPr>
        <p:spPr>
          <a:xfrm>
            <a:off x="15588487" y="6129528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2" name="Connector 9019"/>
          <p:cNvSpPr/>
          <p:nvPr/>
        </p:nvSpPr>
        <p:spPr>
          <a:xfrm>
            <a:off x="15603728" y="6201155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3" name="Connector 9020"/>
          <p:cNvSpPr/>
          <p:nvPr/>
        </p:nvSpPr>
        <p:spPr>
          <a:xfrm flipH="1">
            <a:off x="15603728" y="6272784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4" name="Connector 9021"/>
          <p:cNvSpPr/>
          <p:nvPr/>
        </p:nvSpPr>
        <p:spPr>
          <a:xfrm flipH="1">
            <a:off x="15588487" y="6344411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5" name="Connector 9022"/>
          <p:cNvSpPr/>
          <p:nvPr/>
        </p:nvSpPr>
        <p:spPr>
          <a:xfrm flipH="1">
            <a:off x="15563087" y="6416040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6" name="Connector 9023"/>
          <p:cNvSpPr/>
          <p:nvPr/>
        </p:nvSpPr>
        <p:spPr>
          <a:xfrm flipH="1">
            <a:off x="15527528" y="6487667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7" name="Connector 9024"/>
          <p:cNvSpPr/>
          <p:nvPr/>
        </p:nvSpPr>
        <p:spPr>
          <a:xfrm flipH="1">
            <a:off x="15481806" y="6559295"/>
            <a:ext cx="45722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8" name="Connector 9025"/>
          <p:cNvSpPr/>
          <p:nvPr/>
        </p:nvSpPr>
        <p:spPr>
          <a:xfrm flipH="1">
            <a:off x="15425928" y="6630923"/>
            <a:ext cx="55880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9" name="Connector 9026"/>
          <p:cNvSpPr/>
          <p:nvPr/>
        </p:nvSpPr>
        <p:spPr>
          <a:xfrm>
            <a:off x="15425928" y="5843015"/>
            <a:ext cx="698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0" name="Connector 9027"/>
          <p:cNvSpPr/>
          <p:nvPr/>
        </p:nvSpPr>
        <p:spPr>
          <a:xfrm>
            <a:off x="15495776" y="5986271"/>
            <a:ext cx="571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1" name="Connector 9028"/>
          <p:cNvSpPr/>
          <p:nvPr/>
        </p:nvSpPr>
        <p:spPr>
          <a:xfrm>
            <a:off x="15552928" y="6129528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2" name="Connector 9029"/>
          <p:cNvSpPr/>
          <p:nvPr/>
        </p:nvSpPr>
        <p:spPr>
          <a:xfrm>
            <a:off x="15597378" y="6272784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3" name="Connector 9030"/>
          <p:cNvSpPr/>
          <p:nvPr/>
        </p:nvSpPr>
        <p:spPr>
          <a:xfrm>
            <a:off x="15629128" y="6416040"/>
            <a:ext cx="190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4" name="Connector 9031"/>
          <p:cNvSpPr/>
          <p:nvPr/>
        </p:nvSpPr>
        <p:spPr>
          <a:xfrm>
            <a:off x="15648176" y="6559295"/>
            <a:ext cx="63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5" name="Connector 9032"/>
          <p:cNvSpPr/>
          <p:nvPr/>
        </p:nvSpPr>
        <p:spPr>
          <a:xfrm flipH="1">
            <a:off x="15648178" y="6702552"/>
            <a:ext cx="63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6" name="Connector 9033"/>
          <p:cNvSpPr/>
          <p:nvPr/>
        </p:nvSpPr>
        <p:spPr>
          <a:xfrm flipH="1">
            <a:off x="15629128" y="6845807"/>
            <a:ext cx="190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7" name="Connector 9034"/>
          <p:cNvSpPr/>
          <p:nvPr/>
        </p:nvSpPr>
        <p:spPr>
          <a:xfrm flipH="1">
            <a:off x="15597378" y="6989064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8" name="Connector 9035"/>
          <p:cNvSpPr/>
          <p:nvPr/>
        </p:nvSpPr>
        <p:spPr>
          <a:xfrm flipH="1">
            <a:off x="15552928" y="7132319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9" name="Connector 9036"/>
          <p:cNvSpPr/>
          <p:nvPr/>
        </p:nvSpPr>
        <p:spPr>
          <a:xfrm flipH="1">
            <a:off x="15495776" y="7275576"/>
            <a:ext cx="571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0" name="Connector 9037"/>
          <p:cNvSpPr/>
          <p:nvPr/>
        </p:nvSpPr>
        <p:spPr>
          <a:xfrm flipH="1">
            <a:off x="15425928" y="7418831"/>
            <a:ext cx="698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1" name="Connector 9038"/>
          <p:cNvSpPr/>
          <p:nvPr/>
        </p:nvSpPr>
        <p:spPr>
          <a:xfrm>
            <a:off x="15425928" y="5843015"/>
            <a:ext cx="83821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2" name="Connector 9039"/>
          <p:cNvSpPr/>
          <p:nvPr/>
        </p:nvSpPr>
        <p:spPr>
          <a:xfrm>
            <a:off x="15509747" y="6057898"/>
            <a:ext cx="68581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3" name="Connector 9040"/>
          <p:cNvSpPr/>
          <p:nvPr/>
        </p:nvSpPr>
        <p:spPr>
          <a:xfrm>
            <a:off x="15578328" y="6272784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4" name="Connector 9041"/>
          <p:cNvSpPr/>
          <p:nvPr/>
        </p:nvSpPr>
        <p:spPr>
          <a:xfrm>
            <a:off x="15631667" y="6487667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5" name="Connector 9042"/>
          <p:cNvSpPr/>
          <p:nvPr/>
        </p:nvSpPr>
        <p:spPr>
          <a:xfrm>
            <a:off x="15669767" y="6702552"/>
            <a:ext cx="22860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6" name="Connector 9043"/>
          <p:cNvSpPr/>
          <p:nvPr/>
        </p:nvSpPr>
        <p:spPr>
          <a:xfrm>
            <a:off x="15692626" y="6917435"/>
            <a:ext cx="7622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7" name="Connector 9044"/>
          <p:cNvSpPr/>
          <p:nvPr/>
        </p:nvSpPr>
        <p:spPr>
          <a:xfrm flipH="1">
            <a:off x="15692626" y="7132319"/>
            <a:ext cx="762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8" name="Connector 9045"/>
          <p:cNvSpPr/>
          <p:nvPr/>
        </p:nvSpPr>
        <p:spPr>
          <a:xfrm flipH="1">
            <a:off x="15669767" y="7347204"/>
            <a:ext cx="2286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9" name="Connector 9046"/>
          <p:cNvSpPr/>
          <p:nvPr/>
        </p:nvSpPr>
        <p:spPr>
          <a:xfrm flipH="1">
            <a:off x="15631667" y="7562088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0" name="Connector 9047"/>
          <p:cNvSpPr/>
          <p:nvPr/>
        </p:nvSpPr>
        <p:spPr>
          <a:xfrm flipH="1">
            <a:off x="15578327" y="7776971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1" name="Connector 9048"/>
          <p:cNvSpPr/>
          <p:nvPr/>
        </p:nvSpPr>
        <p:spPr>
          <a:xfrm flipH="1">
            <a:off x="15509747" y="7991856"/>
            <a:ext cx="6858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2" name="Connector 9049"/>
          <p:cNvSpPr/>
          <p:nvPr/>
        </p:nvSpPr>
        <p:spPr>
          <a:xfrm flipH="1">
            <a:off x="15425928" y="8206740"/>
            <a:ext cx="838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3" name="Connector 9050"/>
          <p:cNvSpPr/>
          <p:nvPr/>
        </p:nvSpPr>
        <p:spPr>
          <a:xfrm>
            <a:off x="15425928" y="5843015"/>
            <a:ext cx="97790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4" name="Connector 9051"/>
          <p:cNvSpPr/>
          <p:nvPr/>
        </p:nvSpPr>
        <p:spPr>
          <a:xfrm>
            <a:off x="15523717" y="6129527"/>
            <a:ext cx="80012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5" name="Connector 9052"/>
          <p:cNvSpPr/>
          <p:nvPr/>
        </p:nvSpPr>
        <p:spPr>
          <a:xfrm>
            <a:off x="15603728" y="6416040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6" name="Connector 9053"/>
          <p:cNvSpPr/>
          <p:nvPr/>
        </p:nvSpPr>
        <p:spPr>
          <a:xfrm>
            <a:off x="15665958" y="6702552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7" name="Connector 9054"/>
          <p:cNvSpPr/>
          <p:nvPr/>
        </p:nvSpPr>
        <p:spPr>
          <a:xfrm>
            <a:off x="15710408" y="6989064"/>
            <a:ext cx="26670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8" name="Connector 9055"/>
          <p:cNvSpPr/>
          <p:nvPr/>
        </p:nvSpPr>
        <p:spPr>
          <a:xfrm>
            <a:off x="15737076" y="7275575"/>
            <a:ext cx="8891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9" name="Connector 9056"/>
          <p:cNvSpPr/>
          <p:nvPr/>
        </p:nvSpPr>
        <p:spPr>
          <a:xfrm flipH="1">
            <a:off x="15737078" y="7562088"/>
            <a:ext cx="8890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0" name="Connector 9057"/>
          <p:cNvSpPr/>
          <p:nvPr/>
        </p:nvSpPr>
        <p:spPr>
          <a:xfrm flipH="1">
            <a:off x="15710409" y="7848599"/>
            <a:ext cx="26670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1" name="Connector 9058"/>
          <p:cNvSpPr/>
          <p:nvPr/>
        </p:nvSpPr>
        <p:spPr>
          <a:xfrm flipH="1">
            <a:off x="15665958" y="8135111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2" name="Connector 9059"/>
          <p:cNvSpPr/>
          <p:nvPr/>
        </p:nvSpPr>
        <p:spPr>
          <a:xfrm flipH="1">
            <a:off x="15603728" y="8421623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3" name="Connector 9060"/>
          <p:cNvSpPr/>
          <p:nvPr/>
        </p:nvSpPr>
        <p:spPr>
          <a:xfrm flipH="1">
            <a:off x="15523717" y="8708135"/>
            <a:ext cx="80012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4" name="Connector 9061"/>
          <p:cNvSpPr/>
          <p:nvPr/>
        </p:nvSpPr>
        <p:spPr>
          <a:xfrm flipH="1">
            <a:off x="15425928" y="8994647"/>
            <a:ext cx="9779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5" name="Connector 9062"/>
          <p:cNvSpPr/>
          <p:nvPr/>
        </p:nvSpPr>
        <p:spPr>
          <a:xfrm>
            <a:off x="15425928" y="5843015"/>
            <a:ext cx="111760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6" name="Connector 9063"/>
          <p:cNvSpPr/>
          <p:nvPr/>
        </p:nvSpPr>
        <p:spPr>
          <a:xfrm>
            <a:off x="15537687" y="6201154"/>
            <a:ext cx="91442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7" name="Connector 9064"/>
          <p:cNvSpPr/>
          <p:nvPr/>
        </p:nvSpPr>
        <p:spPr>
          <a:xfrm>
            <a:off x="15629128" y="6559295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8" name="Connector 9065"/>
          <p:cNvSpPr/>
          <p:nvPr/>
        </p:nvSpPr>
        <p:spPr>
          <a:xfrm>
            <a:off x="15700247" y="6917435"/>
            <a:ext cx="5080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9" name="Connector 9066"/>
          <p:cNvSpPr/>
          <p:nvPr/>
        </p:nvSpPr>
        <p:spPr>
          <a:xfrm>
            <a:off x="15751047" y="7275576"/>
            <a:ext cx="30479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0" name="Connector 9067"/>
          <p:cNvSpPr/>
          <p:nvPr/>
        </p:nvSpPr>
        <p:spPr>
          <a:xfrm>
            <a:off x="15781526" y="7633714"/>
            <a:ext cx="10162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1" name="Connector 9068"/>
          <p:cNvSpPr/>
          <p:nvPr/>
        </p:nvSpPr>
        <p:spPr>
          <a:xfrm flipH="1">
            <a:off x="15781528" y="7991856"/>
            <a:ext cx="1016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2" name="Connector 9069"/>
          <p:cNvSpPr/>
          <p:nvPr/>
        </p:nvSpPr>
        <p:spPr>
          <a:xfrm flipH="1">
            <a:off x="15751047" y="8349995"/>
            <a:ext cx="3048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3" name="Connector 9070"/>
          <p:cNvSpPr/>
          <p:nvPr/>
        </p:nvSpPr>
        <p:spPr>
          <a:xfrm flipH="1">
            <a:off x="15700247" y="8708135"/>
            <a:ext cx="5080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4" name="Connector 9071"/>
          <p:cNvSpPr/>
          <p:nvPr/>
        </p:nvSpPr>
        <p:spPr>
          <a:xfrm flipH="1">
            <a:off x="15629128" y="9066276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5" name="Connector 9072"/>
          <p:cNvSpPr/>
          <p:nvPr/>
        </p:nvSpPr>
        <p:spPr>
          <a:xfrm flipH="1">
            <a:off x="15537687" y="9424416"/>
            <a:ext cx="91442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6" name="Connector 9073"/>
          <p:cNvSpPr/>
          <p:nvPr/>
        </p:nvSpPr>
        <p:spPr>
          <a:xfrm flipH="1">
            <a:off x="15425928" y="9782556"/>
            <a:ext cx="111760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7" name="Connector 9074"/>
          <p:cNvSpPr/>
          <p:nvPr/>
        </p:nvSpPr>
        <p:spPr>
          <a:xfrm>
            <a:off x="15425928" y="5843015"/>
            <a:ext cx="125730" cy="42976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8" name="Connector 9075"/>
          <p:cNvSpPr/>
          <p:nvPr/>
        </p:nvSpPr>
        <p:spPr>
          <a:xfrm>
            <a:off x="15551656" y="6272782"/>
            <a:ext cx="102872" cy="42977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9" name="Connector 9076"/>
          <p:cNvSpPr/>
          <p:nvPr/>
        </p:nvSpPr>
        <p:spPr>
          <a:xfrm>
            <a:off x="15654528" y="6702552"/>
            <a:ext cx="8001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0" name="Connector 9077"/>
          <p:cNvSpPr/>
          <p:nvPr/>
        </p:nvSpPr>
        <p:spPr>
          <a:xfrm>
            <a:off x="15734537" y="7132319"/>
            <a:ext cx="5715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1" name="Connector 9078"/>
          <p:cNvSpPr/>
          <p:nvPr/>
        </p:nvSpPr>
        <p:spPr>
          <a:xfrm>
            <a:off x="15791687" y="7562088"/>
            <a:ext cx="3429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2" name="Connector 9079"/>
          <p:cNvSpPr/>
          <p:nvPr/>
        </p:nvSpPr>
        <p:spPr>
          <a:xfrm>
            <a:off x="15825976" y="7991856"/>
            <a:ext cx="11432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3" name="Connector 9080"/>
          <p:cNvSpPr/>
          <p:nvPr/>
        </p:nvSpPr>
        <p:spPr>
          <a:xfrm flipH="1">
            <a:off x="15825978" y="8421623"/>
            <a:ext cx="1143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4" name="Connector 9081"/>
          <p:cNvSpPr/>
          <p:nvPr/>
        </p:nvSpPr>
        <p:spPr>
          <a:xfrm flipH="1">
            <a:off x="15791687" y="8851392"/>
            <a:ext cx="3429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5" name="Connector 9082"/>
          <p:cNvSpPr/>
          <p:nvPr/>
        </p:nvSpPr>
        <p:spPr>
          <a:xfrm flipH="1">
            <a:off x="15734537" y="9281159"/>
            <a:ext cx="5715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6" name="Connector 9083"/>
          <p:cNvSpPr/>
          <p:nvPr/>
        </p:nvSpPr>
        <p:spPr>
          <a:xfrm flipH="1">
            <a:off x="15654528" y="9710928"/>
            <a:ext cx="8001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7" name="Connector 9084"/>
          <p:cNvSpPr/>
          <p:nvPr/>
        </p:nvSpPr>
        <p:spPr>
          <a:xfrm flipH="1">
            <a:off x="15551658" y="10140695"/>
            <a:ext cx="102871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8" name="Connector 9085"/>
          <p:cNvSpPr/>
          <p:nvPr/>
        </p:nvSpPr>
        <p:spPr>
          <a:xfrm flipH="1">
            <a:off x="15425929" y="10570464"/>
            <a:ext cx="125730" cy="42976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9" name="Connector 9086"/>
          <p:cNvSpPr/>
          <p:nvPr/>
        </p:nvSpPr>
        <p:spPr>
          <a:xfrm>
            <a:off x="15425928" y="6702552"/>
            <a:ext cx="5588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0" name="Connector 9087"/>
          <p:cNvSpPr/>
          <p:nvPr/>
        </p:nvSpPr>
        <p:spPr>
          <a:xfrm>
            <a:off x="15481806" y="6774178"/>
            <a:ext cx="4572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1" name="Connector 9088"/>
          <p:cNvSpPr/>
          <p:nvPr/>
        </p:nvSpPr>
        <p:spPr>
          <a:xfrm>
            <a:off x="15527528" y="6845807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2" name="Connector 9089"/>
          <p:cNvSpPr/>
          <p:nvPr/>
        </p:nvSpPr>
        <p:spPr>
          <a:xfrm>
            <a:off x="15563087" y="6917435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3" name="Connector 9090"/>
          <p:cNvSpPr/>
          <p:nvPr/>
        </p:nvSpPr>
        <p:spPr>
          <a:xfrm>
            <a:off x="15588487" y="6989064"/>
            <a:ext cx="1524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4" name="Connector 9091"/>
          <p:cNvSpPr/>
          <p:nvPr/>
        </p:nvSpPr>
        <p:spPr>
          <a:xfrm>
            <a:off x="15603728" y="7060690"/>
            <a:ext cx="50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5" name="Connector 9092"/>
          <p:cNvSpPr/>
          <p:nvPr/>
        </p:nvSpPr>
        <p:spPr>
          <a:xfrm flipH="1">
            <a:off x="15603728" y="7132319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6" name="Connector 9093"/>
          <p:cNvSpPr/>
          <p:nvPr/>
        </p:nvSpPr>
        <p:spPr>
          <a:xfrm flipH="1">
            <a:off x="15588487" y="7203947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7" name="Connector 9094"/>
          <p:cNvSpPr/>
          <p:nvPr/>
        </p:nvSpPr>
        <p:spPr>
          <a:xfrm flipH="1">
            <a:off x="15563087" y="7275576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8" name="Connector 9095"/>
          <p:cNvSpPr/>
          <p:nvPr/>
        </p:nvSpPr>
        <p:spPr>
          <a:xfrm flipH="1">
            <a:off x="15527528" y="7347204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9" name="Connector 9096"/>
          <p:cNvSpPr/>
          <p:nvPr/>
        </p:nvSpPr>
        <p:spPr>
          <a:xfrm flipH="1">
            <a:off x="15481806" y="7418831"/>
            <a:ext cx="45722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0" name="Connector 9097"/>
          <p:cNvSpPr/>
          <p:nvPr/>
        </p:nvSpPr>
        <p:spPr>
          <a:xfrm flipH="1">
            <a:off x="15425928" y="7490459"/>
            <a:ext cx="55880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1" name="Connector 9098"/>
          <p:cNvSpPr/>
          <p:nvPr/>
        </p:nvSpPr>
        <p:spPr>
          <a:xfrm>
            <a:off x="15425928" y="6702552"/>
            <a:ext cx="698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2" name="Connector 9099"/>
          <p:cNvSpPr/>
          <p:nvPr/>
        </p:nvSpPr>
        <p:spPr>
          <a:xfrm>
            <a:off x="15495776" y="6845807"/>
            <a:ext cx="571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3" name="Connector 9100"/>
          <p:cNvSpPr/>
          <p:nvPr/>
        </p:nvSpPr>
        <p:spPr>
          <a:xfrm>
            <a:off x="15552928" y="6989064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4" name="Connector 9101"/>
          <p:cNvSpPr/>
          <p:nvPr/>
        </p:nvSpPr>
        <p:spPr>
          <a:xfrm>
            <a:off x="15597378" y="7132319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5" name="Connector 9102"/>
          <p:cNvSpPr/>
          <p:nvPr/>
        </p:nvSpPr>
        <p:spPr>
          <a:xfrm>
            <a:off x="15629128" y="7275576"/>
            <a:ext cx="190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6" name="Connector 9103"/>
          <p:cNvSpPr/>
          <p:nvPr/>
        </p:nvSpPr>
        <p:spPr>
          <a:xfrm>
            <a:off x="15648176" y="7418831"/>
            <a:ext cx="63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7" name="Connector 9104"/>
          <p:cNvSpPr/>
          <p:nvPr/>
        </p:nvSpPr>
        <p:spPr>
          <a:xfrm flipH="1">
            <a:off x="15648178" y="7562088"/>
            <a:ext cx="6351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8" name="Connector 9105"/>
          <p:cNvSpPr/>
          <p:nvPr/>
        </p:nvSpPr>
        <p:spPr>
          <a:xfrm flipH="1">
            <a:off x="15629128" y="7705342"/>
            <a:ext cx="19051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9" name="Connector 9106"/>
          <p:cNvSpPr/>
          <p:nvPr/>
        </p:nvSpPr>
        <p:spPr>
          <a:xfrm flipH="1">
            <a:off x="15597378" y="7848600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0" name="Connector 9107"/>
          <p:cNvSpPr/>
          <p:nvPr/>
        </p:nvSpPr>
        <p:spPr>
          <a:xfrm flipH="1">
            <a:off x="15552928" y="7991856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1" name="Connector 9108"/>
          <p:cNvSpPr/>
          <p:nvPr/>
        </p:nvSpPr>
        <p:spPr>
          <a:xfrm flipH="1">
            <a:off x="15495776" y="8135111"/>
            <a:ext cx="57152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2" name="Connector 9109"/>
          <p:cNvSpPr/>
          <p:nvPr/>
        </p:nvSpPr>
        <p:spPr>
          <a:xfrm flipH="1">
            <a:off x="15425928" y="8278366"/>
            <a:ext cx="69850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3" name="Connector 9110"/>
          <p:cNvSpPr/>
          <p:nvPr/>
        </p:nvSpPr>
        <p:spPr>
          <a:xfrm>
            <a:off x="15425928" y="6702552"/>
            <a:ext cx="838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4" name="Connector 9111"/>
          <p:cNvSpPr/>
          <p:nvPr/>
        </p:nvSpPr>
        <p:spPr>
          <a:xfrm>
            <a:off x="15509747" y="6917435"/>
            <a:ext cx="6858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5" name="Connector 9112"/>
          <p:cNvSpPr/>
          <p:nvPr/>
        </p:nvSpPr>
        <p:spPr>
          <a:xfrm>
            <a:off x="15578328" y="7132319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6" name="Connector 9113"/>
          <p:cNvSpPr/>
          <p:nvPr/>
        </p:nvSpPr>
        <p:spPr>
          <a:xfrm>
            <a:off x="15631667" y="7347204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7" name="Connector 9114"/>
          <p:cNvSpPr/>
          <p:nvPr/>
        </p:nvSpPr>
        <p:spPr>
          <a:xfrm>
            <a:off x="15669767" y="7562088"/>
            <a:ext cx="22860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8" name="Connector 9115"/>
          <p:cNvSpPr/>
          <p:nvPr/>
        </p:nvSpPr>
        <p:spPr>
          <a:xfrm>
            <a:off x="15692626" y="7776971"/>
            <a:ext cx="7622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9" name="Connector 9116"/>
          <p:cNvSpPr/>
          <p:nvPr/>
        </p:nvSpPr>
        <p:spPr>
          <a:xfrm flipH="1">
            <a:off x="15692626" y="7991856"/>
            <a:ext cx="762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0" name="Connector 9117"/>
          <p:cNvSpPr/>
          <p:nvPr/>
        </p:nvSpPr>
        <p:spPr>
          <a:xfrm flipH="1">
            <a:off x="15669767" y="8206740"/>
            <a:ext cx="2286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1" name="Connector 9118"/>
          <p:cNvSpPr/>
          <p:nvPr/>
        </p:nvSpPr>
        <p:spPr>
          <a:xfrm flipH="1">
            <a:off x="15631667" y="8421623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2" name="Connector 9119"/>
          <p:cNvSpPr/>
          <p:nvPr/>
        </p:nvSpPr>
        <p:spPr>
          <a:xfrm flipH="1">
            <a:off x="15578327" y="8636507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3" name="Connector 9120"/>
          <p:cNvSpPr/>
          <p:nvPr/>
        </p:nvSpPr>
        <p:spPr>
          <a:xfrm flipH="1">
            <a:off x="15509747" y="8851392"/>
            <a:ext cx="6858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4" name="Connector 9121"/>
          <p:cNvSpPr/>
          <p:nvPr/>
        </p:nvSpPr>
        <p:spPr>
          <a:xfrm flipH="1">
            <a:off x="15425928" y="9066276"/>
            <a:ext cx="838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5" name="Connector 9122"/>
          <p:cNvSpPr/>
          <p:nvPr/>
        </p:nvSpPr>
        <p:spPr>
          <a:xfrm>
            <a:off x="15425928" y="6702552"/>
            <a:ext cx="97790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6" name="Connector 9123"/>
          <p:cNvSpPr/>
          <p:nvPr/>
        </p:nvSpPr>
        <p:spPr>
          <a:xfrm>
            <a:off x="15523717" y="6989063"/>
            <a:ext cx="80012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7" name="Connector 9124"/>
          <p:cNvSpPr/>
          <p:nvPr/>
        </p:nvSpPr>
        <p:spPr>
          <a:xfrm>
            <a:off x="15603728" y="7275576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8" name="Connector 9125"/>
          <p:cNvSpPr/>
          <p:nvPr/>
        </p:nvSpPr>
        <p:spPr>
          <a:xfrm>
            <a:off x="15665958" y="7562088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19" name="Connector 9126"/>
          <p:cNvSpPr/>
          <p:nvPr/>
        </p:nvSpPr>
        <p:spPr>
          <a:xfrm>
            <a:off x="15710408" y="7848600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0" name="Connector 9127"/>
          <p:cNvSpPr/>
          <p:nvPr/>
        </p:nvSpPr>
        <p:spPr>
          <a:xfrm>
            <a:off x="15737076" y="8135111"/>
            <a:ext cx="889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1" name="Connector 9128"/>
          <p:cNvSpPr/>
          <p:nvPr/>
        </p:nvSpPr>
        <p:spPr>
          <a:xfrm flipH="1">
            <a:off x="15737078" y="8421623"/>
            <a:ext cx="889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2" name="Connector 9129"/>
          <p:cNvSpPr/>
          <p:nvPr/>
        </p:nvSpPr>
        <p:spPr>
          <a:xfrm flipH="1">
            <a:off x="15710409" y="8708135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3" name="Connector 9130"/>
          <p:cNvSpPr/>
          <p:nvPr/>
        </p:nvSpPr>
        <p:spPr>
          <a:xfrm flipH="1">
            <a:off x="15665958" y="8994647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4" name="Connector 9131"/>
          <p:cNvSpPr/>
          <p:nvPr/>
        </p:nvSpPr>
        <p:spPr>
          <a:xfrm flipH="1">
            <a:off x="15603728" y="9281159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5" name="Connector 9132"/>
          <p:cNvSpPr/>
          <p:nvPr/>
        </p:nvSpPr>
        <p:spPr>
          <a:xfrm flipH="1">
            <a:off x="15523717" y="9567671"/>
            <a:ext cx="80012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6" name="Connector 9133"/>
          <p:cNvSpPr/>
          <p:nvPr/>
        </p:nvSpPr>
        <p:spPr>
          <a:xfrm flipH="1">
            <a:off x="15425928" y="9854183"/>
            <a:ext cx="97790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7" name="Connector 9134"/>
          <p:cNvSpPr/>
          <p:nvPr/>
        </p:nvSpPr>
        <p:spPr>
          <a:xfrm>
            <a:off x="15425928" y="6702552"/>
            <a:ext cx="111760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8" name="Connector 9135"/>
          <p:cNvSpPr/>
          <p:nvPr/>
        </p:nvSpPr>
        <p:spPr>
          <a:xfrm>
            <a:off x="15537687" y="7060692"/>
            <a:ext cx="91442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9" name="Connector 9136"/>
          <p:cNvSpPr/>
          <p:nvPr/>
        </p:nvSpPr>
        <p:spPr>
          <a:xfrm>
            <a:off x="15629128" y="7418831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0" name="Connector 9137"/>
          <p:cNvSpPr/>
          <p:nvPr/>
        </p:nvSpPr>
        <p:spPr>
          <a:xfrm>
            <a:off x="15700247" y="7776971"/>
            <a:ext cx="5080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1" name="Connector 9138"/>
          <p:cNvSpPr/>
          <p:nvPr/>
        </p:nvSpPr>
        <p:spPr>
          <a:xfrm>
            <a:off x="15751047" y="8135111"/>
            <a:ext cx="30479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2" name="Connector 9139"/>
          <p:cNvSpPr/>
          <p:nvPr/>
        </p:nvSpPr>
        <p:spPr>
          <a:xfrm>
            <a:off x="15781526" y="8493251"/>
            <a:ext cx="10162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3" name="Connector 9140"/>
          <p:cNvSpPr/>
          <p:nvPr/>
        </p:nvSpPr>
        <p:spPr>
          <a:xfrm flipH="1">
            <a:off x="15781528" y="8851392"/>
            <a:ext cx="1016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4" name="Connector 9141"/>
          <p:cNvSpPr/>
          <p:nvPr/>
        </p:nvSpPr>
        <p:spPr>
          <a:xfrm flipH="1">
            <a:off x="15751047" y="9209531"/>
            <a:ext cx="3048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5" name="Connector 9142"/>
          <p:cNvSpPr/>
          <p:nvPr/>
        </p:nvSpPr>
        <p:spPr>
          <a:xfrm flipH="1">
            <a:off x="15700247" y="9567671"/>
            <a:ext cx="5080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6" name="Connector 9143"/>
          <p:cNvSpPr/>
          <p:nvPr/>
        </p:nvSpPr>
        <p:spPr>
          <a:xfrm flipH="1">
            <a:off x="15629128" y="9925811"/>
            <a:ext cx="71121" cy="358141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7" name="Connector 9144"/>
          <p:cNvSpPr/>
          <p:nvPr/>
        </p:nvSpPr>
        <p:spPr>
          <a:xfrm flipH="1">
            <a:off x="15537687" y="10283952"/>
            <a:ext cx="91442" cy="35814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8" name="Connector 9145"/>
          <p:cNvSpPr/>
          <p:nvPr/>
        </p:nvSpPr>
        <p:spPr>
          <a:xfrm flipH="1">
            <a:off x="15425928" y="10642090"/>
            <a:ext cx="111760" cy="35814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9" name="Connector 9146"/>
          <p:cNvSpPr/>
          <p:nvPr/>
        </p:nvSpPr>
        <p:spPr>
          <a:xfrm>
            <a:off x="15425928" y="7562088"/>
            <a:ext cx="55880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0" name="Connector 9147"/>
          <p:cNvSpPr/>
          <p:nvPr/>
        </p:nvSpPr>
        <p:spPr>
          <a:xfrm>
            <a:off x="15481806" y="7633716"/>
            <a:ext cx="45722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1" name="Connector 9148"/>
          <p:cNvSpPr/>
          <p:nvPr/>
        </p:nvSpPr>
        <p:spPr>
          <a:xfrm>
            <a:off x="15527528" y="7705343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2" name="Connector 9149"/>
          <p:cNvSpPr/>
          <p:nvPr/>
        </p:nvSpPr>
        <p:spPr>
          <a:xfrm>
            <a:off x="15563087" y="7776971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3" name="Connector 9150"/>
          <p:cNvSpPr/>
          <p:nvPr/>
        </p:nvSpPr>
        <p:spPr>
          <a:xfrm>
            <a:off x="15588487" y="7848600"/>
            <a:ext cx="1524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4" name="Connector 9151"/>
          <p:cNvSpPr/>
          <p:nvPr/>
        </p:nvSpPr>
        <p:spPr>
          <a:xfrm>
            <a:off x="15603728" y="7920226"/>
            <a:ext cx="50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5" name="Connector 9152"/>
          <p:cNvSpPr/>
          <p:nvPr/>
        </p:nvSpPr>
        <p:spPr>
          <a:xfrm flipH="1">
            <a:off x="15603728" y="7991856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6" name="Connector 9153"/>
          <p:cNvSpPr/>
          <p:nvPr/>
        </p:nvSpPr>
        <p:spPr>
          <a:xfrm flipH="1">
            <a:off x="15588487" y="8063483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7" name="Connector 9154"/>
          <p:cNvSpPr/>
          <p:nvPr/>
        </p:nvSpPr>
        <p:spPr>
          <a:xfrm flipH="1">
            <a:off x="15563087" y="8135111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8" name="Connector 9155"/>
          <p:cNvSpPr/>
          <p:nvPr/>
        </p:nvSpPr>
        <p:spPr>
          <a:xfrm flipH="1">
            <a:off x="15527528" y="8206740"/>
            <a:ext cx="3556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9" name="Connector 9156"/>
          <p:cNvSpPr/>
          <p:nvPr/>
        </p:nvSpPr>
        <p:spPr>
          <a:xfrm flipH="1">
            <a:off x="15481806" y="8278366"/>
            <a:ext cx="45722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0" name="Connector 9157"/>
          <p:cNvSpPr/>
          <p:nvPr/>
        </p:nvSpPr>
        <p:spPr>
          <a:xfrm flipH="1">
            <a:off x="15425928" y="8349994"/>
            <a:ext cx="55880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1" name="Connector 9158"/>
          <p:cNvSpPr/>
          <p:nvPr/>
        </p:nvSpPr>
        <p:spPr>
          <a:xfrm>
            <a:off x="15425928" y="7562088"/>
            <a:ext cx="698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2" name="Connector 9159"/>
          <p:cNvSpPr/>
          <p:nvPr/>
        </p:nvSpPr>
        <p:spPr>
          <a:xfrm>
            <a:off x="15495776" y="7705342"/>
            <a:ext cx="571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3" name="Connector 9160"/>
          <p:cNvSpPr/>
          <p:nvPr/>
        </p:nvSpPr>
        <p:spPr>
          <a:xfrm>
            <a:off x="15552928" y="7848600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4" name="Connector 9161"/>
          <p:cNvSpPr/>
          <p:nvPr/>
        </p:nvSpPr>
        <p:spPr>
          <a:xfrm>
            <a:off x="15597378" y="7991856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5" name="Connector 9162"/>
          <p:cNvSpPr/>
          <p:nvPr/>
        </p:nvSpPr>
        <p:spPr>
          <a:xfrm>
            <a:off x="15629128" y="8135111"/>
            <a:ext cx="190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6" name="Connector 9163"/>
          <p:cNvSpPr/>
          <p:nvPr/>
        </p:nvSpPr>
        <p:spPr>
          <a:xfrm>
            <a:off x="15648176" y="8278366"/>
            <a:ext cx="63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7" name="Connector 9164"/>
          <p:cNvSpPr/>
          <p:nvPr/>
        </p:nvSpPr>
        <p:spPr>
          <a:xfrm flipH="1">
            <a:off x="15648178" y="8421623"/>
            <a:ext cx="63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8" name="Connector 9165"/>
          <p:cNvSpPr/>
          <p:nvPr/>
        </p:nvSpPr>
        <p:spPr>
          <a:xfrm flipH="1">
            <a:off x="15629128" y="8564880"/>
            <a:ext cx="190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9" name="Connector 9166"/>
          <p:cNvSpPr/>
          <p:nvPr/>
        </p:nvSpPr>
        <p:spPr>
          <a:xfrm flipH="1">
            <a:off x="15597378" y="8708135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0" name="Connector 9167"/>
          <p:cNvSpPr/>
          <p:nvPr/>
        </p:nvSpPr>
        <p:spPr>
          <a:xfrm flipH="1">
            <a:off x="15552928" y="8851392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1" name="Connector 9168"/>
          <p:cNvSpPr/>
          <p:nvPr/>
        </p:nvSpPr>
        <p:spPr>
          <a:xfrm flipH="1">
            <a:off x="15495776" y="8994647"/>
            <a:ext cx="57152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2" name="Connector 9169"/>
          <p:cNvSpPr/>
          <p:nvPr/>
        </p:nvSpPr>
        <p:spPr>
          <a:xfrm flipH="1">
            <a:off x="15425928" y="9137902"/>
            <a:ext cx="69850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3" name="Connector 9170"/>
          <p:cNvSpPr/>
          <p:nvPr/>
        </p:nvSpPr>
        <p:spPr>
          <a:xfrm>
            <a:off x="15425928" y="7562088"/>
            <a:ext cx="838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4" name="Connector 9171"/>
          <p:cNvSpPr/>
          <p:nvPr/>
        </p:nvSpPr>
        <p:spPr>
          <a:xfrm>
            <a:off x="15509747" y="7776971"/>
            <a:ext cx="6858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5" name="Connector 9172"/>
          <p:cNvSpPr/>
          <p:nvPr/>
        </p:nvSpPr>
        <p:spPr>
          <a:xfrm>
            <a:off x="15578328" y="7991856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6" name="Connector 9173"/>
          <p:cNvSpPr/>
          <p:nvPr/>
        </p:nvSpPr>
        <p:spPr>
          <a:xfrm>
            <a:off x="15631667" y="8206740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7" name="Connector 9174"/>
          <p:cNvSpPr/>
          <p:nvPr/>
        </p:nvSpPr>
        <p:spPr>
          <a:xfrm>
            <a:off x="15669767" y="8421623"/>
            <a:ext cx="22860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8" name="Connector 9175"/>
          <p:cNvSpPr/>
          <p:nvPr/>
        </p:nvSpPr>
        <p:spPr>
          <a:xfrm>
            <a:off x="15692626" y="8636506"/>
            <a:ext cx="7622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9" name="Connector 9176"/>
          <p:cNvSpPr/>
          <p:nvPr/>
        </p:nvSpPr>
        <p:spPr>
          <a:xfrm flipH="1">
            <a:off x="15692626" y="8851392"/>
            <a:ext cx="762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0" name="Connector 9177"/>
          <p:cNvSpPr/>
          <p:nvPr/>
        </p:nvSpPr>
        <p:spPr>
          <a:xfrm flipH="1">
            <a:off x="15669767" y="9066276"/>
            <a:ext cx="2286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1" name="Connector 9178"/>
          <p:cNvSpPr/>
          <p:nvPr/>
        </p:nvSpPr>
        <p:spPr>
          <a:xfrm flipH="1">
            <a:off x="15631667" y="9281159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2" name="Connector 9179"/>
          <p:cNvSpPr/>
          <p:nvPr/>
        </p:nvSpPr>
        <p:spPr>
          <a:xfrm flipH="1">
            <a:off x="15578327" y="9496043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3" name="Connector 9180"/>
          <p:cNvSpPr/>
          <p:nvPr/>
        </p:nvSpPr>
        <p:spPr>
          <a:xfrm flipH="1">
            <a:off x="15509747" y="9710928"/>
            <a:ext cx="6858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4" name="Connector 9181"/>
          <p:cNvSpPr/>
          <p:nvPr/>
        </p:nvSpPr>
        <p:spPr>
          <a:xfrm flipH="1">
            <a:off x="15425928" y="9925811"/>
            <a:ext cx="838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5" name="Connector 9182"/>
          <p:cNvSpPr/>
          <p:nvPr/>
        </p:nvSpPr>
        <p:spPr>
          <a:xfrm>
            <a:off x="15425928" y="7562088"/>
            <a:ext cx="97790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6" name="Connector 9183"/>
          <p:cNvSpPr/>
          <p:nvPr/>
        </p:nvSpPr>
        <p:spPr>
          <a:xfrm>
            <a:off x="15523717" y="7848599"/>
            <a:ext cx="80012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7" name="Connector 9184"/>
          <p:cNvSpPr/>
          <p:nvPr/>
        </p:nvSpPr>
        <p:spPr>
          <a:xfrm>
            <a:off x="15603728" y="8135111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8" name="Connector 9185"/>
          <p:cNvSpPr/>
          <p:nvPr/>
        </p:nvSpPr>
        <p:spPr>
          <a:xfrm>
            <a:off x="15665958" y="8421623"/>
            <a:ext cx="4445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9" name="Connector 9186"/>
          <p:cNvSpPr/>
          <p:nvPr/>
        </p:nvSpPr>
        <p:spPr>
          <a:xfrm>
            <a:off x="15710408" y="8708135"/>
            <a:ext cx="2667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0" name="Connector 9187"/>
          <p:cNvSpPr/>
          <p:nvPr/>
        </p:nvSpPr>
        <p:spPr>
          <a:xfrm>
            <a:off x="15737076" y="8994647"/>
            <a:ext cx="889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1" name="Connector 9188"/>
          <p:cNvSpPr/>
          <p:nvPr/>
        </p:nvSpPr>
        <p:spPr>
          <a:xfrm flipH="1">
            <a:off x="15737078" y="9281159"/>
            <a:ext cx="8890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2" name="Connector 9189"/>
          <p:cNvSpPr/>
          <p:nvPr/>
        </p:nvSpPr>
        <p:spPr>
          <a:xfrm flipH="1">
            <a:off x="15710409" y="9567671"/>
            <a:ext cx="26670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3" name="Connector 9190"/>
          <p:cNvSpPr/>
          <p:nvPr/>
        </p:nvSpPr>
        <p:spPr>
          <a:xfrm flipH="1">
            <a:off x="15665958" y="9854183"/>
            <a:ext cx="44451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4" name="Connector 9191"/>
          <p:cNvSpPr/>
          <p:nvPr/>
        </p:nvSpPr>
        <p:spPr>
          <a:xfrm flipH="1">
            <a:off x="15603728" y="10140695"/>
            <a:ext cx="62231" cy="286513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5" name="Connector 9192"/>
          <p:cNvSpPr/>
          <p:nvPr/>
        </p:nvSpPr>
        <p:spPr>
          <a:xfrm flipH="1">
            <a:off x="15523717" y="10427207"/>
            <a:ext cx="80012" cy="28651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6" name="Connector 9193"/>
          <p:cNvSpPr/>
          <p:nvPr/>
        </p:nvSpPr>
        <p:spPr>
          <a:xfrm flipH="1">
            <a:off x="15425928" y="10713718"/>
            <a:ext cx="97790" cy="28651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7" name="Connector 9194"/>
          <p:cNvSpPr/>
          <p:nvPr/>
        </p:nvSpPr>
        <p:spPr>
          <a:xfrm>
            <a:off x="15425928" y="8421623"/>
            <a:ext cx="5588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8" name="Connector 9195"/>
          <p:cNvSpPr/>
          <p:nvPr/>
        </p:nvSpPr>
        <p:spPr>
          <a:xfrm>
            <a:off x="15481806" y="8493251"/>
            <a:ext cx="4572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9" name="Connector 9196"/>
          <p:cNvSpPr/>
          <p:nvPr/>
        </p:nvSpPr>
        <p:spPr>
          <a:xfrm>
            <a:off x="15527528" y="8564880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0" name="Connector 9197"/>
          <p:cNvSpPr/>
          <p:nvPr/>
        </p:nvSpPr>
        <p:spPr>
          <a:xfrm>
            <a:off x="15563087" y="8636507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1" name="Connector 9198"/>
          <p:cNvSpPr/>
          <p:nvPr/>
        </p:nvSpPr>
        <p:spPr>
          <a:xfrm>
            <a:off x="15588487" y="8708135"/>
            <a:ext cx="1524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2" name="Connector 9199"/>
          <p:cNvSpPr/>
          <p:nvPr/>
        </p:nvSpPr>
        <p:spPr>
          <a:xfrm>
            <a:off x="15603728" y="8779763"/>
            <a:ext cx="50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3" name="Connector 9200"/>
          <p:cNvSpPr/>
          <p:nvPr/>
        </p:nvSpPr>
        <p:spPr>
          <a:xfrm flipH="1">
            <a:off x="15603728" y="8851392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4" name="Connector 9201"/>
          <p:cNvSpPr/>
          <p:nvPr/>
        </p:nvSpPr>
        <p:spPr>
          <a:xfrm flipH="1">
            <a:off x="15588487" y="8923019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5" name="Connector 9202"/>
          <p:cNvSpPr/>
          <p:nvPr/>
        </p:nvSpPr>
        <p:spPr>
          <a:xfrm flipH="1">
            <a:off x="15563087" y="8994647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6" name="Connector 9203"/>
          <p:cNvSpPr/>
          <p:nvPr/>
        </p:nvSpPr>
        <p:spPr>
          <a:xfrm flipH="1">
            <a:off x="15527528" y="9066276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7" name="Connector 9204"/>
          <p:cNvSpPr/>
          <p:nvPr/>
        </p:nvSpPr>
        <p:spPr>
          <a:xfrm flipH="1">
            <a:off x="15481806" y="9137904"/>
            <a:ext cx="45722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8" name="Connector 9205"/>
          <p:cNvSpPr/>
          <p:nvPr/>
        </p:nvSpPr>
        <p:spPr>
          <a:xfrm flipH="1">
            <a:off x="15425928" y="9209530"/>
            <a:ext cx="55880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9" name="Connector 9206"/>
          <p:cNvSpPr/>
          <p:nvPr/>
        </p:nvSpPr>
        <p:spPr>
          <a:xfrm>
            <a:off x="15425928" y="8421623"/>
            <a:ext cx="698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0" name="Connector 9207"/>
          <p:cNvSpPr/>
          <p:nvPr/>
        </p:nvSpPr>
        <p:spPr>
          <a:xfrm>
            <a:off x="15495776" y="8564880"/>
            <a:ext cx="571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1" name="Connector 9208"/>
          <p:cNvSpPr/>
          <p:nvPr/>
        </p:nvSpPr>
        <p:spPr>
          <a:xfrm>
            <a:off x="15552928" y="8708135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2" name="Connector 9209"/>
          <p:cNvSpPr/>
          <p:nvPr/>
        </p:nvSpPr>
        <p:spPr>
          <a:xfrm>
            <a:off x="15597378" y="8851392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3" name="Connector 9210"/>
          <p:cNvSpPr/>
          <p:nvPr/>
        </p:nvSpPr>
        <p:spPr>
          <a:xfrm>
            <a:off x="15629128" y="8994647"/>
            <a:ext cx="190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4" name="Connector 9211"/>
          <p:cNvSpPr/>
          <p:nvPr/>
        </p:nvSpPr>
        <p:spPr>
          <a:xfrm>
            <a:off x="15648176" y="9137902"/>
            <a:ext cx="63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5" name="Connector 9212"/>
          <p:cNvSpPr/>
          <p:nvPr/>
        </p:nvSpPr>
        <p:spPr>
          <a:xfrm flipH="1">
            <a:off x="15648178" y="9281159"/>
            <a:ext cx="63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6" name="Connector 9213"/>
          <p:cNvSpPr/>
          <p:nvPr/>
        </p:nvSpPr>
        <p:spPr>
          <a:xfrm flipH="1">
            <a:off x="15629128" y="9424416"/>
            <a:ext cx="190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7" name="Connector 9214"/>
          <p:cNvSpPr/>
          <p:nvPr/>
        </p:nvSpPr>
        <p:spPr>
          <a:xfrm flipH="1">
            <a:off x="15597378" y="9567671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8" name="Connector 9215"/>
          <p:cNvSpPr/>
          <p:nvPr/>
        </p:nvSpPr>
        <p:spPr>
          <a:xfrm flipH="1">
            <a:off x="15552928" y="9710928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9" name="Connector 9216"/>
          <p:cNvSpPr/>
          <p:nvPr/>
        </p:nvSpPr>
        <p:spPr>
          <a:xfrm flipH="1">
            <a:off x="15495776" y="9854183"/>
            <a:ext cx="57152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0" name="Connector 9217"/>
          <p:cNvSpPr/>
          <p:nvPr/>
        </p:nvSpPr>
        <p:spPr>
          <a:xfrm flipH="1">
            <a:off x="15425928" y="9997439"/>
            <a:ext cx="69850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1" name="Connector 9218"/>
          <p:cNvSpPr/>
          <p:nvPr/>
        </p:nvSpPr>
        <p:spPr>
          <a:xfrm>
            <a:off x="15425928" y="8421623"/>
            <a:ext cx="83821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2" name="Connector 9219"/>
          <p:cNvSpPr/>
          <p:nvPr/>
        </p:nvSpPr>
        <p:spPr>
          <a:xfrm>
            <a:off x="15509747" y="8636506"/>
            <a:ext cx="68581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3" name="Connector 9220"/>
          <p:cNvSpPr/>
          <p:nvPr/>
        </p:nvSpPr>
        <p:spPr>
          <a:xfrm>
            <a:off x="15578328" y="8851392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4" name="Connector 9221"/>
          <p:cNvSpPr/>
          <p:nvPr/>
        </p:nvSpPr>
        <p:spPr>
          <a:xfrm>
            <a:off x="15631667" y="9066276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5" name="Connector 9222"/>
          <p:cNvSpPr/>
          <p:nvPr/>
        </p:nvSpPr>
        <p:spPr>
          <a:xfrm>
            <a:off x="15669767" y="9281159"/>
            <a:ext cx="22860" cy="214884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6" name="Connector 9223"/>
          <p:cNvSpPr/>
          <p:nvPr/>
        </p:nvSpPr>
        <p:spPr>
          <a:xfrm>
            <a:off x="15692626" y="9496042"/>
            <a:ext cx="7622" cy="21488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7" name="Connector 9224"/>
          <p:cNvSpPr/>
          <p:nvPr/>
        </p:nvSpPr>
        <p:spPr>
          <a:xfrm flipH="1">
            <a:off x="15692626" y="9710928"/>
            <a:ext cx="762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8" name="Connector 9225"/>
          <p:cNvSpPr/>
          <p:nvPr/>
        </p:nvSpPr>
        <p:spPr>
          <a:xfrm flipH="1">
            <a:off x="15669767" y="9925811"/>
            <a:ext cx="2286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9" name="Connector 9226"/>
          <p:cNvSpPr/>
          <p:nvPr/>
        </p:nvSpPr>
        <p:spPr>
          <a:xfrm flipH="1">
            <a:off x="15631667" y="10140695"/>
            <a:ext cx="38102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0" name="Connector 9227"/>
          <p:cNvSpPr/>
          <p:nvPr/>
        </p:nvSpPr>
        <p:spPr>
          <a:xfrm flipH="1">
            <a:off x="15578327" y="10355580"/>
            <a:ext cx="5334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1" name="Connector 9228"/>
          <p:cNvSpPr/>
          <p:nvPr/>
        </p:nvSpPr>
        <p:spPr>
          <a:xfrm flipH="1">
            <a:off x="15509747" y="10570464"/>
            <a:ext cx="68580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2" name="Connector 9229"/>
          <p:cNvSpPr/>
          <p:nvPr/>
        </p:nvSpPr>
        <p:spPr>
          <a:xfrm flipH="1">
            <a:off x="15425928" y="10785347"/>
            <a:ext cx="83821" cy="214885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3" name="Connector 9230"/>
          <p:cNvSpPr/>
          <p:nvPr/>
        </p:nvSpPr>
        <p:spPr>
          <a:xfrm>
            <a:off x="15425928" y="9281159"/>
            <a:ext cx="55880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4" name="Connector 9231"/>
          <p:cNvSpPr/>
          <p:nvPr/>
        </p:nvSpPr>
        <p:spPr>
          <a:xfrm>
            <a:off x="15481806" y="9352787"/>
            <a:ext cx="45722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5" name="Connector 9232"/>
          <p:cNvSpPr/>
          <p:nvPr/>
        </p:nvSpPr>
        <p:spPr>
          <a:xfrm>
            <a:off x="15527528" y="9424416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6" name="Connector 9233"/>
          <p:cNvSpPr/>
          <p:nvPr/>
        </p:nvSpPr>
        <p:spPr>
          <a:xfrm>
            <a:off x="15563087" y="9496043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7" name="Connector 9234"/>
          <p:cNvSpPr/>
          <p:nvPr/>
        </p:nvSpPr>
        <p:spPr>
          <a:xfrm>
            <a:off x="15588487" y="9567671"/>
            <a:ext cx="1524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8" name="Connector 9235"/>
          <p:cNvSpPr/>
          <p:nvPr/>
        </p:nvSpPr>
        <p:spPr>
          <a:xfrm>
            <a:off x="15603728" y="9639299"/>
            <a:ext cx="50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9" name="Connector 9236"/>
          <p:cNvSpPr/>
          <p:nvPr/>
        </p:nvSpPr>
        <p:spPr>
          <a:xfrm flipH="1">
            <a:off x="15603728" y="9710928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0" name="Connector 9237"/>
          <p:cNvSpPr/>
          <p:nvPr/>
        </p:nvSpPr>
        <p:spPr>
          <a:xfrm flipH="1">
            <a:off x="15588487" y="9782556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1" name="Connector 9238"/>
          <p:cNvSpPr/>
          <p:nvPr/>
        </p:nvSpPr>
        <p:spPr>
          <a:xfrm flipH="1">
            <a:off x="15563087" y="9854183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2" name="Connector 9239"/>
          <p:cNvSpPr/>
          <p:nvPr/>
        </p:nvSpPr>
        <p:spPr>
          <a:xfrm flipH="1">
            <a:off x="15527528" y="9925811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3" name="Connector 9240"/>
          <p:cNvSpPr/>
          <p:nvPr/>
        </p:nvSpPr>
        <p:spPr>
          <a:xfrm flipH="1">
            <a:off x="15481806" y="9997440"/>
            <a:ext cx="45722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4" name="Connector 9241"/>
          <p:cNvSpPr/>
          <p:nvPr/>
        </p:nvSpPr>
        <p:spPr>
          <a:xfrm flipH="1">
            <a:off x="15425928" y="10069066"/>
            <a:ext cx="55880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5" name="Connector 9242"/>
          <p:cNvSpPr/>
          <p:nvPr/>
        </p:nvSpPr>
        <p:spPr>
          <a:xfrm>
            <a:off x="15425928" y="9281159"/>
            <a:ext cx="698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6" name="Connector 9243"/>
          <p:cNvSpPr/>
          <p:nvPr/>
        </p:nvSpPr>
        <p:spPr>
          <a:xfrm>
            <a:off x="15495776" y="9424414"/>
            <a:ext cx="571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7" name="Connector 9244"/>
          <p:cNvSpPr/>
          <p:nvPr/>
        </p:nvSpPr>
        <p:spPr>
          <a:xfrm>
            <a:off x="15552928" y="9567671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8" name="Connector 9245"/>
          <p:cNvSpPr/>
          <p:nvPr/>
        </p:nvSpPr>
        <p:spPr>
          <a:xfrm>
            <a:off x="15597378" y="9710928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9" name="Connector 9246"/>
          <p:cNvSpPr/>
          <p:nvPr/>
        </p:nvSpPr>
        <p:spPr>
          <a:xfrm>
            <a:off x="15629128" y="9854183"/>
            <a:ext cx="19050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0" name="Connector 9247"/>
          <p:cNvSpPr/>
          <p:nvPr/>
        </p:nvSpPr>
        <p:spPr>
          <a:xfrm>
            <a:off x="15648176" y="9997439"/>
            <a:ext cx="6352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1" name="Connector 9248"/>
          <p:cNvSpPr/>
          <p:nvPr/>
        </p:nvSpPr>
        <p:spPr>
          <a:xfrm flipH="1">
            <a:off x="15648178" y="10140695"/>
            <a:ext cx="6351" cy="143256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2" name="Connector 9249"/>
          <p:cNvSpPr/>
          <p:nvPr/>
        </p:nvSpPr>
        <p:spPr>
          <a:xfrm flipH="1">
            <a:off x="15629128" y="10283951"/>
            <a:ext cx="19051" cy="14325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3" name="Connector 9250"/>
          <p:cNvSpPr/>
          <p:nvPr/>
        </p:nvSpPr>
        <p:spPr>
          <a:xfrm flipH="1">
            <a:off x="15597378" y="10427207"/>
            <a:ext cx="317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4" name="Connector 9251"/>
          <p:cNvSpPr/>
          <p:nvPr/>
        </p:nvSpPr>
        <p:spPr>
          <a:xfrm flipH="1">
            <a:off x="15552928" y="10570464"/>
            <a:ext cx="44451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5" name="Connector 9252"/>
          <p:cNvSpPr/>
          <p:nvPr/>
        </p:nvSpPr>
        <p:spPr>
          <a:xfrm flipH="1">
            <a:off x="15495776" y="10713719"/>
            <a:ext cx="57152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6" name="Connector 9253"/>
          <p:cNvSpPr/>
          <p:nvPr/>
        </p:nvSpPr>
        <p:spPr>
          <a:xfrm flipH="1">
            <a:off x="15425928" y="10856976"/>
            <a:ext cx="69850" cy="143257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7" name="Connector 9254"/>
          <p:cNvSpPr/>
          <p:nvPr/>
        </p:nvSpPr>
        <p:spPr>
          <a:xfrm>
            <a:off x="15425928" y="10140695"/>
            <a:ext cx="55880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8" name="Connector 9255"/>
          <p:cNvSpPr/>
          <p:nvPr/>
        </p:nvSpPr>
        <p:spPr>
          <a:xfrm>
            <a:off x="15481806" y="10212323"/>
            <a:ext cx="45722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9" name="Connector 9256"/>
          <p:cNvSpPr/>
          <p:nvPr/>
        </p:nvSpPr>
        <p:spPr>
          <a:xfrm>
            <a:off x="15527528" y="10283952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0" name="Connector 9257"/>
          <p:cNvSpPr/>
          <p:nvPr/>
        </p:nvSpPr>
        <p:spPr>
          <a:xfrm>
            <a:off x="15563087" y="10355580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1" name="Connector 9258"/>
          <p:cNvSpPr/>
          <p:nvPr/>
        </p:nvSpPr>
        <p:spPr>
          <a:xfrm>
            <a:off x="15588487" y="10427207"/>
            <a:ext cx="15241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2" name="Connector 9259"/>
          <p:cNvSpPr/>
          <p:nvPr/>
        </p:nvSpPr>
        <p:spPr>
          <a:xfrm>
            <a:off x="15603728" y="10498835"/>
            <a:ext cx="5081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3" name="Connector 9260"/>
          <p:cNvSpPr/>
          <p:nvPr/>
        </p:nvSpPr>
        <p:spPr>
          <a:xfrm flipH="1">
            <a:off x="15603728" y="10570464"/>
            <a:ext cx="508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4" name="Connector 9261"/>
          <p:cNvSpPr/>
          <p:nvPr/>
        </p:nvSpPr>
        <p:spPr>
          <a:xfrm flipH="1">
            <a:off x="15588487" y="10642092"/>
            <a:ext cx="1524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5" name="Connector 9262"/>
          <p:cNvSpPr/>
          <p:nvPr/>
        </p:nvSpPr>
        <p:spPr>
          <a:xfrm flipH="1">
            <a:off x="15563087" y="10713719"/>
            <a:ext cx="2540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6" name="Connector 9263"/>
          <p:cNvSpPr/>
          <p:nvPr/>
        </p:nvSpPr>
        <p:spPr>
          <a:xfrm flipH="1">
            <a:off x="15527528" y="10785347"/>
            <a:ext cx="35561" cy="71629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7" name="Connector 9264"/>
          <p:cNvSpPr/>
          <p:nvPr/>
        </p:nvSpPr>
        <p:spPr>
          <a:xfrm flipH="1">
            <a:off x="15481806" y="10856976"/>
            <a:ext cx="45722" cy="71628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8" name="Connector 9265"/>
          <p:cNvSpPr/>
          <p:nvPr/>
        </p:nvSpPr>
        <p:spPr>
          <a:xfrm flipH="1">
            <a:off x="15425928" y="10928602"/>
            <a:ext cx="55880" cy="7163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9" name="Connector 9266"/>
          <p:cNvSpPr/>
          <p:nvPr/>
        </p:nvSpPr>
        <p:spPr>
          <a:xfrm>
            <a:off x="16486632" y="4983479"/>
            <a:ext cx="5588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0" name="Connector 9267"/>
          <p:cNvSpPr/>
          <p:nvPr/>
        </p:nvSpPr>
        <p:spPr>
          <a:xfrm>
            <a:off x="16542511" y="5055106"/>
            <a:ext cx="4572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1" name="Connector 9268"/>
          <p:cNvSpPr/>
          <p:nvPr/>
        </p:nvSpPr>
        <p:spPr>
          <a:xfrm>
            <a:off x="16588232" y="5126735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2" name="Connector 9269"/>
          <p:cNvSpPr/>
          <p:nvPr/>
        </p:nvSpPr>
        <p:spPr>
          <a:xfrm>
            <a:off x="16623791" y="5198364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3" name="Connector 9270"/>
          <p:cNvSpPr/>
          <p:nvPr/>
        </p:nvSpPr>
        <p:spPr>
          <a:xfrm>
            <a:off x="16649191" y="5269991"/>
            <a:ext cx="1524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4" name="Connector 9271"/>
          <p:cNvSpPr/>
          <p:nvPr/>
        </p:nvSpPr>
        <p:spPr>
          <a:xfrm>
            <a:off x="16664432" y="5341618"/>
            <a:ext cx="50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5" name="Connector 9272"/>
          <p:cNvSpPr/>
          <p:nvPr/>
        </p:nvSpPr>
        <p:spPr>
          <a:xfrm flipH="1">
            <a:off x="16664432" y="5413247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6" name="Connector 9273"/>
          <p:cNvSpPr/>
          <p:nvPr/>
        </p:nvSpPr>
        <p:spPr>
          <a:xfrm flipH="1">
            <a:off x="16649191" y="5484876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7" name="Connector 9274"/>
          <p:cNvSpPr/>
          <p:nvPr/>
        </p:nvSpPr>
        <p:spPr>
          <a:xfrm flipH="1">
            <a:off x="16623791" y="5556503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8" name="Connector 9275"/>
          <p:cNvSpPr/>
          <p:nvPr/>
        </p:nvSpPr>
        <p:spPr>
          <a:xfrm flipH="1">
            <a:off x="16588232" y="5628132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9" name="Connector 9276"/>
          <p:cNvSpPr/>
          <p:nvPr/>
        </p:nvSpPr>
        <p:spPr>
          <a:xfrm flipH="1">
            <a:off x="16542512" y="5699759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0" name="Connector 9277"/>
          <p:cNvSpPr/>
          <p:nvPr/>
        </p:nvSpPr>
        <p:spPr>
          <a:xfrm flipH="1">
            <a:off x="16486632" y="5771388"/>
            <a:ext cx="558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1" name="Connector 9278"/>
          <p:cNvSpPr/>
          <p:nvPr/>
        </p:nvSpPr>
        <p:spPr>
          <a:xfrm>
            <a:off x="16486632" y="4983479"/>
            <a:ext cx="698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2" name="Connector 9279"/>
          <p:cNvSpPr/>
          <p:nvPr/>
        </p:nvSpPr>
        <p:spPr>
          <a:xfrm>
            <a:off x="16556480" y="5126735"/>
            <a:ext cx="571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3" name="Connector 9280"/>
          <p:cNvSpPr/>
          <p:nvPr/>
        </p:nvSpPr>
        <p:spPr>
          <a:xfrm>
            <a:off x="16613632" y="5269991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4" name="Connector 9281"/>
          <p:cNvSpPr/>
          <p:nvPr/>
        </p:nvSpPr>
        <p:spPr>
          <a:xfrm>
            <a:off x="16658082" y="5413247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5" name="Connector 9282"/>
          <p:cNvSpPr/>
          <p:nvPr/>
        </p:nvSpPr>
        <p:spPr>
          <a:xfrm>
            <a:off x="16689832" y="5556503"/>
            <a:ext cx="190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6" name="Connector 9283"/>
          <p:cNvSpPr/>
          <p:nvPr/>
        </p:nvSpPr>
        <p:spPr>
          <a:xfrm>
            <a:off x="16708880" y="5699759"/>
            <a:ext cx="63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7" name="Connector 9284"/>
          <p:cNvSpPr/>
          <p:nvPr/>
        </p:nvSpPr>
        <p:spPr>
          <a:xfrm flipH="1">
            <a:off x="16708882" y="5843015"/>
            <a:ext cx="63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8" name="Connector 9285"/>
          <p:cNvSpPr/>
          <p:nvPr/>
        </p:nvSpPr>
        <p:spPr>
          <a:xfrm flipH="1">
            <a:off x="16689832" y="5986271"/>
            <a:ext cx="190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9" name="Connector 9286"/>
          <p:cNvSpPr/>
          <p:nvPr/>
        </p:nvSpPr>
        <p:spPr>
          <a:xfrm flipH="1">
            <a:off x="16658082" y="6129527"/>
            <a:ext cx="31751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0" name="Connector 9287"/>
          <p:cNvSpPr/>
          <p:nvPr/>
        </p:nvSpPr>
        <p:spPr>
          <a:xfrm flipH="1">
            <a:off x="16613632" y="6272784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1" name="Connector 9288"/>
          <p:cNvSpPr/>
          <p:nvPr/>
        </p:nvSpPr>
        <p:spPr>
          <a:xfrm flipH="1">
            <a:off x="16556482" y="6416040"/>
            <a:ext cx="571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2" name="Connector 9289"/>
          <p:cNvSpPr/>
          <p:nvPr/>
        </p:nvSpPr>
        <p:spPr>
          <a:xfrm flipH="1">
            <a:off x="16486632" y="6559295"/>
            <a:ext cx="698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3" name="Connector 9290"/>
          <p:cNvSpPr/>
          <p:nvPr/>
        </p:nvSpPr>
        <p:spPr>
          <a:xfrm>
            <a:off x="16486632" y="4983479"/>
            <a:ext cx="83821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4" name="Connector 9291"/>
          <p:cNvSpPr/>
          <p:nvPr/>
        </p:nvSpPr>
        <p:spPr>
          <a:xfrm>
            <a:off x="16570452" y="5198362"/>
            <a:ext cx="68581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5" name="Connector 9292"/>
          <p:cNvSpPr/>
          <p:nvPr/>
        </p:nvSpPr>
        <p:spPr>
          <a:xfrm>
            <a:off x="16639032" y="5413247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6" name="Connector 9293"/>
          <p:cNvSpPr/>
          <p:nvPr/>
        </p:nvSpPr>
        <p:spPr>
          <a:xfrm>
            <a:off x="16692371" y="5628132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7" name="Connector 9294"/>
          <p:cNvSpPr/>
          <p:nvPr/>
        </p:nvSpPr>
        <p:spPr>
          <a:xfrm>
            <a:off x="16730471" y="5843015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8" name="Connector 9295"/>
          <p:cNvSpPr/>
          <p:nvPr/>
        </p:nvSpPr>
        <p:spPr>
          <a:xfrm>
            <a:off x="16753330" y="6057898"/>
            <a:ext cx="7621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9" name="Connector 9296"/>
          <p:cNvSpPr/>
          <p:nvPr/>
        </p:nvSpPr>
        <p:spPr>
          <a:xfrm flipH="1">
            <a:off x="16753332" y="6272784"/>
            <a:ext cx="76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0" name="Connector 9297"/>
          <p:cNvSpPr/>
          <p:nvPr/>
        </p:nvSpPr>
        <p:spPr>
          <a:xfrm flipH="1">
            <a:off x="16730471" y="6487667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1" name="Connector 9298"/>
          <p:cNvSpPr/>
          <p:nvPr/>
        </p:nvSpPr>
        <p:spPr>
          <a:xfrm flipH="1">
            <a:off x="16692371" y="6702552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2" name="Connector 9299"/>
          <p:cNvSpPr/>
          <p:nvPr/>
        </p:nvSpPr>
        <p:spPr>
          <a:xfrm flipH="1">
            <a:off x="16639033" y="6917435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3" name="Connector 9300"/>
          <p:cNvSpPr/>
          <p:nvPr/>
        </p:nvSpPr>
        <p:spPr>
          <a:xfrm flipH="1">
            <a:off x="16570452" y="7132319"/>
            <a:ext cx="6858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4" name="Connector 9301"/>
          <p:cNvSpPr/>
          <p:nvPr/>
        </p:nvSpPr>
        <p:spPr>
          <a:xfrm flipH="1">
            <a:off x="16486632" y="7347204"/>
            <a:ext cx="838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5" name="Connector 9302"/>
          <p:cNvSpPr/>
          <p:nvPr/>
        </p:nvSpPr>
        <p:spPr>
          <a:xfrm>
            <a:off x="16486632" y="4983479"/>
            <a:ext cx="9779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6" name="Connector 9303"/>
          <p:cNvSpPr/>
          <p:nvPr/>
        </p:nvSpPr>
        <p:spPr>
          <a:xfrm>
            <a:off x="16584420" y="5269991"/>
            <a:ext cx="80012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7" name="Connector 9304"/>
          <p:cNvSpPr/>
          <p:nvPr/>
        </p:nvSpPr>
        <p:spPr>
          <a:xfrm>
            <a:off x="16664432" y="5556503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8" name="Connector 9305"/>
          <p:cNvSpPr/>
          <p:nvPr/>
        </p:nvSpPr>
        <p:spPr>
          <a:xfrm>
            <a:off x="16726662" y="5843015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9" name="Connector 9306"/>
          <p:cNvSpPr/>
          <p:nvPr/>
        </p:nvSpPr>
        <p:spPr>
          <a:xfrm>
            <a:off x="16771112" y="6129528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0" name="Connector 9307"/>
          <p:cNvSpPr/>
          <p:nvPr/>
        </p:nvSpPr>
        <p:spPr>
          <a:xfrm>
            <a:off x="16797780" y="6416040"/>
            <a:ext cx="8892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1" name="Connector 9308"/>
          <p:cNvSpPr/>
          <p:nvPr/>
        </p:nvSpPr>
        <p:spPr>
          <a:xfrm flipH="1">
            <a:off x="16797782" y="6702552"/>
            <a:ext cx="88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2" name="Connector 9309"/>
          <p:cNvSpPr/>
          <p:nvPr/>
        </p:nvSpPr>
        <p:spPr>
          <a:xfrm flipH="1">
            <a:off x="16771113" y="6989064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3" name="Connector 9310"/>
          <p:cNvSpPr/>
          <p:nvPr/>
        </p:nvSpPr>
        <p:spPr>
          <a:xfrm flipH="1">
            <a:off x="16726662" y="7275576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4" name="Connector 9311"/>
          <p:cNvSpPr/>
          <p:nvPr/>
        </p:nvSpPr>
        <p:spPr>
          <a:xfrm flipH="1">
            <a:off x="16664432" y="7562088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5" name="Connector 9312"/>
          <p:cNvSpPr/>
          <p:nvPr/>
        </p:nvSpPr>
        <p:spPr>
          <a:xfrm flipH="1">
            <a:off x="16584421" y="7848600"/>
            <a:ext cx="8001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6" name="Connector 9313"/>
          <p:cNvSpPr/>
          <p:nvPr/>
        </p:nvSpPr>
        <p:spPr>
          <a:xfrm flipH="1">
            <a:off x="16486632" y="8135111"/>
            <a:ext cx="977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7" name="Connector 9314"/>
          <p:cNvSpPr/>
          <p:nvPr/>
        </p:nvSpPr>
        <p:spPr>
          <a:xfrm>
            <a:off x="16486632" y="4983479"/>
            <a:ext cx="111760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8" name="Connector 9315"/>
          <p:cNvSpPr/>
          <p:nvPr/>
        </p:nvSpPr>
        <p:spPr>
          <a:xfrm>
            <a:off x="16598391" y="5341618"/>
            <a:ext cx="91442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9" name="Connector 9316"/>
          <p:cNvSpPr/>
          <p:nvPr/>
        </p:nvSpPr>
        <p:spPr>
          <a:xfrm>
            <a:off x="16689832" y="5699759"/>
            <a:ext cx="71120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0" name="Connector 9317"/>
          <p:cNvSpPr/>
          <p:nvPr/>
        </p:nvSpPr>
        <p:spPr>
          <a:xfrm>
            <a:off x="16760950" y="6057899"/>
            <a:ext cx="50802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1" name="Connector 9318"/>
          <p:cNvSpPr/>
          <p:nvPr/>
        </p:nvSpPr>
        <p:spPr>
          <a:xfrm>
            <a:off x="16811752" y="6416040"/>
            <a:ext cx="30481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2" name="Connector 9319"/>
          <p:cNvSpPr/>
          <p:nvPr/>
        </p:nvSpPr>
        <p:spPr>
          <a:xfrm>
            <a:off x="16842232" y="6774178"/>
            <a:ext cx="10161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3" name="Connector 9320"/>
          <p:cNvSpPr/>
          <p:nvPr/>
        </p:nvSpPr>
        <p:spPr>
          <a:xfrm flipH="1">
            <a:off x="16842232" y="7132319"/>
            <a:ext cx="1016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4" name="Connector 9321"/>
          <p:cNvSpPr/>
          <p:nvPr/>
        </p:nvSpPr>
        <p:spPr>
          <a:xfrm flipH="1">
            <a:off x="16811752" y="7490459"/>
            <a:ext cx="30481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5" name="Connector 9322"/>
          <p:cNvSpPr/>
          <p:nvPr/>
        </p:nvSpPr>
        <p:spPr>
          <a:xfrm flipH="1">
            <a:off x="16760950" y="7848599"/>
            <a:ext cx="50802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6" name="Connector 9323"/>
          <p:cNvSpPr/>
          <p:nvPr/>
        </p:nvSpPr>
        <p:spPr>
          <a:xfrm flipH="1">
            <a:off x="16689832" y="8206740"/>
            <a:ext cx="71120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7" name="Connector 9324"/>
          <p:cNvSpPr/>
          <p:nvPr/>
        </p:nvSpPr>
        <p:spPr>
          <a:xfrm flipH="1">
            <a:off x="16598391" y="8564880"/>
            <a:ext cx="91442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8" name="Connector 9325"/>
          <p:cNvSpPr/>
          <p:nvPr/>
        </p:nvSpPr>
        <p:spPr>
          <a:xfrm flipH="1">
            <a:off x="16486632" y="8923019"/>
            <a:ext cx="111760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9" name="Connector 9326"/>
          <p:cNvSpPr/>
          <p:nvPr/>
        </p:nvSpPr>
        <p:spPr>
          <a:xfrm>
            <a:off x="16486632" y="4983479"/>
            <a:ext cx="125730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0" name="Connector 9327"/>
          <p:cNvSpPr/>
          <p:nvPr/>
        </p:nvSpPr>
        <p:spPr>
          <a:xfrm>
            <a:off x="16612361" y="5413247"/>
            <a:ext cx="102872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1" name="Connector 9328"/>
          <p:cNvSpPr/>
          <p:nvPr/>
        </p:nvSpPr>
        <p:spPr>
          <a:xfrm>
            <a:off x="16715232" y="5843015"/>
            <a:ext cx="8001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2" name="Connector 9329"/>
          <p:cNvSpPr/>
          <p:nvPr/>
        </p:nvSpPr>
        <p:spPr>
          <a:xfrm>
            <a:off x="16795241" y="6272784"/>
            <a:ext cx="5715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3" name="Connector 9330"/>
          <p:cNvSpPr/>
          <p:nvPr/>
        </p:nvSpPr>
        <p:spPr>
          <a:xfrm>
            <a:off x="16852391" y="6702552"/>
            <a:ext cx="3429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4" name="Connector 9331"/>
          <p:cNvSpPr/>
          <p:nvPr/>
        </p:nvSpPr>
        <p:spPr>
          <a:xfrm>
            <a:off x="16886682" y="7132319"/>
            <a:ext cx="1143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5" name="Connector 9332"/>
          <p:cNvSpPr/>
          <p:nvPr/>
        </p:nvSpPr>
        <p:spPr>
          <a:xfrm flipH="1">
            <a:off x="16886682" y="7562088"/>
            <a:ext cx="1143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6" name="Connector 9333"/>
          <p:cNvSpPr/>
          <p:nvPr/>
        </p:nvSpPr>
        <p:spPr>
          <a:xfrm flipH="1">
            <a:off x="16852391" y="7991856"/>
            <a:ext cx="3429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7" name="Connector 9334"/>
          <p:cNvSpPr/>
          <p:nvPr/>
        </p:nvSpPr>
        <p:spPr>
          <a:xfrm flipH="1">
            <a:off x="16795241" y="8421623"/>
            <a:ext cx="5715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8" name="Connector 9335"/>
          <p:cNvSpPr/>
          <p:nvPr/>
        </p:nvSpPr>
        <p:spPr>
          <a:xfrm flipH="1">
            <a:off x="16715232" y="8851392"/>
            <a:ext cx="8001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9" name="Connector 9336"/>
          <p:cNvSpPr/>
          <p:nvPr/>
        </p:nvSpPr>
        <p:spPr>
          <a:xfrm flipH="1">
            <a:off x="16612362" y="9281159"/>
            <a:ext cx="10287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0" name="Connector 9337"/>
          <p:cNvSpPr/>
          <p:nvPr/>
        </p:nvSpPr>
        <p:spPr>
          <a:xfrm flipH="1">
            <a:off x="16486633" y="9710928"/>
            <a:ext cx="125730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1" name="Connector 9338"/>
          <p:cNvSpPr/>
          <p:nvPr/>
        </p:nvSpPr>
        <p:spPr>
          <a:xfrm>
            <a:off x="16486632" y="4983479"/>
            <a:ext cx="139700" cy="50139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2" name="Connector 9339"/>
          <p:cNvSpPr/>
          <p:nvPr/>
        </p:nvSpPr>
        <p:spPr>
          <a:xfrm>
            <a:off x="16626330" y="5484874"/>
            <a:ext cx="114302" cy="50139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3" name="Connector 9340"/>
          <p:cNvSpPr/>
          <p:nvPr/>
        </p:nvSpPr>
        <p:spPr>
          <a:xfrm>
            <a:off x="16740632" y="5986271"/>
            <a:ext cx="889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4" name="Connector 9341"/>
          <p:cNvSpPr/>
          <p:nvPr/>
        </p:nvSpPr>
        <p:spPr>
          <a:xfrm>
            <a:off x="16829532" y="6487667"/>
            <a:ext cx="635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5" name="Connector 9342"/>
          <p:cNvSpPr/>
          <p:nvPr/>
        </p:nvSpPr>
        <p:spPr>
          <a:xfrm>
            <a:off x="16893032" y="6989064"/>
            <a:ext cx="38100" cy="50139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6" name="Connector 9343"/>
          <p:cNvSpPr/>
          <p:nvPr/>
        </p:nvSpPr>
        <p:spPr>
          <a:xfrm>
            <a:off x="16931130" y="7490459"/>
            <a:ext cx="12702" cy="50139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7" name="Connector 9344"/>
          <p:cNvSpPr/>
          <p:nvPr/>
        </p:nvSpPr>
        <p:spPr>
          <a:xfrm flipH="1">
            <a:off x="16931132" y="7991856"/>
            <a:ext cx="127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8" name="Connector 9345"/>
          <p:cNvSpPr/>
          <p:nvPr/>
        </p:nvSpPr>
        <p:spPr>
          <a:xfrm flipH="1">
            <a:off x="16893032" y="8493252"/>
            <a:ext cx="381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9" name="Connector 9346"/>
          <p:cNvSpPr/>
          <p:nvPr/>
        </p:nvSpPr>
        <p:spPr>
          <a:xfrm flipH="1">
            <a:off x="16829532" y="8994647"/>
            <a:ext cx="635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0" name="Connector 9347"/>
          <p:cNvSpPr/>
          <p:nvPr/>
        </p:nvSpPr>
        <p:spPr>
          <a:xfrm flipH="1">
            <a:off x="16740632" y="9496043"/>
            <a:ext cx="88901" cy="50139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1" name="Connector 9348"/>
          <p:cNvSpPr/>
          <p:nvPr/>
        </p:nvSpPr>
        <p:spPr>
          <a:xfrm flipH="1">
            <a:off x="16626332" y="9997440"/>
            <a:ext cx="114301" cy="50139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2" name="Connector 9349"/>
          <p:cNvSpPr/>
          <p:nvPr/>
        </p:nvSpPr>
        <p:spPr>
          <a:xfrm flipH="1">
            <a:off x="16486632" y="10498835"/>
            <a:ext cx="139701" cy="50139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3" name="Connector 9350"/>
          <p:cNvSpPr/>
          <p:nvPr/>
        </p:nvSpPr>
        <p:spPr>
          <a:xfrm>
            <a:off x="16486632" y="5843015"/>
            <a:ext cx="55880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4" name="Connector 9351"/>
          <p:cNvSpPr/>
          <p:nvPr/>
        </p:nvSpPr>
        <p:spPr>
          <a:xfrm>
            <a:off x="16542511" y="5914644"/>
            <a:ext cx="45722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5" name="Connector 9352"/>
          <p:cNvSpPr/>
          <p:nvPr/>
        </p:nvSpPr>
        <p:spPr>
          <a:xfrm>
            <a:off x="16588232" y="5986271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6" name="Connector 9353"/>
          <p:cNvSpPr/>
          <p:nvPr/>
        </p:nvSpPr>
        <p:spPr>
          <a:xfrm>
            <a:off x="16623791" y="6057900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7" name="Connector 9354"/>
          <p:cNvSpPr/>
          <p:nvPr/>
        </p:nvSpPr>
        <p:spPr>
          <a:xfrm>
            <a:off x="16649191" y="6129528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8" name="Connector 9355"/>
          <p:cNvSpPr/>
          <p:nvPr/>
        </p:nvSpPr>
        <p:spPr>
          <a:xfrm>
            <a:off x="16664432" y="6201155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9" name="Connector 9356"/>
          <p:cNvSpPr/>
          <p:nvPr/>
        </p:nvSpPr>
        <p:spPr>
          <a:xfrm flipH="1">
            <a:off x="16664432" y="6272784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0" name="Connector 9357"/>
          <p:cNvSpPr/>
          <p:nvPr/>
        </p:nvSpPr>
        <p:spPr>
          <a:xfrm flipH="1">
            <a:off x="16649191" y="6344411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1" name="Connector 9358"/>
          <p:cNvSpPr/>
          <p:nvPr/>
        </p:nvSpPr>
        <p:spPr>
          <a:xfrm flipH="1">
            <a:off x="16623791" y="6416040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2" name="Connector 9359"/>
          <p:cNvSpPr/>
          <p:nvPr/>
        </p:nvSpPr>
        <p:spPr>
          <a:xfrm flipH="1">
            <a:off x="16588232" y="6487667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3" name="Connector 9360"/>
          <p:cNvSpPr/>
          <p:nvPr/>
        </p:nvSpPr>
        <p:spPr>
          <a:xfrm flipH="1">
            <a:off x="16542512" y="6559295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4" name="Connector 9361"/>
          <p:cNvSpPr/>
          <p:nvPr/>
        </p:nvSpPr>
        <p:spPr>
          <a:xfrm flipH="1">
            <a:off x="16486632" y="6630923"/>
            <a:ext cx="558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5" name="Connector 9362"/>
          <p:cNvSpPr/>
          <p:nvPr/>
        </p:nvSpPr>
        <p:spPr>
          <a:xfrm>
            <a:off x="16486632" y="5843015"/>
            <a:ext cx="698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6" name="Connector 9363"/>
          <p:cNvSpPr/>
          <p:nvPr/>
        </p:nvSpPr>
        <p:spPr>
          <a:xfrm>
            <a:off x="16556480" y="5986271"/>
            <a:ext cx="571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7" name="Connector 9364"/>
          <p:cNvSpPr/>
          <p:nvPr/>
        </p:nvSpPr>
        <p:spPr>
          <a:xfrm>
            <a:off x="16613632" y="6129528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8" name="Connector 9365"/>
          <p:cNvSpPr/>
          <p:nvPr/>
        </p:nvSpPr>
        <p:spPr>
          <a:xfrm>
            <a:off x="16658082" y="6272784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9" name="Connector 9366"/>
          <p:cNvSpPr/>
          <p:nvPr/>
        </p:nvSpPr>
        <p:spPr>
          <a:xfrm>
            <a:off x="16689832" y="6416040"/>
            <a:ext cx="190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0" name="Connector 9367"/>
          <p:cNvSpPr/>
          <p:nvPr/>
        </p:nvSpPr>
        <p:spPr>
          <a:xfrm>
            <a:off x="16708880" y="6559295"/>
            <a:ext cx="63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1" name="Connector 9368"/>
          <p:cNvSpPr/>
          <p:nvPr/>
        </p:nvSpPr>
        <p:spPr>
          <a:xfrm flipH="1">
            <a:off x="16708882" y="6702552"/>
            <a:ext cx="63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2" name="Connector 9369"/>
          <p:cNvSpPr/>
          <p:nvPr/>
        </p:nvSpPr>
        <p:spPr>
          <a:xfrm flipH="1">
            <a:off x="16689832" y="6845807"/>
            <a:ext cx="190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3" name="Connector 9370"/>
          <p:cNvSpPr/>
          <p:nvPr/>
        </p:nvSpPr>
        <p:spPr>
          <a:xfrm flipH="1">
            <a:off x="16658082" y="6989064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4" name="Connector 9371"/>
          <p:cNvSpPr/>
          <p:nvPr/>
        </p:nvSpPr>
        <p:spPr>
          <a:xfrm flipH="1">
            <a:off x="16613632" y="7132319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5" name="Connector 9372"/>
          <p:cNvSpPr/>
          <p:nvPr/>
        </p:nvSpPr>
        <p:spPr>
          <a:xfrm flipH="1">
            <a:off x="16556482" y="7275576"/>
            <a:ext cx="571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6" name="Connector 9373"/>
          <p:cNvSpPr/>
          <p:nvPr/>
        </p:nvSpPr>
        <p:spPr>
          <a:xfrm flipH="1">
            <a:off x="16486632" y="7418831"/>
            <a:ext cx="698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7" name="Connector 9374"/>
          <p:cNvSpPr/>
          <p:nvPr/>
        </p:nvSpPr>
        <p:spPr>
          <a:xfrm>
            <a:off x="16486632" y="5843015"/>
            <a:ext cx="83821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8" name="Connector 9375"/>
          <p:cNvSpPr/>
          <p:nvPr/>
        </p:nvSpPr>
        <p:spPr>
          <a:xfrm>
            <a:off x="16570452" y="6057898"/>
            <a:ext cx="68581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9" name="Connector 9376"/>
          <p:cNvSpPr/>
          <p:nvPr/>
        </p:nvSpPr>
        <p:spPr>
          <a:xfrm>
            <a:off x="16639032" y="6272784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0" name="Connector 9377"/>
          <p:cNvSpPr/>
          <p:nvPr/>
        </p:nvSpPr>
        <p:spPr>
          <a:xfrm>
            <a:off x="16692371" y="6487667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1" name="Connector 9378"/>
          <p:cNvSpPr/>
          <p:nvPr/>
        </p:nvSpPr>
        <p:spPr>
          <a:xfrm>
            <a:off x="16730471" y="6702552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2" name="Connector 9379"/>
          <p:cNvSpPr/>
          <p:nvPr/>
        </p:nvSpPr>
        <p:spPr>
          <a:xfrm>
            <a:off x="16753330" y="6917435"/>
            <a:ext cx="7621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3" name="Connector 9380"/>
          <p:cNvSpPr/>
          <p:nvPr/>
        </p:nvSpPr>
        <p:spPr>
          <a:xfrm flipH="1">
            <a:off x="16753332" y="7132319"/>
            <a:ext cx="76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4" name="Connector 9381"/>
          <p:cNvSpPr/>
          <p:nvPr/>
        </p:nvSpPr>
        <p:spPr>
          <a:xfrm flipH="1">
            <a:off x="16730471" y="7347204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5" name="Connector 9382"/>
          <p:cNvSpPr/>
          <p:nvPr/>
        </p:nvSpPr>
        <p:spPr>
          <a:xfrm flipH="1">
            <a:off x="16692371" y="7562088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6" name="Connector 9383"/>
          <p:cNvSpPr/>
          <p:nvPr/>
        </p:nvSpPr>
        <p:spPr>
          <a:xfrm flipH="1">
            <a:off x="16639033" y="7776971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7" name="Connector 9384"/>
          <p:cNvSpPr/>
          <p:nvPr/>
        </p:nvSpPr>
        <p:spPr>
          <a:xfrm flipH="1">
            <a:off x="16570452" y="7991856"/>
            <a:ext cx="6858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8" name="Connector 9385"/>
          <p:cNvSpPr/>
          <p:nvPr/>
        </p:nvSpPr>
        <p:spPr>
          <a:xfrm flipH="1">
            <a:off x="16486632" y="8206740"/>
            <a:ext cx="838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9" name="Connector 9386"/>
          <p:cNvSpPr/>
          <p:nvPr/>
        </p:nvSpPr>
        <p:spPr>
          <a:xfrm>
            <a:off x="16486632" y="5843015"/>
            <a:ext cx="9779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0" name="Connector 9387"/>
          <p:cNvSpPr/>
          <p:nvPr/>
        </p:nvSpPr>
        <p:spPr>
          <a:xfrm>
            <a:off x="16584420" y="6129527"/>
            <a:ext cx="80012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1" name="Connector 9388"/>
          <p:cNvSpPr/>
          <p:nvPr/>
        </p:nvSpPr>
        <p:spPr>
          <a:xfrm>
            <a:off x="16664432" y="6416040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2" name="Connector 9389"/>
          <p:cNvSpPr/>
          <p:nvPr/>
        </p:nvSpPr>
        <p:spPr>
          <a:xfrm>
            <a:off x="16726662" y="6702552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3" name="Connector 9390"/>
          <p:cNvSpPr/>
          <p:nvPr/>
        </p:nvSpPr>
        <p:spPr>
          <a:xfrm>
            <a:off x="16771112" y="6989064"/>
            <a:ext cx="2667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4" name="Connector 9391"/>
          <p:cNvSpPr/>
          <p:nvPr/>
        </p:nvSpPr>
        <p:spPr>
          <a:xfrm>
            <a:off x="16797780" y="7275575"/>
            <a:ext cx="8892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5" name="Connector 9392"/>
          <p:cNvSpPr/>
          <p:nvPr/>
        </p:nvSpPr>
        <p:spPr>
          <a:xfrm flipH="1">
            <a:off x="16797782" y="7562088"/>
            <a:ext cx="8891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6" name="Connector 9393"/>
          <p:cNvSpPr/>
          <p:nvPr/>
        </p:nvSpPr>
        <p:spPr>
          <a:xfrm flipH="1">
            <a:off x="16771113" y="7848599"/>
            <a:ext cx="26670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7" name="Connector 9394"/>
          <p:cNvSpPr/>
          <p:nvPr/>
        </p:nvSpPr>
        <p:spPr>
          <a:xfrm flipH="1">
            <a:off x="16726662" y="8135111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8" name="Connector 9395"/>
          <p:cNvSpPr/>
          <p:nvPr/>
        </p:nvSpPr>
        <p:spPr>
          <a:xfrm flipH="1">
            <a:off x="16664432" y="8421623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9" name="Connector 9396"/>
          <p:cNvSpPr/>
          <p:nvPr/>
        </p:nvSpPr>
        <p:spPr>
          <a:xfrm flipH="1">
            <a:off x="16584421" y="8708135"/>
            <a:ext cx="8001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0" name="Connector 9397"/>
          <p:cNvSpPr/>
          <p:nvPr/>
        </p:nvSpPr>
        <p:spPr>
          <a:xfrm flipH="1">
            <a:off x="16486632" y="8994647"/>
            <a:ext cx="977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1" name="Connector 9398"/>
          <p:cNvSpPr/>
          <p:nvPr/>
        </p:nvSpPr>
        <p:spPr>
          <a:xfrm>
            <a:off x="16486632" y="5843015"/>
            <a:ext cx="111760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2" name="Connector 9399"/>
          <p:cNvSpPr/>
          <p:nvPr/>
        </p:nvSpPr>
        <p:spPr>
          <a:xfrm>
            <a:off x="16598391" y="6201154"/>
            <a:ext cx="91442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3" name="Connector 9400"/>
          <p:cNvSpPr/>
          <p:nvPr/>
        </p:nvSpPr>
        <p:spPr>
          <a:xfrm>
            <a:off x="16689832" y="6559295"/>
            <a:ext cx="71120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4" name="Connector 9401"/>
          <p:cNvSpPr/>
          <p:nvPr/>
        </p:nvSpPr>
        <p:spPr>
          <a:xfrm>
            <a:off x="16760950" y="6917435"/>
            <a:ext cx="50802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5" name="Connector 9402"/>
          <p:cNvSpPr/>
          <p:nvPr/>
        </p:nvSpPr>
        <p:spPr>
          <a:xfrm>
            <a:off x="16811752" y="7275576"/>
            <a:ext cx="30481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6" name="Connector 9403"/>
          <p:cNvSpPr/>
          <p:nvPr/>
        </p:nvSpPr>
        <p:spPr>
          <a:xfrm>
            <a:off x="16842232" y="7633714"/>
            <a:ext cx="10161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7" name="Connector 9404"/>
          <p:cNvSpPr/>
          <p:nvPr/>
        </p:nvSpPr>
        <p:spPr>
          <a:xfrm flipH="1">
            <a:off x="16842232" y="7991856"/>
            <a:ext cx="1016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8" name="Connector 9405"/>
          <p:cNvSpPr/>
          <p:nvPr/>
        </p:nvSpPr>
        <p:spPr>
          <a:xfrm flipH="1">
            <a:off x="16811752" y="8349995"/>
            <a:ext cx="3048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9" name="Connector 9406"/>
          <p:cNvSpPr/>
          <p:nvPr/>
        </p:nvSpPr>
        <p:spPr>
          <a:xfrm flipH="1">
            <a:off x="16760950" y="8708135"/>
            <a:ext cx="50802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0" name="Connector 9407"/>
          <p:cNvSpPr/>
          <p:nvPr/>
        </p:nvSpPr>
        <p:spPr>
          <a:xfrm flipH="1">
            <a:off x="16689832" y="9066276"/>
            <a:ext cx="71120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1" name="Connector 9408"/>
          <p:cNvSpPr/>
          <p:nvPr/>
        </p:nvSpPr>
        <p:spPr>
          <a:xfrm flipH="1">
            <a:off x="16598391" y="9424416"/>
            <a:ext cx="91442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2" name="Connector 9409"/>
          <p:cNvSpPr/>
          <p:nvPr/>
        </p:nvSpPr>
        <p:spPr>
          <a:xfrm flipH="1">
            <a:off x="16486632" y="9782556"/>
            <a:ext cx="111760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3" name="Connector 9410"/>
          <p:cNvSpPr/>
          <p:nvPr/>
        </p:nvSpPr>
        <p:spPr>
          <a:xfrm>
            <a:off x="16486632" y="5843015"/>
            <a:ext cx="125730" cy="42976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4" name="Connector 9411"/>
          <p:cNvSpPr/>
          <p:nvPr/>
        </p:nvSpPr>
        <p:spPr>
          <a:xfrm>
            <a:off x="16612361" y="6272782"/>
            <a:ext cx="102872" cy="42977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5" name="Connector 9412"/>
          <p:cNvSpPr/>
          <p:nvPr/>
        </p:nvSpPr>
        <p:spPr>
          <a:xfrm>
            <a:off x="16715232" y="6702552"/>
            <a:ext cx="8001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6" name="Connector 9413"/>
          <p:cNvSpPr/>
          <p:nvPr/>
        </p:nvSpPr>
        <p:spPr>
          <a:xfrm>
            <a:off x="16795241" y="7132319"/>
            <a:ext cx="5715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7" name="Connector 9414"/>
          <p:cNvSpPr/>
          <p:nvPr/>
        </p:nvSpPr>
        <p:spPr>
          <a:xfrm>
            <a:off x="16852391" y="7562088"/>
            <a:ext cx="3429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8" name="Connector 9415"/>
          <p:cNvSpPr/>
          <p:nvPr/>
        </p:nvSpPr>
        <p:spPr>
          <a:xfrm>
            <a:off x="16886682" y="7991856"/>
            <a:ext cx="1143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9" name="Connector 9416"/>
          <p:cNvSpPr/>
          <p:nvPr/>
        </p:nvSpPr>
        <p:spPr>
          <a:xfrm flipH="1">
            <a:off x="16886682" y="8421623"/>
            <a:ext cx="1143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0" name="Connector 9417"/>
          <p:cNvSpPr/>
          <p:nvPr/>
        </p:nvSpPr>
        <p:spPr>
          <a:xfrm flipH="1">
            <a:off x="16852391" y="8851392"/>
            <a:ext cx="3429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1" name="Connector 9418"/>
          <p:cNvSpPr/>
          <p:nvPr/>
        </p:nvSpPr>
        <p:spPr>
          <a:xfrm flipH="1">
            <a:off x="16795241" y="9281159"/>
            <a:ext cx="5715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2" name="Connector 9419"/>
          <p:cNvSpPr/>
          <p:nvPr/>
        </p:nvSpPr>
        <p:spPr>
          <a:xfrm flipH="1">
            <a:off x="16715232" y="9710928"/>
            <a:ext cx="8001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3" name="Connector 9420"/>
          <p:cNvSpPr/>
          <p:nvPr/>
        </p:nvSpPr>
        <p:spPr>
          <a:xfrm flipH="1">
            <a:off x="16612362" y="10140695"/>
            <a:ext cx="102871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4" name="Connector 9421"/>
          <p:cNvSpPr/>
          <p:nvPr/>
        </p:nvSpPr>
        <p:spPr>
          <a:xfrm flipH="1">
            <a:off x="16486633" y="10570464"/>
            <a:ext cx="125730" cy="42976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5" name="Connector 9422"/>
          <p:cNvSpPr/>
          <p:nvPr/>
        </p:nvSpPr>
        <p:spPr>
          <a:xfrm>
            <a:off x="16486632" y="6702552"/>
            <a:ext cx="5588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6" name="Connector 9423"/>
          <p:cNvSpPr/>
          <p:nvPr/>
        </p:nvSpPr>
        <p:spPr>
          <a:xfrm>
            <a:off x="16542511" y="6774178"/>
            <a:ext cx="4572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7" name="Connector 9424"/>
          <p:cNvSpPr/>
          <p:nvPr/>
        </p:nvSpPr>
        <p:spPr>
          <a:xfrm>
            <a:off x="16588232" y="6845807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8" name="Connector 9425"/>
          <p:cNvSpPr/>
          <p:nvPr/>
        </p:nvSpPr>
        <p:spPr>
          <a:xfrm>
            <a:off x="16623791" y="6917435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9" name="Connector 9426"/>
          <p:cNvSpPr/>
          <p:nvPr/>
        </p:nvSpPr>
        <p:spPr>
          <a:xfrm>
            <a:off x="16649191" y="6989064"/>
            <a:ext cx="1524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0" name="Connector 9427"/>
          <p:cNvSpPr/>
          <p:nvPr/>
        </p:nvSpPr>
        <p:spPr>
          <a:xfrm>
            <a:off x="16664432" y="7060690"/>
            <a:ext cx="50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1" name="Connector 9428"/>
          <p:cNvSpPr/>
          <p:nvPr/>
        </p:nvSpPr>
        <p:spPr>
          <a:xfrm flipH="1">
            <a:off x="16664432" y="7132319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2" name="Connector 9429"/>
          <p:cNvSpPr/>
          <p:nvPr/>
        </p:nvSpPr>
        <p:spPr>
          <a:xfrm flipH="1">
            <a:off x="16649191" y="7203947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3" name="Connector 9430"/>
          <p:cNvSpPr/>
          <p:nvPr/>
        </p:nvSpPr>
        <p:spPr>
          <a:xfrm flipH="1">
            <a:off x="16623791" y="7275576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4" name="Connector 9431"/>
          <p:cNvSpPr/>
          <p:nvPr/>
        </p:nvSpPr>
        <p:spPr>
          <a:xfrm flipH="1">
            <a:off x="16588232" y="7347204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5" name="Connector 9432"/>
          <p:cNvSpPr/>
          <p:nvPr/>
        </p:nvSpPr>
        <p:spPr>
          <a:xfrm flipH="1">
            <a:off x="16542512" y="7418831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6" name="Connector 9433"/>
          <p:cNvSpPr/>
          <p:nvPr/>
        </p:nvSpPr>
        <p:spPr>
          <a:xfrm flipH="1">
            <a:off x="16486632" y="7490459"/>
            <a:ext cx="558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7" name="Connector 9434"/>
          <p:cNvSpPr/>
          <p:nvPr/>
        </p:nvSpPr>
        <p:spPr>
          <a:xfrm>
            <a:off x="16486632" y="6702552"/>
            <a:ext cx="698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8" name="Connector 9435"/>
          <p:cNvSpPr/>
          <p:nvPr/>
        </p:nvSpPr>
        <p:spPr>
          <a:xfrm>
            <a:off x="16556480" y="6845807"/>
            <a:ext cx="571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9" name="Connector 9436"/>
          <p:cNvSpPr/>
          <p:nvPr/>
        </p:nvSpPr>
        <p:spPr>
          <a:xfrm>
            <a:off x="16613632" y="6989064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0" name="Connector 9437"/>
          <p:cNvSpPr/>
          <p:nvPr/>
        </p:nvSpPr>
        <p:spPr>
          <a:xfrm>
            <a:off x="16658082" y="7132319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1" name="Connector 9438"/>
          <p:cNvSpPr/>
          <p:nvPr/>
        </p:nvSpPr>
        <p:spPr>
          <a:xfrm>
            <a:off x="16689832" y="7275576"/>
            <a:ext cx="190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2" name="Connector 9439"/>
          <p:cNvSpPr/>
          <p:nvPr/>
        </p:nvSpPr>
        <p:spPr>
          <a:xfrm>
            <a:off x="16708880" y="7418831"/>
            <a:ext cx="63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3" name="Connector 9440"/>
          <p:cNvSpPr/>
          <p:nvPr/>
        </p:nvSpPr>
        <p:spPr>
          <a:xfrm flipH="1">
            <a:off x="16708882" y="7562088"/>
            <a:ext cx="63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4" name="Connector 9441"/>
          <p:cNvSpPr/>
          <p:nvPr/>
        </p:nvSpPr>
        <p:spPr>
          <a:xfrm flipH="1">
            <a:off x="16689832" y="7705342"/>
            <a:ext cx="19051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5" name="Connector 9442"/>
          <p:cNvSpPr/>
          <p:nvPr/>
        </p:nvSpPr>
        <p:spPr>
          <a:xfrm flipH="1">
            <a:off x="16658082" y="7848600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6" name="Connector 9443"/>
          <p:cNvSpPr/>
          <p:nvPr/>
        </p:nvSpPr>
        <p:spPr>
          <a:xfrm flipH="1">
            <a:off x="16613632" y="7991856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7" name="Connector 9444"/>
          <p:cNvSpPr/>
          <p:nvPr/>
        </p:nvSpPr>
        <p:spPr>
          <a:xfrm flipH="1">
            <a:off x="16556482" y="8135111"/>
            <a:ext cx="571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8" name="Connector 9445"/>
          <p:cNvSpPr/>
          <p:nvPr/>
        </p:nvSpPr>
        <p:spPr>
          <a:xfrm flipH="1">
            <a:off x="16486632" y="8278366"/>
            <a:ext cx="69851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9" name="Connector 9446"/>
          <p:cNvSpPr/>
          <p:nvPr/>
        </p:nvSpPr>
        <p:spPr>
          <a:xfrm>
            <a:off x="16486632" y="6702552"/>
            <a:ext cx="838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0" name="Connector 9447"/>
          <p:cNvSpPr/>
          <p:nvPr/>
        </p:nvSpPr>
        <p:spPr>
          <a:xfrm>
            <a:off x="16570452" y="6917435"/>
            <a:ext cx="6858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1" name="Connector 9448"/>
          <p:cNvSpPr/>
          <p:nvPr/>
        </p:nvSpPr>
        <p:spPr>
          <a:xfrm>
            <a:off x="16639032" y="7132319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2" name="Connector 9449"/>
          <p:cNvSpPr/>
          <p:nvPr/>
        </p:nvSpPr>
        <p:spPr>
          <a:xfrm>
            <a:off x="16692371" y="7347204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3" name="Connector 9450"/>
          <p:cNvSpPr/>
          <p:nvPr/>
        </p:nvSpPr>
        <p:spPr>
          <a:xfrm>
            <a:off x="16730471" y="7562088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4" name="Connector 9451"/>
          <p:cNvSpPr/>
          <p:nvPr/>
        </p:nvSpPr>
        <p:spPr>
          <a:xfrm>
            <a:off x="16753330" y="7776971"/>
            <a:ext cx="7621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5" name="Connector 9452"/>
          <p:cNvSpPr/>
          <p:nvPr/>
        </p:nvSpPr>
        <p:spPr>
          <a:xfrm flipH="1">
            <a:off x="16753332" y="7991856"/>
            <a:ext cx="76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6" name="Connector 9453"/>
          <p:cNvSpPr/>
          <p:nvPr/>
        </p:nvSpPr>
        <p:spPr>
          <a:xfrm flipH="1">
            <a:off x="16730471" y="8206740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7" name="Connector 9454"/>
          <p:cNvSpPr/>
          <p:nvPr/>
        </p:nvSpPr>
        <p:spPr>
          <a:xfrm flipH="1">
            <a:off x="16692371" y="8421623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8" name="Connector 9455"/>
          <p:cNvSpPr/>
          <p:nvPr/>
        </p:nvSpPr>
        <p:spPr>
          <a:xfrm flipH="1">
            <a:off x="16639033" y="8636507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9" name="Connector 9456"/>
          <p:cNvSpPr/>
          <p:nvPr/>
        </p:nvSpPr>
        <p:spPr>
          <a:xfrm flipH="1">
            <a:off x="16570452" y="8851392"/>
            <a:ext cx="6858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0" name="Connector 9457"/>
          <p:cNvSpPr/>
          <p:nvPr/>
        </p:nvSpPr>
        <p:spPr>
          <a:xfrm flipH="1">
            <a:off x="16486632" y="9066276"/>
            <a:ext cx="838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1" name="Connector 9458"/>
          <p:cNvSpPr/>
          <p:nvPr/>
        </p:nvSpPr>
        <p:spPr>
          <a:xfrm>
            <a:off x="16486632" y="6702552"/>
            <a:ext cx="9779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2" name="Connector 9459"/>
          <p:cNvSpPr/>
          <p:nvPr/>
        </p:nvSpPr>
        <p:spPr>
          <a:xfrm>
            <a:off x="16584420" y="6989063"/>
            <a:ext cx="80012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3" name="Connector 9460"/>
          <p:cNvSpPr/>
          <p:nvPr/>
        </p:nvSpPr>
        <p:spPr>
          <a:xfrm>
            <a:off x="16664432" y="7275576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4" name="Connector 9461"/>
          <p:cNvSpPr/>
          <p:nvPr/>
        </p:nvSpPr>
        <p:spPr>
          <a:xfrm>
            <a:off x="16726662" y="7562088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5" name="Connector 9462"/>
          <p:cNvSpPr/>
          <p:nvPr/>
        </p:nvSpPr>
        <p:spPr>
          <a:xfrm>
            <a:off x="16771112" y="7848600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6" name="Connector 9463"/>
          <p:cNvSpPr/>
          <p:nvPr/>
        </p:nvSpPr>
        <p:spPr>
          <a:xfrm>
            <a:off x="16797780" y="8135111"/>
            <a:ext cx="8892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7" name="Connector 9464"/>
          <p:cNvSpPr/>
          <p:nvPr/>
        </p:nvSpPr>
        <p:spPr>
          <a:xfrm flipH="1">
            <a:off x="16797782" y="8421623"/>
            <a:ext cx="88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8" name="Connector 9465"/>
          <p:cNvSpPr/>
          <p:nvPr/>
        </p:nvSpPr>
        <p:spPr>
          <a:xfrm flipH="1">
            <a:off x="16771113" y="8708135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9" name="Connector 9466"/>
          <p:cNvSpPr/>
          <p:nvPr/>
        </p:nvSpPr>
        <p:spPr>
          <a:xfrm flipH="1">
            <a:off x="16726662" y="8994647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0" name="Connector 9467"/>
          <p:cNvSpPr/>
          <p:nvPr/>
        </p:nvSpPr>
        <p:spPr>
          <a:xfrm flipH="1">
            <a:off x="16664432" y="9281159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1" name="Connector 9468"/>
          <p:cNvSpPr/>
          <p:nvPr/>
        </p:nvSpPr>
        <p:spPr>
          <a:xfrm flipH="1">
            <a:off x="16584421" y="9567671"/>
            <a:ext cx="80011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2" name="Connector 9469"/>
          <p:cNvSpPr/>
          <p:nvPr/>
        </p:nvSpPr>
        <p:spPr>
          <a:xfrm flipH="1">
            <a:off x="16486632" y="9854183"/>
            <a:ext cx="97791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3" name="Connector 9470"/>
          <p:cNvSpPr/>
          <p:nvPr/>
        </p:nvSpPr>
        <p:spPr>
          <a:xfrm>
            <a:off x="16486632" y="6702552"/>
            <a:ext cx="111760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4" name="Connector 9471"/>
          <p:cNvSpPr/>
          <p:nvPr/>
        </p:nvSpPr>
        <p:spPr>
          <a:xfrm>
            <a:off x="16598391" y="7060692"/>
            <a:ext cx="91442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5" name="Connector 9472"/>
          <p:cNvSpPr/>
          <p:nvPr/>
        </p:nvSpPr>
        <p:spPr>
          <a:xfrm>
            <a:off x="16689832" y="7418831"/>
            <a:ext cx="71120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6" name="Connector 9473"/>
          <p:cNvSpPr/>
          <p:nvPr/>
        </p:nvSpPr>
        <p:spPr>
          <a:xfrm>
            <a:off x="16760950" y="7776971"/>
            <a:ext cx="50802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7" name="Connector 9474"/>
          <p:cNvSpPr/>
          <p:nvPr/>
        </p:nvSpPr>
        <p:spPr>
          <a:xfrm>
            <a:off x="16811752" y="8135111"/>
            <a:ext cx="30481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8" name="Connector 9475"/>
          <p:cNvSpPr/>
          <p:nvPr/>
        </p:nvSpPr>
        <p:spPr>
          <a:xfrm>
            <a:off x="16842232" y="8493251"/>
            <a:ext cx="10161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9" name="Connector 9476"/>
          <p:cNvSpPr/>
          <p:nvPr/>
        </p:nvSpPr>
        <p:spPr>
          <a:xfrm flipH="1">
            <a:off x="16842232" y="8851392"/>
            <a:ext cx="1016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0" name="Connector 9477"/>
          <p:cNvSpPr/>
          <p:nvPr/>
        </p:nvSpPr>
        <p:spPr>
          <a:xfrm flipH="1">
            <a:off x="16811752" y="9209531"/>
            <a:ext cx="30481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1" name="Connector 9478"/>
          <p:cNvSpPr/>
          <p:nvPr/>
        </p:nvSpPr>
        <p:spPr>
          <a:xfrm flipH="1">
            <a:off x="16760950" y="9567671"/>
            <a:ext cx="50802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2" name="Connector 9479"/>
          <p:cNvSpPr/>
          <p:nvPr/>
        </p:nvSpPr>
        <p:spPr>
          <a:xfrm flipH="1">
            <a:off x="16689832" y="9925811"/>
            <a:ext cx="71120" cy="358141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3" name="Connector 9480"/>
          <p:cNvSpPr/>
          <p:nvPr/>
        </p:nvSpPr>
        <p:spPr>
          <a:xfrm flipH="1">
            <a:off x="16598391" y="10283952"/>
            <a:ext cx="91442" cy="35814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4" name="Connector 9481"/>
          <p:cNvSpPr/>
          <p:nvPr/>
        </p:nvSpPr>
        <p:spPr>
          <a:xfrm flipH="1">
            <a:off x="16486632" y="10642090"/>
            <a:ext cx="111760" cy="35814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5" name="Connector 9482"/>
          <p:cNvSpPr/>
          <p:nvPr/>
        </p:nvSpPr>
        <p:spPr>
          <a:xfrm>
            <a:off x="16486632" y="7562088"/>
            <a:ext cx="55880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6" name="Connector 9483"/>
          <p:cNvSpPr/>
          <p:nvPr/>
        </p:nvSpPr>
        <p:spPr>
          <a:xfrm>
            <a:off x="16542511" y="7633716"/>
            <a:ext cx="45722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7" name="Connector 9484"/>
          <p:cNvSpPr/>
          <p:nvPr/>
        </p:nvSpPr>
        <p:spPr>
          <a:xfrm>
            <a:off x="16588232" y="7705343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8" name="Connector 9485"/>
          <p:cNvSpPr/>
          <p:nvPr/>
        </p:nvSpPr>
        <p:spPr>
          <a:xfrm>
            <a:off x="16623791" y="7776971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9" name="Connector 9486"/>
          <p:cNvSpPr/>
          <p:nvPr/>
        </p:nvSpPr>
        <p:spPr>
          <a:xfrm>
            <a:off x="16649191" y="7848600"/>
            <a:ext cx="1524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0" name="Connector 9487"/>
          <p:cNvSpPr/>
          <p:nvPr/>
        </p:nvSpPr>
        <p:spPr>
          <a:xfrm>
            <a:off x="16664432" y="7920226"/>
            <a:ext cx="50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1" name="Connector 9488"/>
          <p:cNvSpPr/>
          <p:nvPr/>
        </p:nvSpPr>
        <p:spPr>
          <a:xfrm flipH="1">
            <a:off x="16664432" y="7991856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2" name="Connector 9489"/>
          <p:cNvSpPr/>
          <p:nvPr/>
        </p:nvSpPr>
        <p:spPr>
          <a:xfrm flipH="1">
            <a:off x="16649191" y="8063483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3" name="Connector 9490"/>
          <p:cNvSpPr/>
          <p:nvPr/>
        </p:nvSpPr>
        <p:spPr>
          <a:xfrm flipH="1">
            <a:off x="16623791" y="8135111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4" name="Connector 9491"/>
          <p:cNvSpPr/>
          <p:nvPr/>
        </p:nvSpPr>
        <p:spPr>
          <a:xfrm flipH="1">
            <a:off x="16588232" y="8206740"/>
            <a:ext cx="3556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5" name="Connector 9492"/>
          <p:cNvSpPr/>
          <p:nvPr/>
        </p:nvSpPr>
        <p:spPr>
          <a:xfrm flipH="1">
            <a:off x="16542512" y="8278366"/>
            <a:ext cx="4572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6" name="Connector 9493"/>
          <p:cNvSpPr/>
          <p:nvPr/>
        </p:nvSpPr>
        <p:spPr>
          <a:xfrm flipH="1">
            <a:off x="16486632" y="8349994"/>
            <a:ext cx="558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7" name="Connector 9494"/>
          <p:cNvSpPr/>
          <p:nvPr/>
        </p:nvSpPr>
        <p:spPr>
          <a:xfrm>
            <a:off x="16486632" y="7562088"/>
            <a:ext cx="698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8" name="Connector 9495"/>
          <p:cNvSpPr/>
          <p:nvPr/>
        </p:nvSpPr>
        <p:spPr>
          <a:xfrm>
            <a:off x="16556480" y="7705342"/>
            <a:ext cx="571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9" name="Connector 9496"/>
          <p:cNvSpPr/>
          <p:nvPr/>
        </p:nvSpPr>
        <p:spPr>
          <a:xfrm>
            <a:off x="16613632" y="7848600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0" name="Connector 9497"/>
          <p:cNvSpPr/>
          <p:nvPr/>
        </p:nvSpPr>
        <p:spPr>
          <a:xfrm>
            <a:off x="16658082" y="7991856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1" name="Connector 9498"/>
          <p:cNvSpPr/>
          <p:nvPr/>
        </p:nvSpPr>
        <p:spPr>
          <a:xfrm>
            <a:off x="16689832" y="8135111"/>
            <a:ext cx="190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2" name="Connector 9499"/>
          <p:cNvSpPr/>
          <p:nvPr/>
        </p:nvSpPr>
        <p:spPr>
          <a:xfrm>
            <a:off x="16708880" y="8278366"/>
            <a:ext cx="63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3" name="Connector 9500"/>
          <p:cNvSpPr/>
          <p:nvPr/>
        </p:nvSpPr>
        <p:spPr>
          <a:xfrm flipH="1">
            <a:off x="16708882" y="8421623"/>
            <a:ext cx="63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4" name="Connector 9501"/>
          <p:cNvSpPr/>
          <p:nvPr/>
        </p:nvSpPr>
        <p:spPr>
          <a:xfrm flipH="1">
            <a:off x="16689832" y="8564880"/>
            <a:ext cx="190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5" name="Connector 9502"/>
          <p:cNvSpPr/>
          <p:nvPr/>
        </p:nvSpPr>
        <p:spPr>
          <a:xfrm flipH="1">
            <a:off x="16658082" y="8708135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6" name="Connector 9503"/>
          <p:cNvSpPr/>
          <p:nvPr/>
        </p:nvSpPr>
        <p:spPr>
          <a:xfrm flipH="1">
            <a:off x="16613632" y="8851392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7" name="Connector 9504"/>
          <p:cNvSpPr/>
          <p:nvPr/>
        </p:nvSpPr>
        <p:spPr>
          <a:xfrm flipH="1">
            <a:off x="16556482" y="8994647"/>
            <a:ext cx="571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8" name="Connector 9505"/>
          <p:cNvSpPr/>
          <p:nvPr/>
        </p:nvSpPr>
        <p:spPr>
          <a:xfrm flipH="1">
            <a:off x="16486632" y="9137902"/>
            <a:ext cx="69851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9" name="Connector 9506"/>
          <p:cNvSpPr/>
          <p:nvPr/>
        </p:nvSpPr>
        <p:spPr>
          <a:xfrm>
            <a:off x="16486632" y="7562088"/>
            <a:ext cx="838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0" name="Connector 9507"/>
          <p:cNvSpPr/>
          <p:nvPr/>
        </p:nvSpPr>
        <p:spPr>
          <a:xfrm>
            <a:off x="16570452" y="7776971"/>
            <a:ext cx="6858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1" name="Connector 9508"/>
          <p:cNvSpPr/>
          <p:nvPr/>
        </p:nvSpPr>
        <p:spPr>
          <a:xfrm>
            <a:off x="16639032" y="7991856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2" name="Connector 9509"/>
          <p:cNvSpPr/>
          <p:nvPr/>
        </p:nvSpPr>
        <p:spPr>
          <a:xfrm>
            <a:off x="16692371" y="8206740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3" name="Connector 9510"/>
          <p:cNvSpPr/>
          <p:nvPr/>
        </p:nvSpPr>
        <p:spPr>
          <a:xfrm>
            <a:off x="16730471" y="8421623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4" name="Connector 9511"/>
          <p:cNvSpPr/>
          <p:nvPr/>
        </p:nvSpPr>
        <p:spPr>
          <a:xfrm>
            <a:off x="16753330" y="8636506"/>
            <a:ext cx="7621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5" name="Connector 9512"/>
          <p:cNvSpPr/>
          <p:nvPr/>
        </p:nvSpPr>
        <p:spPr>
          <a:xfrm flipH="1">
            <a:off x="16753332" y="8851392"/>
            <a:ext cx="76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6" name="Connector 9513"/>
          <p:cNvSpPr/>
          <p:nvPr/>
        </p:nvSpPr>
        <p:spPr>
          <a:xfrm flipH="1">
            <a:off x="16730471" y="9066276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7" name="Connector 9514"/>
          <p:cNvSpPr/>
          <p:nvPr/>
        </p:nvSpPr>
        <p:spPr>
          <a:xfrm flipH="1">
            <a:off x="16692371" y="9281159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8" name="Connector 9515"/>
          <p:cNvSpPr/>
          <p:nvPr/>
        </p:nvSpPr>
        <p:spPr>
          <a:xfrm flipH="1">
            <a:off x="16639033" y="9496043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9" name="Connector 9516"/>
          <p:cNvSpPr/>
          <p:nvPr/>
        </p:nvSpPr>
        <p:spPr>
          <a:xfrm flipH="1">
            <a:off x="16570452" y="9710928"/>
            <a:ext cx="6858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0" name="Connector 9517"/>
          <p:cNvSpPr/>
          <p:nvPr/>
        </p:nvSpPr>
        <p:spPr>
          <a:xfrm flipH="1">
            <a:off x="16486632" y="9925811"/>
            <a:ext cx="838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1" name="Connector 9518"/>
          <p:cNvSpPr/>
          <p:nvPr/>
        </p:nvSpPr>
        <p:spPr>
          <a:xfrm>
            <a:off x="16486632" y="7562088"/>
            <a:ext cx="9779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2" name="Connector 9519"/>
          <p:cNvSpPr/>
          <p:nvPr/>
        </p:nvSpPr>
        <p:spPr>
          <a:xfrm>
            <a:off x="16584420" y="7848599"/>
            <a:ext cx="80012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3" name="Connector 9520"/>
          <p:cNvSpPr/>
          <p:nvPr/>
        </p:nvSpPr>
        <p:spPr>
          <a:xfrm>
            <a:off x="16664432" y="8135111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4" name="Connector 9521"/>
          <p:cNvSpPr/>
          <p:nvPr/>
        </p:nvSpPr>
        <p:spPr>
          <a:xfrm>
            <a:off x="16726662" y="8421623"/>
            <a:ext cx="4445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5" name="Connector 9522"/>
          <p:cNvSpPr/>
          <p:nvPr/>
        </p:nvSpPr>
        <p:spPr>
          <a:xfrm>
            <a:off x="16771112" y="8708135"/>
            <a:ext cx="26670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6" name="Connector 9523"/>
          <p:cNvSpPr/>
          <p:nvPr/>
        </p:nvSpPr>
        <p:spPr>
          <a:xfrm>
            <a:off x="16797780" y="8994647"/>
            <a:ext cx="8892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7" name="Connector 9524"/>
          <p:cNvSpPr/>
          <p:nvPr/>
        </p:nvSpPr>
        <p:spPr>
          <a:xfrm flipH="1">
            <a:off x="16797782" y="9281159"/>
            <a:ext cx="889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8" name="Connector 9525"/>
          <p:cNvSpPr/>
          <p:nvPr/>
        </p:nvSpPr>
        <p:spPr>
          <a:xfrm flipH="1">
            <a:off x="16771113" y="9567671"/>
            <a:ext cx="26670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9" name="Connector 9526"/>
          <p:cNvSpPr/>
          <p:nvPr/>
        </p:nvSpPr>
        <p:spPr>
          <a:xfrm flipH="1">
            <a:off x="16726662" y="9854183"/>
            <a:ext cx="44451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0" name="Connector 9527"/>
          <p:cNvSpPr/>
          <p:nvPr/>
        </p:nvSpPr>
        <p:spPr>
          <a:xfrm flipH="1">
            <a:off x="16664432" y="10140695"/>
            <a:ext cx="62231" cy="286513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1" name="Connector 9528"/>
          <p:cNvSpPr/>
          <p:nvPr/>
        </p:nvSpPr>
        <p:spPr>
          <a:xfrm flipH="1">
            <a:off x="16584421" y="10427207"/>
            <a:ext cx="80011" cy="28651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2" name="Connector 9529"/>
          <p:cNvSpPr/>
          <p:nvPr/>
        </p:nvSpPr>
        <p:spPr>
          <a:xfrm flipH="1">
            <a:off x="16486632" y="10713718"/>
            <a:ext cx="97791" cy="28651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3" name="Connector 9530"/>
          <p:cNvSpPr/>
          <p:nvPr/>
        </p:nvSpPr>
        <p:spPr>
          <a:xfrm>
            <a:off x="16486632" y="8421623"/>
            <a:ext cx="5588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4" name="Connector 9531"/>
          <p:cNvSpPr/>
          <p:nvPr/>
        </p:nvSpPr>
        <p:spPr>
          <a:xfrm>
            <a:off x="16542511" y="8493251"/>
            <a:ext cx="4572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5" name="Connector 9532"/>
          <p:cNvSpPr/>
          <p:nvPr/>
        </p:nvSpPr>
        <p:spPr>
          <a:xfrm>
            <a:off x="16588232" y="8564880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6" name="Connector 9533"/>
          <p:cNvSpPr/>
          <p:nvPr/>
        </p:nvSpPr>
        <p:spPr>
          <a:xfrm>
            <a:off x="16623791" y="8636507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7" name="Connector 9534"/>
          <p:cNvSpPr/>
          <p:nvPr/>
        </p:nvSpPr>
        <p:spPr>
          <a:xfrm>
            <a:off x="16649191" y="8708135"/>
            <a:ext cx="1524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8" name="Connector 9535"/>
          <p:cNvSpPr/>
          <p:nvPr/>
        </p:nvSpPr>
        <p:spPr>
          <a:xfrm>
            <a:off x="16664432" y="8779763"/>
            <a:ext cx="50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9" name="Connector 9536"/>
          <p:cNvSpPr/>
          <p:nvPr/>
        </p:nvSpPr>
        <p:spPr>
          <a:xfrm flipH="1">
            <a:off x="16664432" y="8851392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0" name="Connector 9537"/>
          <p:cNvSpPr/>
          <p:nvPr/>
        </p:nvSpPr>
        <p:spPr>
          <a:xfrm flipH="1">
            <a:off x="16649191" y="8923019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1" name="Connector 9538"/>
          <p:cNvSpPr/>
          <p:nvPr/>
        </p:nvSpPr>
        <p:spPr>
          <a:xfrm flipH="1">
            <a:off x="16623791" y="8994647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2" name="Connector 9539"/>
          <p:cNvSpPr/>
          <p:nvPr/>
        </p:nvSpPr>
        <p:spPr>
          <a:xfrm flipH="1">
            <a:off x="16588232" y="9066276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3" name="Connector 9540"/>
          <p:cNvSpPr/>
          <p:nvPr/>
        </p:nvSpPr>
        <p:spPr>
          <a:xfrm flipH="1">
            <a:off x="16542512" y="9137904"/>
            <a:ext cx="4572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4" name="Connector 9541"/>
          <p:cNvSpPr/>
          <p:nvPr/>
        </p:nvSpPr>
        <p:spPr>
          <a:xfrm flipH="1">
            <a:off x="16486632" y="9209530"/>
            <a:ext cx="558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5" name="Connector 9542"/>
          <p:cNvSpPr/>
          <p:nvPr/>
        </p:nvSpPr>
        <p:spPr>
          <a:xfrm>
            <a:off x="16486632" y="8421623"/>
            <a:ext cx="69850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6" name="Connector 9543"/>
          <p:cNvSpPr/>
          <p:nvPr/>
        </p:nvSpPr>
        <p:spPr>
          <a:xfrm>
            <a:off x="16556480" y="8564880"/>
            <a:ext cx="57152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7" name="Connector 9544"/>
          <p:cNvSpPr/>
          <p:nvPr/>
        </p:nvSpPr>
        <p:spPr>
          <a:xfrm>
            <a:off x="16613632" y="8708135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8" name="Connector 9545"/>
          <p:cNvSpPr/>
          <p:nvPr/>
        </p:nvSpPr>
        <p:spPr>
          <a:xfrm>
            <a:off x="16658082" y="8851392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9" name="Connector 9546"/>
          <p:cNvSpPr/>
          <p:nvPr/>
        </p:nvSpPr>
        <p:spPr>
          <a:xfrm>
            <a:off x="16689832" y="8994647"/>
            <a:ext cx="190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0" name="Connector 9547"/>
          <p:cNvSpPr/>
          <p:nvPr/>
        </p:nvSpPr>
        <p:spPr>
          <a:xfrm>
            <a:off x="16708880" y="9137902"/>
            <a:ext cx="63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1" name="Connector 9548"/>
          <p:cNvSpPr/>
          <p:nvPr/>
        </p:nvSpPr>
        <p:spPr>
          <a:xfrm flipH="1">
            <a:off x="16708882" y="9281159"/>
            <a:ext cx="63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2" name="Connector 9549"/>
          <p:cNvSpPr/>
          <p:nvPr/>
        </p:nvSpPr>
        <p:spPr>
          <a:xfrm flipH="1">
            <a:off x="16689832" y="9424416"/>
            <a:ext cx="190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3" name="Connector 9550"/>
          <p:cNvSpPr/>
          <p:nvPr/>
        </p:nvSpPr>
        <p:spPr>
          <a:xfrm flipH="1">
            <a:off x="16658082" y="9567671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4" name="Connector 9551"/>
          <p:cNvSpPr/>
          <p:nvPr/>
        </p:nvSpPr>
        <p:spPr>
          <a:xfrm flipH="1">
            <a:off x="16613632" y="9710928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5" name="Connector 9552"/>
          <p:cNvSpPr/>
          <p:nvPr/>
        </p:nvSpPr>
        <p:spPr>
          <a:xfrm flipH="1">
            <a:off x="16556482" y="9854183"/>
            <a:ext cx="571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6" name="Connector 9553"/>
          <p:cNvSpPr/>
          <p:nvPr/>
        </p:nvSpPr>
        <p:spPr>
          <a:xfrm flipH="1">
            <a:off x="16486632" y="9997439"/>
            <a:ext cx="69851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7" name="Connector 9554"/>
          <p:cNvSpPr/>
          <p:nvPr/>
        </p:nvSpPr>
        <p:spPr>
          <a:xfrm>
            <a:off x="16486632" y="8421623"/>
            <a:ext cx="83821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8" name="Connector 9555"/>
          <p:cNvSpPr/>
          <p:nvPr/>
        </p:nvSpPr>
        <p:spPr>
          <a:xfrm>
            <a:off x="16570452" y="8636506"/>
            <a:ext cx="68581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9" name="Connector 9556"/>
          <p:cNvSpPr/>
          <p:nvPr/>
        </p:nvSpPr>
        <p:spPr>
          <a:xfrm>
            <a:off x="16639032" y="8851392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0" name="Connector 9557"/>
          <p:cNvSpPr/>
          <p:nvPr/>
        </p:nvSpPr>
        <p:spPr>
          <a:xfrm>
            <a:off x="16692371" y="9066276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1" name="Connector 9558"/>
          <p:cNvSpPr/>
          <p:nvPr/>
        </p:nvSpPr>
        <p:spPr>
          <a:xfrm>
            <a:off x="16730471" y="9281159"/>
            <a:ext cx="22860" cy="214884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2" name="Connector 9559"/>
          <p:cNvSpPr/>
          <p:nvPr/>
        </p:nvSpPr>
        <p:spPr>
          <a:xfrm>
            <a:off x="16753330" y="9496042"/>
            <a:ext cx="7621" cy="21488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3" name="Connector 9560"/>
          <p:cNvSpPr/>
          <p:nvPr/>
        </p:nvSpPr>
        <p:spPr>
          <a:xfrm flipH="1">
            <a:off x="16753332" y="9710928"/>
            <a:ext cx="762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4" name="Connector 9561"/>
          <p:cNvSpPr/>
          <p:nvPr/>
        </p:nvSpPr>
        <p:spPr>
          <a:xfrm flipH="1">
            <a:off x="16730471" y="9925811"/>
            <a:ext cx="2286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5" name="Connector 9562"/>
          <p:cNvSpPr/>
          <p:nvPr/>
        </p:nvSpPr>
        <p:spPr>
          <a:xfrm flipH="1">
            <a:off x="16692371" y="10140695"/>
            <a:ext cx="3810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6" name="Connector 9563"/>
          <p:cNvSpPr/>
          <p:nvPr/>
        </p:nvSpPr>
        <p:spPr>
          <a:xfrm flipH="1">
            <a:off x="16639033" y="10355580"/>
            <a:ext cx="53340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7" name="Connector 9564"/>
          <p:cNvSpPr/>
          <p:nvPr/>
        </p:nvSpPr>
        <p:spPr>
          <a:xfrm flipH="1">
            <a:off x="16570452" y="10570464"/>
            <a:ext cx="6858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8" name="Connector 9565"/>
          <p:cNvSpPr/>
          <p:nvPr/>
        </p:nvSpPr>
        <p:spPr>
          <a:xfrm flipH="1">
            <a:off x="16486632" y="10785347"/>
            <a:ext cx="83821" cy="214885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9" name="Connector 9566"/>
          <p:cNvSpPr/>
          <p:nvPr/>
        </p:nvSpPr>
        <p:spPr>
          <a:xfrm>
            <a:off x="16486632" y="9281159"/>
            <a:ext cx="55880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0" name="Connector 9567"/>
          <p:cNvSpPr/>
          <p:nvPr/>
        </p:nvSpPr>
        <p:spPr>
          <a:xfrm>
            <a:off x="16542511" y="9352787"/>
            <a:ext cx="45722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1" name="Connector 9568"/>
          <p:cNvSpPr/>
          <p:nvPr/>
        </p:nvSpPr>
        <p:spPr>
          <a:xfrm>
            <a:off x="16588232" y="9424416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2" name="Connector 9569"/>
          <p:cNvSpPr/>
          <p:nvPr/>
        </p:nvSpPr>
        <p:spPr>
          <a:xfrm>
            <a:off x="16623791" y="9496043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3" name="Connector 9570"/>
          <p:cNvSpPr/>
          <p:nvPr/>
        </p:nvSpPr>
        <p:spPr>
          <a:xfrm>
            <a:off x="16649191" y="9567671"/>
            <a:ext cx="1524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4" name="Connector 9571"/>
          <p:cNvSpPr/>
          <p:nvPr/>
        </p:nvSpPr>
        <p:spPr>
          <a:xfrm>
            <a:off x="16664432" y="9639299"/>
            <a:ext cx="50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5" name="Connector 9572"/>
          <p:cNvSpPr/>
          <p:nvPr/>
        </p:nvSpPr>
        <p:spPr>
          <a:xfrm flipH="1">
            <a:off x="16664432" y="9710928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6" name="Connector 9573"/>
          <p:cNvSpPr/>
          <p:nvPr/>
        </p:nvSpPr>
        <p:spPr>
          <a:xfrm flipH="1">
            <a:off x="16649191" y="9782556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7" name="Connector 9574"/>
          <p:cNvSpPr/>
          <p:nvPr/>
        </p:nvSpPr>
        <p:spPr>
          <a:xfrm flipH="1">
            <a:off x="16623791" y="9854183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8" name="Connector 9575"/>
          <p:cNvSpPr/>
          <p:nvPr/>
        </p:nvSpPr>
        <p:spPr>
          <a:xfrm flipH="1">
            <a:off x="16588232" y="9925811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9" name="Connector 9576"/>
          <p:cNvSpPr/>
          <p:nvPr/>
        </p:nvSpPr>
        <p:spPr>
          <a:xfrm flipH="1">
            <a:off x="16542512" y="9997440"/>
            <a:ext cx="4572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0" name="Connector 9577"/>
          <p:cNvSpPr/>
          <p:nvPr/>
        </p:nvSpPr>
        <p:spPr>
          <a:xfrm flipH="1">
            <a:off x="16486632" y="10069066"/>
            <a:ext cx="558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1" name="Connector 9578"/>
          <p:cNvSpPr/>
          <p:nvPr/>
        </p:nvSpPr>
        <p:spPr>
          <a:xfrm>
            <a:off x="16486632" y="9281159"/>
            <a:ext cx="698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2" name="Connector 9579"/>
          <p:cNvSpPr/>
          <p:nvPr/>
        </p:nvSpPr>
        <p:spPr>
          <a:xfrm>
            <a:off x="16556480" y="9424414"/>
            <a:ext cx="571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3" name="Connector 9580"/>
          <p:cNvSpPr/>
          <p:nvPr/>
        </p:nvSpPr>
        <p:spPr>
          <a:xfrm>
            <a:off x="16613632" y="9567671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4" name="Connector 9581"/>
          <p:cNvSpPr/>
          <p:nvPr/>
        </p:nvSpPr>
        <p:spPr>
          <a:xfrm>
            <a:off x="16658082" y="9710928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5" name="Connector 9582"/>
          <p:cNvSpPr/>
          <p:nvPr/>
        </p:nvSpPr>
        <p:spPr>
          <a:xfrm>
            <a:off x="16689832" y="9854183"/>
            <a:ext cx="19050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6" name="Connector 9583"/>
          <p:cNvSpPr/>
          <p:nvPr/>
        </p:nvSpPr>
        <p:spPr>
          <a:xfrm>
            <a:off x="16708880" y="9997439"/>
            <a:ext cx="6352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7" name="Connector 9584"/>
          <p:cNvSpPr/>
          <p:nvPr/>
        </p:nvSpPr>
        <p:spPr>
          <a:xfrm flipH="1">
            <a:off x="16708882" y="10140695"/>
            <a:ext cx="6351" cy="143256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8" name="Connector 9585"/>
          <p:cNvSpPr/>
          <p:nvPr/>
        </p:nvSpPr>
        <p:spPr>
          <a:xfrm flipH="1">
            <a:off x="16689832" y="10283951"/>
            <a:ext cx="19051" cy="14325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9" name="Connector 9586"/>
          <p:cNvSpPr/>
          <p:nvPr/>
        </p:nvSpPr>
        <p:spPr>
          <a:xfrm flipH="1">
            <a:off x="16658082" y="10427207"/>
            <a:ext cx="317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0" name="Connector 9587"/>
          <p:cNvSpPr/>
          <p:nvPr/>
        </p:nvSpPr>
        <p:spPr>
          <a:xfrm flipH="1">
            <a:off x="16613632" y="10570464"/>
            <a:ext cx="444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1" name="Connector 9588"/>
          <p:cNvSpPr/>
          <p:nvPr/>
        </p:nvSpPr>
        <p:spPr>
          <a:xfrm flipH="1">
            <a:off x="16556482" y="10713719"/>
            <a:ext cx="571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2" name="Connector 9589"/>
          <p:cNvSpPr/>
          <p:nvPr/>
        </p:nvSpPr>
        <p:spPr>
          <a:xfrm flipH="1">
            <a:off x="16486632" y="10856976"/>
            <a:ext cx="69851" cy="143257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3" name="Connector 9590"/>
          <p:cNvSpPr/>
          <p:nvPr/>
        </p:nvSpPr>
        <p:spPr>
          <a:xfrm>
            <a:off x="16486632" y="10140695"/>
            <a:ext cx="55880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4" name="Connector 9591"/>
          <p:cNvSpPr/>
          <p:nvPr/>
        </p:nvSpPr>
        <p:spPr>
          <a:xfrm>
            <a:off x="16542511" y="10212323"/>
            <a:ext cx="45722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5" name="Connector 9592"/>
          <p:cNvSpPr/>
          <p:nvPr/>
        </p:nvSpPr>
        <p:spPr>
          <a:xfrm>
            <a:off x="16588232" y="10283952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6" name="Connector 9593"/>
          <p:cNvSpPr/>
          <p:nvPr/>
        </p:nvSpPr>
        <p:spPr>
          <a:xfrm>
            <a:off x="16623791" y="10355580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7" name="Connector 9594"/>
          <p:cNvSpPr/>
          <p:nvPr/>
        </p:nvSpPr>
        <p:spPr>
          <a:xfrm>
            <a:off x="16649191" y="10427207"/>
            <a:ext cx="1524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8" name="Connector 9595"/>
          <p:cNvSpPr/>
          <p:nvPr/>
        </p:nvSpPr>
        <p:spPr>
          <a:xfrm>
            <a:off x="16664432" y="10498835"/>
            <a:ext cx="50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9" name="Connector 9596"/>
          <p:cNvSpPr/>
          <p:nvPr/>
        </p:nvSpPr>
        <p:spPr>
          <a:xfrm flipH="1">
            <a:off x="16664432" y="10570464"/>
            <a:ext cx="508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0" name="Connector 9597"/>
          <p:cNvSpPr/>
          <p:nvPr/>
        </p:nvSpPr>
        <p:spPr>
          <a:xfrm flipH="1">
            <a:off x="16649191" y="10642092"/>
            <a:ext cx="1524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1" name="Connector 9598"/>
          <p:cNvSpPr/>
          <p:nvPr/>
        </p:nvSpPr>
        <p:spPr>
          <a:xfrm flipH="1">
            <a:off x="16623791" y="10713719"/>
            <a:ext cx="2540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2" name="Connector 9599"/>
          <p:cNvSpPr/>
          <p:nvPr/>
        </p:nvSpPr>
        <p:spPr>
          <a:xfrm flipH="1">
            <a:off x="16588232" y="10785347"/>
            <a:ext cx="35561" cy="71629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3" name="Connector 9600"/>
          <p:cNvSpPr/>
          <p:nvPr/>
        </p:nvSpPr>
        <p:spPr>
          <a:xfrm flipH="1">
            <a:off x="16542512" y="10856976"/>
            <a:ext cx="45721" cy="71628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4" name="Connector 9601"/>
          <p:cNvSpPr/>
          <p:nvPr/>
        </p:nvSpPr>
        <p:spPr>
          <a:xfrm flipH="1">
            <a:off x="16486632" y="10928602"/>
            <a:ext cx="55881" cy="7163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5" name="Connector 9602"/>
          <p:cNvSpPr/>
          <p:nvPr/>
        </p:nvSpPr>
        <p:spPr>
          <a:xfrm>
            <a:off x="17547336" y="4983479"/>
            <a:ext cx="5588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6" name="Connector 9603"/>
          <p:cNvSpPr/>
          <p:nvPr/>
        </p:nvSpPr>
        <p:spPr>
          <a:xfrm>
            <a:off x="17603215" y="5055106"/>
            <a:ext cx="4572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7" name="Connector 9604"/>
          <p:cNvSpPr/>
          <p:nvPr/>
        </p:nvSpPr>
        <p:spPr>
          <a:xfrm>
            <a:off x="17648936" y="5126735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8" name="Connector 9605"/>
          <p:cNvSpPr/>
          <p:nvPr/>
        </p:nvSpPr>
        <p:spPr>
          <a:xfrm>
            <a:off x="17684495" y="5198364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9" name="Connector 9606"/>
          <p:cNvSpPr/>
          <p:nvPr/>
        </p:nvSpPr>
        <p:spPr>
          <a:xfrm>
            <a:off x="17709895" y="5269991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0" name="Connector 9607"/>
          <p:cNvSpPr/>
          <p:nvPr/>
        </p:nvSpPr>
        <p:spPr>
          <a:xfrm>
            <a:off x="17725135" y="5341618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1" name="Connector 9608"/>
          <p:cNvSpPr/>
          <p:nvPr/>
        </p:nvSpPr>
        <p:spPr>
          <a:xfrm flipH="1">
            <a:off x="17725136" y="5413247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2" name="Connector 9609"/>
          <p:cNvSpPr/>
          <p:nvPr/>
        </p:nvSpPr>
        <p:spPr>
          <a:xfrm flipH="1">
            <a:off x="17709895" y="5484876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3" name="Connector 9610"/>
          <p:cNvSpPr/>
          <p:nvPr/>
        </p:nvSpPr>
        <p:spPr>
          <a:xfrm flipH="1">
            <a:off x="17684495" y="5556503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4" name="Connector 9611"/>
          <p:cNvSpPr/>
          <p:nvPr/>
        </p:nvSpPr>
        <p:spPr>
          <a:xfrm flipH="1">
            <a:off x="17648936" y="5628132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5" name="Connector 9612"/>
          <p:cNvSpPr/>
          <p:nvPr/>
        </p:nvSpPr>
        <p:spPr>
          <a:xfrm flipH="1">
            <a:off x="17603215" y="5699759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6" name="Connector 9613"/>
          <p:cNvSpPr/>
          <p:nvPr/>
        </p:nvSpPr>
        <p:spPr>
          <a:xfrm flipH="1">
            <a:off x="17547336" y="5771388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7" name="Connector 9614"/>
          <p:cNvSpPr/>
          <p:nvPr/>
        </p:nvSpPr>
        <p:spPr>
          <a:xfrm>
            <a:off x="17547336" y="4983479"/>
            <a:ext cx="698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8" name="Connector 9615"/>
          <p:cNvSpPr/>
          <p:nvPr/>
        </p:nvSpPr>
        <p:spPr>
          <a:xfrm>
            <a:off x="17617186" y="5126735"/>
            <a:ext cx="571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9" name="Connector 9616"/>
          <p:cNvSpPr/>
          <p:nvPr/>
        </p:nvSpPr>
        <p:spPr>
          <a:xfrm>
            <a:off x="17674336" y="5269991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0" name="Connector 9617"/>
          <p:cNvSpPr/>
          <p:nvPr/>
        </p:nvSpPr>
        <p:spPr>
          <a:xfrm>
            <a:off x="17718786" y="5413247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1" name="Connector 9618"/>
          <p:cNvSpPr/>
          <p:nvPr/>
        </p:nvSpPr>
        <p:spPr>
          <a:xfrm>
            <a:off x="17750536" y="5556503"/>
            <a:ext cx="190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2" name="Connector 9619"/>
          <p:cNvSpPr/>
          <p:nvPr/>
        </p:nvSpPr>
        <p:spPr>
          <a:xfrm>
            <a:off x="17769585" y="5699759"/>
            <a:ext cx="63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3" name="Connector 9620"/>
          <p:cNvSpPr/>
          <p:nvPr/>
        </p:nvSpPr>
        <p:spPr>
          <a:xfrm flipH="1">
            <a:off x="17769586" y="5843015"/>
            <a:ext cx="63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4" name="Connector 9621"/>
          <p:cNvSpPr/>
          <p:nvPr/>
        </p:nvSpPr>
        <p:spPr>
          <a:xfrm flipH="1">
            <a:off x="17750536" y="5986271"/>
            <a:ext cx="190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5" name="Connector 9622"/>
          <p:cNvSpPr/>
          <p:nvPr/>
        </p:nvSpPr>
        <p:spPr>
          <a:xfrm flipH="1">
            <a:off x="17718786" y="6129527"/>
            <a:ext cx="317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6" name="Connector 9623"/>
          <p:cNvSpPr/>
          <p:nvPr/>
        </p:nvSpPr>
        <p:spPr>
          <a:xfrm flipH="1">
            <a:off x="17674336" y="6272784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7" name="Connector 9624"/>
          <p:cNvSpPr/>
          <p:nvPr/>
        </p:nvSpPr>
        <p:spPr>
          <a:xfrm flipH="1">
            <a:off x="17617186" y="6416040"/>
            <a:ext cx="571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8" name="Connector 9625"/>
          <p:cNvSpPr/>
          <p:nvPr/>
        </p:nvSpPr>
        <p:spPr>
          <a:xfrm flipH="1">
            <a:off x="17547336" y="6559295"/>
            <a:ext cx="698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9" name="Connector 9626"/>
          <p:cNvSpPr/>
          <p:nvPr/>
        </p:nvSpPr>
        <p:spPr>
          <a:xfrm>
            <a:off x="17547336" y="4983479"/>
            <a:ext cx="8382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0" name="Connector 9627"/>
          <p:cNvSpPr/>
          <p:nvPr/>
        </p:nvSpPr>
        <p:spPr>
          <a:xfrm>
            <a:off x="17631156" y="5198362"/>
            <a:ext cx="6858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1" name="Connector 9628"/>
          <p:cNvSpPr/>
          <p:nvPr/>
        </p:nvSpPr>
        <p:spPr>
          <a:xfrm>
            <a:off x="17699736" y="5413247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2" name="Connector 9629"/>
          <p:cNvSpPr/>
          <p:nvPr/>
        </p:nvSpPr>
        <p:spPr>
          <a:xfrm>
            <a:off x="17753076" y="5628132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3" name="Connector 9630"/>
          <p:cNvSpPr/>
          <p:nvPr/>
        </p:nvSpPr>
        <p:spPr>
          <a:xfrm>
            <a:off x="17791176" y="5843015"/>
            <a:ext cx="2286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4" name="Connector 9631"/>
          <p:cNvSpPr/>
          <p:nvPr/>
        </p:nvSpPr>
        <p:spPr>
          <a:xfrm>
            <a:off x="17814036" y="6057898"/>
            <a:ext cx="762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5" name="Connector 9632"/>
          <p:cNvSpPr/>
          <p:nvPr/>
        </p:nvSpPr>
        <p:spPr>
          <a:xfrm flipH="1">
            <a:off x="17814036" y="6272784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6" name="Connector 9633"/>
          <p:cNvSpPr/>
          <p:nvPr/>
        </p:nvSpPr>
        <p:spPr>
          <a:xfrm flipH="1">
            <a:off x="17791174" y="6487667"/>
            <a:ext cx="22862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7" name="Connector 9634"/>
          <p:cNvSpPr/>
          <p:nvPr/>
        </p:nvSpPr>
        <p:spPr>
          <a:xfrm flipH="1">
            <a:off x="17753076" y="6702552"/>
            <a:ext cx="3810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8" name="Connector 9635"/>
          <p:cNvSpPr/>
          <p:nvPr/>
        </p:nvSpPr>
        <p:spPr>
          <a:xfrm flipH="1">
            <a:off x="17699737" y="6917435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9" name="Connector 9636"/>
          <p:cNvSpPr/>
          <p:nvPr/>
        </p:nvSpPr>
        <p:spPr>
          <a:xfrm flipH="1">
            <a:off x="17631156" y="7132319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0" name="Connector 9637"/>
          <p:cNvSpPr/>
          <p:nvPr/>
        </p:nvSpPr>
        <p:spPr>
          <a:xfrm flipH="1">
            <a:off x="17547336" y="7347204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1" name="Connector 9638"/>
          <p:cNvSpPr/>
          <p:nvPr/>
        </p:nvSpPr>
        <p:spPr>
          <a:xfrm>
            <a:off x="17547336" y="4983479"/>
            <a:ext cx="9779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2" name="Connector 9639"/>
          <p:cNvSpPr/>
          <p:nvPr/>
        </p:nvSpPr>
        <p:spPr>
          <a:xfrm>
            <a:off x="17645124" y="5269991"/>
            <a:ext cx="8001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3" name="Connector 9640"/>
          <p:cNvSpPr/>
          <p:nvPr/>
        </p:nvSpPr>
        <p:spPr>
          <a:xfrm>
            <a:off x="17725136" y="5556503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4" name="Connector 9641"/>
          <p:cNvSpPr/>
          <p:nvPr/>
        </p:nvSpPr>
        <p:spPr>
          <a:xfrm>
            <a:off x="17787365" y="5843015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5" name="Connector 9642"/>
          <p:cNvSpPr/>
          <p:nvPr/>
        </p:nvSpPr>
        <p:spPr>
          <a:xfrm>
            <a:off x="17831815" y="6129528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6" name="Connector 9643"/>
          <p:cNvSpPr/>
          <p:nvPr/>
        </p:nvSpPr>
        <p:spPr>
          <a:xfrm>
            <a:off x="17858485" y="6416040"/>
            <a:ext cx="889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7" name="Connector 9644"/>
          <p:cNvSpPr/>
          <p:nvPr/>
        </p:nvSpPr>
        <p:spPr>
          <a:xfrm flipH="1">
            <a:off x="17858486" y="6702552"/>
            <a:ext cx="889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8" name="Connector 9645"/>
          <p:cNvSpPr/>
          <p:nvPr/>
        </p:nvSpPr>
        <p:spPr>
          <a:xfrm flipH="1">
            <a:off x="17831816" y="6989064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9" name="Connector 9646"/>
          <p:cNvSpPr/>
          <p:nvPr/>
        </p:nvSpPr>
        <p:spPr>
          <a:xfrm flipH="1">
            <a:off x="17787365" y="7275576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0" name="Connector 9647"/>
          <p:cNvSpPr/>
          <p:nvPr/>
        </p:nvSpPr>
        <p:spPr>
          <a:xfrm flipH="1">
            <a:off x="17725136" y="7562088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1" name="Connector 9648"/>
          <p:cNvSpPr/>
          <p:nvPr/>
        </p:nvSpPr>
        <p:spPr>
          <a:xfrm flipH="1">
            <a:off x="17645124" y="7848600"/>
            <a:ext cx="8001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2" name="Connector 9649"/>
          <p:cNvSpPr/>
          <p:nvPr/>
        </p:nvSpPr>
        <p:spPr>
          <a:xfrm flipH="1">
            <a:off x="17547336" y="8135111"/>
            <a:ext cx="9779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3" name="Connector 9650"/>
          <p:cNvSpPr/>
          <p:nvPr/>
        </p:nvSpPr>
        <p:spPr>
          <a:xfrm>
            <a:off x="17547336" y="4983479"/>
            <a:ext cx="111761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4" name="Connector 9651"/>
          <p:cNvSpPr/>
          <p:nvPr/>
        </p:nvSpPr>
        <p:spPr>
          <a:xfrm>
            <a:off x="17659095" y="5341618"/>
            <a:ext cx="9144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5" name="Connector 9652"/>
          <p:cNvSpPr/>
          <p:nvPr/>
        </p:nvSpPr>
        <p:spPr>
          <a:xfrm>
            <a:off x="17750536" y="5699759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6" name="Connector 9653"/>
          <p:cNvSpPr/>
          <p:nvPr/>
        </p:nvSpPr>
        <p:spPr>
          <a:xfrm>
            <a:off x="17821656" y="6057899"/>
            <a:ext cx="5080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7" name="Connector 9654"/>
          <p:cNvSpPr/>
          <p:nvPr/>
        </p:nvSpPr>
        <p:spPr>
          <a:xfrm>
            <a:off x="17872456" y="6416040"/>
            <a:ext cx="30481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8" name="Connector 9655"/>
          <p:cNvSpPr/>
          <p:nvPr/>
        </p:nvSpPr>
        <p:spPr>
          <a:xfrm>
            <a:off x="17902936" y="6774178"/>
            <a:ext cx="1016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9" name="Connector 9656"/>
          <p:cNvSpPr/>
          <p:nvPr/>
        </p:nvSpPr>
        <p:spPr>
          <a:xfrm flipH="1">
            <a:off x="17902936" y="7132319"/>
            <a:ext cx="1016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0" name="Connector 9657"/>
          <p:cNvSpPr/>
          <p:nvPr/>
        </p:nvSpPr>
        <p:spPr>
          <a:xfrm flipH="1">
            <a:off x="17872456" y="7490459"/>
            <a:ext cx="30481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1" name="Connector 9658"/>
          <p:cNvSpPr/>
          <p:nvPr/>
        </p:nvSpPr>
        <p:spPr>
          <a:xfrm flipH="1">
            <a:off x="17821656" y="7848599"/>
            <a:ext cx="5080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2" name="Connector 9659"/>
          <p:cNvSpPr/>
          <p:nvPr/>
        </p:nvSpPr>
        <p:spPr>
          <a:xfrm flipH="1">
            <a:off x="17750536" y="8206740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3" name="Connector 9660"/>
          <p:cNvSpPr/>
          <p:nvPr/>
        </p:nvSpPr>
        <p:spPr>
          <a:xfrm flipH="1">
            <a:off x="17659095" y="8564880"/>
            <a:ext cx="9144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4" name="Connector 9661"/>
          <p:cNvSpPr/>
          <p:nvPr/>
        </p:nvSpPr>
        <p:spPr>
          <a:xfrm flipH="1">
            <a:off x="17547336" y="8923019"/>
            <a:ext cx="11176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5" name="Connector 9662"/>
          <p:cNvSpPr/>
          <p:nvPr/>
        </p:nvSpPr>
        <p:spPr>
          <a:xfrm>
            <a:off x="17547336" y="4983479"/>
            <a:ext cx="12573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6" name="Connector 9663"/>
          <p:cNvSpPr/>
          <p:nvPr/>
        </p:nvSpPr>
        <p:spPr>
          <a:xfrm>
            <a:off x="17673065" y="5413247"/>
            <a:ext cx="102872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7" name="Connector 9664"/>
          <p:cNvSpPr/>
          <p:nvPr/>
        </p:nvSpPr>
        <p:spPr>
          <a:xfrm>
            <a:off x="17775936" y="5843015"/>
            <a:ext cx="8001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8" name="Connector 9665"/>
          <p:cNvSpPr/>
          <p:nvPr/>
        </p:nvSpPr>
        <p:spPr>
          <a:xfrm>
            <a:off x="17855945" y="6272784"/>
            <a:ext cx="5715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9" name="Connector 9666"/>
          <p:cNvSpPr/>
          <p:nvPr/>
        </p:nvSpPr>
        <p:spPr>
          <a:xfrm>
            <a:off x="17913095" y="6702552"/>
            <a:ext cx="3429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0" name="Connector 9667"/>
          <p:cNvSpPr/>
          <p:nvPr/>
        </p:nvSpPr>
        <p:spPr>
          <a:xfrm>
            <a:off x="17947385" y="7132319"/>
            <a:ext cx="11432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1" name="Connector 9668"/>
          <p:cNvSpPr/>
          <p:nvPr/>
        </p:nvSpPr>
        <p:spPr>
          <a:xfrm flipH="1">
            <a:off x="17947386" y="7562088"/>
            <a:ext cx="1143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2" name="Connector 9669"/>
          <p:cNvSpPr/>
          <p:nvPr/>
        </p:nvSpPr>
        <p:spPr>
          <a:xfrm flipH="1">
            <a:off x="17913095" y="7991856"/>
            <a:ext cx="3429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3" name="Connector 9670"/>
          <p:cNvSpPr/>
          <p:nvPr/>
        </p:nvSpPr>
        <p:spPr>
          <a:xfrm flipH="1">
            <a:off x="17855945" y="8421623"/>
            <a:ext cx="5715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4" name="Connector 9671"/>
          <p:cNvSpPr/>
          <p:nvPr/>
        </p:nvSpPr>
        <p:spPr>
          <a:xfrm flipH="1">
            <a:off x="17775936" y="8851392"/>
            <a:ext cx="8001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5" name="Connector 9672"/>
          <p:cNvSpPr/>
          <p:nvPr/>
        </p:nvSpPr>
        <p:spPr>
          <a:xfrm flipH="1">
            <a:off x="17673065" y="9281159"/>
            <a:ext cx="10287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6" name="Connector 9673"/>
          <p:cNvSpPr/>
          <p:nvPr/>
        </p:nvSpPr>
        <p:spPr>
          <a:xfrm flipH="1">
            <a:off x="17547337" y="9710928"/>
            <a:ext cx="12573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7" name="Connector 9674"/>
          <p:cNvSpPr/>
          <p:nvPr/>
        </p:nvSpPr>
        <p:spPr>
          <a:xfrm>
            <a:off x="17547336" y="4983479"/>
            <a:ext cx="139701" cy="50139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8" name="Connector 9675"/>
          <p:cNvSpPr/>
          <p:nvPr/>
        </p:nvSpPr>
        <p:spPr>
          <a:xfrm>
            <a:off x="17687036" y="5484874"/>
            <a:ext cx="114301" cy="50139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9" name="Connector 9676"/>
          <p:cNvSpPr/>
          <p:nvPr/>
        </p:nvSpPr>
        <p:spPr>
          <a:xfrm>
            <a:off x="17801336" y="5986271"/>
            <a:ext cx="889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0" name="Connector 9677"/>
          <p:cNvSpPr/>
          <p:nvPr/>
        </p:nvSpPr>
        <p:spPr>
          <a:xfrm>
            <a:off x="17890236" y="6487667"/>
            <a:ext cx="635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1" name="Connector 9678"/>
          <p:cNvSpPr/>
          <p:nvPr/>
        </p:nvSpPr>
        <p:spPr>
          <a:xfrm>
            <a:off x="17953736" y="6989064"/>
            <a:ext cx="38100" cy="50139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2" name="Connector 9679"/>
          <p:cNvSpPr/>
          <p:nvPr/>
        </p:nvSpPr>
        <p:spPr>
          <a:xfrm>
            <a:off x="17991835" y="7490459"/>
            <a:ext cx="12702" cy="50139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3" name="Connector 9680"/>
          <p:cNvSpPr/>
          <p:nvPr/>
        </p:nvSpPr>
        <p:spPr>
          <a:xfrm flipH="1">
            <a:off x="17991836" y="7991856"/>
            <a:ext cx="127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4" name="Connector 9681"/>
          <p:cNvSpPr/>
          <p:nvPr/>
        </p:nvSpPr>
        <p:spPr>
          <a:xfrm flipH="1">
            <a:off x="17953736" y="8493252"/>
            <a:ext cx="381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5" name="Connector 9682"/>
          <p:cNvSpPr/>
          <p:nvPr/>
        </p:nvSpPr>
        <p:spPr>
          <a:xfrm flipH="1">
            <a:off x="17890236" y="8994647"/>
            <a:ext cx="635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6" name="Connector 9683"/>
          <p:cNvSpPr/>
          <p:nvPr/>
        </p:nvSpPr>
        <p:spPr>
          <a:xfrm flipH="1">
            <a:off x="17801336" y="9496043"/>
            <a:ext cx="88901" cy="50139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7" name="Connector 9684"/>
          <p:cNvSpPr/>
          <p:nvPr/>
        </p:nvSpPr>
        <p:spPr>
          <a:xfrm flipH="1">
            <a:off x="17687036" y="9997440"/>
            <a:ext cx="114301" cy="50139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8" name="Connector 9685"/>
          <p:cNvSpPr/>
          <p:nvPr/>
        </p:nvSpPr>
        <p:spPr>
          <a:xfrm flipH="1">
            <a:off x="17547336" y="10498835"/>
            <a:ext cx="139701" cy="50139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9" name="Connector 9686"/>
          <p:cNvSpPr/>
          <p:nvPr/>
        </p:nvSpPr>
        <p:spPr>
          <a:xfrm>
            <a:off x="17547336" y="5843015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0" name="Connector 9687"/>
          <p:cNvSpPr/>
          <p:nvPr/>
        </p:nvSpPr>
        <p:spPr>
          <a:xfrm>
            <a:off x="17603215" y="5914644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1" name="Connector 9688"/>
          <p:cNvSpPr/>
          <p:nvPr/>
        </p:nvSpPr>
        <p:spPr>
          <a:xfrm>
            <a:off x="17648936" y="5986271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2" name="Connector 9689"/>
          <p:cNvSpPr/>
          <p:nvPr/>
        </p:nvSpPr>
        <p:spPr>
          <a:xfrm>
            <a:off x="17684495" y="6057900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3" name="Connector 9690"/>
          <p:cNvSpPr/>
          <p:nvPr/>
        </p:nvSpPr>
        <p:spPr>
          <a:xfrm>
            <a:off x="17709895" y="6129528"/>
            <a:ext cx="15240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4" name="Connector 9691"/>
          <p:cNvSpPr/>
          <p:nvPr/>
        </p:nvSpPr>
        <p:spPr>
          <a:xfrm>
            <a:off x="17725135" y="6201155"/>
            <a:ext cx="5082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5" name="Connector 9692"/>
          <p:cNvSpPr/>
          <p:nvPr/>
        </p:nvSpPr>
        <p:spPr>
          <a:xfrm flipH="1">
            <a:off x="17725136" y="6272784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6" name="Connector 9693"/>
          <p:cNvSpPr/>
          <p:nvPr/>
        </p:nvSpPr>
        <p:spPr>
          <a:xfrm flipH="1">
            <a:off x="17709895" y="6344411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7" name="Connector 9694"/>
          <p:cNvSpPr/>
          <p:nvPr/>
        </p:nvSpPr>
        <p:spPr>
          <a:xfrm flipH="1">
            <a:off x="17684495" y="6416040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8" name="Connector 9695"/>
          <p:cNvSpPr/>
          <p:nvPr/>
        </p:nvSpPr>
        <p:spPr>
          <a:xfrm flipH="1">
            <a:off x="17648936" y="6487667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89" name="Connector 9696"/>
          <p:cNvSpPr/>
          <p:nvPr/>
        </p:nvSpPr>
        <p:spPr>
          <a:xfrm flipH="1">
            <a:off x="17603215" y="6559295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0" name="Connector 9697"/>
          <p:cNvSpPr/>
          <p:nvPr/>
        </p:nvSpPr>
        <p:spPr>
          <a:xfrm flipH="1">
            <a:off x="17547336" y="6630923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1" name="Connector 9698"/>
          <p:cNvSpPr/>
          <p:nvPr/>
        </p:nvSpPr>
        <p:spPr>
          <a:xfrm>
            <a:off x="17547336" y="5843015"/>
            <a:ext cx="698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2" name="Connector 9699"/>
          <p:cNvSpPr/>
          <p:nvPr/>
        </p:nvSpPr>
        <p:spPr>
          <a:xfrm>
            <a:off x="17617186" y="5986271"/>
            <a:ext cx="571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3" name="Connector 9700"/>
          <p:cNvSpPr/>
          <p:nvPr/>
        </p:nvSpPr>
        <p:spPr>
          <a:xfrm>
            <a:off x="17674336" y="6129528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4" name="Connector 9701"/>
          <p:cNvSpPr/>
          <p:nvPr/>
        </p:nvSpPr>
        <p:spPr>
          <a:xfrm>
            <a:off x="17718786" y="6272784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5" name="Connector 9702"/>
          <p:cNvSpPr/>
          <p:nvPr/>
        </p:nvSpPr>
        <p:spPr>
          <a:xfrm>
            <a:off x="17750536" y="6416040"/>
            <a:ext cx="19050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6" name="Connector 9703"/>
          <p:cNvSpPr/>
          <p:nvPr/>
        </p:nvSpPr>
        <p:spPr>
          <a:xfrm>
            <a:off x="17769585" y="6559295"/>
            <a:ext cx="6352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7" name="Connector 9704"/>
          <p:cNvSpPr/>
          <p:nvPr/>
        </p:nvSpPr>
        <p:spPr>
          <a:xfrm flipH="1">
            <a:off x="17769586" y="6702552"/>
            <a:ext cx="63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8" name="Connector 9705"/>
          <p:cNvSpPr/>
          <p:nvPr/>
        </p:nvSpPr>
        <p:spPr>
          <a:xfrm flipH="1">
            <a:off x="17750536" y="6845807"/>
            <a:ext cx="190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99" name="Connector 9706"/>
          <p:cNvSpPr/>
          <p:nvPr/>
        </p:nvSpPr>
        <p:spPr>
          <a:xfrm flipH="1">
            <a:off x="17718786" y="6989064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0" name="Connector 9707"/>
          <p:cNvSpPr/>
          <p:nvPr/>
        </p:nvSpPr>
        <p:spPr>
          <a:xfrm flipH="1">
            <a:off x="17674336" y="7132319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1" name="Connector 9708"/>
          <p:cNvSpPr/>
          <p:nvPr/>
        </p:nvSpPr>
        <p:spPr>
          <a:xfrm flipH="1">
            <a:off x="17617186" y="7275576"/>
            <a:ext cx="571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2" name="Connector 9709"/>
          <p:cNvSpPr/>
          <p:nvPr/>
        </p:nvSpPr>
        <p:spPr>
          <a:xfrm flipH="1">
            <a:off x="17547336" y="7418831"/>
            <a:ext cx="698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3" name="Connector 9710"/>
          <p:cNvSpPr/>
          <p:nvPr/>
        </p:nvSpPr>
        <p:spPr>
          <a:xfrm>
            <a:off x="17547336" y="5843015"/>
            <a:ext cx="8382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4" name="Connector 9711"/>
          <p:cNvSpPr/>
          <p:nvPr/>
        </p:nvSpPr>
        <p:spPr>
          <a:xfrm>
            <a:off x="17631156" y="6057898"/>
            <a:ext cx="6858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5" name="Connector 9712"/>
          <p:cNvSpPr/>
          <p:nvPr/>
        </p:nvSpPr>
        <p:spPr>
          <a:xfrm>
            <a:off x="17699736" y="6272784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6" name="Connector 9713"/>
          <p:cNvSpPr/>
          <p:nvPr/>
        </p:nvSpPr>
        <p:spPr>
          <a:xfrm>
            <a:off x="17753076" y="6487667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7" name="Connector 9714"/>
          <p:cNvSpPr/>
          <p:nvPr/>
        </p:nvSpPr>
        <p:spPr>
          <a:xfrm>
            <a:off x="17791176" y="6702552"/>
            <a:ext cx="2286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8" name="Connector 9715"/>
          <p:cNvSpPr/>
          <p:nvPr/>
        </p:nvSpPr>
        <p:spPr>
          <a:xfrm>
            <a:off x="17814036" y="6917435"/>
            <a:ext cx="762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09" name="Connector 9716"/>
          <p:cNvSpPr/>
          <p:nvPr/>
        </p:nvSpPr>
        <p:spPr>
          <a:xfrm flipH="1">
            <a:off x="17814036" y="7132319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0" name="Connector 9717"/>
          <p:cNvSpPr/>
          <p:nvPr/>
        </p:nvSpPr>
        <p:spPr>
          <a:xfrm flipH="1">
            <a:off x="17791174" y="7347204"/>
            <a:ext cx="22862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1" name="Connector 9718"/>
          <p:cNvSpPr/>
          <p:nvPr/>
        </p:nvSpPr>
        <p:spPr>
          <a:xfrm flipH="1">
            <a:off x="17753076" y="7562088"/>
            <a:ext cx="3810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2" name="Connector 9719"/>
          <p:cNvSpPr/>
          <p:nvPr/>
        </p:nvSpPr>
        <p:spPr>
          <a:xfrm flipH="1">
            <a:off x="17699737" y="7776971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3" name="Connector 9720"/>
          <p:cNvSpPr/>
          <p:nvPr/>
        </p:nvSpPr>
        <p:spPr>
          <a:xfrm flipH="1">
            <a:off x="17631156" y="7991856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4" name="Connector 9721"/>
          <p:cNvSpPr/>
          <p:nvPr/>
        </p:nvSpPr>
        <p:spPr>
          <a:xfrm flipH="1">
            <a:off x="17547336" y="8206740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5" name="Connector 9722"/>
          <p:cNvSpPr/>
          <p:nvPr/>
        </p:nvSpPr>
        <p:spPr>
          <a:xfrm>
            <a:off x="17547336" y="5843015"/>
            <a:ext cx="9779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6" name="Connector 9723"/>
          <p:cNvSpPr/>
          <p:nvPr/>
        </p:nvSpPr>
        <p:spPr>
          <a:xfrm>
            <a:off x="17645124" y="6129527"/>
            <a:ext cx="80012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7" name="Connector 9724"/>
          <p:cNvSpPr/>
          <p:nvPr/>
        </p:nvSpPr>
        <p:spPr>
          <a:xfrm>
            <a:off x="17725136" y="6416040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8" name="Connector 9725"/>
          <p:cNvSpPr/>
          <p:nvPr/>
        </p:nvSpPr>
        <p:spPr>
          <a:xfrm>
            <a:off x="17787365" y="6702552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19" name="Connector 9726"/>
          <p:cNvSpPr/>
          <p:nvPr/>
        </p:nvSpPr>
        <p:spPr>
          <a:xfrm>
            <a:off x="17831815" y="6989064"/>
            <a:ext cx="2667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0" name="Connector 9727"/>
          <p:cNvSpPr/>
          <p:nvPr/>
        </p:nvSpPr>
        <p:spPr>
          <a:xfrm>
            <a:off x="17858485" y="7275575"/>
            <a:ext cx="8892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1" name="Connector 9728"/>
          <p:cNvSpPr/>
          <p:nvPr/>
        </p:nvSpPr>
        <p:spPr>
          <a:xfrm flipH="1">
            <a:off x="17858486" y="7562088"/>
            <a:ext cx="8891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2" name="Connector 9729"/>
          <p:cNvSpPr/>
          <p:nvPr/>
        </p:nvSpPr>
        <p:spPr>
          <a:xfrm flipH="1">
            <a:off x="17831816" y="7848599"/>
            <a:ext cx="26670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3" name="Connector 9730"/>
          <p:cNvSpPr/>
          <p:nvPr/>
        </p:nvSpPr>
        <p:spPr>
          <a:xfrm flipH="1">
            <a:off x="17787365" y="8135111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4" name="Connector 9731"/>
          <p:cNvSpPr/>
          <p:nvPr/>
        </p:nvSpPr>
        <p:spPr>
          <a:xfrm flipH="1">
            <a:off x="17725136" y="8421623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5" name="Connector 9732"/>
          <p:cNvSpPr/>
          <p:nvPr/>
        </p:nvSpPr>
        <p:spPr>
          <a:xfrm flipH="1">
            <a:off x="17645124" y="8708135"/>
            <a:ext cx="8001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6" name="Connector 9733"/>
          <p:cNvSpPr/>
          <p:nvPr/>
        </p:nvSpPr>
        <p:spPr>
          <a:xfrm flipH="1">
            <a:off x="17547336" y="8994647"/>
            <a:ext cx="9779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7" name="Connector 9734"/>
          <p:cNvSpPr/>
          <p:nvPr/>
        </p:nvSpPr>
        <p:spPr>
          <a:xfrm>
            <a:off x="17547336" y="5843015"/>
            <a:ext cx="111761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8" name="Connector 9735"/>
          <p:cNvSpPr/>
          <p:nvPr/>
        </p:nvSpPr>
        <p:spPr>
          <a:xfrm>
            <a:off x="17659095" y="6201154"/>
            <a:ext cx="9144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29" name="Connector 9736"/>
          <p:cNvSpPr/>
          <p:nvPr/>
        </p:nvSpPr>
        <p:spPr>
          <a:xfrm>
            <a:off x="17750536" y="6559295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0" name="Connector 9737"/>
          <p:cNvSpPr/>
          <p:nvPr/>
        </p:nvSpPr>
        <p:spPr>
          <a:xfrm>
            <a:off x="17821656" y="6917435"/>
            <a:ext cx="5080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1" name="Connector 9738"/>
          <p:cNvSpPr/>
          <p:nvPr/>
        </p:nvSpPr>
        <p:spPr>
          <a:xfrm>
            <a:off x="17872456" y="7275576"/>
            <a:ext cx="30481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2" name="Connector 9739"/>
          <p:cNvSpPr/>
          <p:nvPr/>
        </p:nvSpPr>
        <p:spPr>
          <a:xfrm>
            <a:off x="17902936" y="7633714"/>
            <a:ext cx="1016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3" name="Connector 9740"/>
          <p:cNvSpPr/>
          <p:nvPr/>
        </p:nvSpPr>
        <p:spPr>
          <a:xfrm flipH="1">
            <a:off x="17902936" y="7991856"/>
            <a:ext cx="1016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4" name="Connector 9741"/>
          <p:cNvSpPr/>
          <p:nvPr/>
        </p:nvSpPr>
        <p:spPr>
          <a:xfrm flipH="1">
            <a:off x="17872456" y="8349995"/>
            <a:ext cx="3048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5" name="Connector 9742"/>
          <p:cNvSpPr/>
          <p:nvPr/>
        </p:nvSpPr>
        <p:spPr>
          <a:xfrm flipH="1">
            <a:off x="17821656" y="8708135"/>
            <a:ext cx="5080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6" name="Connector 9743"/>
          <p:cNvSpPr/>
          <p:nvPr/>
        </p:nvSpPr>
        <p:spPr>
          <a:xfrm flipH="1">
            <a:off x="17750536" y="9066276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7" name="Connector 9744"/>
          <p:cNvSpPr/>
          <p:nvPr/>
        </p:nvSpPr>
        <p:spPr>
          <a:xfrm flipH="1">
            <a:off x="17659095" y="9424416"/>
            <a:ext cx="9144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8" name="Connector 9745"/>
          <p:cNvSpPr/>
          <p:nvPr/>
        </p:nvSpPr>
        <p:spPr>
          <a:xfrm flipH="1">
            <a:off x="17547336" y="9782556"/>
            <a:ext cx="11176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39" name="Connector 9746"/>
          <p:cNvSpPr/>
          <p:nvPr/>
        </p:nvSpPr>
        <p:spPr>
          <a:xfrm>
            <a:off x="17547336" y="5843015"/>
            <a:ext cx="125730" cy="42976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0" name="Connector 9747"/>
          <p:cNvSpPr/>
          <p:nvPr/>
        </p:nvSpPr>
        <p:spPr>
          <a:xfrm>
            <a:off x="17673065" y="6272782"/>
            <a:ext cx="102872" cy="42977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1" name="Connector 9748"/>
          <p:cNvSpPr/>
          <p:nvPr/>
        </p:nvSpPr>
        <p:spPr>
          <a:xfrm>
            <a:off x="17775936" y="6702552"/>
            <a:ext cx="8001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2" name="Connector 9749"/>
          <p:cNvSpPr/>
          <p:nvPr/>
        </p:nvSpPr>
        <p:spPr>
          <a:xfrm>
            <a:off x="17855945" y="7132319"/>
            <a:ext cx="5715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3" name="Connector 9750"/>
          <p:cNvSpPr/>
          <p:nvPr/>
        </p:nvSpPr>
        <p:spPr>
          <a:xfrm>
            <a:off x="17913095" y="7562088"/>
            <a:ext cx="3429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4" name="Connector 9751"/>
          <p:cNvSpPr/>
          <p:nvPr/>
        </p:nvSpPr>
        <p:spPr>
          <a:xfrm>
            <a:off x="17947385" y="7991856"/>
            <a:ext cx="11432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5" name="Connector 9752"/>
          <p:cNvSpPr/>
          <p:nvPr/>
        </p:nvSpPr>
        <p:spPr>
          <a:xfrm flipH="1">
            <a:off x="17947386" y="8421623"/>
            <a:ext cx="1143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6" name="Connector 9753"/>
          <p:cNvSpPr/>
          <p:nvPr/>
        </p:nvSpPr>
        <p:spPr>
          <a:xfrm flipH="1">
            <a:off x="17913095" y="8851392"/>
            <a:ext cx="3429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7" name="Connector 9754"/>
          <p:cNvSpPr/>
          <p:nvPr/>
        </p:nvSpPr>
        <p:spPr>
          <a:xfrm flipH="1">
            <a:off x="17855945" y="9281159"/>
            <a:ext cx="5715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8" name="Connector 9755"/>
          <p:cNvSpPr/>
          <p:nvPr/>
        </p:nvSpPr>
        <p:spPr>
          <a:xfrm flipH="1">
            <a:off x="17775936" y="9710928"/>
            <a:ext cx="8001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49" name="Connector 9756"/>
          <p:cNvSpPr/>
          <p:nvPr/>
        </p:nvSpPr>
        <p:spPr>
          <a:xfrm flipH="1">
            <a:off x="17673065" y="10140695"/>
            <a:ext cx="102871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0" name="Connector 9757"/>
          <p:cNvSpPr/>
          <p:nvPr/>
        </p:nvSpPr>
        <p:spPr>
          <a:xfrm flipH="1">
            <a:off x="17547337" y="10570464"/>
            <a:ext cx="125730" cy="42976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1" name="Connector 9758"/>
          <p:cNvSpPr/>
          <p:nvPr/>
        </p:nvSpPr>
        <p:spPr>
          <a:xfrm>
            <a:off x="17547336" y="6702552"/>
            <a:ext cx="5588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2" name="Connector 9759"/>
          <p:cNvSpPr/>
          <p:nvPr/>
        </p:nvSpPr>
        <p:spPr>
          <a:xfrm>
            <a:off x="17603215" y="6774178"/>
            <a:ext cx="4572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3" name="Connector 9760"/>
          <p:cNvSpPr/>
          <p:nvPr/>
        </p:nvSpPr>
        <p:spPr>
          <a:xfrm>
            <a:off x="17648936" y="6845807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4" name="Connector 9761"/>
          <p:cNvSpPr/>
          <p:nvPr/>
        </p:nvSpPr>
        <p:spPr>
          <a:xfrm>
            <a:off x="17684495" y="6917435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5" name="Connector 9762"/>
          <p:cNvSpPr/>
          <p:nvPr/>
        </p:nvSpPr>
        <p:spPr>
          <a:xfrm>
            <a:off x="17709895" y="6989064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6" name="Connector 9763"/>
          <p:cNvSpPr/>
          <p:nvPr/>
        </p:nvSpPr>
        <p:spPr>
          <a:xfrm>
            <a:off x="17725135" y="7060690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7" name="Connector 9764"/>
          <p:cNvSpPr/>
          <p:nvPr/>
        </p:nvSpPr>
        <p:spPr>
          <a:xfrm flipH="1">
            <a:off x="17725136" y="7132319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8" name="Connector 9765"/>
          <p:cNvSpPr/>
          <p:nvPr/>
        </p:nvSpPr>
        <p:spPr>
          <a:xfrm flipH="1">
            <a:off x="17709895" y="7203947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59" name="Connector 9766"/>
          <p:cNvSpPr/>
          <p:nvPr/>
        </p:nvSpPr>
        <p:spPr>
          <a:xfrm flipH="1">
            <a:off x="17684495" y="7275576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0" name="Connector 9767"/>
          <p:cNvSpPr/>
          <p:nvPr/>
        </p:nvSpPr>
        <p:spPr>
          <a:xfrm flipH="1">
            <a:off x="17648936" y="7347204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1" name="Connector 9768"/>
          <p:cNvSpPr/>
          <p:nvPr/>
        </p:nvSpPr>
        <p:spPr>
          <a:xfrm flipH="1">
            <a:off x="17603215" y="7418831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2" name="Connector 9769"/>
          <p:cNvSpPr/>
          <p:nvPr/>
        </p:nvSpPr>
        <p:spPr>
          <a:xfrm flipH="1">
            <a:off x="17547336" y="7490459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3" name="Connector 9770"/>
          <p:cNvSpPr/>
          <p:nvPr/>
        </p:nvSpPr>
        <p:spPr>
          <a:xfrm>
            <a:off x="17547336" y="6702552"/>
            <a:ext cx="698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4" name="Connector 9771"/>
          <p:cNvSpPr/>
          <p:nvPr/>
        </p:nvSpPr>
        <p:spPr>
          <a:xfrm>
            <a:off x="17617186" y="6845807"/>
            <a:ext cx="571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5" name="Connector 9772"/>
          <p:cNvSpPr/>
          <p:nvPr/>
        </p:nvSpPr>
        <p:spPr>
          <a:xfrm>
            <a:off x="17674336" y="6989064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6" name="Connector 9773"/>
          <p:cNvSpPr/>
          <p:nvPr/>
        </p:nvSpPr>
        <p:spPr>
          <a:xfrm>
            <a:off x="17718786" y="7132319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7" name="Connector 9774"/>
          <p:cNvSpPr/>
          <p:nvPr/>
        </p:nvSpPr>
        <p:spPr>
          <a:xfrm>
            <a:off x="17750536" y="7275576"/>
            <a:ext cx="19050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8" name="Connector 9775"/>
          <p:cNvSpPr/>
          <p:nvPr/>
        </p:nvSpPr>
        <p:spPr>
          <a:xfrm>
            <a:off x="17769585" y="7418831"/>
            <a:ext cx="6352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9" name="Connector 9776"/>
          <p:cNvSpPr/>
          <p:nvPr/>
        </p:nvSpPr>
        <p:spPr>
          <a:xfrm flipH="1">
            <a:off x="17769586" y="7562088"/>
            <a:ext cx="63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0" name="Connector 9777"/>
          <p:cNvSpPr/>
          <p:nvPr/>
        </p:nvSpPr>
        <p:spPr>
          <a:xfrm flipH="1">
            <a:off x="17750536" y="7705342"/>
            <a:ext cx="190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1" name="Connector 9778"/>
          <p:cNvSpPr/>
          <p:nvPr/>
        </p:nvSpPr>
        <p:spPr>
          <a:xfrm flipH="1">
            <a:off x="17718786" y="7848600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2" name="Connector 9779"/>
          <p:cNvSpPr/>
          <p:nvPr/>
        </p:nvSpPr>
        <p:spPr>
          <a:xfrm flipH="1">
            <a:off x="17674336" y="7991856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3" name="Connector 9780"/>
          <p:cNvSpPr/>
          <p:nvPr/>
        </p:nvSpPr>
        <p:spPr>
          <a:xfrm flipH="1">
            <a:off x="17617186" y="8135111"/>
            <a:ext cx="571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4" name="Connector 9781"/>
          <p:cNvSpPr/>
          <p:nvPr/>
        </p:nvSpPr>
        <p:spPr>
          <a:xfrm flipH="1">
            <a:off x="17547336" y="8278366"/>
            <a:ext cx="698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5" name="Connector 9782"/>
          <p:cNvSpPr/>
          <p:nvPr/>
        </p:nvSpPr>
        <p:spPr>
          <a:xfrm>
            <a:off x="17547336" y="6702552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6" name="Connector 9783"/>
          <p:cNvSpPr/>
          <p:nvPr/>
        </p:nvSpPr>
        <p:spPr>
          <a:xfrm>
            <a:off x="17631156" y="6917435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7" name="Connector 9784"/>
          <p:cNvSpPr/>
          <p:nvPr/>
        </p:nvSpPr>
        <p:spPr>
          <a:xfrm>
            <a:off x="17699736" y="7132319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8" name="Connector 9785"/>
          <p:cNvSpPr/>
          <p:nvPr/>
        </p:nvSpPr>
        <p:spPr>
          <a:xfrm>
            <a:off x="17753076" y="7347204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9" name="Connector 9786"/>
          <p:cNvSpPr/>
          <p:nvPr/>
        </p:nvSpPr>
        <p:spPr>
          <a:xfrm>
            <a:off x="17791176" y="7562088"/>
            <a:ext cx="2286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0" name="Connector 9787"/>
          <p:cNvSpPr/>
          <p:nvPr/>
        </p:nvSpPr>
        <p:spPr>
          <a:xfrm>
            <a:off x="17814036" y="7776971"/>
            <a:ext cx="762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1" name="Connector 9788"/>
          <p:cNvSpPr/>
          <p:nvPr/>
        </p:nvSpPr>
        <p:spPr>
          <a:xfrm flipH="1">
            <a:off x="17814036" y="7991856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2" name="Connector 9789"/>
          <p:cNvSpPr/>
          <p:nvPr/>
        </p:nvSpPr>
        <p:spPr>
          <a:xfrm flipH="1">
            <a:off x="17791174" y="8206740"/>
            <a:ext cx="22862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3" name="Connector 9790"/>
          <p:cNvSpPr/>
          <p:nvPr/>
        </p:nvSpPr>
        <p:spPr>
          <a:xfrm flipH="1">
            <a:off x="17753076" y="8421623"/>
            <a:ext cx="3810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4" name="Connector 9791"/>
          <p:cNvSpPr/>
          <p:nvPr/>
        </p:nvSpPr>
        <p:spPr>
          <a:xfrm flipH="1">
            <a:off x="17699737" y="8636507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5" name="Connector 9792"/>
          <p:cNvSpPr/>
          <p:nvPr/>
        </p:nvSpPr>
        <p:spPr>
          <a:xfrm flipH="1">
            <a:off x="17631156" y="8851392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6" name="Connector 9793"/>
          <p:cNvSpPr/>
          <p:nvPr/>
        </p:nvSpPr>
        <p:spPr>
          <a:xfrm flipH="1">
            <a:off x="17547336" y="9066276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7" name="Connector 9794"/>
          <p:cNvSpPr/>
          <p:nvPr/>
        </p:nvSpPr>
        <p:spPr>
          <a:xfrm>
            <a:off x="17547336" y="6702552"/>
            <a:ext cx="9779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8" name="Connector 9795"/>
          <p:cNvSpPr/>
          <p:nvPr/>
        </p:nvSpPr>
        <p:spPr>
          <a:xfrm>
            <a:off x="17645124" y="6989063"/>
            <a:ext cx="80012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89" name="Connector 9796"/>
          <p:cNvSpPr/>
          <p:nvPr/>
        </p:nvSpPr>
        <p:spPr>
          <a:xfrm>
            <a:off x="17725136" y="7275576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0" name="Connector 9797"/>
          <p:cNvSpPr/>
          <p:nvPr/>
        </p:nvSpPr>
        <p:spPr>
          <a:xfrm>
            <a:off x="17787365" y="7562088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1" name="Connector 9798"/>
          <p:cNvSpPr/>
          <p:nvPr/>
        </p:nvSpPr>
        <p:spPr>
          <a:xfrm>
            <a:off x="17831815" y="7848600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2" name="Connector 9799"/>
          <p:cNvSpPr/>
          <p:nvPr/>
        </p:nvSpPr>
        <p:spPr>
          <a:xfrm>
            <a:off x="17858485" y="8135111"/>
            <a:ext cx="889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3" name="Connector 9800"/>
          <p:cNvSpPr/>
          <p:nvPr/>
        </p:nvSpPr>
        <p:spPr>
          <a:xfrm flipH="1">
            <a:off x="17858486" y="8421623"/>
            <a:ext cx="889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4" name="Connector 9801"/>
          <p:cNvSpPr/>
          <p:nvPr/>
        </p:nvSpPr>
        <p:spPr>
          <a:xfrm flipH="1">
            <a:off x="17831816" y="8708135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5" name="Connector 9802"/>
          <p:cNvSpPr/>
          <p:nvPr/>
        </p:nvSpPr>
        <p:spPr>
          <a:xfrm flipH="1">
            <a:off x="17787365" y="8994647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6" name="Connector 9803"/>
          <p:cNvSpPr/>
          <p:nvPr/>
        </p:nvSpPr>
        <p:spPr>
          <a:xfrm flipH="1">
            <a:off x="17725136" y="9281159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7" name="Connector 9804"/>
          <p:cNvSpPr/>
          <p:nvPr/>
        </p:nvSpPr>
        <p:spPr>
          <a:xfrm flipH="1">
            <a:off x="17645124" y="9567671"/>
            <a:ext cx="80012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8" name="Connector 9805"/>
          <p:cNvSpPr/>
          <p:nvPr/>
        </p:nvSpPr>
        <p:spPr>
          <a:xfrm flipH="1">
            <a:off x="17547336" y="9854183"/>
            <a:ext cx="97790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99" name="Connector 9806"/>
          <p:cNvSpPr/>
          <p:nvPr/>
        </p:nvSpPr>
        <p:spPr>
          <a:xfrm>
            <a:off x="17547336" y="6702552"/>
            <a:ext cx="11176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0" name="Connector 9807"/>
          <p:cNvSpPr/>
          <p:nvPr/>
        </p:nvSpPr>
        <p:spPr>
          <a:xfrm>
            <a:off x="17659095" y="7060692"/>
            <a:ext cx="9144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1" name="Connector 9808"/>
          <p:cNvSpPr/>
          <p:nvPr/>
        </p:nvSpPr>
        <p:spPr>
          <a:xfrm>
            <a:off x="17750536" y="7418831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2" name="Connector 9809"/>
          <p:cNvSpPr/>
          <p:nvPr/>
        </p:nvSpPr>
        <p:spPr>
          <a:xfrm>
            <a:off x="17821656" y="7776971"/>
            <a:ext cx="5080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3" name="Connector 9810"/>
          <p:cNvSpPr/>
          <p:nvPr/>
        </p:nvSpPr>
        <p:spPr>
          <a:xfrm>
            <a:off x="17872456" y="8135111"/>
            <a:ext cx="30481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4" name="Connector 9811"/>
          <p:cNvSpPr/>
          <p:nvPr/>
        </p:nvSpPr>
        <p:spPr>
          <a:xfrm>
            <a:off x="17902936" y="8493251"/>
            <a:ext cx="1016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5" name="Connector 9812"/>
          <p:cNvSpPr/>
          <p:nvPr/>
        </p:nvSpPr>
        <p:spPr>
          <a:xfrm flipH="1">
            <a:off x="17902936" y="8851392"/>
            <a:ext cx="1016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6" name="Connector 9813"/>
          <p:cNvSpPr/>
          <p:nvPr/>
        </p:nvSpPr>
        <p:spPr>
          <a:xfrm flipH="1">
            <a:off x="17872456" y="9209531"/>
            <a:ext cx="3048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7" name="Connector 9814"/>
          <p:cNvSpPr/>
          <p:nvPr/>
        </p:nvSpPr>
        <p:spPr>
          <a:xfrm flipH="1">
            <a:off x="17821656" y="9567671"/>
            <a:ext cx="5080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8" name="Connector 9815"/>
          <p:cNvSpPr/>
          <p:nvPr/>
        </p:nvSpPr>
        <p:spPr>
          <a:xfrm flipH="1">
            <a:off x="17750536" y="9925811"/>
            <a:ext cx="71121" cy="358141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09" name="Connector 9816"/>
          <p:cNvSpPr/>
          <p:nvPr/>
        </p:nvSpPr>
        <p:spPr>
          <a:xfrm flipH="1">
            <a:off x="17659095" y="10283952"/>
            <a:ext cx="91441" cy="35814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0" name="Connector 9817"/>
          <p:cNvSpPr/>
          <p:nvPr/>
        </p:nvSpPr>
        <p:spPr>
          <a:xfrm flipH="1">
            <a:off x="17547336" y="10642090"/>
            <a:ext cx="111761" cy="35814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1" name="Connector 9818"/>
          <p:cNvSpPr/>
          <p:nvPr/>
        </p:nvSpPr>
        <p:spPr>
          <a:xfrm>
            <a:off x="17547336" y="7562088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2" name="Connector 9819"/>
          <p:cNvSpPr/>
          <p:nvPr/>
        </p:nvSpPr>
        <p:spPr>
          <a:xfrm>
            <a:off x="17603215" y="7633716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3" name="Connector 9820"/>
          <p:cNvSpPr/>
          <p:nvPr/>
        </p:nvSpPr>
        <p:spPr>
          <a:xfrm>
            <a:off x="17648936" y="7705343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4" name="Connector 9821"/>
          <p:cNvSpPr/>
          <p:nvPr/>
        </p:nvSpPr>
        <p:spPr>
          <a:xfrm>
            <a:off x="17684495" y="7776971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5" name="Connector 9822"/>
          <p:cNvSpPr/>
          <p:nvPr/>
        </p:nvSpPr>
        <p:spPr>
          <a:xfrm>
            <a:off x="17709895" y="7848600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6" name="Connector 9823"/>
          <p:cNvSpPr/>
          <p:nvPr/>
        </p:nvSpPr>
        <p:spPr>
          <a:xfrm>
            <a:off x="17725135" y="7920226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7" name="Connector 9824"/>
          <p:cNvSpPr/>
          <p:nvPr/>
        </p:nvSpPr>
        <p:spPr>
          <a:xfrm flipH="1">
            <a:off x="17725136" y="7991856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8" name="Connector 9825"/>
          <p:cNvSpPr/>
          <p:nvPr/>
        </p:nvSpPr>
        <p:spPr>
          <a:xfrm flipH="1">
            <a:off x="17709895" y="8063483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19" name="Connector 9826"/>
          <p:cNvSpPr/>
          <p:nvPr/>
        </p:nvSpPr>
        <p:spPr>
          <a:xfrm flipH="1">
            <a:off x="17684495" y="8135111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0" name="Connector 9827"/>
          <p:cNvSpPr/>
          <p:nvPr/>
        </p:nvSpPr>
        <p:spPr>
          <a:xfrm flipH="1">
            <a:off x="17648936" y="8206740"/>
            <a:ext cx="3556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1" name="Connector 9828"/>
          <p:cNvSpPr/>
          <p:nvPr/>
        </p:nvSpPr>
        <p:spPr>
          <a:xfrm flipH="1">
            <a:off x="17603215" y="8278366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2" name="Connector 9829"/>
          <p:cNvSpPr/>
          <p:nvPr/>
        </p:nvSpPr>
        <p:spPr>
          <a:xfrm flipH="1">
            <a:off x="17547336" y="8349994"/>
            <a:ext cx="5588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3" name="Connector 9830"/>
          <p:cNvSpPr/>
          <p:nvPr/>
        </p:nvSpPr>
        <p:spPr>
          <a:xfrm>
            <a:off x="17547336" y="7562088"/>
            <a:ext cx="698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4" name="Connector 9831"/>
          <p:cNvSpPr/>
          <p:nvPr/>
        </p:nvSpPr>
        <p:spPr>
          <a:xfrm>
            <a:off x="17617186" y="7705342"/>
            <a:ext cx="571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5" name="Connector 9832"/>
          <p:cNvSpPr/>
          <p:nvPr/>
        </p:nvSpPr>
        <p:spPr>
          <a:xfrm>
            <a:off x="17674336" y="7848600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6" name="Connector 9833"/>
          <p:cNvSpPr/>
          <p:nvPr/>
        </p:nvSpPr>
        <p:spPr>
          <a:xfrm>
            <a:off x="17718786" y="7991856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7" name="Connector 9834"/>
          <p:cNvSpPr/>
          <p:nvPr/>
        </p:nvSpPr>
        <p:spPr>
          <a:xfrm>
            <a:off x="17750536" y="8135111"/>
            <a:ext cx="190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8" name="Connector 9835"/>
          <p:cNvSpPr/>
          <p:nvPr/>
        </p:nvSpPr>
        <p:spPr>
          <a:xfrm>
            <a:off x="17769585" y="8278366"/>
            <a:ext cx="63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29" name="Connector 9836"/>
          <p:cNvSpPr/>
          <p:nvPr/>
        </p:nvSpPr>
        <p:spPr>
          <a:xfrm flipH="1">
            <a:off x="17769586" y="8421623"/>
            <a:ext cx="63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0" name="Connector 9837"/>
          <p:cNvSpPr/>
          <p:nvPr/>
        </p:nvSpPr>
        <p:spPr>
          <a:xfrm flipH="1">
            <a:off x="17750536" y="8564880"/>
            <a:ext cx="190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1" name="Connector 9838"/>
          <p:cNvSpPr/>
          <p:nvPr/>
        </p:nvSpPr>
        <p:spPr>
          <a:xfrm flipH="1">
            <a:off x="17718786" y="8708135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2" name="Connector 9839"/>
          <p:cNvSpPr/>
          <p:nvPr/>
        </p:nvSpPr>
        <p:spPr>
          <a:xfrm flipH="1">
            <a:off x="17674336" y="8851392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3" name="Connector 9840"/>
          <p:cNvSpPr/>
          <p:nvPr/>
        </p:nvSpPr>
        <p:spPr>
          <a:xfrm flipH="1">
            <a:off x="17617186" y="8994647"/>
            <a:ext cx="571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4" name="Connector 9841"/>
          <p:cNvSpPr/>
          <p:nvPr/>
        </p:nvSpPr>
        <p:spPr>
          <a:xfrm flipH="1">
            <a:off x="17547336" y="9137902"/>
            <a:ext cx="698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5" name="Connector 9842"/>
          <p:cNvSpPr/>
          <p:nvPr/>
        </p:nvSpPr>
        <p:spPr>
          <a:xfrm>
            <a:off x="17547336" y="7562088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6" name="Connector 9843"/>
          <p:cNvSpPr/>
          <p:nvPr/>
        </p:nvSpPr>
        <p:spPr>
          <a:xfrm>
            <a:off x="17631156" y="7776971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7" name="Connector 9844"/>
          <p:cNvSpPr/>
          <p:nvPr/>
        </p:nvSpPr>
        <p:spPr>
          <a:xfrm>
            <a:off x="17699736" y="7991856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8" name="Connector 9845"/>
          <p:cNvSpPr/>
          <p:nvPr/>
        </p:nvSpPr>
        <p:spPr>
          <a:xfrm>
            <a:off x="17753076" y="8206740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39" name="Connector 9846"/>
          <p:cNvSpPr/>
          <p:nvPr/>
        </p:nvSpPr>
        <p:spPr>
          <a:xfrm>
            <a:off x="17791176" y="8421623"/>
            <a:ext cx="2286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0" name="Connector 9847"/>
          <p:cNvSpPr/>
          <p:nvPr/>
        </p:nvSpPr>
        <p:spPr>
          <a:xfrm>
            <a:off x="17814036" y="8636506"/>
            <a:ext cx="762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1" name="Connector 9848"/>
          <p:cNvSpPr/>
          <p:nvPr/>
        </p:nvSpPr>
        <p:spPr>
          <a:xfrm flipH="1">
            <a:off x="17814036" y="8851392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2" name="Connector 9849"/>
          <p:cNvSpPr/>
          <p:nvPr/>
        </p:nvSpPr>
        <p:spPr>
          <a:xfrm flipH="1">
            <a:off x="17791174" y="9066276"/>
            <a:ext cx="22862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3" name="Connector 9850"/>
          <p:cNvSpPr/>
          <p:nvPr/>
        </p:nvSpPr>
        <p:spPr>
          <a:xfrm flipH="1">
            <a:off x="17753076" y="9281159"/>
            <a:ext cx="3810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4" name="Connector 9851"/>
          <p:cNvSpPr/>
          <p:nvPr/>
        </p:nvSpPr>
        <p:spPr>
          <a:xfrm flipH="1">
            <a:off x="17699737" y="9496043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5" name="Connector 9852"/>
          <p:cNvSpPr/>
          <p:nvPr/>
        </p:nvSpPr>
        <p:spPr>
          <a:xfrm flipH="1">
            <a:off x="17631156" y="9710928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6" name="Connector 9853"/>
          <p:cNvSpPr/>
          <p:nvPr/>
        </p:nvSpPr>
        <p:spPr>
          <a:xfrm flipH="1">
            <a:off x="17547336" y="9925811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7" name="Connector 9854"/>
          <p:cNvSpPr/>
          <p:nvPr/>
        </p:nvSpPr>
        <p:spPr>
          <a:xfrm>
            <a:off x="17547336" y="7562088"/>
            <a:ext cx="9779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8" name="Connector 9855"/>
          <p:cNvSpPr/>
          <p:nvPr/>
        </p:nvSpPr>
        <p:spPr>
          <a:xfrm>
            <a:off x="17645124" y="7848599"/>
            <a:ext cx="80012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49" name="Connector 9856"/>
          <p:cNvSpPr/>
          <p:nvPr/>
        </p:nvSpPr>
        <p:spPr>
          <a:xfrm>
            <a:off x="17725136" y="8135111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0" name="Connector 9857"/>
          <p:cNvSpPr/>
          <p:nvPr/>
        </p:nvSpPr>
        <p:spPr>
          <a:xfrm>
            <a:off x="17787365" y="8421623"/>
            <a:ext cx="4445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1" name="Connector 9858"/>
          <p:cNvSpPr/>
          <p:nvPr/>
        </p:nvSpPr>
        <p:spPr>
          <a:xfrm>
            <a:off x="17831815" y="8708135"/>
            <a:ext cx="26670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2" name="Connector 9859"/>
          <p:cNvSpPr/>
          <p:nvPr/>
        </p:nvSpPr>
        <p:spPr>
          <a:xfrm>
            <a:off x="17858485" y="8994647"/>
            <a:ext cx="8892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3" name="Connector 9860"/>
          <p:cNvSpPr/>
          <p:nvPr/>
        </p:nvSpPr>
        <p:spPr>
          <a:xfrm flipH="1">
            <a:off x="17858486" y="9281159"/>
            <a:ext cx="889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4" name="Connector 9861"/>
          <p:cNvSpPr/>
          <p:nvPr/>
        </p:nvSpPr>
        <p:spPr>
          <a:xfrm flipH="1">
            <a:off x="17831816" y="9567671"/>
            <a:ext cx="26670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5" name="Connector 9862"/>
          <p:cNvSpPr/>
          <p:nvPr/>
        </p:nvSpPr>
        <p:spPr>
          <a:xfrm flipH="1">
            <a:off x="17787365" y="9854183"/>
            <a:ext cx="44451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6" name="Connector 9863"/>
          <p:cNvSpPr/>
          <p:nvPr/>
        </p:nvSpPr>
        <p:spPr>
          <a:xfrm flipH="1">
            <a:off x="17725136" y="10140695"/>
            <a:ext cx="62231" cy="286513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7" name="Connector 9864"/>
          <p:cNvSpPr/>
          <p:nvPr/>
        </p:nvSpPr>
        <p:spPr>
          <a:xfrm flipH="1">
            <a:off x="17645124" y="10427207"/>
            <a:ext cx="80012" cy="28651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8" name="Connector 9865"/>
          <p:cNvSpPr/>
          <p:nvPr/>
        </p:nvSpPr>
        <p:spPr>
          <a:xfrm flipH="1">
            <a:off x="17547336" y="10713718"/>
            <a:ext cx="97790" cy="28651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59" name="Connector 9866"/>
          <p:cNvSpPr/>
          <p:nvPr/>
        </p:nvSpPr>
        <p:spPr>
          <a:xfrm>
            <a:off x="17547336" y="8421623"/>
            <a:ext cx="5588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0" name="Connector 9867"/>
          <p:cNvSpPr/>
          <p:nvPr/>
        </p:nvSpPr>
        <p:spPr>
          <a:xfrm>
            <a:off x="17603215" y="8493251"/>
            <a:ext cx="4572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1" name="Connector 9868"/>
          <p:cNvSpPr/>
          <p:nvPr/>
        </p:nvSpPr>
        <p:spPr>
          <a:xfrm>
            <a:off x="17648936" y="8564880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2" name="Connector 9869"/>
          <p:cNvSpPr/>
          <p:nvPr/>
        </p:nvSpPr>
        <p:spPr>
          <a:xfrm>
            <a:off x="17684495" y="8636507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3" name="Connector 9870"/>
          <p:cNvSpPr/>
          <p:nvPr/>
        </p:nvSpPr>
        <p:spPr>
          <a:xfrm>
            <a:off x="17709895" y="8708135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4" name="Connector 9871"/>
          <p:cNvSpPr/>
          <p:nvPr/>
        </p:nvSpPr>
        <p:spPr>
          <a:xfrm>
            <a:off x="17725135" y="8779763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5" name="Connector 9872"/>
          <p:cNvSpPr/>
          <p:nvPr/>
        </p:nvSpPr>
        <p:spPr>
          <a:xfrm flipH="1">
            <a:off x="17725136" y="8851392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6" name="Connector 9873"/>
          <p:cNvSpPr/>
          <p:nvPr/>
        </p:nvSpPr>
        <p:spPr>
          <a:xfrm flipH="1">
            <a:off x="17709895" y="8923019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7" name="Connector 9874"/>
          <p:cNvSpPr/>
          <p:nvPr/>
        </p:nvSpPr>
        <p:spPr>
          <a:xfrm flipH="1">
            <a:off x="17684495" y="8994647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8" name="Connector 9875"/>
          <p:cNvSpPr/>
          <p:nvPr/>
        </p:nvSpPr>
        <p:spPr>
          <a:xfrm flipH="1">
            <a:off x="17648936" y="9066276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69" name="Connector 9876"/>
          <p:cNvSpPr/>
          <p:nvPr/>
        </p:nvSpPr>
        <p:spPr>
          <a:xfrm flipH="1">
            <a:off x="17603215" y="9137904"/>
            <a:ext cx="4572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0" name="Connector 9877"/>
          <p:cNvSpPr/>
          <p:nvPr/>
        </p:nvSpPr>
        <p:spPr>
          <a:xfrm flipH="1">
            <a:off x="17547336" y="9209530"/>
            <a:ext cx="5588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1" name="Connector 9878"/>
          <p:cNvSpPr/>
          <p:nvPr/>
        </p:nvSpPr>
        <p:spPr>
          <a:xfrm>
            <a:off x="17547336" y="8421623"/>
            <a:ext cx="698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2" name="Connector 9879"/>
          <p:cNvSpPr/>
          <p:nvPr/>
        </p:nvSpPr>
        <p:spPr>
          <a:xfrm>
            <a:off x="17617186" y="8564880"/>
            <a:ext cx="571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3" name="Connector 9880"/>
          <p:cNvSpPr/>
          <p:nvPr/>
        </p:nvSpPr>
        <p:spPr>
          <a:xfrm>
            <a:off x="17674336" y="8708135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4" name="Connector 9881"/>
          <p:cNvSpPr/>
          <p:nvPr/>
        </p:nvSpPr>
        <p:spPr>
          <a:xfrm>
            <a:off x="17718786" y="8851392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5" name="Connector 9882"/>
          <p:cNvSpPr/>
          <p:nvPr/>
        </p:nvSpPr>
        <p:spPr>
          <a:xfrm>
            <a:off x="17750536" y="8994647"/>
            <a:ext cx="190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6" name="Connector 9883"/>
          <p:cNvSpPr/>
          <p:nvPr/>
        </p:nvSpPr>
        <p:spPr>
          <a:xfrm>
            <a:off x="17769585" y="9137902"/>
            <a:ext cx="63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7" name="Connector 9884"/>
          <p:cNvSpPr/>
          <p:nvPr/>
        </p:nvSpPr>
        <p:spPr>
          <a:xfrm flipH="1">
            <a:off x="17769586" y="9281159"/>
            <a:ext cx="63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8" name="Connector 9885"/>
          <p:cNvSpPr/>
          <p:nvPr/>
        </p:nvSpPr>
        <p:spPr>
          <a:xfrm flipH="1">
            <a:off x="17750536" y="9424416"/>
            <a:ext cx="190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79" name="Connector 9886"/>
          <p:cNvSpPr/>
          <p:nvPr/>
        </p:nvSpPr>
        <p:spPr>
          <a:xfrm flipH="1">
            <a:off x="17718786" y="9567671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0" name="Connector 9887"/>
          <p:cNvSpPr/>
          <p:nvPr/>
        </p:nvSpPr>
        <p:spPr>
          <a:xfrm flipH="1">
            <a:off x="17674336" y="9710928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1" name="Connector 9888"/>
          <p:cNvSpPr/>
          <p:nvPr/>
        </p:nvSpPr>
        <p:spPr>
          <a:xfrm flipH="1">
            <a:off x="17617186" y="9854183"/>
            <a:ext cx="571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2" name="Connector 9889"/>
          <p:cNvSpPr/>
          <p:nvPr/>
        </p:nvSpPr>
        <p:spPr>
          <a:xfrm flipH="1">
            <a:off x="17547336" y="9997439"/>
            <a:ext cx="698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3" name="Connector 9890"/>
          <p:cNvSpPr/>
          <p:nvPr/>
        </p:nvSpPr>
        <p:spPr>
          <a:xfrm>
            <a:off x="17547336" y="8421623"/>
            <a:ext cx="8382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4" name="Connector 9891"/>
          <p:cNvSpPr/>
          <p:nvPr/>
        </p:nvSpPr>
        <p:spPr>
          <a:xfrm>
            <a:off x="17631156" y="8636506"/>
            <a:ext cx="6858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5" name="Connector 9892"/>
          <p:cNvSpPr/>
          <p:nvPr/>
        </p:nvSpPr>
        <p:spPr>
          <a:xfrm>
            <a:off x="17699736" y="8851392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6" name="Connector 9893"/>
          <p:cNvSpPr/>
          <p:nvPr/>
        </p:nvSpPr>
        <p:spPr>
          <a:xfrm>
            <a:off x="17753076" y="9066276"/>
            <a:ext cx="3810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7" name="Connector 9894"/>
          <p:cNvSpPr/>
          <p:nvPr/>
        </p:nvSpPr>
        <p:spPr>
          <a:xfrm>
            <a:off x="17791176" y="9281159"/>
            <a:ext cx="22861" cy="214884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8" name="Connector 9895"/>
          <p:cNvSpPr/>
          <p:nvPr/>
        </p:nvSpPr>
        <p:spPr>
          <a:xfrm>
            <a:off x="17814036" y="9496042"/>
            <a:ext cx="7621" cy="21488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89" name="Connector 9896"/>
          <p:cNvSpPr/>
          <p:nvPr/>
        </p:nvSpPr>
        <p:spPr>
          <a:xfrm flipH="1">
            <a:off x="17814036" y="9710928"/>
            <a:ext cx="76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0" name="Connector 9897"/>
          <p:cNvSpPr/>
          <p:nvPr/>
        </p:nvSpPr>
        <p:spPr>
          <a:xfrm flipH="1">
            <a:off x="17791174" y="9925811"/>
            <a:ext cx="22862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1" name="Connector 9898"/>
          <p:cNvSpPr/>
          <p:nvPr/>
        </p:nvSpPr>
        <p:spPr>
          <a:xfrm flipH="1">
            <a:off x="17753076" y="10140695"/>
            <a:ext cx="3810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2" name="Connector 9899"/>
          <p:cNvSpPr/>
          <p:nvPr/>
        </p:nvSpPr>
        <p:spPr>
          <a:xfrm flipH="1">
            <a:off x="17699737" y="10355580"/>
            <a:ext cx="53340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3" name="Connector 9900"/>
          <p:cNvSpPr/>
          <p:nvPr/>
        </p:nvSpPr>
        <p:spPr>
          <a:xfrm flipH="1">
            <a:off x="17631156" y="10570464"/>
            <a:ext cx="6858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4" name="Connector 9901"/>
          <p:cNvSpPr/>
          <p:nvPr/>
        </p:nvSpPr>
        <p:spPr>
          <a:xfrm flipH="1">
            <a:off x="17547336" y="10785347"/>
            <a:ext cx="83821" cy="214885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5" name="Connector 9902"/>
          <p:cNvSpPr/>
          <p:nvPr/>
        </p:nvSpPr>
        <p:spPr>
          <a:xfrm>
            <a:off x="17547336" y="9281159"/>
            <a:ext cx="5588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6" name="Connector 9903"/>
          <p:cNvSpPr/>
          <p:nvPr/>
        </p:nvSpPr>
        <p:spPr>
          <a:xfrm>
            <a:off x="17603215" y="9352787"/>
            <a:ext cx="4572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7" name="Connector 9904"/>
          <p:cNvSpPr/>
          <p:nvPr/>
        </p:nvSpPr>
        <p:spPr>
          <a:xfrm>
            <a:off x="17648936" y="9424416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8" name="Connector 9905"/>
          <p:cNvSpPr/>
          <p:nvPr/>
        </p:nvSpPr>
        <p:spPr>
          <a:xfrm>
            <a:off x="17684495" y="9496043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99" name="Connector 9906"/>
          <p:cNvSpPr/>
          <p:nvPr/>
        </p:nvSpPr>
        <p:spPr>
          <a:xfrm>
            <a:off x="17709895" y="9567671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0" name="Connector 9907"/>
          <p:cNvSpPr/>
          <p:nvPr/>
        </p:nvSpPr>
        <p:spPr>
          <a:xfrm>
            <a:off x="17725135" y="9639299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1" name="Connector 9908"/>
          <p:cNvSpPr/>
          <p:nvPr/>
        </p:nvSpPr>
        <p:spPr>
          <a:xfrm flipH="1">
            <a:off x="17725136" y="9710928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2" name="Connector 9909"/>
          <p:cNvSpPr/>
          <p:nvPr/>
        </p:nvSpPr>
        <p:spPr>
          <a:xfrm flipH="1">
            <a:off x="17709895" y="9782556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3" name="Connector 9910"/>
          <p:cNvSpPr/>
          <p:nvPr/>
        </p:nvSpPr>
        <p:spPr>
          <a:xfrm flipH="1">
            <a:off x="17684495" y="9854183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4" name="Connector 9911"/>
          <p:cNvSpPr/>
          <p:nvPr/>
        </p:nvSpPr>
        <p:spPr>
          <a:xfrm flipH="1">
            <a:off x="17648936" y="9925811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5" name="Connector 9912"/>
          <p:cNvSpPr/>
          <p:nvPr/>
        </p:nvSpPr>
        <p:spPr>
          <a:xfrm flipH="1">
            <a:off x="17603215" y="9997440"/>
            <a:ext cx="4572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6" name="Connector 9913"/>
          <p:cNvSpPr/>
          <p:nvPr/>
        </p:nvSpPr>
        <p:spPr>
          <a:xfrm flipH="1">
            <a:off x="17547336" y="10069066"/>
            <a:ext cx="5588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7" name="Connector 9914"/>
          <p:cNvSpPr/>
          <p:nvPr/>
        </p:nvSpPr>
        <p:spPr>
          <a:xfrm>
            <a:off x="17547336" y="9281159"/>
            <a:ext cx="698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8" name="Connector 9915"/>
          <p:cNvSpPr/>
          <p:nvPr/>
        </p:nvSpPr>
        <p:spPr>
          <a:xfrm>
            <a:off x="17617186" y="9424414"/>
            <a:ext cx="571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09" name="Connector 9916"/>
          <p:cNvSpPr/>
          <p:nvPr/>
        </p:nvSpPr>
        <p:spPr>
          <a:xfrm>
            <a:off x="17674336" y="9567671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0" name="Connector 9917"/>
          <p:cNvSpPr/>
          <p:nvPr/>
        </p:nvSpPr>
        <p:spPr>
          <a:xfrm>
            <a:off x="17718786" y="9710928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1" name="Connector 9918"/>
          <p:cNvSpPr/>
          <p:nvPr/>
        </p:nvSpPr>
        <p:spPr>
          <a:xfrm>
            <a:off x="17750536" y="9854183"/>
            <a:ext cx="19050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2" name="Connector 9919"/>
          <p:cNvSpPr/>
          <p:nvPr/>
        </p:nvSpPr>
        <p:spPr>
          <a:xfrm>
            <a:off x="17769585" y="9997439"/>
            <a:ext cx="6352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3" name="Connector 9920"/>
          <p:cNvSpPr/>
          <p:nvPr/>
        </p:nvSpPr>
        <p:spPr>
          <a:xfrm flipH="1">
            <a:off x="17769586" y="10140695"/>
            <a:ext cx="6351" cy="143256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4" name="Connector 9921"/>
          <p:cNvSpPr/>
          <p:nvPr/>
        </p:nvSpPr>
        <p:spPr>
          <a:xfrm flipH="1">
            <a:off x="17750536" y="10283951"/>
            <a:ext cx="19051" cy="14325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5" name="Connector 9922"/>
          <p:cNvSpPr/>
          <p:nvPr/>
        </p:nvSpPr>
        <p:spPr>
          <a:xfrm flipH="1">
            <a:off x="17718786" y="10427207"/>
            <a:ext cx="317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6" name="Connector 9923"/>
          <p:cNvSpPr/>
          <p:nvPr/>
        </p:nvSpPr>
        <p:spPr>
          <a:xfrm flipH="1">
            <a:off x="17674336" y="10570464"/>
            <a:ext cx="444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7" name="Connector 9924"/>
          <p:cNvSpPr/>
          <p:nvPr/>
        </p:nvSpPr>
        <p:spPr>
          <a:xfrm flipH="1">
            <a:off x="17617186" y="10713719"/>
            <a:ext cx="571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8" name="Connector 9925"/>
          <p:cNvSpPr/>
          <p:nvPr/>
        </p:nvSpPr>
        <p:spPr>
          <a:xfrm flipH="1">
            <a:off x="17547336" y="10856976"/>
            <a:ext cx="69851" cy="143257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19" name="Connector 9926"/>
          <p:cNvSpPr/>
          <p:nvPr/>
        </p:nvSpPr>
        <p:spPr>
          <a:xfrm>
            <a:off x="17547336" y="10140695"/>
            <a:ext cx="558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0" name="Connector 9927"/>
          <p:cNvSpPr/>
          <p:nvPr/>
        </p:nvSpPr>
        <p:spPr>
          <a:xfrm>
            <a:off x="17603215" y="10212323"/>
            <a:ext cx="4572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1" name="Connector 9928"/>
          <p:cNvSpPr/>
          <p:nvPr/>
        </p:nvSpPr>
        <p:spPr>
          <a:xfrm>
            <a:off x="17648936" y="10283952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2" name="Connector 9929"/>
          <p:cNvSpPr/>
          <p:nvPr/>
        </p:nvSpPr>
        <p:spPr>
          <a:xfrm>
            <a:off x="17684495" y="10355580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3" name="Connector 9930"/>
          <p:cNvSpPr/>
          <p:nvPr/>
        </p:nvSpPr>
        <p:spPr>
          <a:xfrm>
            <a:off x="17709895" y="10427207"/>
            <a:ext cx="15240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4" name="Connector 9931"/>
          <p:cNvSpPr/>
          <p:nvPr/>
        </p:nvSpPr>
        <p:spPr>
          <a:xfrm>
            <a:off x="17725135" y="10498835"/>
            <a:ext cx="5082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5" name="Connector 9932"/>
          <p:cNvSpPr/>
          <p:nvPr/>
        </p:nvSpPr>
        <p:spPr>
          <a:xfrm flipH="1">
            <a:off x="17725136" y="10570464"/>
            <a:ext cx="508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6" name="Connector 9933"/>
          <p:cNvSpPr/>
          <p:nvPr/>
        </p:nvSpPr>
        <p:spPr>
          <a:xfrm flipH="1">
            <a:off x="17709895" y="10642092"/>
            <a:ext cx="1524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7" name="Connector 9934"/>
          <p:cNvSpPr/>
          <p:nvPr/>
        </p:nvSpPr>
        <p:spPr>
          <a:xfrm flipH="1">
            <a:off x="17684495" y="10713719"/>
            <a:ext cx="2540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8" name="Connector 9935"/>
          <p:cNvSpPr/>
          <p:nvPr/>
        </p:nvSpPr>
        <p:spPr>
          <a:xfrm flipH="1">
            <a:off x="17648936" y="10785347"/>
            <a:ext cx="35561" cy="71629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29" name="Connector 9936"/>
          <p:cNvSpPr/>
          <p:nvPr/>
        </p:nvSpPr>
        <p:spPr>
          <a:xfrm flipH="1">
            <a:off x="17603215" y="10856976"/>
            <a:ext cx="45721" cy="71628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0" name="Connector 9937"/>
          <p:cNvSpPr/>
          <p:nvPr/>
        </p:nvSpPr>
        <p:spPr>
          <a:xfrm flipH="1">
            <a:off x="17547336" y="10928602"/>
            <a:ext cx="55881" cy="71630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1" name="Connector 9938"/>
          <p:cNvSpPr/>
          <p:nvPr/>
        </p:nvSpPr>
        <p:spPr>
          <a:xfrm>
            <a:off x="18608039" y="4983479"/>
            <a:ext cx="5588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2" name="Connector 9939"/>
          <p:cNvSpPr/>
          <p:nvPr/>
        </p:nvSpPr>
        <p:spPr>
          <a:xfrm>
            <a:off x="18663919" y="5055106"/>
            <a:ext cx="45722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3" name="Connector 9940"/>
          <p:cNvSpPr/>
          <p:nvPr/>
        </p:nvSpPr>
        <p:spPr>
          <a:xfrm>
            <a:off x="18709639" y="5126735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4" name="Connector 9941"/>
          <p:cNvSpPr/>
          <p:nvPr/>
        </p:nvSpPr>
        <p:spPr>
          <a:xfrm>
            <a:off x="18745200" y="5198364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5" name="Connector 9942"/>
          <p:cNvSpPr/>
          <p:nvPr/>
        </p:nvSpPr>
        <p:spPr>
          <a:xfrm>
            <a:off x="18770599" y="5269991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6" name="Connector 9943"/>
          <p:cNvSpPr/>
          <p:nvPr/>
        </p:nvSpPr>
        <p:spPr>
          <a:xfrm>
            <a:off x="18785839" y="5341618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7" name="Connector 9944"/>
          <p:cNvSpPr/>
          <p:nvPr/>
        </p:nvSpPr>
        <p:spPr>
          <a:xfrm flipH="1">
            <a:off x="18785839" y="5413247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8" name="Connector 9945"/>
          <p:cNvSpPr/>
          <p:nvPr/>
        </p:nvSpPr>
        <p:spPr>
          <a:xfrm flipH="1">
            <a:off x="18770600" y="5484876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39" name="Connector 9946"/>
          <p:cNvSpPr/>
          <p:nvPr/>
        </p:nvSpPr>
        <p:spPr>
          <a:xfrm flipH="1">
            <a:off x="18745199" y="5556503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0" name="Connector 9947"/>
          <p:cNvSpPr/>
          <p:nvPr/>
        </p:nvSpPr>
        <p:spPr>
          <a:xfrm flipH="1">
            <a:off x="18709639" y="5628132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1" name="Connector 9948"/>
          <p:cNvSpPr/>
          <p:nvPr/>
        </p:nvSpPr>
        <p:spPr>
          <a:xfrm flipH="1">
            <a:off x="18663919" y="5699759"/>
            <a:ext cx="4572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2" name="Connector 9949"/>
          <p:cNvSpPr/>
          <p:nvPr/>
        </p:nvSpPr>
        <p:spPr>
          <a:xfrm flipH="1">
            <a:off x="18608039" y="5771388"/>
            <a:ext cx="558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3" name="Connector 9950"/>
          <p:cNvSpPr/>
          <p:nvPr/>
        </p:nvSpPr>
        <p:spPr>
          <a:xfrm>
            <a:off x="18608039" y="4983479"/>
            <a:ext cx="698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4" name="Connector 9951"/>
          <p:cNvSpPr/>
          <p:nvPr/>
        </p:nvSpPr>
        <p:spPr>
          <a:xfrm>
            <a:off x="18677889" y="5126735"/>
            <a:ext cx="571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5" name="Connector 9952"/>
          <p:cNvSpPr/>
          <p:nvPr/>
        </p:nvSpPr>
        <p:spPr>
          <a:xfrm>
            <a:off x="18735039" y="5269991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6" name="Connector 9953"/>
          <p:cNvSpPr/>
          <p:nvPr/>
        </p:nvSpPr>
        <p:spPr>
          <a:xfrm>
            <a:off x="18779489" y="5413247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7" name="Connector 9954"/>
          <p:cNvSpPr/>
          <p:nvPr/>
        </p:nvSpPr>
        <p:spPr>
          <a:xfrm>
            <a:off x="18811239" y="5556503"/>
            <a:ext cx="190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8" name="Connector 9955"/>
          <p:cNvSpPr/>
          <p:nvPr/>
        </p:nvSpPr>
        <p:spPr>
          <a:xfrm>
            <a:off x="18830289" y="5699759"/>
            <a:ext cx="63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49" name="Connector 9956"/>
          <p:cNvSpPr/>
          <p:nvPr/>
        </p:nvSpPr>
        <p:spPr>
          <a:xfrm flipH="1">
            <a:off x="18830289" y="5843015"/>
            <a:ext cx="63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0" name="Connector 9957"/>
          <p:cNvSpPr/>
          <p:nvPr/>
        </p:nvSpPr>
        <p:spPr>
          <a:xfrm flipH="1">
            <a:off x="18811239" y="5986271"/>
            <a:ext cx="190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1" name="Connector 9958"/>
          <p:cNvSpPr/>
          <p:nvPr/>
        </p:nvSpPr>
        <p:spPr>
          <a:xfrm flipH="1">
            <a:off x="18779489" y="6129527"/>
            <a:ext cx="317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2" name="Connector 9959"/>
          <p:cNvSpPr/>
          <p:nvPr/>
        </p:nvSpPr>
        <p:spPr>
          <a:xfrm flipH="1">
            <a:off x="18735039" y="6272784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3" name="Connector 9960"/>
          <p:cNvSpPr/>
          <p:nvPr/>
        </p:nvSpPr>
        <p:spPr>
          <a:xfrm flipH="1">
            <a:off x="18677889" y="6416040"/>
            <a:ext cx="571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4" name="Connector 9961"/>
          <p:cNvSpPr/>
          <p:nvPr/>
        </p:nvSpPr>
        <p:spPr>
          <a:xfrm flipH="1">
            <a:off x="18608039" y="6559295"/>
            <a:ext cx="698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5" name="Connector 9962"/>
          <p:cNvSpPr/>
          <p:nvPr/>
        </p:nvSpPr>
        <p:spPr>
          <a:xfrm>
            <a:off x="18608039" y="4983479"/>
            <a:ext cx="8382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6" name="Connector 9963"/>
          <p:cNvSpPr/>
          <p:nvPr/>
        </p:nvSpPr>
        <p:spPr>
          <a:xfrm>
            <a:off x="18691859" y="5198362"/>
            <a:ext cx="6858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7" name="Connector 9964"/>
          <p:cNvSpPr/>
          <p:nvPr/>
        </p:nvSpPr>
        <p:spPr>
          <a:xfrm>
            <a:off x="18760439" y="5413247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8" name="Connector 9965"/>
          <p:cNvSpPr/>
          <p:nvPr/>
        </p:nvSpPr>
        <p:spPr>
          <a:xfrm>
            <a:off x="18813780" y="5628132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59" name="Connector 9966"/>
          <p:cNvSpPr/>
          <p:nvPr/>
        </p:nvSpPr>
        <p:spPr>
          <a:xfrm>
            <a:off x="18851880" y="5843015"/>
            <a:ext cx="22861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0" name="Connector 9967"/>
          <p:cNvSpPr/>
          <p:nvPr/>
        </p:nvSpPr>
        <p:spPr>
          <a:xfrm>
            <a:off x="18874739" y="6057898"/>
            <a:ext cx="7621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1" name="Connector 9968"/>
          <p:cNvSpPr/>
          <p:nvPr/>
        </p:nvSpPr>
        <p:spPr>
          <a:xfrm flipH="1">
            <a:off x="18874739" y="6272784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2" name="Connector 9969"/>
          <p:cNvSpPr/>
          <p:nvPr/>
        </p:nvSpPr>
        <p:spPr>
          <a:xfrm flipH="1">
            <a:off x="18851880" y="6487667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3" name="Connector 9970"/>
          <p:cNvSpPr/>
          <p:nvPr/>
        </p:nvSpPr>
        <p:spPr>
          <a:xfrm flipH="1">
            <a:off x="18813780" y="6702552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4" name="Connector 9971"/>
          <p:cNvSpPr/>
          <p:nvPr/>
        </p:nvSpPr>
        <p:spPr>
          <a:xfrm flipH="1">
            <a:off x="18760440" y="6917435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5" name="Connector 9972"/>
          <p:cNvSpPr/>
          <p:nvPr/>
        </p:nvSpPr>
        <p:spPr>
          <a:xfrm flipH="1">
            <a:off x="18691860" y="7132319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6" name="Connector 9973"/>
          <p:cNvSpPr/>
          <p:nvPr/>
        </p:nvSpPr>
        <p:spPr>
          <a:xfrm flipH="1">
            <a:off x="18608039" y="7347204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7" name="Connector 9974"/>
          <p:cNvSpPr/>
          <p:nvPr/>
        </p:nvSpPr>
        <p:spPr>
          <a:xfrm>
            <a:off x="18608039" y="4983479"/>
            <a:ext cx="9779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8" name="Connector 9975"/>
          <p:cNvSpPr/>
          <p:nvPr/>
        </p:nvSpPr>
        <p:spPr>
          <a:xfrm>
            <a:off x="18705828" y="5269991"/>
            <a:ext cx="80012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69" name="Connector 9976"/>
          <p:cNvSpPr/>
          <p:nvPr/>
        </p:nvSpPr>
        <p:spPr>
          <a:xfrm>
            <a:off x="18785839" y="5556503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0" name="Connector 9977"/>
          <p:cNvSpPr/>
          <p:nvPr/>
        </p:nvSpPr>
        <p:spPr>
          <a:xfrm>
            <a:off x="18848069" y="5843015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1" name="Connector 9978"/>
          <p:cNvSpPr/>
          <p:nvPr/>
        </p:nvSpPr>
        <p:spPr>
          <a:xfrm>
            <a:off x="18892519" y="6129528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2" name="Connector 9979"/>
          <p:cNvSpPr/>
          <p:nvPr/>
        </p:nvSpPr>
        <p:spPr>
          <a:xfrm>
            <a:off x="18919189" y="6416040"/>
            <a:ext cx="889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3" name="Connector 9980"/>
          <p:cNvSpPr/>
          <p:nvPr/>
        </p:nvSpPr>
        <p:spPr>
          <a:xfrm flipH="1">
            <a:off x="18919189" y="6702552"/>
            <a:ext cx="889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4" name="Connector 9981"/>
          <p:cNvSpPr/>
          <p:nvPr/>
        </p:nvSpPr>
        <p:spPr>
          <a:xfrm flipH="1">
            <a:off x="18892520" y="6989064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5" name="Connector 9982"/>
          <p:cNvSpPr/>
          <p:nvPr/>
        </p:nvSpPr>
        <p:spPr>
          <a:xfrm flipH="1">
            <a:off x="18848069" y="7275576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6" name="Connector 9983"/>
          <p:cNvSpPr/>
          <p:nvPr/>
        </p:nvSpPr>
        <p:spPr>
          <a:xfrm flipH="1">
            <a:off x="18785839" y="7562088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7" name="Connector 9984"/>
          <p:cNvSpPr/>
          <p:nvPr/>
        </p:nvSpPr>
        <p:spPr>
          <a:xfrm flipH="1">
            <a:off x="18705828" y="7848600"/>
            <a:ext cx="80012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8" name="Connector 9985"/>
          <p:cNvSpPr/>
          <p:nvPr/>
        </p:nvSpPr>
        <p:spPr>
          <a:xfrm flipH="1">
            <a:off x="18608039" y="8135111"/>
            <a:ext cx="9779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79" name="Connector 9986"/>
          <p:cNvSpPr/>
          <p:nvPr/>
        </p:nvSpPr>
        <p:spPr>
          <a:xfrm>
            <a:off x="18608039" y="4983479"/>
            <a:ext cx="111760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0" name="Connector 9987"/>
          <p:cNvSpPr/>
          <p:nvPr/>
        </p:nvSpPr>
        <p:spPr>
          <a:xfrm>
            <a:off x="18719798" y="5341618"/>
            <a:ext cx="91442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1" name="Connector 9988"/>
          <p:cNvSpPr/>
          <p:nvPr/>
        </p:nvSpPr>
        <p:spPr>
          <a:xfrm>
            <a:off x="18811239" y="5699759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2" name="Connector 9989"/>
          <p:cNvSpPr/>
          <p:nvPr/>
        </p:nvSpPr>
        <p:spPr>
          <a:xfrm>
            <a:off x="18882360" y="6057899"/>
            <a:ext cx="50801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3" name="Connector 9990"/>
          <p:cNvSpPr/>
          <p:nvPr/>
        </p:nvSpPr>
        <p:spPr>
          <a:xfrm>
            <a:off x="18933160" y="6416040"/>
            <a:ext cx="30481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4" name="Connector 9991"/>
          <p:cNvSpPr/>
          <p:nvPr/>
        </p:nvSpPr>
        <p:spPr>
          <a:xfrm>
            <a:off x="18963639" y="6774178"/>
            <a:ext cx="10161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5" name="Connector 9992"/>
          <p:cNvSpPr/>
          <p:nvPr/>
        </p:nvSpPr>
        <p:spPr>
          <a:xfrm flipH="1">
            <a:off x="18963639" y="7132319"/>
            <a:ext cx="1016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6" name="Connector 9993"/>
          <p:cNvSpPr/>
          <p:nvPr/>
        </p:nvSpPr>
        <p:spPr>
          <a:xfrm flipH="1">
            <a:off x="18933160" y="7490459"/>
            <a:ext cx="30481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7" name="Connector 9994"/>
          <p:cNvSpPr/>
          <p:nvPr/>
        </p:nvSpPr>
        <p:spPr>
          <a:xfrm flipH="1">
            <a:off x="18882360" y="7848599"/>
            <a:ext cx="50801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8" name="Connector 9995"/>
          <p:cNvSpPr/>
          <p:nvPr/>
        </p:nvSpPr>
        <p:spPr>
          <a:xfrm flipH="1">
            <a:off x="18811239" y="8206740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89" name="Connector 9996"/>
          <p:cNvSpPr/>
          <p:nvPr/>
        </p:nvSpPr>
        <p:spPr>
          <a:xfrm flipH="1">
            <a:off x="18719799" y="8564880"/>
            <a:ext cx="9144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0" name="Connector 9997"/>
          <p:cNvSpPr/>
          <p:nvPr/>
        </p:nvSpPr>
        <p:spPr>
          <a:xfrm flipH="1">
            <a:off x="18608039" y="8923019"/>
            <a:ext cx="11176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1" name="Connector 9998"/>
          <p:cNvSpPr/>
          <p:nvPr/>
        </p:nvSpPr>
        <p:spPr>
          <a:xfrm>
            <a:off x="18608039" y="4983479"/>
            <a:ext cx="125730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2" name="Connector 9999"/>
          <p:cNvSpPr/>
          <p:nvPr/>
        </p:nvSpPr>
        <p:spPr>
          <a:xfrm>
            <a:off x="18733769" y="5413247"/>
            <a:ext cx="10287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3" name="Connector 10000"/>
          <p:cNvSpPr/>
          <p:nvPr/>
        </p:nvSpPr>
        <p:spPr>
          <a:xfrm>
            <a:off x="18836639" y="5843015"/>
            <a:ext cx="8001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4" name="Connector 10001"/>
          <p:cNvSpPr/>
          <p:nvPr/>
        </p:nvSpPr>
        <p:spPr>
          <a:xfrm>
            <a:off x="18916650" y="6272784"/>
            <a:ext cx="5715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5" name="Connector 10002"/>
          <p:cNvSpPr/>
          <p:nvPr/>
        </p:nvSpPr>
        <p:spPr>
          <a:xfrm>
            <a:off x="18973799" y="6702552"/>
            <a:ext cx="34292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6" name="Connector 10003"/>
          <p:cNvSpPr/>
          <p:nvPr/>
        </p:nvSpPr>
        <p:spPr>
          <a:xfrm>
            <a:off x="19008089" y="7132319"/>
            <a:ext cx="1143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7" name="Connector 10004"/>
          <p:cNvSpPr/>
          <p:nvPr/>
        </p:nvSpPr>
        <p:spPr>
          <a:xfrm flipH="1">
            <a:off x="19008089" y="7562088"/>
            <a:ext cx="1143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8" name="Connector 10005"/>
          <p:cNvSpPr/>
          <p:nvPr/>
        </p:nvSpPr>
        <p:spPr>
          <a:xfrm flipH="1">
            <a:off x="18973800" y="7991856"/>
            <a:ext cx="3429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99" name="Connector 10006"/>
          <p:cNvSpPr/>
          <p:nvPr/>
        </p:nvSpPr>
        <p:spPr>
          <a:xfrm flipH="1">
            <a:off x="18916649" y="8421623"/>
            <a:ext cx="5715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0" name="Connector 10007"/>
          <p:cNvSpPr/>
          <p:nvPr/>
        </p:nvSpPr>
        <p:spPr>
          <a:xfrm flipH="1">
            <a:off x="18836639" y="8851392"/>
            <a:ext cx="8001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1" name="Connector 10008"/>
          <p:cNvSpPr/>
          <p:nvPr/>
        </p:nvSpPr>
        <p:spPr>
          <a:xfrm flipH="1">
            <a:off x="18733769" y="9281159"/>
            <a:ext cx="10287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2" name="Connector 10009"/>
          <p:cNvSpPr/>
          <p:nvPr/>
        </p:nvSpPr>
        <p:spPr>
          <a:xfrm flipH="1">
            <a:off x="18608040" y="9710928"/>
            <a:ext cx="125730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3" name="Connector 10010"/>
          <p:cNvSpPr/>
          <p:nvPr/>
        </p:nvSpPr>
        <p:spPr>
          <a:xfrm>
            <a:off x="18608039" y="4983479"/>
            <a:ext cx="139700" cy="50139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4" name="Connector 10011"/>
          <p:cNvSpPr/>
          <p:nvPr/>
        </p:nvSpPr>
        <p:spPr>
          <a:xfrm>
            <a:off x="18747739" y="5484874"/>
            <a:ext cx="114302" cy="50139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5" name="Connector 10012"/>
          <p:cNvSpPr/>
          <p:nvPr/>
        </p:nvSpPr>
        <p:spPr>
          <a:xfrm>
            <a:off x="18862039" y="5986271"/>
            <a:ext cx="889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6" name="Connector 10013"/>
          <p:cNvSpPr/>
          <p:nvPr/>
        </p:nvSpPr>
        <p:spPr>
          <a:xfrm>
            <a:off x="18950939" y="6487667"/>
            <a:ext cx="635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7" name="Connector 10014"/>
          <p:cNvSpPr/>
          <p:nvPr/>
        </p:nvSpPr>
        <p:spPr>
          <a:xfrm>
            <a:off x="19014439" y="6989064"/>
            <a:ext cx="38100" cy="50139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8" name="Connector 10015"/>
          <p:cNvSpPr/>
          <p:nvPr/>
        </p:nvSpPr>
        <p:spPr>
          <a:xfrm>
            <a:off x="19052539" y="7490459"/>
            <a:ext cx="12702" cy="50139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09" name="Connector 10016"/>
          <p:cNvSpPr/>
          <p:nvPr/>
        </p:nvSpPr>
        <p:spPr>
          <a:xfrm flipH="1">
            <a:off x="19052539" y="7991856"/>
            <a:ext cx="127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0" name="Connector 10017"/>
          <p:cNvSpPr/>
          <p:nvPr/>
        </p:nvSpPr>
        <p:spPr>
          <a:xfrm flipH="1">
            <a:off x="19014439" y="8493252"/>
            <a:ext cx="381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1" name="Connector 10018"/>
          <p:cNvSpPr/>
          <p:nvPr/>
        </p:nvSpPr>
        <p:spPr>
          <a:xfrm flipH="1">
            <a:off x="18950939" y="8994647"/>
            <a:ext cx="635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2" name="Connector 10019"/>
          <p:cNvSpPr/>
          <p:nvPr/>
        </p:nvSpPr>
        <p:spPr>
          <a:xfrm flipH="1">
            <a:off x="18862039" y="9496043"/>
            <a:ext cx="88901" cy="50139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3" name="Connector 10020"/>
          <p:cNvSpPr/>
          <p:nvPr/>
        </p:nvSpPr>
        <p:spPr>
          <a:xfrm flipH="1">
            <a:off x="18747739" y="9997440"/>
            <a:ext cx="114301" cy="50139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4" name="Connector 10021"/>
          <p:cNvSpPr/>
          <p:nvPr/>
        </p:nvSpPr>
        <p:spPr>
          <a:xfrm flipH="1">
            <a:off x="18608039" y="10498835"/>
            <a:ext cx="139701" cy="50139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5" name="Connector 10022"/>
          <p:cNvSpPr/>
          <p:nvPr/>
        </p:nvSpPr>
        <p:spPr>
          <a:xfrm>
            <a:off x="18608039" y="5843015"/>
            <a:ext cx="5588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6" name="Connector 10023"/>
          <p:cNvSpPr/>
          <p:nvPr/>
        </p:nvSpPr>
        <p:spPr>
          <a:xfrm>
            <a:off x="18663919" y="5914644"/>
            <a:ext cx="4572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7" name="Connector 10024"/>
          <p:cNvSpPr/>
          <p:nvPr/>
        </p:nvSpPr>
        <p:spPr>
          <a:xfrm>
            <a:off x="18709639" y="5986271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8" name="Connector 10025"/>
          <p:cNvSpPr/>
          <p:nvPr/>
        </p:nvSpPr>
        <p:spPr>
          <a:xfrm>
            <a:off x="18745200" y="6057900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19" name="Connector 10026"/>
          <p:cNvSpPr/>
          <p:nvPr/>
        </p:nvSpPr>
        <p:spPr>
          <a:xfrm>
            <a:off x="18770599" y="6129528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0" name="Connector 10027"/>
          <p:cNvSpPr/>
          <p:nvPr/>
        </p:nvSpPr>
        <p:spPr>
          <a:xfrm>
            <a:off x="18785839" y="6201155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1" name="Connector 10028"/>
          <p:cNvSpPr/>
          <p:nvPr/>
        </p:nvSpPr>
        <p:spPr>
          <a:xfrm flipH="1">
            <a:off x="18785839" y="6272784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2" name="Connector 10029"/>
          <p:cNvSpPr/>
          <p:nvPr/>
        </p:nvSpPr>
        <p:spPr>
          <a:xfrm flipH="1">
            <a:off x="18770600" y="6344411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3" name="Connector 10030"/>
          <p:cNvSpPr/>
          <p:nvPr/>
        </p:nvSpPr>
        <p:spPr>
          <a:xfrm flipH="1">
            <a:off x="18745199" y="6416040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4" name="Connector 10031"/>
          <p:cNvSpPr/>
          <p:nvPr/>
        </p:nvSpPr>
        <p:spPr>
          <a:xfrm flipH="1">
            <a:off x="18709639" y="6487667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5" name="Connector 10032"/>
          <p:cNvSpPr/>
          <p:nvPr/>
        </p:nvSpPr>
        <p:spPr>
          <a:xfrm flipH="1">
            <a:off x="18663919" y="6559295"/>
            <a:ext cx="4572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6" name="Connector 10033"/>
          <p:cNvSpPr/>
          <p:nvPr/>
        </p:nvSpPr>
        <p:spPr>
          <a:xfrm flipH="1">
            <a:off x="18608039" y="6630923"/>
            <a:ext cx="558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7" name="Connector 10034"/>
          <p:cNvSpPr/>
          <p:nvPr/>
        </p:nvSpPr>
        <p:spPr>
          <a:xfrm>
            <a:off x="18608039" y="5843015"/>
            <a:ext cx="698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8" name="Connector 10035"/>
          <p:cNvSpPr/>
          <p:nvPr/>
        </p:nvSpPr>
        <p:spPr>
          <a:xfrm>
            <a:off x="18677889" y="5986271"/>
            <a:ext cx="571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29" name="Connector 10036"/>
          <p:cNvSpPr/>
          <p:nvPr/>
        </p:nvSpPr>
        <p:spPr>
          <a:xfrm>
            <a:off x="18735039" y="6129528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0" name="Connector 10037"/>
          <p:cNvSpPr/>
          <p:nvPr/>
        </p:nvSpPr>
        <p:spPr>
          <a:xfrm>
            <a:off x="18779489" y="6272784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1" name="Connector 10038"/>
          <p:cNvSpPr/>
          <p:nvPr/>
        </p:nvSpPr>
        <p:spPr>
          <a:xfrm>
            <a:off x="18811239" y="6416040"/>
            <a:ext cx="19050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2" name="Connector 10039"/>
          <p:cNvSpPr/>
          <p:nvPr/>
        </p:nvSpPr>
        <p:spPr>
          <a:xfrm>
            <a:off x="18830289" y="6559295"/>
            <a:ext cx="6352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3" name="Connector 10040"/>
          <p:cNvSpPr/>
          <p:nvPr/>
        </p:nvSpPr>
        <p:spPr>
          <a:xfrm flipH="1">
            <a:off x="18830289" y="6702552"/>
            <a:ext cx="63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4" name="Connector 10041"/>
          <p:cNvSpPr/>
          <p:nvPr/>
        </p:nvSpPr>
        <p:spPr>
          <a:xfrm flipH="1">
            <a:off x="18811239" y="6845807"/>
            <a:ext cx="190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5" name="Connector 10042"/>
          <p:cNvSpPr/>
          <p:nvPr/>
        </p:nvSpPr>
        <p:spPr>
          <a:xfrm flipH="1">
            <a:off x="18779489" y="6989064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6" name="Connector 10043"/>
          <p:cNvSpPr/>
          <p:nvPr/>
        </p:nvSpPr>
        <p:spPr>
          <a:xfrm flipH="1">
            <a:off x="18735039" y="7132319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7" name="Connector 10044"/>
          <p:cNvSpPr/>
          <p:nvPr/>
        </p:nvSpPr>
        <p:spPr>
          <a:xfrm flipH="1">
            <a:off x="18677889" y="7275576"/>
            <a:ext cx="571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8" name="Connector 10045"/>
          <p:cNvSpPr/>
          <p:nvPr/>
        </p:nvSpPr>
        <p:spPr>
          <a:xfrm flipH="1">
            <a:off x="18608039" y="7418831"/>
            <a:ext cx="698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39" name="Connector 10046"/>
          <p:cNvSpPr/>
          <p:nvPr/>
        </p:nvSpPr>
        <p:spPr>
          <a:xfrm>
            <a:off x="18608039" y="5843015"/>
            <a:ext cx="8382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0" name="Connector 10047"/>
          <p:cNvSpPr/>
          <p:nvPr/>
        </p:nvSpPr>
        <p:spPr>
          <a:xfrm>
            <a:off x="18691859" y="6057898"/>
            <a:ext cx="6858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1" name="Connector 10048"/>
          <p:cNvSpPr/>
          <p:nvPr/>
        </p:nvSpPr>
        <p:spPr>
          <a:xfrm>
            <a:off x="18760439" y="6272784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2" name="Connector 10049"/>
          <p:cNvSpPr/>
          <p:nvPr/>
        </p:nvSpPr>
        <p:spPr>
          <a:xfrm>
            <a:off x="18813780" y="6487667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3" name="Connector 10050"/>
          <p:cNvSpPr/>
          <p:nvPr/>
        </p:nvSpPr>
        <p:spPr>
          <a:xfrm>
            <a:off x="18851880" y="6702552"/>
            <a:ext cx="22861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4" name="Connector 10051"/>
          <p:cNvSpPr/>
          <p:nvPr/>
        </p:nvSpPr>
        <p:spPr>
          <a:xfrm>
            <a:off x="18874739" y="6917435"/>
            <a:ext cx="7621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5" name="Connector 10052"/>
          <p:cNvSpPr/>
          <p:nvPr/>
        </p:nvSpPr>
        <p:spPr>
          <a:xfrm flipH="1">
            <a:off x="18874739" y="7132319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6" name="Connector 10053"/>
          <p:cNvSpPr/>
          <p:nvPr/>
        </p:nvSpPr>
        <p:spPr>
          <a:xfrm flipH="1">
            <a:off x="18851880" y="7347204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7" name="Connector 10054"/>
          <p:cNvSpPr/>
          <p:nvPr/>
        </p:nvSpPr>
        <p:spPr>
          <a:xfrm flipH="1">
            <a:off x="18813780" y="7562088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8" name="Connector 10055"/>
          <p:cNvSpPr/>
          <p:nvPr/>
        </p:nvSpPr>
        <p:spPr>
          <a:xfrm flipH="1">
            <a:off x="18760440" y="7776971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49" name="Connector 10056"/>
          <p:cNvSpPr/>
          <p:nvPr/>
        </p:nvSpPr>
        <p:spPr>
          <a:xfrm flipH="1">
            <a:off x="18691860" y="7991856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0" name="Connector 10057"/>
          <p:cNvSpPr/>
          <p:nvPr/>
        </p:nvSpPr>
        <p:spPr>
          <a:xfrm flipH="1">
            <a:off x="18608039" y="8206740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1" name="Connector 10058"/>
          <p:cNvSpPr/>
          <p:nvPr/>
        </p:nvSpPr>
        <p:spPr>
          <a:xfrm>
            <a:off x="18608039" y="5843015"/>
            <a:ext cx="9779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2" name="Connector 10059"/>
          <p:cNvSpPr/>
          <p:nvPr/>
        </p:nvSpPr>
        <p:spPr>
          <a:xfrm>
            <a:off x="18705828" y="6129527"/>
            <a:ext cx="80012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3" name="Connector 10060"/>
          <p:cNvSpPr/>
          <p:nvPr/>
        </p:nvSpPr>
        <p:spPr>
          <a:xfrm>
            <a:off x="18785839" y="6416040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4" name="Connector 10061"/>
          <p:cNvSpPr/>
          <p:nvPr/>
        </p:nvSpPr>
        <p:spPr>
          <a:xfrm>
            <a:off x="18848069" y="6702552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5" name="Connector 10062"/>
          <p:cNvSpPr/>
          <p:nvPr/>
        </p:nvSpPr>
        <p:spPr>
          <a:xfrm>
            <a:off x="18892519" y="6989064"/>
            <a:ext cx="2667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6" name="Connector 10063"/>
          <p:cNvSpPr/>
          <p:nvPr/>
        </p:nvSpPr>
        <p:spPr>
          <a:xfrm>
            <a:off x="18919189" y="7275575"/>
            <a:ext cx="8891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7" name="Connector 10064"/>
          <p:cNvSpPr/>
          <p:nvPr/>
        </p:nvSpPr>
        <p:spPr>
          <a:xfrm flipH="1">
            <a:off x="18919189" y="7562088"/>
            <a:ext cx="8891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8" name="Connector 10065"/>
          <p:cNvSpPr/>
          <p:nvPr/>
        </p:nvSpPr>
        <p:spPr>
          <a:xfrm flipH="1">
            <a:off x="18892520" y="7848599"/>
            <a:ext cx="26670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59" name="Connector 10066"/>
          <p:cNvSpPr/>
          <p:nvPr/>
        </p:nvSpPr>
        <p:spPr>
          <a:xfrm flipH="1">
            <a:off x="18848069" y="8135111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0" name="Connector 10067"/>
          <p:cNvSpPr/>
          <p:nvPr/>
        </p:nvSpPr>
        <p:spPr>
          <a:xfrm flipH="1">
            <a:off x="18785839" y="8421623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1" name="Connector 10068"/>
          <p:cNvSpPr/>
          <p:nvPr/>
        </p:nvSpPr>
        <p:spPr>
          <a:xfrm flipH="1">
            <a:off x="18705828" y="8708135"/>
            <a:ext cx="80012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2" name="Connector 10069"/>
          <p:cNvSpPr/>
          <p:nvPr/>
        </p:nvSpPr>
        <p:spPr>
          <a:xfrm flipH="1">
            <a:off x="18608039" y="8994647"/>
            <a:ext cx="9779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3" name="Connector 10070"/>
          <p:cNvSpPr/>
          <p:nvPr/>
        </p:nvSpPr>
        <p:spPr>
          <a:xfrm>
            <a:off x="18608039" y="5843015"/>
            <a:ext cx="111760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4" name="Connector 10071"/>
          <p:cNvSpPr/>
          <p:nvPr/>
        </p:nvSpPr>
        <p:spPr>
          <a:xfrm>
            <a:off x="18719798" y="6201154"/>
            <a:ext cx="91442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5" name="Connector 10072"/>
          <p:cNvSpPr/>
          <p:nvPr/>
        </p:nvSpPr>
        <p:spPr>
          <a:xfrm>
            <a:off x="18811239" y="6559295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6" name="Connector 10073"/>
          <p:cNvSpPr/>
          <p:nvPr/>
        </p:nvSpPr>
        <p:spPr>
          <a:xfrm>
            <a:off x="18882360" y="6917435"/>
            <a:ext cx="5080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7" name="Connector 10074"/>
          <p:cNvSpPr/>
          <p:nvPr/>
        </p:nvSpPr>
        <p:spPr>
          <a:xfrm>
            <a:off x="18933160" y="7275576"/>
            <a:ext cx="30481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8" name="Connector 10075"/>
          <p:cNvSpPr/>
          <p:nvPr/>
        </p:nvSpPr>
        <p:spPr>
          <a:xfrm>
            <a:off x="18963639" y="7633714"/>
            <a:ext cx="10161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69" name="Connector 10076"/>
          <p:cNvSpPr/>
          <p:nvPr/>
        </p:nvSpPr>
        <p:spPr>
          <a:xfrm flipH="1">
            <a:off x="18963639" y="7991856"/>
            <a:ext cx="1016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0" name="Connector 10077"/>
          <p:cNvSpPr/>
          <p:nvPr/>
        </p:nvSpPr>
        <p:spPr>
          <a:xfrm flipH="1">
            <a:off x="18933160" y="8349995"/>
            <a:ext cx="3048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1" name="Connector 10078"/>
          <p:cNvSpPr/>
          <p:nvPr/>
        </p:nvSpPr>
        <p:spPr>
          <a:xfrm flipH="1">
            <a:off x="18882360" y="8708135"/>
            <a:ext cx="5080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2" name="Connector 10079"/>
          <p:cNvSpPr/>
          <p:nvPr/>
        </p:nvSpPr>
        <p:spPr>
          <a:xfrm flipH="1">
            <a:off x="18811239" y="9066276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3" name="Connector 10080"/>
          <p:cNvSpPr/>
          <p:nvPr/>
        </p:nvSpPr>
        <p:spPr>
          <a:xfrm flipH="1">
            <a:off x="18719799" y="9424416"/>
            <a:ext cx="9144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4" name="Connector 10081"/>
          <p:cNvSpPr/>
          <p:nvPr/>
        </p:nvSpPr>
        <p:spPr>
          <a:xfrm flipH="1">
            <a:off x="18608039" y="9782556"/>
            <a:ext cx="11176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5" name="Connector 10082"/>
          <p:cNvSpPr/>
          <p:nvPr/>
        </p:nvSpPr>
        <p:spPr>
          <a:xfrm>
            <a:off x="18608039" y="5843015"/>
            <a:ext cx="125730" cy="42976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6" name="Connector 10083"/>
          <p:cNvSpPr/>
          <p:nvPr/>
        </p:nvSpPr>
        <p:spPr>
          <a:xfrm>
            <a:off x="18733769" y="6272782"/>
            <a:ext cx="102871" cy="42977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7" name="Connector 10084"/>
          <p:cNvSpPr/>
          <p:nvPr/>
        </p:nvSpPr>
        <p:spPr>
          <a:xfrm>
            <a:off x="18836639" y="6702552"/>
            <a:ext cx="8001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8" name="Connector 10085"/>
          <p:cNvSpPr/>
          <p:nvPr/>
        </p:nvSpPr>
        <p:spPr>
          <a:xfrm>
            <a:off x="18916650" y="7132319"/>
            <a:ext cx="5715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79" name="Connector 10086"/>
          <p:cNvSpPr/>
          <p:nvPr/>
        </p:nvSpPr>
        <p:spPr>
          <a:xfrm>
            <a:off x="18973799" y="7562088"/>
            <a:ext cx="34292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0" name="Connector 10087"/>
          <p:cNvSpPr/>
          <p:nvPr/>
        </p:nvSpPr>
        <p:spPr>
          <a:xfrm>
            <a:off x="19008089" y="7991856"/>
            <a:ext cx="1143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1" name="Connector 10088"/>
          <p:cNvSpPr/>
          <p:nvPr/>
        </p:nvSpPr>
        <p:spPr>
          <a:xfrm flipH="1">
            <a:off x="19008089" y="8421623"/>
            <a:ext cx="1143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2" name="Connector 10089"/>
          <p:cNvSpPr/>
          <p:nvPr/>
        </p:nvSpPr>
        <p:spPr>
          <a:xfrm flipH="1">
            <a:off x="18973800" y="8851392"/>
            <a:ext cx="3429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3" name="Connector 10090"/>
          <p:cNvSpPr/>
          <p:nvPr/>
        </p:nvSpPr>
        <p:spPr>
          <a:xfrm flipH="1">
            <a:off x="18916649" y="9281159"/>
            <a:ext cx="5715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4" name="Connector 10091"/>
          <p:cNvSpPr/>
          <p:nvPr/>
        </p:nvSpPr>
        <p:spPr>
          <a:xfrm flipH="1">
            <a:off x="18836639" y="9710928"/>
            <a:ext cx="8001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5" name="Connector 10092"/>
          <p:cNvSpPr/>
          <p:nvPr/>
        </p:nvSpPr>
        <p:spPr>
          <a:xfrm flipH="1">
            <a:off x="18733769" y="10140695"/>
            <a:ext cx="102871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6" name="Connector 10093"/>
          <p:cNvSpPr/>
          <p:nvPr/>
        </p:nvSpPr>
        <p:spPr>
          <a:xfrm flipH="1">
            <a:off x="18608040" y="10570464"/>
            <a:ext cx="125730" cy="42976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7" name="Connector 10094"/>
          <p:cNvSpPr/>
          <p:nvPr/>
        </p:nvSpPr>
        <p:spPr>
          <a:xfrm>
            <a:off x="18608039" y="6702552"/>
            <a:ext cx="5588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8" name="Connector 10095"/>
          <p:cNvSpPr/>
          <p:nvPr/>
        </p:nvSpPr>
        <p:spPr>
          <a:xfrm>
            <a:off x="18663919" y="6774178"/>
            <a:ext cx="45722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89" name="Connector 10096"/>
          <p:cNvSpPr/>
          <p:nvPr/>
        </p:nvSpPr>
        <p:spPr>
          <a:xfrm>
            <a:off x="18709639" y="6845807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0" name="Connector 10097"/>
          <p:cNvSpPr/>
          <p:nvPr/>
        </p:nvSpPr>
        <p:spPr>
          <a:xfrm>
            <a:off x="18745200" y="6917435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1" name="Connector 10098"/>
          <p:cNvSpPr/>
          <p:nvPr/>
        </p:nvSpPr>
        <p:spPr>
          <a:xfrm>
            <a:off x="18770599" y="6989064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2" name="Connector 10099"/>
          <p:cNvSpPr/>
          <p:nvPr/>
        </p:nvSpPr>
        <p:spPr>
          <a:xfrm>
            <a:off x="18785839" y="7060690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3" name="Connector 10100"/>
          <p:cNvSpPr/>
          <p:nvPr/>
        </p:nvSpPr>
        <p:spPr>
          <a:xfrm flipH="1">
            <a:off x="18785839" y="7132319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4" name="Connector 10101"/>
          <p:cNvSpPr/>
          <p:nvPr/>
        </p:nvSpPr>
        <p:spPr>
          <a:xfrm flipH="1">
            <a:off x="18770600" y="7203947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5" name="Connector 10102"/>
          <p:cNvSpPr/>
          <p:nvPr/>
        </p:nvSpPr>
        <p:spPr>
          <a:xfrm flipH="1">
            <a:off x="18745199" y="7275576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6" name="Connector 10103"/>
          <p:cNvSpPr/>
          <p:nvPr/>
        </p:nvSpPr>
        <p:spPr>
          <a:xfrm flipH="1">
            <a:off x="18709639" y="7347204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7" name="Connector 10104"/>
          <p:cNvSpPr/>
          <p:nvPr/>
        </p:nvSpPr>
        <p:spPr>
          <a:xfrm flipH="1">
            <a:off x="18663919" y="7418831"/>
            <a:ext cx="4572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8" name="Connector 10105"/>
          <p:cNvSpPr/>
          <p:nvPr/>
        </p:nvSpPr>
        <p:spPr>
          <a:xfrm flipH="1">
            <a:off x="18608039" y="7490459"/>
            <a:ext cx="558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99" name="Connector 10106"/>
          <p:cNvSpPr/>
          <p:nvPr/>
        </p:nvSpPr>
        <p:spPr>
          <a:xfrm>
            <a:off x="18608039" y="6702552"/>
            <a:ext cx="698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0" name="Connector 10107"/>
          <p:cNvSpPr/>
          <p:nvPr/>
        </p:nvSpPr>
        <p:spPr>
          <a:xfrm>
            <a:off x="18677889" y="6845807"/>
            <a:ext cx="571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1" name="Connector 10108"/>
          <p:cNvSpPr/>
          <p:nvPr/>
        </p:nvSpPr>
        <p:spPr>
          <a:xfrm>
            <a:off x="18735039" y="6989064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2" name="Connector 10109"/>
          <p:cNvSpPr/>
          <p:nvPr/>
        </p:nvSpPr>
        <p:spPr>
          <a:xfrm>
            <a:off x="18779489" y="7132319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3" name="Connector 10110"/>
          <p:cNvSpPr/>
          <p:nvPr/>
        </p:nvSpPr>
        <p:spPr>
          <a:xfrm>
            <a:off x="18811239" y="7275576"/>
            <a:ext cx="19050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4" name="Connector 10111"/>
          <p:cNvSpPr/>
          <p:nvPr/>
        </p:nvSpPr>
        <p:spPr>
          <a:xfrm>
            <a:off x="18830289" y="7418831"/>
            <a:ext cx="6352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5" name="Connector 10112"/>
          <p:cNvSpPr/>
          <p:nvPr/>
        </p:nvSpPr>
        <p:spPr>
          <a:xfrm flipH="1">
            <a:off x="18830289" y="7562088"/>
            <a:ext cx="63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6" name="Connector 10113"/>
          <p:cNvSpPr/>
          <p:nvPr/>
        </p:nvSpPr>
        <p:spPr>
          <a:xfrm flipH="1">
            <a:off x="18811239" y="7705342"/>
            <a:ext cx="190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7" name="Connector 10114"/>
          <p:cNvSpPr/>
          <p:nvPr/>
        </p:nvSpPr>
        <p:spPr>
          <a:xfrm flipH="1">
            <a:off x="18779489" y="7848600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8" name="Connector 10115"/>
          <p:cNvSpPr/>
          <p:nvPr/>
        </p:nvSpPr>
        <p:spPr>
          <a:xfrm flipH="1">
            <a:off x="18735039" y="7991856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09" name="Connector 10116"/>
          <p:cNvSpPr/>
          <p:nvPr/>
        </p:nvSpPr>
        <p:spPr>
          <a:xfrm flipH="1">
            <a:off x="18677889" y="8135111"/>
            <a:ext cx="571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0" name="Connector 10117"/>
          <p:cNvSpPr/>
          <p:nvPr/>
        </p:nvSpPr>
        <p:spPr>
          <a:xfrm flipH="1">
            <a:off x="18608039" y="8278366"/>
            <a:ext cx="698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1" name="Connector 10118"/>
          <p:cNvSpPr/>
          <p:nvPr/>
        </p:nvSpPr>
        <p:spPr>
          <a:xfrm>
            <a:off x="18608039" y="6702552"/>
            <a:ext cx="8382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2" name="Connector 10119"/>
          <p:cNvSpPr/>
          <p:nvPr/>
        </p:nvSpPr>
        <p:spPr>
          <a:xfrm>
            <a:off x="18691859" y="6917435"/>
            <a:ext cx="6858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3" name="Connector 10120"/>
          <p:cNvSpPr/>
          <p:nvPr/>
        </p:nvSpPr>
        <p:spPr>
          <a:xfrm>
            <a:off x="18760439" y="7132319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4" name="Connector 10121"/>
          <p:cNvSpPr/>
          <p:nvPr/>
        </p:nvSpPr>
        <p:spPr>
          <a:xfrm>
            <a:off x="18813780" y="7347204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5" name="Connector 10122"/>
          <p:cNvSpPr/>
          <p:nvPr/>
        </p:nvSpPr>
        <p:spPr>
          <a:xfrm>
            <a:off x="18851880" y="7562088"/>
            <a:ext cx="22861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6" name="Connector 10123"/>
          <p:cNvSpPr/>
          <p:nvPr/>
        </p:nvSpPr>
        <p:spPr>
          <a:xfrm>
            <a:off x="18874739" y="7776971"/>
            <a:ext cx="7621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7" name="Connector 10124"/>
          <p:cNvSpPr/>
          <p:nvPr/>
        </p:nvSpPr>
        <p:spPr>
          <a:xfrm flipH="1">
            <a:off x="18874739" y="7991856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8" name="Connector 10125"/>
          <p:cNvSpPr/>
          <p:nvPr/>
        </p:nvSpPr>
        <p:spPr>
          <a:xfrm flipH="1">
            <a:off x="18851880" y="8206740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19" name="Connector 10126"/>
          <p:cNvSpPr/>
          <p:nvPr/>
        </p:nvSpPr>
        <p:spPr>
          <a:xfrm flipH="1">
            <a:off x="18813780" y="8421623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0" name="Connector 10127"/>
          <p:cNvSpPr/>
          <p:nvPr/>
        </p:nvSpPr>
        <p:spPr>
          <a:xfrm flipH="1">
            <a:off x="18760440" y="8636507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1" name="Connector 10128"/>
          <p:cNvSpPr/>
          <p:nvPr/>
        </p:nvSpPr>
        <p:spPr>
          <a:xfrm flipH="1">
            <a:off x="18691860" y="8851392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2" name="Connector 10129"/>
          <p:cNvSpPr/>
          <p:nvPr/>
        </p:nvSpPr>
        <p:spPr>
          <a:xfrm flipH="1">
            <a:off x="18608039" y="9066276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3" name="Connector 10130"/>
          <p:cNvSpPr/>
          <p:nvPr/>
        </p:nvSpPr>
        <p:spPr>
          <a:xfrm>
            <a:off x="18608039" y="6702552"/>
            <a:ext cx="9779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4" name="Connector 10131"/>
          <p:cNvSpPr/>
          <p:nvPr/>
        </p:nvSpPr>
        <p:spPr>
          <a:xfrm>
            <a:off x="18705828" y="6989063"/>
            <a:ext cx="80012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5" name="Connector 10132"/>
          <p:cNvSpPr/>
          <p:nvPr/>
        </p:nvSpPr>
        <p:spPr>
          <a:xfrm>
            <a:off x="18785839" y="7275576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6" name="Connector 10133"/>
          <p:cNvSpPr/>
          <p:nvPr/>
        </p:nvSpPr>
        <p:spPr>
          <a:xfrm>
            <a:off x="18848069" y="7562088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7" name="Connector 10134"/>
          <p:cNvSpPr/>
          <p:nvPr/>
        </p:nvSpPr>
        <p:spPr>
          <a:xfrm>
            <a:off x="18892519" y="7848600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8" name="Connector 10135"/>
          <p:cNvSpPr/>
          <p:nvPr/>
        </p:nvSpPr>
        <p:spPr>
          <a:xfrm>
            <a:off x="18919189" y="8135111"/>
            <a:ext cx="889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29" name="Connector 10136"/>
          <p:cNvSpPr/>
          <p:nvPr/>
        </p:nvSpPr>
        <p:spPr>
          <a:xfrm flipH="1">
            <a:off x="18919189" y="8421623"/>
            <a:ext cx="889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0" name="Connector 10137"/>
          <p:cNvSpPr/>
          <p:nvPr/>
        </p:nvSpPr>
        <p:spPr>
          <a:xfrm flipH="1">
            <a:off x="18892520" y="8708135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1" name="Connector 10138"/>
          <p:cNvSpPr/>
          <p:nvPr/>
        </p:nvSpPr>
        <p:spPr>
          <a:xfrm flipH="1">
            <a:off x="18848069" y="8994647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2" name="Connector 10139"/>
          <p:cNvSpPr/>
          <p:nvPr/>
        </p:nvSpPr>
        <p:spPr>
          <a:xfrm flipH="1">
            <a:off x="18785839" y="9281159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3" name="Connector 10140"/>
          <p:cNvSpPr/>
          <p:nvPr/>
        </p:nvSpPr>
        <p:spPr>
          <a:xfrm flipH="1">
            <a:off x="18705828" y="9567671"/>
            <a:ext cx="80012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4" name="Connector 10141"/>
          <p:cNvSpPr/>
          <p:nvPr/>
        </p:nvSpPr>
        <p:spPr>
          <a:xfrm flipH="1">
            <a:off x="18608039" y="9854183"/>
            <a:ext cx="97790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5" name="Connector 10142"/>
          <p:cNvSpPr/>
          <p:nvPr/>
        </p:nvSpPr>
        <p:spPr>
          <a:xfrm>
            <a:off x="18608039" y="6702552"/>
            <a:ext cx="111760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6" name="Connector 10143"/>
          <p:cNvSpPr/>
          <p:nvPr/>
        </p:nvSpPr>
        <p:spPr>
          <a:xfrm>
            <a:off x="18719798" y="7060692"/>
            <a:ext cx="91442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7" name="Connector 10144"/>
          <p:cNvSpPr/>
          <p:nvPr/>
        </p:nvSpPr>
        <p:spPr>
          <a:xfrm>
            <a:off x="18811239" y="7418831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8" name="Connector 10145"/>
          <p:cNvSpPr/>
          <p:nvPr/>
        </p:nvSpPr>
        <p:spPr>
          <a:xfrm>
            <a:off x="18882360" y="7776971"/>
            <a:ext cx="5080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39" name="Connector 10146"/>
          <p:cNvSpPr/>
          <p:nvPr/>
        </p:nvSpPr>
        <p:spPr>
          <a:xfrm>
            <a:off x="18933160" y="8135111"/>
            <a:ext cx="30481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0" name="Connector 10147"/>
          <p:cNvSpPr/>
          <p:nvPr/>
        </p:nvSpPr>
        <p:spPr>
          <a:xfrm>
            <a:off x="18963639" y="8493251"/>
            <a:ext cx="10161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1" name="Connector 10148"/>
          <p:cNvSpPr/>
          <p:nvPr/>
        </p:nvSpPr>
        <p:spPr>
          <a:xfrm flipH="1">
            <a:off x="18963639" y="8851392"/>
            <a:ext cx="1016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2" name="Connector 10149"/>
          <p:cNvSpPr/>
          <p:nvPr/>
        </p:nvSpPr>
        <p:spPr>
          <a:xfrm flipH="1">
            <a:off x="18933160" y="9209531"/>
            <a:ext cx="3048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3" name="Connector 10150"/>
          <p:cNvSpPr/>
          <p:nvPr/>
        </p:nvSpPr>
        <p:spPr>
          <a:xfrm flipH="1">
            <a:off x="18882360" y="9567671"/>
            <a:ext cx="5080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4" name="Connector 10151"/>
          <p:cNvSpPr/>
          <p:nvPr/>
        </p:nvSpPr>
        <p:spPr>
          <a:xfrm flipH="1">
            <a:off x="18811239" y="9925811"/>
            <a:ext cx="71121" cy="358141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5" name="Connector 10152"/>
          <p:cNvSpPr/>
          <p:nvPr/>
        </p:nvSpPr>
        <p:spPr>
          <a:xfrm flipH="1">
            <a:off x="18719799" y="10283952"/>
            <a:ext cx="91441" cy="35814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6" name="Connector 10153"/>
          <p:cNvSpPr/>
          <p:nvPr/>
        </p:nvSpPr>
        <p:spPr>
          <a:xfrm flipH="1">
            <a:off x="18608039" y="10642090"/>
            <a:ext cx="111761" cy="35814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7" name="Connector 10154"/>
          <p:cNvSpPr/>
          <p:nvPr/>
        </p:nvSpPr>
        <p:spPr>
          <a:xfrm>
            <a:off x="18608039" y="7562088"/>
            <a:ext cx="5588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8" name="Connector 10155"/>
          <p:cNvSpPr/>
          <p:nvPr/>
        </p:nvSpPr>
        <p:spPr>
          <a:xfrm>
            <a:off x="18663919" y="7633716"/>
            <a:ext cx="4572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49" name="Connector 10156"/>
          <p:cNvSpPr/>
          <p:nvPr/>
        </p:nvSpPr>
        <p:spPr>
          <a:xfrm>
            <a:off x="18709639" y="7705343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0" name="Connector 10157"/>
          <p:cNvSpPr/>
          <p:nvPr/>
        </p:nvSpPr>
        <p:spPr>
          <a:xfrm>
            <a:off x="18745200" y="7776971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1" name="Connector 10158"/>
          <p:cNvSpPr/>
          <p:nvPr/>
        </p:nvSpPr>
        <p:spPr>
          <a:xfrm>
            <a:off x="18770599" y="7848600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2" name="Connector 10159"/>
          <p:cNvSpPr/>
          <p:nvPr/>
        </p:nvSpPr>
        <p:spPr>
          <a:xfrm>
            <a:off x="18785839" y="7920226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3" name="Connector 10160"/>
          <p:cNvSpPr/>
          <p:nvPr/>
        </p:nvSpPr>
        <p:spPr>
          <a:xfrm flipH="1">
            <a:off x="18785839" y="7991856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4" name="Connector 10161"/>
          <p:cNvSpPr/>
          <p:nvPr/>
        </p:nvSpPr>
        <p:spPr>
          <a:xfrm flipH="1">
            <a:off x="18770600" y="8063483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5" name="Connector 10162"/>
          <p:cNvSpPr/>
          <p:nvPr/>
        </p:nvSpPr>
        <p:spPr>
          <a:xfrm flipH="1">
            <a:off x="18745199" y="8135111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6" name="Connector 10163"/>
          <p:cNvSpPr/>
          <p:nvPr/>
        </p:nvSpPr>
        <p:spPr>
          <a:xfrm flipH="1">
            <a:off x="18709639" y="8206740"/>
            <a:ext cx="3556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7" name="Connector 10164"/>
          <p:cNvSpPr/>
          <p:nvPr/>
        </p:nvSpPr>
        <p:spPr>
          <a:xfrm flipH="1">
            <a:off x="18663919" y="8278366"/>
            <a:ext cx="4572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8" name="Connector 10165"/>
          <p:cNvSpPr/>
          <p:nvPr/>
        </p:nvSpPr>
        <p:spPr>
          <a:xfrm flipH="1">
            <a:off x="18608039" y="8349994"/>
            <a:ext cx="558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59" name="Connector 10166"/>
          <p:cNvSpPr/>
          <p:nvPr/>
        </p:nvSpPr>
        <p:spPr>
          <a:xfrm>
            <a:off x="18608039" y="7562088"/>
            <a:ext cx="698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0" name="Connector 10167"/>
          <p:cNvSpPr/>
          <p:nvPr/>
        </p:nvSpPr>
        <p:spPr>
          <a:xfrm>
            <a:off x="18677889" y="7705342"/>
            <a:ext cx="571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1" name="Connector 10168"/>
          <p:cNvSpPr/>
          <p:nvPr/>
        </p:nvSpPr>
        <p:spPr>
          <a:xfrm>
            <a:off x="18735039" y="7848600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2" name="Connector 10169"/>
          <p:cNvSpPr/>
          <p:nvPr/>
        </p:nvSpPr>
        <p:spPr>
          <a:xfrm>
            <a:off x="18779489" y="7991856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3" name="Connector 10170"/>
          <p:cNvSpPr/>
          <p:nvPr/>
        </p:nvSpPr>
        <p:spPr>
          <a:xfrm>
            <a:off x="18811239" y="8135111"/>
            <a:ext cx="190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4" name="Connector 10171"/>
          <p:cNvSpPr/>
          <p:nvPr/>
        </p:nvSpPr>
        <p:spPr>
          <a:xfrm>
            <a:off x="18830289" y="8278366"/>
            <a:ext cx="63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5" name="Connector 10172"/>
          <p:cNvSpPr/>
          <p:nvPr/>
        </p:nvSpPr>
        <p:spPr>
          <a:xfrm flipH="1">
            <a:off x="18830289" y="8421623"/>
            <a:ext cx="63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6" name="Connector 10173"/>
          <p:cNvSpPr/>
          <p:nvPr/>
        </p:nvSpPr>
        <p:spPr>
          <a:xfrm flipH="1">
            <a:off x="18811239" y="8564880"/>
            <a:ext cx="190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7" name="Connector 10174"/>
          <p:cNvSpPr/>
          <p:nvPr/>
        </p:nvSpPr>
        <p:spPr>
          <a:xfrm flipH="1">
            <a:off x="18779489" y="8708135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8" name="Connector 10175"/>
          <p:cNvSpPr/>
          <p:nvPr/>
        </p:nvSpPr>
        <p:spPr>
          <a:xfrm flipH="1">
            <a:off x="18735039" y="8851392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69" name="Connector 10176"/>
          <p:cNvSpPr/>
          <p:nvPr/>
        </p:nvSpPr>
        <p:spPr>
          <a:xfrm flipH="1">
            <a:off x="18677889" y="8994647"/>
            <a:ext cx="571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0" name="Connector 10177"/>
          <p:cNvSpPr/>
          <p:nvPr/>
        </p:nvSpPr>
        <p:spPr>
          <a:xfrm flipH="1">
            <a:off x="18608039" y="9137902"/>
            <a:ext cx="698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1" name="Connector 10178"/>
          <p:cNvSpPr/>
          <p:nvPr/>
        </p:nvSpPr>
        <p:spPr>
          <a:xfrm>
            <a:off x="18608039" y="7562088"/>
            <a:ext cx="8382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2" name="Connector 10179"/>
          <p:cNvSpPr/>
          <p:nvPr/>
        </p:nvSpPr>
        <p:spPr>
          <a:xfrm>
            <a:off x="18691859" y="7776971"/>
            <a:ext cx="68582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3" name="Connector 10180"/>
          <p:cNvSpPr/>
          <p:nvPr/>
        </p:nvSpPr>
        <p:spPr>
          <a:xfrm>
            <a:off x="18760439" y="7991856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4" name="Connector 10181"/>
          <p:cNvSpPr/>
          <p:nvPr/>
        </p:nvSpPr>
        <p:spPr>
          <a:xfrm>
            <a:off x="18813780" y="8206740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5" name="Connector 10182"/>
          <p:cNvSpPr/>
          <p:nvPr/>
        </p:nvSpPr>
        <p:spPr>
          <a:xfrm>
            <a:off x="18851880" y="8421623"/>
            <a:ext cx="22861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6" name="Connector 10183"/>
          <p:cNvSpPr/>
          <p:nvPr/>
        </p:nvSpPr>
        <p:spPr>
          <a:xfrm>
            <a:off x="18874739" y="8636506"/>
            <a:ext cx="7621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7" name="Connector 10184"/>
          <p:cNvSpPr/>
          <p:nvPr/>
        </p:nvSpPr>
        <p:spPr>
          <a:xfrm flipH="1">
            <a:off x="18874739" y="8851392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8" name="Connector 10185"/>
          <p:cNvSpPr/>
          <p:nvPr/>
        </p:nvSpPr>
        <p:spPr>
          <a:xfrm flipH="1">
            <a:off x="18851880" y="9066276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79" name="Connector 10186"/>
          <p:cNvSpPr/>
          <p:nvPr/>
        </p:nvSpPr>
        <p:spPr>
          <a:xfrm flipH="1">
            <a:off x="18813780" y="9281159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0" name="Connector 10187"/>
          <p:cNvSpPr/>
          <p:nvPr/>
        </p:nvSpPr>
        <p:spPr>
          <a:xfrm flipH="1">
            <a:off x="18760440" y="9496043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1" name="Connector 10188"/>
          <p:cNvSpPr/>
          <p:nvPr/>
        </p:nvSpPr>
        <p:spPr>
          <a:xfrm flipH="1">
            <a:off x="18691860" y="9710928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2" name="Connector 10189"/>
          <p:cNvSpPr/>
          <p:nvPr/>
        </p:nvSpPr>
        <p:spPr>
          <a:xfrm flipH="1">
            <a:off x="18608039" y="9925811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3" name="Connector 10190"/>
          <p:cNvSpPr/>
          <p:nvPr/>
        </p:nvSpPr>
        <p:spPr>
          <a:xfrm>
            <a:off x="18608039" y="7562088"/>
            <a:ext cx="9779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4" name="Connector 10191"/>
          <p:cNvSpPr/>
          <p:nvPr/>
        </p:nvSpPr>
        <p:spPr>
          <a:xfrm>
            <a:off x="18705828" y="7848599"/>
            <a:ext cx="80012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5" name="Connector 10192"/>
          <p:cNvSpPr/>
          <p:nvPr/>
        </p:nvSpPr>
        <p:spPr>
          <a:xfrm>
            <a:off x="18785839" y="8135111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6" name="Connector 10193"/>
          <p:cNvSpPr/>
          <p:nvPr/>
        </p:nvSpPr>
        <p:spPr>
          <a:xfrm>
            <a:off x="18848069" y="8421623"/>
            <a:ext cx="4445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7" name="Connector 10194"/>
          <p:cNvSpPr/>
          <p:nvPr/>
        </p:nvSpPr>
        <p:spPr>
          <a:xfrm>
            <a:off x="18892519" y="8708135"/>
            <a:ext cx="26670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8" name="Connector 10195"/>
          <p:cNvSpPr/>
          <p:nvPr/>
        </p:nvSpPr>
        <p:spPr>
          <a:xfrm>
            <a:off x="18919189" y="8994647"/>
            <a:ext cx="889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89" name="Connector 10196"/>
          <p:cNvSpPr/>
          <p:nvPr/>
        </p:nvSpPr>
        <p:spPr>
          <a:xfrm flipH="1">
            <a:off x="18919189" y="9281159"/>
            <a:ext cx="889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0" name="Connector 10197"/>
          <p:cNvSpPr/>
          <p:nvPr/>
        </p:nvSpPr>
        <p:spPr>
          <a:xfrm flipH="1">
            <a:off x="18892520" y="9567671"/>
            <a:ext cx="26670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1" name="Connector 10198"/>
          <p:cNvSpPr/>
          <p:nvPr/>
        </p:nvSpPr>
        <p:spPr>
          <a:xfrm flipH="1">
            <a:off x="18848069" y="9854183"/>
            <a:ext cx="44451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2" name="Connector 10199"/>
          <p:cNvSpPr/>
          <p:nvPr/>
        </p:nvSpPr>
        <p:spPr>
          <a:xfrm flipH="1">
            <a:off x="18785839" y="10140695"/>
            <a:ext cx="62231" cy="286513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3" name="Connector 10200"/>
          <p:cNvSpPr/>
          <p:nvPr/>
        </p:nvSpPr>
        <p:spPr>
          <a:xfrm flipH="1">
            <a:off x="18705828" y="10427207"/>
            <a:ext cx="80012" cy="28651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4" name="Connector 10201"/>
          <p:cNvSpPr/>
          <p:nvPr/>
        </p:nvSpPr>
        <p:spPr>
          <a:xfrm flipH="1">
            <a:off x="18608039" y="10713718"/>
            <a:ext cx="97790" cy="28651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5" name="Connector 10202"/>
          <p:cNvSpPr/>
          <p:nvPr/>
        </p:nvSpPr>
        <p:spPr>
          <a:xfrm>
            <a:off x="18608039" y="8421623"/>
            <a:ext cx="5588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6" name="Connector 10203"/>
          <p:cNvSpPr/>
          <p:nvPr/>
        </p:nvSpPr>
        <p:spPr>
          <a:xfrm>
            <a:off x="18663919" y="8493251"/>
            <a:ext cx="45722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7" name="Connector 10204"/>
          <p:cNvSpPr/>
          <p:nvPr/>
        </p:nvSpPr>
        <p:spPr>
          <a:xfrm>
            <a:off x="18709639" y="8564880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8" name="Connector 10205"/>
          <p:cNvSpPr/>
          <p:nvPr/>
        </p:nvSpPr>
        <p:spPr>
          <a:xfrm>
            <a:off x="18745200" y="8636507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99" name="Connector 10206"/>
          <p:cNvSpPr/>
          <p:nvPr/>
        </p:nvSpPr>
        <p:spPr>
          <a:xfrm>
            <a:off x="18770599" y="8708135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0" name="Connector 10207"/>
          <p:cNvSpPr/>
          <p:nvPr/>
        </p:nvSpPr>
        <p:spPr>
          <a:xfrm>
            <a:off x="18785839" y="8779763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1" name="Connector 10208"/>
          <p:cNvSpPr/>
          <p:nvPr/>
        </p:nvSpPr>
        <p:spPr>
          <a:xfrm flipH="1">
            <a:off x="18785839" y="8851392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2" name="Connector 10209"/>
          <p:cNvSpPr/>
          <p:nvPr/>
        </p:nvSpPr>
        <p:spPr>
          <a:xfrm flipH="1">
            <a:off x="18770600" y="8923019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3" name="Connector 10210"/>
          <p:cNvSpPr/>
          <p:nvPr/>
        </p:nvSpPr>
        <p:spPr>
          <a:xfrm flipH="1">
            <a:off x="18745199" y="8994647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4" name="Connector 10211"/>
          <p:cNvSpPr/>
          <p:nvPr/>
        </p:nvSpPr>
        <p:spPr>
          <a:xfrm flipH="1">
            <a:off x="18709639" y="9066276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5" name="Connector 10212"/>
          <p:cNvSpPr/>
          <p:nvPr/>
        </p:nvSpPr>
        <p:spPr>
          <a:xfrm flipH="1">
            <a:off x="18663919" y="9137904"/>
            <a:ext cx="4572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6" name="Connector 10213"/>
          <p:cNvSpPr/>
          <p:nvPr/>
        </p:nvSpPr>
        <p:spPr>
          <a:xfrm flipH="1">
            <a:off x="18608039" y="9209530"/>
            <a:ext cx="558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7" name="Connector 10214"/>
          <p:cNvSpPr/>
          <p:nvPr/>
        </p:nvSpPr>
        <p:spPr>
          <a:xfrm>
            <a:off x="18608039" y="8421623"/>
            <a:ext cx="698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8" name="Connector 10215"/>
          <p:cNvSpPr/>
          <p:nvPr/>
        </p:nvSpPr>
        <p:spPr>
          <a:xfrm>
            <a:off x="18677889" y="8564880"/>
            <a:ext cx="571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09" name="Connector 10216"/>
          <p:cNvSpPr/>
          <p:nvPr/>
        </p:nvSpPr>
        <p:spPr>
          <a:xfrm>
            <a:off x="18735039" y="8708135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0" name="Connector 10217"/>
          <p:cNvSpPr/>
          <p:nvPr/>
        </p:nvSpPr>
        <p:spPr>
          <a:xfrm>
            <a:off x="18779489" y="8851392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1" name="Connector 10218"/>
          <p:cNvSpPr/>
          <p:nvPr/>
        </p:nvSpPr>
        <p:spPr>
          <a:xfrm>
            <a:off x="18811239" y="8994647"/>
            <a:ext cx="190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2" name="Connector 10219"/>
          <p:cNvSpPr/>
          <p:nvPr/>
        </p:nvSpPr>
        <p:spPr>
          <a:xfrm>
            <a:off x="18830289" y="9137902"/>
            <a:ext cx="63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3" name="Connector 10220"/>
          <p:cNvSpPr/>
          <p:nvPr/>
        </p:nvSpPr>
        <p:spPr>
          <a:xfrm flipH="1">
            <a:off x="18830289" y="9281159"/>
            <a:ext cx="63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4" name="Connector 10221"/>
          <p:cNvSpPr/>
          <p:nvPr/>
        </p:nvSpPr>
        <p:spPr>
          <a:xfrm flipH="1">
            <a:off x="18811239" y="9424416"/>
            <a:ext cx="190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5" name="Connector 10222"/>
          <p:cNvSpPr/>
          <p:nvPr/>
        </p:nvSpPr>
        <p:spPr>
          <a:xfrm flipH="1">
            <a:off x="18779489" y="9567671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6" name="Connector 10223"/>
          <p:cNvSpPr/>
          <p:nvPr/>
        </p:nvSpPr>
        <p:spPr>
          <a:xfrm flipH="1">
            <a:off x="18735039" y="9710928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7" name="Connector 10224"/>
          <p:cNvSpPr/>
          <p:nvPr/>
        </p:nvSpPr>
        <p:spPr>
          <a:xfrm flipH="1">
            <a:off x="18677889" y="9854183"/>
            <a:ext cx="571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8" name="Connector 10225"/>
          <p:cNvSpPr/>
          <p:nvPr/>
        </p:nvSpPr>
        <p:spPr>
          <a:xfrm flipH="1">
            <a:off x="18608039" y="9997439"/>
            <a:ext cx="698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19" name="Connector 10226"/>
          <p:cNvSpPr/>
          <p:nvPr/>
        </p:nvSpPr>
        <p:spPr>
          <a:xfrm>
            <a:off x="18608039" y="8421623"/>
            <a:ext cx="83820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0" name="Connector 10227"/>
          <p:cNvSpPr/>
          <p:nvPr/>
        </p:nvSpPr>
        <p:spPr>
          <a:xfrm>
            <a:off x="18691859" y="8636506"/>
            <a:ext cx="68582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1" name="Connector 10228"/>
          <p:cNvSpPr/>
          <p:nvPr/>
        </p:nvSpPr>
        <p:spPr>
          <a:xfrm>
            <a:off x="18760439" y="8851392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2" name="Connector 10229"/>
          <p:cNvSpPr/>
          <p:nvPr/>
        </p:nvSpPr>
        <p:spPr>
          <a:xfrm>
            <a:off x="18813780" y="9066276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3" name="Connector 10230"/>
          <p:cNvSpPr/>
          <p:nvPr/>
        </p:nvSpPr>
        <p:spPr>
          <a:xfrm>
            <a:off x="18851880" y="9281159"/>
            <a:ext cx="22861" cy="214884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4" name="Connector 10231"/>
          <p:cNvSpPr/>
          <p:nvPr/>
        </p:nvSpPr>
        <p:spPr>
          <a:xfrm>
            <a:off x="18874739" y="9496042"/>
            <a:ext cx="7621" cy="21488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5" name="Connector 10232"/>
          <p:cNvSpPr/>
          <p:nvPr/>
        </p:nvSpPr>
        <p:spPr>
          <a:xfrm flipH="1">
            <a:off x="18874739" y="9710928"/>
            <a:ext cx="76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6" name="Connector 10233"/>
          <p:cNvSpPr/>
          <p:nvPr/>
        </p:nvSpPr>
        <p:spPr>
          <a:xfrm flipH="1">
            <a:off x="18851880" y="9925811"/>
            <a:ext cx="2286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7" name="Connector 10234"/>
          <p:cNvSpPr/>
          <p:nvPr/>
        </p:nvSpPr>
        <p:spPr>
          <a:xfrm flipH="1">
            <a:off x="18813780" y="10140695"/>
            <a:ext cx="3810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8" name="Connector 10235"/>
          <p:cNvSpPr/>
          <p:nvPr/>
        </p:nvSpPr>
        <p:spPr>
          <a:xfrm flipH="1">
            <a:off x="18760440" y="10355580"/>
            <a:ext cx="53340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29" name="Connector 10236"/>
          <p:cNvSpPr/>
          <p:nvPr/>
        </p:nvSpPr>
        <p:spPr>
          <a:xfrm flipH="1">
            <a:off x="18691860" y="10570464"/>
            <a:ext cx="6858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0" name="Connector 10237"/>
          <p:cNvSpPr/>
          <p:nvPr/>
        </p:nvSpPr>
        <p:spPr>
          <a:xfrm flipH="1">
            <a:off x="18608039" y="10785347"/>
            <a:ext cx="83821" cy="214885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1" name="Connector 10238"/>
          <p:cNvSpPr/>
          <p:nvPr/>
        </p:nvSpPr>
        <p:spPr>
          <a:xfrm>
            <a:off x="18608039" y="9281159"/>
            <a:ext cx="55880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2" name="Connector 10239"/>
          <p:cNvSpPr/>
          <p:nvPr/>
        </p:nvSpPr>
        <p:spPr>
          <a:xfrm>
            <a:off x="18663919" y="9352787"/>
            <a:ext cx="45722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3" name="Connector 10240"/>
          <p:cNvSpPr/>
          <p:nvPr/>
        </p:nvSpPr>
        <p:spPr>
          <a:xfrm>
            <a:off x="18709639" y="9424416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4" name="Connector 10241"/>
          <p:cNvSpPr/>
          <p:nvPr/>
        </p:nvSpPr>
        <p:spPr>
          <a:xfrm>
            <a:off x="18745200" y="9496043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5" name="Connector 10242"/>
          <p:cNvSpPr/>
          <p:nvPr/>
        </p:nvSpPr>
        <p:spPr>
          <a:xfrm>
            <a:off x="18770599" y="9567671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6" name="Connector 10243"/>
          <p:cNvSpPr/>
          <p:nvPr/>
        </p:nvSpPr>
        <p:spPr>
          <a:xfrm>
            <a:off x="18785839" y="9639299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7" name="Connector 10244"/>
          <p:cNvSpPr/>
          <p:nvPr/>
        </p:nvSpPr>
        <p:spPr>
          <a:xfrm flipH="1">
            <a:off x="18785839" y="9710928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8" name="Connector 10245"/>
          <p:cNvSpPr/>
          <p:nvPr/>
        </p:nvSpPr>
        <p:spPr>
          <a:xfrm flipH="1">
            <a:off x="18770600" y="9782556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39" name="Connector 10246"/>
          <p:cNvSpPr/>
          <p:nvPr/>
        </p:nvSpPr>
        <p:spPr>
          <a:xfrm flipH="1">
            <a:off x="18745199" y="9854183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0" name="Connector 10247"/>
          <p:cNvSpPr/>
          <p:nvPr/>
        </p:nvSpPr>
        <p:spPr>
          <a:xfrm flipH="1">
            <a:off x="18709639" y="9925811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1" name="Connector 10248"/>
          <p:cNvSpPr/>
          <p:nvPr/>
        </p:nvSpPr>
        <p:spPr>
          <a:xfrm flipH="1">
            <a:off x="18663919" y="9997440"/>
            <a:ext cx="4572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2" name="Connector 10249"/>
          <p:cNvSpPr/>
          <p:nvPr/>
        </p:nvSpPr>
        <p:spPr>
          <a:xfrm flipH="1">
            <a:off x="18608039" y="10069066"/>
            <a:ext cx="558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3" name="Connector 10250"/>
          <p:cNvSpPr/>
          <p:nvPr/>
        </p:nvSpPr>
        <p:spPr>
          <a:xfrm>
            <a:off x="18608039" y="9281159"/>
            <a:ext cx="698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4" name="Connector 10251"/>
          <p:cNvSpPr/>
          <p:nvPr/>
        </p:nvSpPr>
        <p:spPr>
          <a:xfrm>
            <a:off x="18677889" y="9424414"/>
            <a:ext cx="571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5" name="Connector 10252"/>
          <p:cNvSpPr/>
          <p:nvPr/>
        </p:nvSpPr>
        <p:spPr>
          <a:xfrm>
            <a:off x="18735039" y="9567671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6" name="Connector 10253"/>
          <p:cNvSpPr/>
          <p:nvPr/>
        </p:nvSpPr>
        <p:spPr>
          <a:xfrm>
            <a:off x="18779489" y="9710928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7" name="Connector 10254"/>
          <p:cNvSpPr/>
          <p:nvPr/>
        </p:nvSpPr>
        <p:spPr>
          <a:xfrm>
            <a:off x="18811239" y="9854183"/>
            <a:ext cx="19050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8" name="Connector 10255"/>
          <p:cNvSpPr/>
          <p:nvPr/>
        </p:nvSpPr>
        <p:spPr>
          <a:xfrm>
            <a:off x="18830289" y="9997439"/>
            <a:ext cx="6352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49" name="Connector 10256"/>
          <p:cNvSpPr/>
          <p:nvPr/>
        </p:nvSpPr>
        <p:spPr>
          <a:xfrm flipH="1">
            <a:off x="18830289" y="10140695"/>
            <a:ext cx="6351" cy="143256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0" name="Connector 10257"/>
          <p:cNvSpPr/>
          <p:nvPr/>
        </p:nvSpPr>
        <p:spPr>
          <a:xfrm flipH="1">
            <a:off x="18811239" y="10283951"/>
            <a:ext cx="19051" cy="14325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1" name="Connector 10258"/>
          <p:cNvSpPr/>
          <p:nvPr/>
        </p:nvSpPr>
        <p:spPr>
          <a:xfrm flipH="1">
            <a:off x="18779489" y="10427207"/>
            <a:ext cx="317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2" name="Connector 10259"/>
          <p:cNvSpPr/>
          <p:nvPr/>
        </p:nvSpPr>
        <p:spPr>
          <a:xfrm flipH="1">
            <a:off x="18735039" y="10570464"/>
            <a:ext cx="444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3" name="Connector 10260"/>
          <p:cNvSpPr/>
          <p:nvPr/>
        </p:nvSpPr>
        <p:spPr>
          <a:xfrm flipH="1">
            <a:off x="18677889" y="10713719"/>
            <a:ext cx="571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4" name="Connector 10261"/>
          <p:cNvSpPr/>
          <p:nvPr/>
        </p:nvSpPr>
        <p:spPr>
          <a:xfrm flipH="1">
            <a:off x="18608039" y="10856976"/>
            <a:ext cx="69851" cy="143257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5" name="Connector 10262"/>
          <p:cNvSpPr/>
          <p:nvPr/>
        </p:nvSpPr>
        <p:spPr>
          <a:xfrm>
            <a:off x="18608039" y="10140695"/>
            <a:ext cx="55880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6" name="Connector 10263"/>
          <p:cNvSpPr/>
          <p:nvPr/>
        </p:nvSpPr>
        <p:spPr>
          <a:xfrm>
            <a:off x="18663919" y="10212323"/>
            <a:ext cx="45722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7" name="Connector 10264"/>
          <p:cNvSpPr/>
          <p:nvPr/>
        </p:nvSpPr>
        <p:spPr>
          <a:xfrm>
            <a:off x="18709639" y="10283952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8" name="Connector 10265"/>
          <p:cNvSpPr/>
          <p:nvPr/>
        </p:nvSpPr>
        <p:spPr>
          <a:xfrm>
            <a:off x="18745200" y="10355580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59" name="Connector 10266"/>
          <p:cNvSpPr/>
          <p:nvPr/>
        </p:nvSpPr>
        <p:spPr>
          <a:xfrm>
            <a:off x="18770599" y="10427207"/>
            <a:ext cx="1524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0" name="Connector 10267"/>
          <p:cNvSpPr/>
          <p:nvPr/>
        </p:nvSpPr>
        <p:spPr>
          <a:xfrm>
            <a:off x="18785839" y="10498835"/>
            <a:ext cx="50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1" name="Connector 10268"/>
          <p:cNvSpPr/>
          <p:nvPr/>
        </p:nvSpPr>
        <p:spPr>
          <a:xfrm flipH="1">
            <a:off x="18785839" y="10570464"/>
            <a:ext cx="508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2" name="Connector 10269"/>
          <p:cNvSpPr/>
          <p:nvPr/>
        </p:nvSpPr>
        <p:spPr>
          <a:xfrm flipH="1">
            <a:off x="18770600" y="10642092"/>
            <a:ext cx="1524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3" name="Connector 10270"/>
          <p:cNvSpPr/>
          <p:nvPr/>
        </p:nvSpPr>
        <p:spPr>
          <a:xfrm flipH="1">
            <a:off x="18745199" y="10713719"/>
            <a:ext cx="2540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4" name="Connector 10271"/>
          <p:cNvSpPr/>
          <p:nvPr/>
        </p:nvSpPr>
        <p:spPr>
          <a:xfrm flipH="1">
            <a:off x="18709639" y="10785347"/>
            <a:ext cx="35561" cy="71629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5" name="Connector 10272"/>
          <p:cNvSpPr/>
          <p:nvPr/>
        </p:nvSpPr>
        <p:spPr>
          <a:xfrm flipH="1">
            <a:off x="18663919" y="10856976"/>
            <a:ext cx="45721" cy="71628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6" name="Connector 10273"/>
          <p:cNvSpPr/>
          <p:nvPr/>
        </p:nvSpPr>
        <p:spPr>
          <a:xfrm flipH="1">
            <a:off x="18608039" y="10928602"/>
            <a:ext cx="55881" cy="71630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7" name="Connector 10274"/>
          <p:cNvSpPr/>
          <p:nvPr/>
        </p:nvSpPr>
        <p:spPr>
          <a:xfrm>
            <a:off x="19668743" y="4983479"/>
            <a:ext cx="5588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8" name="Connector 10275"/>
          <p:cNvSpPr/>
          <p:nvPr/>
        </p:nvSpPr>
        <p:spPr>
          <a:xfrm>
            <a:off x="19724622" y="5055106"/>
            <a:ext cx="4572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69" name="Connector 10276"/>
          <p:cNvSpPr/>
          <p:nvPr/>
        </p:nvSpPr>
        <p:spPr>
          <a:xfrm>
            <a:off x="19770343" y="5126735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0" name="Connector 10277"/>
          <p:cNvSpPr/>
          <p:nvPr/>
        </p:nvSpPr>
        <p:spPr>
          <a:xfrm>
            <a:off x="19805904" y="5198364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1" name="Connector 10278"/>
          <p:cNvSpPr/>
          <p:nvPr/>
        </p:nvSpPr>
        <p:spPr>
          <a:xfrm>
            <a:off x="19831304" y="5269991"/>
            <a:ext cx="1524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2" name="Connector 10279"/>
          <p:cNvSpPr/>
          <p:nvPr/>
        </p:nvSpPr>
        <p:spPr>
          <a:xfrm>
            <a:off x="19846543" y="5341618"/>
            <a:ext cx="50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3" name="Connector 10280"/>
          <p:cNvSpPr/>
          <p:nvPr/>
        </p:nvSpPr>
        <p:spPr>
          <a:xfrm flipH="1">
            <a:off x="19846543" y="5413247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4" name="Connector 10281"/>
          <p:cNvSpPr/>
          <p:nvPr/>
        </p:nvSpPr>
        <p:spPr>
          <a:xfrm flipH="1">
            <a:off x="19831304" y="5484876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5" name="Connector 10282"/>
          <p:cNvSpPr/>
          <p:nvPr/>
        </p:nvSpPr>
        <p:spPr>
          <a:xfrm flipH="1">
            <a:off x="19805904" y="5556503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6" name="Connector 10283"/>
          <p:cNvSpPr/>
          <p:nvPr/>
        </p:nvSpPr>
        <p:spPr>
          <a:xfrm flipH="1">
            <a:off x="19770343" y="5628132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7" name="Connector 10284"/>
          <p:cNvSpPr/>
          <p:nvPr/>
        </p:nvSpPr>
        <p:spPr>
          <a:xfrm flipH="1">
            <a:off x="19724622" y="5699759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8" name="Connector 10285"/>
          <p:cNvSpPr/>
          <p:nvPr/>
        </p:nvSpPr>
        <p:spPr>
          <a:xfrm flipH="1">
            <a:off x="19668743" y="5771388"/>
            <a:ext cx="5588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79" name="Connector 10286"/>
          <p:cNvSpPr/>
          <p:nvPr/>
        </p:nvSpPr>
        <p:spPr>
          <a:xfrm>
            <a:off x="19668743" y="4983479"/>
            <a:ext cx="698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0" name="Connector 10287"/>
          <p:cNvSpPr/>
          <p:nvPr/>
        </p:nvSpPr>
        <p:spPr>
          <a:xfrm>
            <a:off x="19738593" y="5126735"/>
            <a:ext cx="571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1" name="Connector 10288"/>
          <p:cNvSpPr/>
          <p:nvPr/>
        </p:nvSpPr>
        <p:spPr>
          <a:xfrm>
            <a:off x="19795743" y="5269991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2" name="Connector 10289"/>
          <p:cNvSpPr/>
          <p:nvPr/>
        </p:nvSpPr>
        <p:spPr>
          <a:xfrm>
            <a:off x="19840193" y="5413247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3" name="Connector 10290"/>
          <p:cNvSpPr/>
          <p:nvPr/>
        </p:nvSpPr>
        <p:spPr>
          <a:xfrm>
            <a:off x="19871943" y="5556503"/>
            <a:ext cx="19050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4" name="Connector 10291"/>
          <p:cNvSpPr/>
          <p:nvPr/>
        </p:nvSpPr>
        <p:spPr>
          <a:xfrm>
            <a:off x="19890993" y="5699759"/>
            <a:ext cx="6352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5" name="Connector 10292"/>
          <p:cNvSpPr/>
          <p:nvPr/>
        </p:nvSpPr>
        <p:spPr>
          <a:xfrm flipH="1">
            <a:off x="19890993" y="5843015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6" name="Connector 10293"/>
          <p:cNvSpPr/>
          <p:nvPr/>
        </p:nvSpPr>
        <p:spPr>
          <a:xfrm flipH="1">
            <a:off x="19871943" y="5986271"/>
            <a:ext cx="190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7" name="Connector 10294"/>
          <p:cNvSpPr/>
          <p:nvPr/>
        </p:nvSpPr>
        <p:spPr>
          <a:xfrm flipH="1">
            <a:off x="19840193" y="6129527"/>
            <a:ext cx="317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8" name="Connector 10295"/>
          <p:cNvSpPr/>
          <p:nvPr/>
        </p:nvSpPr>
        <p:spPr>
          <a:xfrm flipH="1">
            <a:off x="19795743" y="6272784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89" name="Connector 10296"/>
          <p:cNvSpPr/>
          <p:nvPr/>
        </p:nvSpPr>
        <p:spPr>
          <a:xfrm flipH="1">
            <a:off x="19738593" y="6416040"/>
            <a:ext cx="571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0" name="Connector 10297"/>
          <p:cNvSpPr/>
          <p:nvPr/>
        </p:nvSpPr>
        <p:spPr>
          <a:xfrm flipH="1">
            <a:off x="19668743" y="6559295"/>
            <a:ext cx="698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1" name="Connector 10298"/>
          <p:cNvSpPr/>
          <p:nvPr/>
        </p:nvSpPr>
        <p:spPr>
          <a:xfrm>
            <a:off x="19668743" y="4983479"/>
            <a:ext cx="8382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2" name="Connector 10299"/>
          <p:cNvSpPr/>
          <p:nvPr/>
        </p:nvSpPr>
        <p:spPr>
          <a:xfrm>
            <a:off x="19752563" y="5198362"/>
            <a:ext cx="6858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3" name="Connector 10300"/>
          <p:cNvSpPr/>
          <p:nvPr/>
        </p:nvSpPr>
        <p:spPr>
          <a:xfrm>
            <a:off x="19821143" y="5413247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4" name="Connector 10301"/>
          <p:cNvSpPr/>
          <p:nvPr/>
        </p:nvSpPr>
        <p:spPr>
          <a:xfrm>
            <a:off x="19874484" y="5628132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5" name="Connector 10302"/>
          <p:cNvSpPr/>
          <p:nvPr/>
        </p:nvSpPr>
        <p:spPr>
          <a:xfrm>
            <a:off x="19912584" y="5843015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6" name="Connector 10303"/>
          <p:cNvSpPr/>
          <p:nvPr/>
        </p:nvSpPr>
        <p:spPr>
          <a:xfrm>
            <a:off x="19935443" y="6057898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7" name="Connector 10304"/>
          <p:cNvSpPr/>
          <p:nvPr/>
        </p:nvSpPr>
        <p:spPr>
          <a:xfrm flipH="1">
            <a:off x="19935443" y="6272784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8" name="Connector 10305"/>
          <p:cNvSpPr/>
          <p:nvPr/>
        </p:nvSpPr>
        <p:spPr>
          <a:xfrm flipH="1">
            <a:off x="19912584" y="6487667"/>
            <a:ext cx="2286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99" name="Connector 10306"/>
          <p:cNvSpPr/>
          <p:nvPr/>
        </p:nvSpPr>
        <p:spPr>
          <a:xfrm flipH="1">
            <a:off x="19874484" y="6702552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0" name="Connector 10307"/>
          <p:cNvSpPr/>
          <p:nvPr/>
        </p:nvSpPr>
        <p:spPr>
          <a:xfrm flipH="1">
            <a:off x="19821144" y="6917435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1" name="Connector 10308"/>
          <p:cNvSpPr/>
          <p:nvPr/>
        </p:nvSpPr>
        <p:spPr>
          <a:xfrm flipH="1">
            <a:off x="19752563" y="7132319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2" name="Connector 10309"/>
          <p:cNvSpPr/>
          <p:nvPr/>
        </p:nvSpPr>
        <p:spPr>
          <a:xfrm flipH="1">
            <a:off x="19668743" y="7347204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3" name="Connector 10310"/>
          <p:cNvSpPr/>
          <p:nvPr/>
        </p:nvSpPr>
        <p:spPr>
          <a:xfrm>
            <a:off x="19668743" y="4983479"/>
            <a:ext cx="9779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4" name="Connector 10311"/>
          <p:cNvSpPr/>
          <p:nvPr/>
        </p:nvSpPr>
        <p:spPr>
          <a:xfrm>
            <a:off x="19766533" y="5269991"/>
            <a:ext cx="80012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5" name="Connector 10312"/>
          <p:cNvSpPr/>
          <p:nvPr/>
        </p:nvSpPr>
        <p:spPr>
          <a:xfrm>
            <a:off x="19846543" y="5556503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6" name="Connector 10313"/>
          <p:cNvSpPr/>
          <p:nvPr/>
        </p:nvSpPr>
        <p:spPr>
          <a:xfrm>
            <a:off x="19908773" y="5843015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7" name="Connector 10314"/>
          <p:cNvSpPr/>
          <p:nvPr/>
        </p:nvSpPr>
        <p:spPr>
          <a:xfrm>
            <a:off x="19953223" y="6129528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8" name="Connector 10315"/>
          <p:cNvSpPr/>
          <p:nvPr/>
        </p:nvSpPr>
        <p:spPr>
          <a:xfrm>
            <a:off x="19979893" y="6416040"/>
            <a:ext cx="8892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09" name="Connector 10316"/>
          <p:cNvSpPr/>
          <p:nvPr/>
        </p:nvSpPr>
        <p:spPr>
          <a:xfrm flipH="1">
            <a:off x="19979893" y="6702552"/>
            <a:ext cx="889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0" name="Connector 10317"/>
          <p:cNvSpPr/>
          <p:nvPr/>
        </p:nvSpPr>
        <p:spPr>
          <a:xfrm flipH="1">
            <a:off x="19953224" y="6989064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1" name="Connector 10318"/>
          <p:cNvSpPr/>
          <p:nvPr/>
        </p:nvSpPr>
        <p:spPr>
          <a:xfrm flipH="1">
            <a:off x="19908773" y="7275576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2" name="Connector 10319"/>
          <p:cNvSpPr/>
          <p:nvPr/>
        </p:nvSpPr>
        <p:spPr>
          <a:xfrm flipH="1">
            <a:off x="19846543" y="7562088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3" name="Connector 10320"/>
          <p:cNvSpPr/>
          <p:nvPr/>
        </p:nvSpPr>
        <p:spPr>
          <a:xfrm flipH="1">
            <a:off x="19766533" y="7848600"/>
            <a:ext cx="80012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4" name="Connector 10321"/>
          <p:cNvSpPr/>
          <p:nvPr/>
        </p:nvSpPr>
        <p:spPr>
          <a:xfrm flipH="1">
            <a:off x="19668743" y="8135111"/>
            <a:ext cx="9779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5" name="Connector 10322"/>
          <p:cNvSpPr/>
          <p:nvPr/>
        </p:nvSpPr>
        <p:spPr>
          <a:xfrm>
            <a:off x="19668743" y="4983479"/>
            <a:ext cx="111760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6" name="Connector 10323"/>
          <p:cNvSpPr/>
          <p:nvPr/>
        </p:nvSpPr>
        <p:spPr>
          <a:xfrm>
            <a:off x="19780502" y="5341618"/>
            <a:ext cx="91442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7" name="Connector 10324"/>
          <p:cNvSpPr/>
          <p:nvPr/>
        </p:nvSpPr>
        <p:spPr>
          <a:xfrm>
            <a:off x="19871943" y="5699759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8" name="Connector 10325"/>
          <p:cNvSpPr/>
          <p:nvPr/>
        </p:nvSpPr>
        <p:spPr>
          <a:xfrm>
            <a:off x="19943063" y="6057899"/>
            <a:ext cx="5080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19" name="Connector 10326"/>
          <p:cNvSpPr/>
          <p:nvPr/>
        </p:nvSpPr>
        <p:spPr>
          <a:xfrm>
            <a:off x="19993863" y="6416040"/>
            <a:ext cx="30481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0" name="Connector 10327"/>
          <p:cNvSpPr/>
          <p:nvPr/>
        </p:nvSpPr>
        <p:spPr>
          <a:xfrm>
            <a:off x="20024343" y="6774178"/>
            <a:ext cx="1016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1" name="Connector 10328"/>
          <p:cNvSpPr/>
          <p:nvPr/>
        </p:nvSpPr>
        <p:spPr>
          <a:xfrm flipH="1">
            <a:off x="20024343" y="7132319"/>
            <a:ext cx="101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2" name="Connector 10329"/>
          <p:cNvSpPr/>
          <p:nvPr/>
        </p:nvSpPr>
        <p:spPr>
          <a:xfrm flipH="1">
            <a:off x="19993863" y="7490459"/>
            <a:ext cx="30481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3" name="Connector 10330"/>
          <p:cNvSpPr/>
          <p:nvPr/>
        </p:nvSpPr>
        <p:spPr>
          <a:xfrm flipH="1">
            <a:off x="19943063" y="7848599"/>
            <a:ext cx="5080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4" name="Connector 10331"/>
          <p:cNvSpPr/>
          <p:nvPr/>
        </p:nvSpPr>
        <p:spPr>
          <a:xfrm flipH="1">
            <a:off x="19871943" y="8206740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5" name="Connector 10332"/>
          <p:cNvSpPr/>
          <p:nvPr/>
        </p:nvSpPr>
        <p:spPr>
          <a:xfrm flipH="1">
            <a:off x="19780504" y="8564880"/>
            <a:ext cx="9144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6" name="Connector 10333"/>
          <p:cNvSpPr/>
          <p:nvPr/>
        </p:nvSpPr>
        <p:spPr>
          <a:xfrm flipH="1">
            <a:off x="19668743" y="8923019"/>
            <a:ext cx="1117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7" name="Connector 10334"/>
          <p:cNvSpPr/>
          <p:nvPr/>
        </p:nvSpPr>
        <p:spPr>
          <a:xfrm>
            <a:off x="19668743" y="4983479"/>
            <a:ext cx="125730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8" name="Connector 10335"/>
          <p:cNvSpPr/>
          <p:nvPr/>
        </p:nvSpPr>
        <p:spPr>
          <a:xfrm>
            <a:off x="19794472" y="5413247"/>
            <a:ext cx="102872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29" name="Connector 10336"/>
          <p:cNvSpPr/>
          <p:nvPr/>
        </p:nvSpPr>
        <p:spPr>
          <a:xfrm>
            <a:off x="19897343" y="5843015"/>
            <a:ext cx="8001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0" name="Connector 10337"/>
          <p:cNvSpPr/>
          <p:nvPr/>
        </p:nvSpPr>
        <p:spPr>
          <a:xfrm>
            <a:off x="19977354" y="6272784"/>
            <a:ext cx="5715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1" name="Connector 10338"/>
          <p:cNvSpPr/>
          <p:nvPr/>
        </p:nvSpPr>
        <p:spPr>
          <a:xfrm>
            <a:off x="20034504" y="6702552"/>
            <a:ext cx="34290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2" name="Connector 10339"/>
          <p:cNvSpPr/>
          <p:nvPr/>
        </p:nvSpPr>
        <p:spPr>
          <a:xfrm>
            <a:off x="20068793" y="7132319"/>
            <a:ext cx="11432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3" name="Connector 10340"/>
          <p:cNvSpPr/>
          <p:nvPr/>
        </p:nvSpPr>
        <p:spPr>
          <a:xfrm flipH="1">
            <a:off x="20068793" y="7562088"/>
            <a:ext cx="1143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4" name="Connector 10341"/>
          <p:cNvSpPr/>
          <p:nvPr/>
        </p:nvSpPr>
        <p:spPr>
          <a:xfrm flipH="1">
            <a:off x="20034504" y="7991856"/>
            <a:ext cx="3429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5" name="Connector 10342"/>
          <p:cNvSpPr/>
          <p:nvPr/>
        </p:nvSpPr>
        <p:spPr>
          <a:xfrm flipH="1">
            <a:off x="19977354" y="8421623"/>
            <a:ext cx="5715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6" name="Connector 10343"/>
          <p:cNvSpPr/>
          <p:nvPr/>
        </p:nvSpPr>
        <p:spPr>
          <a:xfrm flipH="1">
            <a:off x="19897343" y="8851392"/>
            <a:ext cx="8001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7" name="Connector 10344"/>
          <p:cNvSpPr/>
          <p:nvPr/>
        </p:nvSpPr>
        <p:spPr>
          <a:xfrm flipH="1">
            <a:off x="19794473" y="9281159"/>
            <a:ext cx="10287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8" name="Connector 10345"/>
          <p:cNvSpPr/>
          <p:nvPr/>
        </p:nvSpPr>
        <p:spPr>
          <a:xfrm flipH="1">
            <a:off x="19668744" y="9710928"/>
            <a:ext cx="125730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39" name="Connector 10346"/>
          <p:cNvSpPr/>
          <p:nvPr/>
        </p:nvSpPr>
        <p:spPr>
          <a:xfrm>
            <a:off x="19668743" y="4983479"/>
            <a:ext cx="139700" cy="50139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0" name="Connector 10347"/>
          <p:cNvSpPr/>
          <p:nvPr/>
        </p:nvSpPr>
        <p:spPr>
          <a:xfrm>
            <a:off x="19808443" y="5484874"/>
            <a:ext cx="114302" cy="50139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1" name="Connector 10348"/>
          <p:cNvSpPr/>
          <p:nvPr/>
        </p:nvSpPr>
        <p:spPr>
          <a:xfrm>
            <a:off x="19922743" y="5986271"/>
            <a:ext cx="889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2" name="Connector 10349"/>
          <p:cNvSpPr/>
          <p:nvPr/>
        </p:nvSpPr>
        <p:spPr>
          <a:xfrm>
            <a:off x="20011643" y="6487667"/>
            <a:ext cx="635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3" name="Connector 10350"/>
          <p:cNvSpPr/>
          <p:nvPr/>
        </p:nvSpPr>
        <p:spPr>
          <a:xfrm>
            <a:off x="20075143" y="6989064"/>
            <a:ext cx="38100" cy="50139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4" name="Connector 10351"/>
          <p:cNvSpPr/>
          <p:nvPr/>
        </p:nvSpPr>
        <p:spPr>
          <a:xfrm>
            <a:off x="20113243" y="7490459"/>
            <a:ext cx="12702" cy="50139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5" name="Connector 10352"/>
          <p:cNvSpPr/>
          <p:nvPr/>
        </p:nvSpPr>
        <p:spPr>
          <a:xfrm flipH="1">
            <a:off x="20113243" y="7991856"/>
            <a:ext cx="127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6" name="Connector 10353"/>
          <p:cNvSpPr/>
          <p:nvPr/>
        </p:nvSpPr>
        <p:spPr>
          <a:xfrm flipH="1">
            <a:off x="20075143" y="8493252"/>
            <a:ext cx="381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7" name="Connector 10354"/>
          <p:cNvSpPr/>
          <p:nvPr/>
        </p:nvSpPr>
        <p:spPr>
          <a:xfrm flipH="1">
            <a:off x="20011643" y="8994647"/>
            <a:ext cx="635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8" name="Connector 10355"/>
          <p:cNvSpPr/>
          <p:nvPr/>
        </p:nvSpPr>
        <p:spPr>
          <a:xfrm flipH="1">
            <a:off x="19922743" y="9496043"/>
            <a:ext cx="88901" cy="50139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49" name="Connector 10356"/>
          <p:cNvSpPr/>
          <p:nvPr/>
        </p:nvSpPr>
        <p:spPr>
          <a:xfrm flipH="1">
            <a:off x="19808443" y="9997440"/>
            <a:ext cx="114301" cy="50139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0" name="Connector 10357"/>
          <p:cNvSpPr/>
          <p:nvPr/>
        </p:nvSpPr>
        <p:spPr>
          <a:xfrm flipH="1">
            <a:off x="19668743" y="10498835"/>
            <a:ext cx="139701" cy="50139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1" name="Connector 10358"/>
          <p:cNvSpPr/>
          <p:nvPr/>
        </p:nvSpPr>
        <p:spPr>
          <a:xfrm>
            <a:off x="19668743" y="5843015"/>
            <a:ext cx="5588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2" name="Connector 10359"/>
          <p:cNvSpPr/>
          <p:nvPr/>
        </p:nvSpPr>
        <p:spPr>
          <a:xfrm>
            <a:off x="19724622" y="5914644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3" name="Connector 10360"/>
          <p:cNvSpPr/>
          <p:nvPr/>
        </p:nvSpPr>
        <p:spPr>
          <a:xfrm>
            <a:off x="19770343" y="5986271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4" name="Connector 10361"/>
          <p:cNvSpPr/>
          <p:nvPr/>
        </p:nvSpPr>
        <p:spPr>
          <a:xfrm>
            <a:off x="19805904" y="6057900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5" name="Connector 10362"/>
          <p:cNvSpPr/>
          <p:nvPr/>
        </p:nvSpPr>
        <p:spPr>
          <a:xfrm>
            <a:off x="19831304" y="6129528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6" name="Connector 10363"/>
          <p:cNvSpPr/>
          <p:nvPr/>
        </p:nvSpPr>
        <p:spPr>
          <a:xfrm>
            <a:off x="19846543" y="6201155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7" name="Connector 10364"/>
          <p:cNvSpPr/>
          <p:nvPr/>
        </p:nvSpPr>
        <p:spPr>
          <a:xfrm flipH="1">
            <a:off x="19846543" y="6272784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8" name="Connector 10365"/>
          <p:cNvSpPr/>
          <p:nvPr/>
        </p:nvSpPr>
        <p:spPr>
          <a:xfrm flipH="1">
            <a:off x="19831304" y="6344411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59" name="Connector 10366"/>
          <p:cNvSpPr/>
          <p:nvPr/>
        </p:nvSpPr>
        <p:spPr>
          <a:xfrm flipH="1">
            <a:off x="19805904" y="6416040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0" name="Connector 10367"/>
          <p:cNvSpPr/>
          <p:nvPr/>
        </p:nvSpPr>
        <p:spPr>
          <a:xfrm flipH="1">
            <a:off x="19770343" y="6487667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1" name="Connector 10368"/>
          <p:cNvSpPr/>
          <p:nvPr/>
        </p:nvSpPr>
        <p:spPr>
          <a:xfrm flipH="1">
            <a:off x="19724622" y="6559295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2" name="Connector 10369"/>
          <p:cNvSpPr/>
          <p:nvPr/>
        </p:nvSpPr>
        <p:spPr>
          <a:xfrm flipH="1">
            <a:off x="19668743" y="6630923"/>
            <a:ext cx="5588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3" name="Connector 10370"/>
          <p:cNvSpPr/>
          <p:nvPr/>
        </p:nvSpPr>
        <p:spPr>
          <a:xfrm>
            <a:off x="19668743" y="5843015"/>
            <a:ext cx="698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4" name="Connector 10371"/>
          <p:cNvSpPr/>
          <p:nvPr/>
        </p:nvSpPr>
        <p:spPr>
          <a:xfrm>
            <a:off x="19738593" y="5986271"/>
            <a:ext cx="571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5" name="Connector 10372"/>
          <p:cNvSpPr/>
          <p:nvPr/>
        </p:nvSpPr>
        <p:spPr>
          <a:xfrm>
            <a:off x="19795743" y="6129528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6" name="Connector 10373"/>
          <p:cNvSpPr/>
          <p:nvPr/>
        </p:nvSpPr>
        <p:spPr>
          <a:xfrm>
            <a:off x="19840193" y="6272784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7" name="Connector 10374"/>
          <p:cNvSpPr/>
          <p:nvPr/>
        </p:nvSpPr>
        <p:spPr>
          <a:xfrm>
            <a:off x="19871943" y="6416040"/>
            <a:ext cx="19050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8" name="Connector 10375"/>
          <p:cNvSpPr/>
          <p:nvPr/>
        </p:nvSpPr>
        <p:spPr>
          <a:xfrm>
            <a:off x="19890993" y="6559295"/>
            <a:ext cx="6352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69" name="Connector 10376"/>
          <p:cNvSpPr/>
          <p:nvPr/>
        </p:nvSpPr>
        <p:spPr>
          <a:xfrm flipH="1">
            <a:off x="19890993" y="6702552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0" name="Connector 10377"/>
          <p:cNvSpPr/>
          <p:nvPr/>
        </p:nvSpPr>
        <p:spPr>
          <a:xfrm flipH="1">
            <a:off x="19871943" y="6845807"/>
            <a:ext cx="190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1" name="Connector 10378"/>
          <p:cNvSpPr/>
          <p:nvPr/>
        </p:nvSpPr>
        <p:spPr>
          <a:xfrm flipH="1">
            <a:off x="19840193" y="6989064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2" name="Connector 10379"/>
          <p:cNvSpPr/>
          <p:nvPr/>
        </p:nvSpPr>
        <p:spPr>
          <a:xfrm flipH="1">
            <a:off x="19795743" y="7132319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3" name="Connector 10380"/>
          <p:cNvSpPr/>
          <p:nvPr/>
        </p:nvSpPr>
        <p:spPr>
          <a:xfrm flipH="1">
            <a:off x="19738593" y="7275576"/>
            <a:ext cx="571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4" name="Connector 10381"/>
          <p:cNvSpPr/>
          <p:nvPr/>
        </p:nvSpPr>
        <p:spPr>
          <a:xfrm flipH="1">
            <a:off x="19668743" y="7418831"/>
            <a:ext cx="698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5" name="Connector 10382"/>
          <p:cNvSpPr/>
          <p:nvPr/>
        </p:nvSpPr>
        <p:spPr>
          <a:xfrm>
            <a:off x="19668743" y="5843015"/>
            <a:ext cx="8382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6" name="Connector 10383"/>
          <p:cNvSpPr/>
          <p:nvPr/>
        </p:nvSpPr>
        <p:spPr>
          <a:xfrm>
            <a:off x="19752563" y="6057898"/>
            <a:ext cx="6858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7" name="Connector 10384"/>
          <p:cNvSpPr/>
          <p:nvPr/>
        </p:nvSpPr>
        <p:spPr>
          <a:xfrm>
            <a:off x="19821143" y="6272784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8" name="Connector 10385"/>
          <p:cNvSpPr/>
          <p:nvPr/>
        </p:nvSpPr>
        <p:spPr>
          <a:xfrm>
            <a:off x="19874484" y="6487667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79" name="Connector 10386"/>
          <p:cNvSpPr/>
          <p:nvPr/>
        </p:nvSpPr>
        <p:spPr>
          <a:xfrm>
            <a:off x="19912584" y="6702552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0" name="Connector 10387"/>
          <p:cNvSpPr/>
          <p:nvPr/>
        </p:nvSpPr>
        <p:spPr>
          <a:xfrm>
            <a:off x="19935443" y="6917435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1" name="Connector 10388"/>
          <p:cNvSpPr/>
          <p:nvPr/>
        </p:nvSpPr>
        <p:spPr>
          <a:xfrm flipH="1">
            <a:off x="19935443" y="7132319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2" name="Connector 10389"/>
          <p:cNvSpPr/>
          <p:nvPr/>
        </p:nvSpPr>
        <p:spPr>
          <a:xfrm flipH="1">
            <a:off x="19912584" y="7347204"/>
            <a:ext cx="2286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3" name="Connector 10390"/>
          <p:cNvSpPr/>
          <p:nvPr/>
        </p:nvSpPr>
        <p:spPr>
          <a:xfrm flipH="1">
            <a:off x="19874484" y="7562088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4" name="Connector 10391"/>
          <p:cNvSpPr/>
          <p:nvPr/>
        </p:nvSpPr>
        <p:spPr>
          <a:xfrm flipH="1">
            <a:off x="19821144" y="7776971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5" name="Connector 10392"/>
          <p:cNvSpPr/>
          <p:nvPr/>
        </p:nvSpPr>
        <p:spPr>
          <a:xfrm flipH="1">
            <a:off x="19752563" y="7991856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6" name="Connector 10393"/>
          <p:cNvSpPr/>
          <p:nvPr/>
        </p:nvSpPr>
        <p:spPr>
          <a:xfrm flipH="1">
            <a:off x="19668743" y="8206740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7" name="Connector 10394"/>
          <p:cNvSpPr/>
          <p:nvPr/>
        </p:nvSpPr>
        <p:spPr>
          <a:xfrm>
            <a:off x="19668743" y="5843015"/>
            <a:ext cx="97790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8" name="Connector 10395"/>
          <p:cNvSpPr/>
          <p:nvPr/>
        </p:nvSpPr>
        <p:spPr>
          <a:xfrm>
            <a:off x="19766533" y="6129527"/>
            <a:ext cx="80012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89" name="Connector 10396"/>
          <p:cNvSpPr/>
          <p:nvPr/>
        </p:nvSpPr>
        <p:spPr>
          <a:xfrm>
            <a:off x="19846543" y="6416040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0" name="Connector 10397"/>
          <p:cNvSpPr/>
          <p:nvPr/>
        </p:nvSpPr>
        <p:spPr>
          <a:xfrm>
            <a:off x="19908773" y="6702552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1" name="Connector 10398"/>
          <p:cNvSpPr/>
          <p:nvPr/>
        </p:nvSpPr>
        <p:spPr>
          <a:xfrm>
            <a:off x="19953223" y="6989064"/>
            <a:ext cx="26670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2" name="Connector 10399"/>
          <p:cNvSpPr/>
          <p:nvPr/>
        </p:nvSpPr>
        <p:spPr>
          <a:xfrm>
            <a:off x="19979893" y="7275575"/>
            <a:ext cx="8892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3" name="Connector 10400"/>
          <p:cNvSpPr/>
          <p:nvPr/>
        </p:nvSpPr>
        <p:spPr>
          <a:xfrm flipH="1">
            <a:off x="19979893" y="7562088"/>
            <a:ext cx="8891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4" name="Connector 10401"/>
          <p:cNvSpPr/>
          <p:nvPr/>
        </p:nvSpPr>
        <p:spPr>
          <a:xfrm flipH="1">
            <a:off x="19953224" y="7848599"/>
            <a:ext cx="26670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5" name="Connector 10402"/>
          <p:cNvSpPr/>
          <p:nvPr/>
        </p:nvSpPr>
        <p:spPr>
          <a:xfrm flipH="1">
            <a:off x="19908773" y="8135111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6" name="Connector 10403"/>
          <p:cNvSpPr/>
          <p:nvPr/>
        </p:nvSpPr>
        <p:spPr>
          <a:xfrm flipH="1">
            <a:off x="19846543" y="8421623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7" name="Connector 10404"/>
          <p:cNvSpPr/>
          <p:nvPr/>
        </p:nvSpPr>
        <p:spPr>
          <a:xfrm flipH="1">
            <a:off x="19766533" y="8708135"/>
            <a:ext cx="80012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8" name="Connector 10405"/>
          <p:cNvSpPr/>
          <p:nvPr/>
        </p:nvSpPr>
        <p:spPr>
          <a:xfrm flipH="1">
            <a:off x="19668743" y="8994647"/>
            <a:ext cx="9779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99" name="Connector 10406"/>
          <p:cNvSpPr/>
          <p:nvPr/>
        </p:nvSpPr>
        <p:spPr>
          <a:xfrm>
            <a:off x="19668743" y="5843015"/>
            <a:ext cx="111760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0" name="Connector 10407"/>
          <p:cNvSpPr/>
          <p:nvPr/>
        </p:nvSpPr>
        <p:spPr>
          <a:xfrm>
            <a:off x="19780502" y="6201154"/>
            <a:ext cx="91442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1" name="Connector 10408"/>
          <p:cNvSpPr/>
          <p:nvPr/>
        </p:nvSpPr>
        <p:spPr>
          <a:xfrm>
            <a:off x="19871943" y="6559295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2" name="Connector 10409"/>
          <p:cNvSpPr/>
          <p:nvPr/>
        </p:nvSpPr>
        <p:spPr>
          <a:xfrm>
            <a:off x="19943063" y="6917435"/>
            <a:ext cx="5080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3" name="Connector 10410"/>
          <p:cNvSpPr/>
          <p:nvPr/>
        </p:nvSpPr>
        <p:spPr>
          <a:xfrm>
            <a:off x="19993863" y="7275576"/>
            <a:ext cx="30481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4" name="Connector 10411"/>
          <p:cNvSpPr/>
          <p:nvPr/>
        </p:nvSpPr>
        <p:spPr>
          <a:xfrm>
            <a:off x="20024343" y="7633714"/>
            <a:ext cx="1016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5" name="Connector 10412"/>
          <p:cNvSpPr/>
          <p:nvPr/>
        </p:nvSpPr>
        <p:spPr>
          <a:xfrm flipH="1">
            <a:off x="20024343" y="7991856"/>
            <a:ext cx="101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6" name="Connector 10413"/>
          <p:cNvSpPr/>
          <p:nvPr/>
        </p:nvSpPr>
        <p:spPr>
          <a:xfrm flipH="1">
            <a:off x="19993863" y="8349995"/>
            <a:ext cx="3048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7" name="Connector 10414"/>
          <p:cNvSpPr/>
          <p:nvPr/>
        </p:nvSpPr>
        <p:spPr>
          <a:xfrm flipH="1">
            <a:off x="19943063" y="8708135"/>
            <a:ext cx="5080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8" name="Connector 10415"/>
          <p:cNvSpPr/>
          <p:nvPr/>
        </p:nvSpPr>
        <p:spPr>
          <a:xfrm flipH="1">
            <a:off x="19871943" y="9066276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09" name="Connector 10416"/>
          <p:cNvSpPr/>
          <p:nvPr/>
        </p:nvSpPr>
        <p:spPr>
          <a:xfrm flipH="1">
            <a:off x="19780504" y="9424416"/>
            <a:ext cx="9144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0" name="Connector 10417"/>
          <p:cNvSpPr/>
          <p:nvPr/>
        </p:nvSpPr>
        <p:spPr>
          <a:xfrm flipH="1">
            <a:off x="19668743" y="9782556"/>
            <a:ext cx="1117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1" name="Connector 10418"/>
          <p:cNvSpPr/>
          <p:nvPr/>
        </p:nvSpPr>
        <p:spPr>
          <a:xfrm>
            <a:off x="19668743" y="5843015"/>
            <a:ext cx="125730" cy="42976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2" name="Connector 10419"/>
          <p:cNvSpPr/>
          <p:nvPr/>
        </p:nvSpPr>
        <p:spPr>
          <a:xfrm>
            <a:off x="19794472" y="6272782"/>
            <a:ext cx="102872" cy="42977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3" name="Connector 10420"/>
          <p:cNvSpPr/>
          <p:nvPr/>
        </p:nvSpPr>
        <p:spPr>
          <a:xfrm>
            <a:off x="19897343" y="6702552"/>
            <a:ext cx="8001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4" name="Connector 10421"/>
          <p:cNvSpPr/>
          <p:nvPr/>
        </p:nvSpPr>
        <p:spPr>
          <a:xfrm>
            <a:off x="19977354" y="7132319"/>
            <a:ext cx="5715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5" name="Connector 10422"/>
          <p:cNvSpPr/>
          <p:nvPr/>
        </p:nvSpPr>
        <p:spPr>
          <a:xfrm>
            <a:off x="20034504" y="7562088"/>
            <a:ext cx="34290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6" name="Connector 10423"/>
          <p:cNvSpPr/>
          <p:nvPr/>
        </p:nvSpPr>
        <p:spPr>
          <a:xfrm>
            <a:off x="20068793" y="7991856"/>
            <a:ext cx="11432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7" name="Connector 10424"/>
          <p:cNvSpPr/>
          <p:nvPr/>
        </p:nvSpPr>
        <p:spPr>
          <a:xfrm flipH="1">
            <a:off x="20068793" y="8421623"/>
            <a:ext cx="1143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8" name="Connector 10425"/>
          <p:cNvSpPr/>
          <p:nvPr/>
        </p:nvSpPr>
        <p:spPr>
          <a:xfrm flipH="1">
            <a:off x="20034504" y="8851392"/>
            <a:ext cx="3429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19" name="Connector 10426"/>
          <p:cNvSpPr/>
          <p:nvPr/>
        </p:nvSpPr>
        <p:spPr>
          <a:xfrm flipH="1">
            <a:off x="19977354" y="9281159"/>
            <a:ext cx="5715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0" name="Connector 10427"/>
          <p:cNvSpPr/>
          <p:nvPr/>
        </p:nvSpPr>
        <p:spPr>
          <a:xfrm flipH="1">
            <a:off x="19897343" y="9710928"/>
            <a:ext cx="8001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1" name="Connector 10428"/>
          <p:cNvSpPr/>
          <p:nvPr/>
        </p:nvSpPr>
        <p:spPr>
          <a:xfrm flipH="1">
            <a:off x="19794473" y="10140695"/>
            <a:ext cx="102871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2" name="Connector 10429"/>
          <p:cNvSpPr/>
          <p:nvPr/>
        </p:nvSpPr>
        <p:spPr>
          <a:xfrm flipH="1">
            <a:off x="19668744" y="10570464"/>
            <a:ext cx="125730" cy="42976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3" name="Connector 10430"/>
          <p:cNvSpPr/>
          <p:nvPr/>
        </p:nvSpPr>
        <p:spPr>
          <a:xfrm>
            <a:off x="19668743" y="6702552"/>
            <a:ext cx="5588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4" name="Connector 10431"/>
          <p:cNvSpPr/>
          <p:nvPr/>
        </p:nvSpPr>
        <p:spPr>
          <a:xfrm>
            <a:off x="19724622" y="6774178"/>
            <a:ext cx="4572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5" name="Connector 10432"/>
          <p:cNvSpPr/>
          <p:nvPr/>
        </p:nvSpPr>
        <p:spPr>
          <a:xfrm>
            <a:off x="19770343" y="6845807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6" name="Connector 10433"/>
          <p:cNvSpPr/>
          <p:nvPr/>
        </p:nvSpPr>
        <p:spPr>
          <a:xfrm>
            <a:off x="19805904" y="6917435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7" name="Connector 10434"/>
          <p:cNvSpPr/>
          <p:nvPr/>
        </p:nvSpPr>
        <p:spPr>
          <a:xfrm>
            <a:off x="19831304" y="6989064"/>
            <a:ext cx="1524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8" name="Connector 10435"/>
          <p:cNvSpPr/>
          <p:nvPr/>
        </p:nvSpPr>
        <p:spPr>
          <a:xfrm>
            <a:off x="19846543" y="7060690"/>
            <a:ext cx="50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29" name="Connector 10436"/>
          <p:cNvSpPr/>
          <p:nvPr/>
        </p:nvSpPr>
        <p:spPr>
          <a:xfrm flipH="1">
            <a:off x="19846543" y="7132319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0" name="Connector 10437"/>
          <p:cNvSpPr/>
          <p:nvPr/>
        </p:nvSpPr>
        <p:spPr>
          <a:xfrm flipH="1">
            <a:off x="19831304" y="7203947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1" name="Connector 10438"/>
          <p:cNvSpPr/>
          <p:nvPr/>
        </p:nvSpPr>
        <p:spPr>
          <a:xfrm flipH="1">
            <a:off x="19805904" y="7275576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2" name="Connector 10439"/>
          <p:cNvSpPr/>
          <p:nvPr/>
        </p:nvSpPr>
        <p:spPr>
          <a:xfrm flipH="1">
            <a:off x="19770343" y="7347204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3" name="Connector 10440"/>
          <p:cNvSpPr/>
          <p:nvPr/>
        </p:nvSpPr>
        <p:spPr>
          <a:xfrm flipH="1">
            <a:off x="19724622" y="7418831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4" name="Connector 10441"/>
          <p:cNvSpPr/>
          <p:nvPr/>
        </p:nvSpPr>
        <p:spPr>
          <a:xfrm flipH="1">
            <a:off x="19668743" y="7490459"/>
            <a:ext cx="5588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5" name="Connector 10442"/>
          <p:cNvSpPr/>
          <p:nvPr/>
        </p:nvSpPr>
        <p:spPr>
          <a:xfrm>
            <a:off x="19668743" y="6702552"/>
            <a:ext cx="698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6" name="Connector 10443"/>
          <p:cNvSpPr/>
          <p:nvPr/>
        </p:nvSpPr>
        <p:spPr>
          <a:xfrm>
            <a:off x="19738593" y="6845807"/>
            <a:ext cx="571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7" name="Connector 10444"/>
          <p:cNvSpPr/>
          <p:nvPr/>
        </p:nvSpPr>
        <p:spPr>
          <a:xfrm>
            <a:off x="19795743" y="6989064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8" name="Connector 10445"/>
          <p:cNvSpPr/>
          <p:nvPr/>
        </p:nvSpPr>
        <p:spPr>
          <a:xfrm>
            <a:off x="19840193" y="7132319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39" name="Connector 10446"/>
          <p:cNvSpPr/>
          <p:nvPr/>
        </p:nvSpPr>
        <p:spPr>
          <a:xfrm>
            <a:off x="19871943" y="7275576"/>
            <a:ext cx="19050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0" name="Connector 10447"/>
          <p:cNvSpPr/>
          <p:nvPr/>
        </p:nvSpPr>
        <p:spPr>
          <a:xfrm>
            <a:off x="19890993" y="7418831"/>
            <a:ext cx="6352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1" name="Connector 10448"/>
          <p:cNvSpPr/>
          <p:nvPr/>
        </p:nvSpPr>
        <p:spPr>
          <a:xfrm flipH="1">
            <a:off x="19890993" y="7562088"/>
            <a:ext cx="63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2" name="Connector 10449"/>
          <p:cNvSpPr/>
          <p:nvPr/>
        </p:nvSpPr>
        <p:spPr>
          <a:xfrm flipH="1">
            <a:off x="19871943" y="7705342"/>
            <a:ext cx="190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3" name="Connector 10450"/>
          <p:cNvSpPr/>
          <p:nvPr/>
        </p:nvSpPr>
        <p:spPr>
          <a:xfrm flipH="1">
            <a:off x="19840193" y="7848600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4" name="Connector 10451"/>
          <p:cNvSpPr/>
          <p:nvPr/>
        </p:nvSpPr>
        <p:spPr>
          <a:xfrm flipH="1">
            <a:off x="19795743" y="7991856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5" name="Connector 10452"/>
          <p:cNvSpPr/>
          <p:nvPr/>
        </p:nvSpPr>
        <p:spPr>
          <a:xfrm flipH="1">
            <a:off x="19738593" y="8135111"/>
            <a:ext cx="571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6" name="Connector 10453"/>
          <p:cNvSpPr/>
          <p:nvPr/>
        </p:nvSpPr>
        <p:spPr>
          <a:xfrm flipH="1">
            <a:off x="19668743" y="8278366"/>
            <a:ext cx="698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7" name="Connector 10454"/>
          <p:cNvSpPr/>
          <p:nvPr/>
        </p:nvSpPr>
        <p:spPr>
          <a:xfrm>
            <a:off x="19668743" y="6702552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8" name="Connector 10455"/>
          <p:cNvSpPr/>
          <p:nvPr/>
        </p:nvSpPr>
        <p:spPr>
          <a:xfrm>
            <a:off x="19752563" y="6917435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49" name="Connector 10456"/>
          <p:cNvSpPr/>
          <p:nvPr/>
        </p:nvSpPr>
        <p:spPr>
          <a:xfrm>
            <a:off x="19821143" y="7132319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0" name="Connector 10457"/>
          <p:cNvSpPr/>
          <p:nvPr/>
        </p:nvSpPr>
        <p:spPr>
          <a:xfrm>
            <a:off x="19874484" y="7347204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1" name="Connector 10458"/>
          <p:cNvSpPr/>
          <p:nvPr/>
        </p:nvSpPr>
        <p:spPr>
          <a:xfrm>
            <a:off x="19912584" y="7562088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2" name="Connector 10459"/>
          <p:cNvSpPr/>
          <p:nvPr/>
        </p:nvSpPr>
        <p:spPr>
          <a:xfrm>
            <a:off x="19935443" y="7776971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3" name="Connector 10460"/>
          <p:cNvSpPr/>
          <p:nvPr/>
        </p:nvSpPr>
        <p:spPr>
          <a:xfrm flipH="1">
            <a:off x="19935443" y="7991856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4" name="Connector 10461"/>
          <p:cNvSpPr/>
          <p:nvPr/>
        </p:nvSpPr>
        <p:spPr>
          <a:xfrm flipH="1">
            <a:off x="19912584" y="8206740"/>
            <a:ext cx="2286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5" name="Connector 10462"/>
          <p:cNvSpPr/>
          <p:nvPr/>
        </p:nvSpPr>
        <p:spPr>
          <a:xfrm flipH="1">
            <a:off x="19874484" y="8421623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6" name="Connector 10463"/>
          <p:cNvSpPr/>
          <p:nvPr/>
        </p:nvSpPr>
        <p:spPr>
          <a:xfrm flipH="1">
            <a:off x="19821144" y="8636507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7" name="Connector 10464"/>
          <p:cNvSpPr/>
          <p:nvPr/>
        </p:nvSpPr>
        <p:spPr>
          <a:xfrm flipH="1">
            <a:off x="19752563" y="8851392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8" name="Connector 10465"/>
          <p:cNvSpPr/>
          <p:nvPr/>
        </p:nvSpPr>
        <p:spPr>
          <a:xfrm flipH="1">
            <a:off x="19668743" y="9066276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59" name="Connector 10466"/>
          <p:cNvSpPr/>
          <p:nvPr/>
        </p:nvSpPr>
        <p:spPr>
          <a:xfrm>
            <a:off x="19668743" y="6702552"/>
            <a:ext cx="97790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0" name="Connector 10467"/>
          <p:cNvSpPr/>
          <p:nvPr/>
        </p:nvSpPr>
        <p:spPr>
          <a:xfrm>
            <a:off x="19766533" y="6989063"/>
            <a:ext cx="80012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1" name="Connector 10468"/>
          <p:cNvSpPr/>
          <p:nvPr/>
        </p:nvSpPr>
        <p:spPr>
          <a:xfrm>
            <a:off x="19846543" y="7275576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2" name="Connector 10469"/>
          <p:cNvSpPr/>
          <p:nvPr/>
        </p:nvSpPr>
        <p:spPr>
          <a:xfrm>
            <a:off x="19908773" y="7562088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3" name="Connector 10470"/>
          <p:cNvSpPr/>
          <p:nvPr/>
        </p:nvSpPr>
        <p:spPr>
          <a:xfrm>
            <a:off x="19953223" y="7848600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4" name="Connector 10471"/>
          <p:cNvSpPr/>
          <p:nvPr/>
        </p:nvSpPr>
        <p:spPr>
          <a:xfrm>
            <a:off x="19979893" y="8135111"/>
            <a:ext cx="8892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5" name="Connector 10472"/>
          <p:cNvSpPr/>
          <p:nvPr/>
        </p:nvSpPr>
        <p:spPr>
          <a:xfrm flipH="1">
            <a:off x="19979893" y="8421623"/>
            <a:ext cx="889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6" name="Connector 10473"/>
          <p:cNvSpPr/>
          <p:nvPr/>
        </p:nvSpPr>
        <p:spPr>
          <a:xfrm flipH="1">
            <a:off x="19953224" y="8708135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7" name="Connector 10474"/>
          <p:cNvSpPr/>
          <p:nvPr/>
        </p:nvSpPr>
        <p:spPr>
          <a:xfrm flipH="1">
            <a:off x="19908773" y="8994647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8" name="Connector 10475"/>
          <p:cNvSpPr/>
          <p:nvPr/>
        </p:nvSpPr>
        <p:spPr>
          <a:xfrm flipH="1">
            <a:off x="19846543" y="9281159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69" name="Connector 10476"/>
          <p:cNvSpPr/>
          <p:nvPr/>
        </p:nvSpPr>
        <p:spPr>
          <a:xfrm flipH="1">
            <a:off x="19766533" y="9567671"/>
            <a:ext cx="80012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0" name="Connector 10477"/>
          <p:cNvSpPr/>
          <p:nvPr/>
        </p:nvSpPr>
        <p:spPr>
          <a:xfrm flipH="1">
            <a:off x="19668743" y="9854183"/>
            <a:ext cx="97790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1" name="Connector 10478"/>
          <p:cNvSpPr/>
          <p:nvPr/>
        </p:nvSpPr>
        <p:spPr>
          <a:xfrm>
            <a:off x="19668743" y="6702552"/>
            <a:ext cx="111760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2" name="Connector 10479"/>
          <p:cNvSpPr/>
          <p:nvPr/>
        </p:nvSpPr>
        <p:spPr>
          <a:xfrm>
            <a:off x="19780502" y="7060692"/>
            <a:ext cx="91442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3" name="Connector 10480"/>
          <p:cNvSpPr/>
          <p:nvPr/>
        </p:nvSpPr>
        <p:spPr>
          <a:xfrm>
            <a:off x="19871943" y="7418831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4" name="Connector 10481"/>
          <p:cNvSpPr/>
          <p:nvPr/>
        </p:nvSpPr>
        <p:spPr>
          <a:xfrm>
            <a:off x="19943063" y="7776971"/>
            <a:ext cx="5080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5" name="Connector 10482"/>
          <p:cNvSpPr/>
          <p:nvPr/>
        </p:nvSpPr>
        <p:spPr>
          <a:xfrm>
            <a:off x="19993863" y="8135111"/>
            <a:ext cx="30481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6" name="Connector 10483"/>
          <p:cNvSpPr/>
          <p:nvPr/>
        </p:nvSpPr>
        <p:spPr>
          <a:xfrm>
            <a:off x="20024343" y="8493251"/>
            <a:ext cx="1016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7" name="Connector 10484"/>
          <p:cNvSpPr/>
          <p:nvPr/>
        </p:nvSpPr>
        <p:spPr>
          <a:xfrm flipH="1">
            <a:off x="20024343" y="8851392"/>
            <a:ext cx="1016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8" name="Connector 10485"/>
          <p:cNvSpPr/>
          <p:nvPr/>
        </p:nvSpPr>
        <p:spPr>
          <a:xfrm flipH="1">
            <a:off x="19993863" y="9209531"/>
            <a:ext cx="3048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79" name="Connector 10486"/>
          <p:cNvSpPr/>
          <p:nvPr/>
        </p:nvSpPr>
        <p:spPr>
          <a:xfrm flipH="1">
            <a:off x="19943063" y="9567671"/>
            <a:ext cx="5080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0" name="Connector 10487"/>
          <p:cNvSpPr/>
          <p:nvPr/>
        </p:nvSpPr>
        <p:spPr>
          <a:xfrm flipH="1">
            <a:off x="19871943" y="9925811"/>
            <a:ext cx="71121" cy="358141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1" name="Connector 10488"/>
          <p:cNvSpPr/>
          <p:nvPr/>
        </p:nvSpPr>
        <p:spPr>
          <a:xfrm flipH="1">
            <a:off x="19780504" y="10283952"/>
            <a:ext cx="91441" cy="35814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2" name="Connector 10489"/>
          <p:cNvSpPr/>
          <p:nvPr/>
        </p:nvSpPr>
        <p:spPr>
          <a:xfrm flipH="1">
            <a:off x="19668743" y="10642090"/>
            <a:ext cx="111761" cy="35814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3" name="Connector 10490"/>
          <p:cNvSpPr/>
          <p:nvPr/>
        </p:nvSpPr>
        <p:spPr>
          <a:xfrm>
            <a:off x="19668743" y="7562088"/>
            <a:ext cx="5588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4" name="Connector 10491"/>
          <p:cNvSpPr/>
          <p:nvPr/>
        </p:nvSpPr>
        <p:spPr>
          <a:xfrm>
            <a:off x="19724622" y="7633716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5" name="Connector 10492"/>
          <p:cNvSpPr/>
          <p:nvPr/>
        </p:nvSpPr>
        <p:spPr>
          <a:xfrm>
            <a:off x="19770343" y="7705343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6" name="Connector 10493"/>
          <p:cNvSpPr/>
          <p:nvPr/>
        </p:nvSpPr>
        <p:spPr>
          <a:xfrm>
            <a:off x="19805904" y="7776971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7" name="Connector 10494"/>
          <p:cNvSpPr/>
          <p:nvPr/>
        </p:nvSpPr>
        <p:spPr>
          <a:xfrm>
            <a:off x="19831304" y="7848600"/>
            <a:ext cx="1524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8" name="Connector 10495"/>
          <p:cNvSpPr/>
          <p:nvPr/>
        </p:nvSpPr>
        <p:spPr>
          <a:xfrm>
            <a:off x="19846543" y="7920226"/>
            <a:ext cx="50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89" name="Connector 10496"/>
          <p:cNvSpPr/>
          <p:nvPr/>
        </p:nvSpPr>
        <p:spPr>
          <a:xfrm flipH="1">
            <a:off x="19846543" y="7991856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0" name="Connector 10497"/>
          <p:cNvSpPr/>
          <p:nvPr/>
        </p:nvSpPr>
        <p:spPr>
          <a:xfrm flipH="1">
            <a:off x="19831304" y="8063483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1" name="Connector 10498"/>
          <p:cNvSpPr/>
          <p:nvPr/>
        </p:nvSpPr>
        <p:spPr>
          <a:xfrm flipH="1">
            <a:off x="19805904" y="8135111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2" name="Connector 10499"/>
          <p:cNvSpPr/>
          <p:nvPr/>
        </p:nvSpPr>
        <p:spPr>
          <a:xfrm flipH="1">
            <a:off x="19770343" y="8206740"/>
            <a:ext cx="3556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3" name="Connector 10500"/>
          <p:cNvSpPr/>
          <p:nvPr/>
        </p:nvSpPr>
        <p:spPr>
          <a:xfrm flipH="1">
            <a:off x="19724622" y="8278366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4" name="Connector 10501"/>
          <p:cNvSpPr/>
          <p:nvPr/>
        </p:nvSpPr>
        <p:spPr>
          <a:xfrm flipH="1">
            <a:off x="19668743" y="8349994"/>
            <a:ext cx="55880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5" name="Connector 10502"/>
          <p:cNvSpPr/>
          <p:nvPr/>
        </p:nvSpPr>
        <p:spPr>
          <a:xfrm>
            <a:off x="19668743" y="7562088"/>
            <a:ext cx="698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6" name="Connector 10503"/>
          <p:cNvSpPr/>
          <p:nvPr/>
        </p:nvSpPr>
        <p:spPr>
          <a:xfrm>
            <a:off x="19738593" y="7705342"/>
            <a:ext cx="571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7" name="Connector 10504"/>
          <p:cNvSpPr/>
          <p:nvPr/>
        </p:nvSpPr>
        <p:spPr>
          <a:xfrm>
            <a:off x="19795743" y="7848600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8" name="Connector 10505"/>
          <p:cNvSpPr/>
          <p:nvPr/>
        </p:nvSpPr>
        <p:spPr>
          <a:xfrm>
            <a:off x="19840193" y="7991856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99" name="Connector 10506"/>
          <p:cNvSpPr/>
          <p:nvPr/>
        </p:nvSpPr>
        <p:spPr>
          <a:xfrm>
            <a:off x="19871943" y="8135111"/>
            <a:ext cx="19050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0" name="Connector 10507"/>
          <p:cNvSpPr/>
          <p:nvPr/>
        </p:nvSpPr>
        <p:spPr>
          <a:xfrm>
            <a:off x="19890993" y="8278366"/>
            <a:ext cx="6352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1" name="Connector 10508"/>
          <p:cNvSpPr/>
          <p:nvPr/>
        </p:nvSpPr>
        <p:spPr>
          <a:xfrm flipH="1">
            <a:off x="19890993" y="8421623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2" name="Connector 10509"/>
          <p:cNvSpPr/>
          <p:nvPr/>
        </p:nvSpPr>
        <p:spPr>
          <a:xfrm flipH="1">
            <a:off x="19871943" y="8564880"/>
            <a:ext cx="190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3" name="Connector 10510"/>
          <p:cNvSpPr/>
          <p:nvPr/>
        </p:nvSpPr>
        <p:spPr>
          <a:xfrm flipH="1">
            <a:off x="19840193" y="8708135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4" name="Connector 10511"/>
          <p:cNvSpPr/>
          <p:nvPr/>
        </p:nvSpPr>
        <p:spPr>
          <a:xfrm flipH="1">
            <a:off x="19795743" y="8851392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5" name="Connector 10512"/>
          <p:cNvSpPr/>
          <p:nvPr/>
        </p:nvSpPr>
        <p:spPr>
          <a:xfrm flipH="1">
            <a:off x="19738593" y="8994647"/>
            <a:ext cx="571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6" name="Connector 10513"/>
          <p:cNvSpPr/>
          <p:nvPr/>
        </p:nvSpPr>
        <p:spPr>
          <a:xfrm flipH="1">
            <a:off x="19668743" y="9137902"/>
            <a:ext cx="698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7" name="Connector 10514"/>
          <p:cNvSpPr/>
          <p:nvPr/>
        </p:nvSpPr>
        <p:spPr>
          <a:xfrm>
            <a:off x="19668743" y="7562088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8" name="Connector 10515"/>
          <p:cNvSpPr/>
          <p:nvPr/>
        </p:nvSpPr>
        <p:spPr>
          <a:xfrm>
            <a:off x="19752563" y="7776971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09" name="Connector 10516"/>
          <p:cNvSpPr/>
          <p:nvPr/>
        </p:nvSpPr>
        <p:spPr>
          <a:xfrm>
            <a:off x="19821143" y="7991856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0" name="Connector 10517"/>
          <p:cNvSpPr/>
          <p:nvPr/>
        </p:nvSpPr>
        <p:spPr>
          <a:xfrm>
            <a:off x="19874484" y="8206740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1" name="Connector 10518"/>
          <p:cNvSpPr/>
          <p:nvPr/>
        </p:nvSpPr>
        <p:spPr>
          <a:xfrm>
            <a:off x="19912584" y="8421623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2" name="Connector 10519"/>
          <p:cNvSpPr/>
          <p:nvPr/>
        </p:nvSpPr>
        <p:spPr>
          <a:xfrm>
            <a:off x="19935443" y="8636506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3" name="Connector 10520"/>
          <p:cNvSpPr/>
          <p:nvPr/>
        </p:nvSpPr>
        <p:spPr>
          <a:xfrm flipH="1">
            <a:off x="19935443" y="8851392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4" name="Connector 10521"/>
          <p:cNvSpPr/>
          <p:nvPr/>
        </p:nvSpPr>
        <p:spPr>
          <a:xfrm flipH="1">
            <a:off x="19912584" y="9066276"/>
            <a:ext cx="2286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5" name="Connector 10522"/>
          <p:cNvSpPr/>
          <p:nvPr/>
        </p:nvSpPr>
        <p:spPr>
          <a:xfrm flipH="1">
            <a:off x="19874484" y="9281159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6" name="Connector 10523"/>
          <p:cNvSpPr/>
          <p:nvPr/>
        </p:nvSpPr>
        <p:spPr>
          <a:xfrm flipH="1">
            <a:off x="19821144" y="9496043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7" name="Connector 10524"/>
          <p:cNvSpPr/>
          <p:nvPr/>
        </p:nvSpPr>
        <p:spPr>
          <a:xfrm flipH="1">
            <a:off x="19752563" y="9710928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8" name="Connector 10525"/>
          <p:cNvSpPr/>
          <p:nvPr/>
        </p:nvSpPr>
        <p:spPr>
          <a:xfrm flipH="1">
            <a:off x="19668743" y="9925811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19" name="Connector 10526"/>
          <p:cNvSpPr/>
          <p:nvPr/>
        </p:nvSpPr>
        <p:spPr>
          <a:xfrm>
            <a:off x="19668743" y="7562088"/>
            <a:ext cx="97790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0" name="Connector 10527"/>
          <p:cNvSpPr/>
          <p:nvPr/>
        </p:nvSpPr>
        <p:spPr>
          <a:xfrm>
            <a:off x="19766533" y="7848599"/>
            <a:ext cx="80012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1" name="Connector 10528"/>
          <p:cNvSpPr/>
          <p:nvPr/>
        </p:nvSpPr>
        <p:spPr>
          <a:xfrm>
            <a:off x="19846543" y="8135111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2" name="Connector 10529"/>
          <p:cNvSpPr/>
          <p:nvPr/>
        </p:nvSpPr>
        <p:spPr>
          <a:xfrm>
            <a:off x="19908773" y="8421623"/>
            <a:ext cx="4445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3" name="Connector 10530"/>
          <p:cNvSpPr/>
          <p:nvPr/>
        </p:nvSpPr>
        <p:spPr>
          <a:xfrm>
            <a:off x="19953223" y="8708135"/>
            <a:ext cx="26670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4" name="Connector 10531"/>
          <p:cNvSpPr/>
          <p:nvPr/>
        </p:nvSpPr>
        <p:spPr>
          <a:xfrm>
            <a:off x="19979893" y="8994647"/>
            <a:ext cx="8892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5" name="Connector 10532"/>
          <p:cNvSpPr/>
          <p:nvPr/>
        </p:nvSpPr>
        <p:spPr>
          <a:xfrm flipH="1">
            <a:off x="19979893" y="9281159"/>
            <a:ext cx="889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6" name="Connector 10533"/>
          <p:cNvSpPr/>
          <p:nvPr/>
        </p:nvSpPr>
        <p:spPr>
          <a:xfrm flipH="1">
            <a:off x="19953224" y="9567671"/>
            <a:ext cx="26670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7" name="Connector 10534"/>
          <p:cNvSpPr/>
          <p:nvPr/>
        </p:nvSpPr>
        <p:spPr>
          <a:xfrm flipH="1">
            <a:off x="19908773" y="9854183"/>
            <a:ext cx="44451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8" name="Connector 10535"/>
          <p:cNvSpPr/>
          <p:nvPr/>
        </p:nvSpPr>
        <p:spPr>
          <a:xfrm flipH="1">
            <a:off x="19846543" y="10140695"/>
            <a:ext cx="62231" cy="286513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29" name="Connector 10536"/>
          <p:cNvSpPr/>
          <p:nvPr/>
        </p:nvSpPr>
        <p:spPr>
          <a:xfrm flipH="1">
            <a:off x="19766533" y="10427207"/>
            <a:ext cx="80012" cy="28651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0" name="Connector 10537"/>
          <p:cNvSpPr/>
          <p:nvPr/>
        </p:nvSpPr>
        <p:spPr>
          <a:xfrm flipH="1">
            <a:off x="19668743" y="10713718"/>
            <a:ext cx="97790" cy="28651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1" name="Connector 10538"/>
          <p:cNvSpPr/>
          <p:nvPr/>
        </p:nvSpPr>
        <p:spPr>
          <a:xfrm>
            <a:off x="19668743" y="8421623"/>
            <a:ext cx="5588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2" name="Connector 10539"/>
          <p:cNvSpPr/>
          <p:nvPr/>
        </p:nvSpPr>
        <p:spPr>
          <a:xfrm>
            <a:off x="19724622" y="8493251"/>
            <a:ext cx="4572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3" name="Connector 10540"/>
          <p:cNvSpPr/>
          <p:nvPr/>
        </p:nvSpPr>
        <p:spPr>
          <a:xfrm>
            <a:off x="19770343" y="8564880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4" name="Connector 10541"/>
          <p:cNvSpPr/>
          <p:nvPr/>
        </p:nvSpPr>
        <p:spPr>
          <a:xfrm>
            <a:off x="19805904" y="8636507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5" name="Connector 10542"/>
          <p:cNvSpPr/>
          <p:nvPr/>
        </p:nvSpPr>
        <p:spPr>
          <a:xfrm>
            <a:off x="19831304" y="8708135"/>
            <a:ext cx="1524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6" name="Connector 10543"/>
          <p:cNvSpPr/>
          <p:nvPr/>
        </p:nvSpPr>
        <p:spPr>
          <a:xfrm>
            <a:off x="19846543" y="8779763"/>
            <a:ext cx="50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7" name="Connector 10544"/>
          <p:cNvSpPr/>
          <p:nvPr/>
        </p:nvSpPr>
        <p:spPr>
          <a:xfrm flipH="1">
            <a:off x="19846543" y="8851392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8" name="Connector 10545"/>
          <p:cNvSpPr/>
          <p:nvPr/>
        </p:nvSpPr>
        <p:spPr>
          <a:xfrm flipH="1">
            <a:off x="19831304" y="8923019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39" name="Connector 10546"/>
          <p:cNvSpPr/>
          <p:nvPr/>
        </p:nvSpPr>
        <p:spPr>
          <a:xfrm flipH="1">
            <a:off x="19805904" y="8994647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0" name="Connector 10547"/>
          <p:cNvSpPr/>
          <p:nvPr/>
        </p:nvSpPr>
        <p:spPr>
          <a:xfrm flipH="1">
            <a:off x="19770343" y="9066276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1" name="Connector 10548"/>
          <p:cNvSpPr/>
          <p:nvPr/>
        </p:nvSpPr>
        <p:spPr>
          <a:xfrm flipH="1">
            <a:off x="19724622" y="9137904"/>
            <a:ext cx="45722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2" name="Connector 10549"/>
          <p:cNvSpPr/>
          <p:nvPr/>
        </p:nvSpPr>
        <p:spPr>
          <a:xfrm flipH="1">
            <a:off x="19668743" y="9209530"/>
            <a:ext cx="55880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3" name="Connector 10550"/>
          <p:cNvSpPr/>
          <p:nvPr/>
        </p:nvSpPr>
        <p:spPr>
          <a:xfrm>
            <a:off x="19668743" y="8421623"/>
            <a:ext cx="698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4" name="Connector 10551"/>
          <p:cNvSpPr/>
          <p:nvPr/>
        </p:nvSpPr>
        <p:spPr>
          <a:xfrm>
            <a:off x="19738593" y="8564880"/>
            <a:ext cx="571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5" name="Connector 10552"/>
          <p:cNvSpPr/>
          <p:nvPr/>
        </p:nvSpPr>
        <p:spPr>
          <a:xfrm>
            <a:off x="19795743" y="8708135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6" name="Connector 10553"/>
          <p:cNvSpPr/>
          <p:nvPr/>
        </p:nvSpPr>
        <p:spPr>
          <a:xfrm>
            <a:off x="19840193" y="8851392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7" name="Connector 10554"/>
          <p:cNvSpPr/>
          <p:nvPr/>
        </p:nvSpPr>
        <p:spPr>
          <a:xfrm>
            <a:off x="19871943" y="8994647"/>
            <a:ext cx="19050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8" name="Connector 10555"/>
          <p:cNvSpPr/>
          <p:nvPr/>
        </p:nvSpPr>
        <p:spPr>
          <a:xfrm>
            <a:off x="19890993" y="9137902"/>
            <a:ext cx="6352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49" name="Connector 10556"/>
          <p:cNvSpPr/>
          <p:nvPr/>
        </p:nvSpPr>
        <p:spPr>
          <a:xfrm flipH="1">
            <a:off x="19890993" y="9281159"/>
            <a:ext cx="63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0" name="Connector 10557"/>
          <p:cNvSpPr/>
          <p:nvPr/>
        </p:nvSpPr>
        <p:spPr>
          <a:xfrm flipH="1">
            <a:off x="19871943" y="9424416"/>
            <a:ext cx="190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1" name="Connector 10558"/>
          <p:cNvSpPr/>
          <p:nvPr/>
        </p:nvSpPr>
        <p:spPr>
          <a:xfrm flipH="1">
            <a:off x="19840193" y="9567671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2" name="Connector 10559"/>
          <p:cNvSpPr/>
          <p:nvPr/>
        </p:nvSpPr>
        <p:spPr>
          <a:xfrm flipH="1">
            <a:off x="19795743" y="9710928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3" name="Connector 10560"/>
          <p:cNvSpPr/>
          <p:nvPr/>
        </p:nvSpPr>
        <p:spPr>
          <a:xfrm flipH="1">
            <a:off x="19738593" y="9854183"/>
            <a:ext cx="571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4" name="Connector 10561"/>
          <p:cNvSpPr/>
          <p:nvPr/>
        </p:nvSpPr>
        <p:spPr>
          <a:xfrm flipH="1">
            <a:off x="19668743" y="9997439"/>
            <a:ext cx="698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5" name="Connector 10562"/>
          <p:cNvSpPr/>
          <p:nvPr/>
        </p:nvSpPr>
        <p:spPr>
          <a:xfrm>
            <a:off x="19668743" y="8421623"/>
            <a:ext cx="8382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6" name="Connector 10563"/>
          <p:cNvSpPr/>
          <p:nvPr/>
        </p:nvSpPr>
        <p:spPr>
          <a:xfrm>
            <a:off x="19752563" y="8636506"/>
            <a:ext cx="6858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7" name="Connector 10564"/>
          <p:cNvSpPr/>
          <p:nvPr/>
        </p:nvSpPr>
        <p:spPr>
          <a:xfrm>
            <a:off x="19821143" y="8851392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8" name="Connector 10565"/>
          <p:cNvSpPr/>
          <p:nvPr/>
        </p:nvSpPr>
        <p:spPr>
          <a:xfrm>
            <a:off x="19874484" y="9066276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59" name="Connector 10566"/>
          <p:cNvSpPr/>
          <p:nvPr/>
        </p:nvSpPr>
        <p:spPr>
          <a:xfrm>
            <a:off x="19912584" y="9281159"/>
            <a:ext cx="22861" cy="214884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0" name="Connector 10567"/>
          <p:cNvSpPr/>
          <p:nvPr/>
        </p:nvSpPr>
        <p:spPr>
          <a:xfrm>
            <a:off x="19935443" y="9496042"/>
            <a:ext cx="7621" cy="21488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1" name="Connector 10568"/>
          <p:cNvSpPr/>
          <p:nvPr/>
        </p:nvSpPr>
        <p:spPr>
          <a:xfrm flipH="1">
            <a:off x="19935443" y="9710928"/>
            <a:ext cx="76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2" name="Connector 10569"/>
          <p:cNvSpPr/>
          <p:nvPr/>
        </p:nvSpPr>
        <p:spPr>
          <a:xfrm flipH="1">
            <a:off x="19912584" y="9925811"/>
            <a:ext cx="2286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3" name="Connector 10570"/>
          <p:cNvSpPr/>
          <p:nvPr/>
        </p:nvSpPr>
        <p:spPr>
          <a:xfrm flipH="1">
            <a:off x="19874484" y="10140695"/>
            <a:ext cx="3810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4" name="Connector 10571"/>
          <p:cNvSpPr/>
          <p:nvPr/>
        </p:nvSpPr>
        <p:spPr>
          <a:xfrm flipH="1">
            <a:off x="19821144" y="10355580"/>
            <a:ext cx="53340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5" name="Connector 10572"/>
          <p:cNvSpPr/>
          <p:nvPr/>
        </p:nvSpPr>
        <p:spPr>
          <a:xfrm flipH="1">
            <a:off x="19752563" y="10570464"/>
            <a:ext cx="6858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6" name="Connector 10573"/>
          <p:cNvSpPr/>
          <p:nvPr/>
        </p:nvSpPr>
        <p:spPr>
          <a:xfrm flipH="1">
            <a:off x="19668743" y="10785347"/>
            <a:ext cx="83821" cy="214885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7" name="Connector 10574"/>
          <p:cNvSpPr/>
          <p:nvPr/>
        </p:nvSpPr>
        <p:spPr>
          <a:xfrm>
            <a:off x="19668743" y="9281159"/>
            <a:ext cx="55880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8" name="Connector 10575"/>
          <p:cNvSpPr/>
          <p:nvPr/>
        </p:nvSpPr>
        <p:spPr>
          <a:xfrm>
            <a:off x="19724622" y="9352787"/>
            <a:ext cx="45722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69" name="Connector 10576"/>
          <p:cNvSpPr/>
          <p:nvPr/>
        </p:nvSpPr>
        <p:spPr>
          <a:xfrm>
            <a:off x="19770343" y="9424416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0" name="Connector 10577"/>
          <p:cNvSpPr/>
          <p:nvPr/>
        </p:nvSpPr>
        <p:spPr>
          <a:xfrm>
            <a:off x="19805904" y="9496043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1" name="Connector 10578"/>
          <p:cNvSpPr/>
          <p:nvPr/>
        </p:nvSpPr>
        <p:spPr>
          <a:xfrm>
            <a:off x="19831304" y="9567671"/>
            <a:ext cx="1524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2" name="Connector 10579"/>
          <p:cNvSpPr/>
          <p:nvPr/>
        </p:nvSpPr>
        <p:spPr>
          <a:xfrm>
            <a:off x="19846543" y="9639299"/>
            <a:ext cx="50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3" name="Connector 10580"/>
          <p:cNvSpPr/>
          <p:nvPr/>
        </p:nvSpPr>
        <p:spPr>
          <a:xfrm flipH="1">
            <a:off x="19846543" y="9710928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4" name="Connector 10581"/>
          <p:cNvSpPr/>
          <p:nvPr/>
        </p:nvSpPr>
        <p:spPr>
          <a:xfrm flipH="1">
            <a:off x="19831304" y="9782556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5" name="Connector 10582"/>
          <p:cNvSpPr/>
          <p:nvPr/>
        </p:nvSpPr>
        <p:spPr>
          <a:xfrm flipH="1">
            <a:off x="19805904" y="9854183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6" name="Connector 10583"/>
          <p:cNvSpPr/>
          <p:nvPr/>
        </p:nvSpPr>
        <p:spPr>
          <a:xfrm flipH="1">
            <a:off x="19770343" y="9925811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7" name="Connector 10584"/>
          <p:cNvSpPr/>
          <p:nvPr/>
        </p:nvSpPr>
        <p:spPr>
          <a:xfrm flipH="1">
            <a:off x="19724622" y="9997440"/>
            <a:ext cx="45722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8" name="Connector 10585"/>
          <p:cNvSpPr/>
          <p:nvPr/>
        </p:nvSpPr>
        <p:spPr>
          <a:xfrm flipH="1">
            <a:off x="19668743" y="10069066"/>
            <a:ext cx="55880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79" name="Connector 10586"/>
          <p:cNvSpPr/>
          <p:nvPr/>
        </p:nvSpPr>
        <p:spPr>
          <a:xfrm>
            <a:off x="19668743" y="9281159"/>
            <a:ext cx="698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0" name="Connector 10587"/>
          <p:cNvSpPr/>
          <p:nvPr/>
        </p:nvSpPr>
        <p:spPr>
          <a:xfrm>
            <a:off x="19738593" y="9424414"/>
            <a:ext cx="571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1" name="Connector 10588"/>
          <p:cNvSpPr/>
          <p:nvPr/>
        </p:nvSpPr>
        <p:spPr>
          <a:xfrm>
            <a:off x="19795743" y="9567671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2" name="Connector 10589"/>
          <p:cNvSpPr/>
          <p:nvPr/>
        </p:nvSpPr>
        <p:spPr>
          <a:xfrm>
            <a:off x="19840193" y="9710928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3" name="Connector 10590"/>
          <p:cNvSpPr/>
          <p:nvPr/>
        </p:nvSpPr>
        <p:spPr>
          <a:xfrm>
            <a:off x="19871943" y="9854183"/>
            <a:ext cx="19050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4" name="Connector 10591"/>
          <p:cNvSpPr/>
          <p:nvPr/>
        </p:nvSpPr>
        <p:spPr>
          <a:xfrm>
            <a:off x="19890993" y="9997439"/>
            <a:ext cx="6352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5" name="Connector 10592"/>
          <p:cNvSpPr/>
          <p:nvPr/>
        </p:nvSpPr>
        <p:spPr>
          <a:xfrm flipH="1">
            <a:off x="19890993" y="10140695"/>
            <a:ext cx="6351" cy="143256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6" name="Connector 10593"/>
          <p:cNvSpPr/>
          <p:nvPr/>
        </p:nvSpPr>
        <p:spPr>
          <a:xfrm flipH="1">
            <a:off x="19871943" y="10283951"/>
            <a:ext cx="19051" cy="14325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7" name="Connector 10594"/>
          <p:cNvSpPr/>
          <p:nvPr/>
        </p:nvSpPr>
        <p:spPr>
          <a:xfrm flipH="1">
            <a:off x="19840193" y="10427207"/>
            <a:ext cx="317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8" name="Connector 10595"/>
          <p:cNvSpPr/>
          <p:nvPr/>
        </p:nvSpPr>
        <p:spPr>
          <a:xfrm flipH="1">
            <a:off x="19795743" y="10570464"/>
            <a:ext cx="444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89" name="Connector 10596"/>
          <p:cNvSpPr/>
          <p:nvPr/>
        </p:nvSpPr>
        <p:spPr>
          <a:xfrm flipH="1">
            <a:off x="19738593" y="10713719"/>
            <a:ext cx="571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0" name="Connector 10597"/>
          <p:cNvSpPr/>
          <p:nvPr/>
        </p:nvSpPr>
        <p:spPr>
          <a:xfrm flipH="1">
            <a:off x="19668743" y="10856976"/>
            <a:ext cx="69851" cy="143257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1" name="Connector 10598"/>
          <p:cNvSpPr/>
          <p:nvPr/>
        </p:nvSpPr>
        <p:spPr>
          <a:xfrm>
            <a:off x="19668743" y="10140695"/>
            <a:ext cx="55880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2" name="Connector 10599"/>
          <p:cNvSpPr/>
          <p:nvPr/>
        </p:nvSpPr>
        <p:spPr>
          <a:xfrm>
            <a:off x="19724622" y="10212323"/>
            <a:ext cx="45722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3" name="Connector 10600"/>
          <p:cNvSpPr/>
          <p:nvPr/>
        </p:nvSpPr>
        <p:spPr>
          <a:xfrm>
            <a:off x="19770343" y="10283952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4" name="Connector 10601"/>
          <p:cNvSpPr/>
          <p:nvPr/>
        </p:nvSpPr>
        <p:spPr>
          <a:xfrm>
            <a:off x="19805904" y="10355580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5" name="Connector 10602"/>
          <p:cNvSpPr/>
          <p:nvPr/>
        </p:nvSpPr>
        <p:spPr>
          <a:xfrm>
            <a:off x="19831304" y="10427207"/>
            <a:ext cx="15241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6" name="Connector 10603"/>
          <p:cNvSpPr/>
          <p:nvPr/>
        </p:nvSpPr>
        <p:spPr>
          <a:xfrm>
            <a:off x="19846543" y="10498835"/>
            <a:ext cx="5081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7" name="Connector 10604"/>
          <p:cNvSpPr/>
          <p:nvPr/>
        </p:nvSpPr>
        <p:spPr>
          <a:xfrm flipH="1">
            <a:off x="19846543" y="10570464"/>
            <a:ext cx="508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8" name="Connector 10605"/>
          <p:cNvSpPr/>
          <p:nvPr/>
        </p:nvSpPr>
        <p:spPr>
          <a:xfrm flipH="1">
            <a:off x="19831304" y="10642092"/>
            <a:ext cx="1524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99" name="Connector 10606"/>
          <p:cNvSpPr/>
          <p:nvPr/>
        </p:nvSpPr>
        <p:spPr>
          <a:xfrm flipH="1">
            <a:off x="19805904" y="10713719"/>
            <a:ext cx="2540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0" name="Connector 10607"/>
          <p:cNvSpPr/>
          <p:nvPr/>
        </p:nvSpPr>
        <p:spPr>
          <a:xfrm flipH="1">
            <a:off x="19770343" y="10785347"/>
            <a:ext cx="35561" cy="71629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1" name="Connector 10608"/>
          <p:cNvSpPr/>
          <p:nvPr/>
        </p:nvSpPr>
        <p:spPr>
          <a:xfrm flipH="1">
            <a:off x="19724622" y="10856976"/>
            <a:ext cx="45722" cy="71628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2" name="Connector 10609"/>
          <p:cNvSpPr/>
          <p:nvPr/>
        </p:nvSpPr>
        <p:spPr>
          <a:xfrm flipH="1">
            <a:off x="19668743" y="10928602"/>
            <a:ext cx="55880" cy="71630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3" name="Connector 10610"/>
          <p:cNvSpPr/>
          <p:nvPr/>
        </p:nvSpPr>
        <p:spPr>
          <a:xfrm>
            <a:off x="20729447" y="4983479"/>
            <a:ext cx="5588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4" name="Connector 10611"/>
          <p:cNvSpPr/>
          <p:nvPr/>
        </p:nvSpPr>
        <p:spPr>
          <a:xfrm>
            <a:off x="20785326" y="5055106"/>
            <a:ext cx="4572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5" name="Connector 10612"/>
          <p:cNvSpPr/>
          <p:nvPr/>
        </p:nvSpPr>
        <p:spPr>
          <a:xfrm>
            <a:off x="20831047" y="5126735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6" name="Connector 10613"/>
          <p:cNvSpPr/>
          <p:nvPr/>
        </p:nvSpPr>
        <p:spPr>
          <a:xfrm>
            <a:off x="20866608" y="5198364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7" name="Connector 10614"/>
          <p:cNvSpPr/>
          <p:nvPr/>
        </p:nvSpPr>
        <p:spPr>
          <a:xfrm>
            <a:off x="20892008" y="5269991"/>
            <a:ext cx="1524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8" name="Connector 10615"/>
          <p:cNvSpPr/>
          <p:nvPr/>
        </p:nvSpPr>
        <p:spPr>
          <a:xfrm>
            <a:off x="20907247" y="5341618"/>
            <a:ext cx="50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09" name="Connector 10616"/>
          <p:cNvSpPr/>
          <p:nvPr/>
        </p:nvSpPr>
        <p:spPr>
          <a:xfrm flipH="1">
            <a:off x="20907247" y="5413247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0" name="Connector 10617"/>
          <p:cNvSpPr/>
          <p:nvPr/>
        </p:nvSpPr>
        <p:spPr>
          <a:xfrm flipH="1">
            <a:off x="20892008" y="5484876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1" name="Connector 10618"/>
          <p:cNvSpPr/>
          <p:nvPr/>
        </p:nvSpPr>
        <p:spPr>
          <a:xfrm flipH="1">
            <a:off x="20866608" y="5556503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2" name="Connector 10619"/>
          <p:cNvSpPr/>
          <p:nvPr/>
        </p:nvSpPr>
        <p:spPr>
          <a:xfrm flipH="1">
            <a:off x="20831047" y="5628132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3" name="Connector 10620"/>
          <p:cNvSpPr/>
          <p:nvPr/>
        </p:nvSpPr>
        <p:spPr>
          <a:xfrm flipH="1">
            <a:off x="20785326" y="5699759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4" name="Connector 10621"/>
          <p:cNvSpPr/>
          <p:nvPr/>
        </p:nvSpPr>
        <p:spPr>
          <a:xfrm flipH="1">
            <a:off x="20729447" y="5771388"/>
            <a:ext cx="5588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5" name="Connector 10622"/>
          <p:cNvSpPr/>
          <p:nvPr/>
        </p:nvSpPr>
        <p:spPr>
          <a:xfrm>
            <a:off x="20729447" y="4983479"/>
            <a:ext cx="698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6" name="Connector 10623"/>
          <p:cNvSpPr/>
          <p:nvPr/>
        </p:nvSpPr>
        <p:spPr>
          <a:xfrm>
            <a:off x="20799297" y="5126735"/>
            <a:ext cx="571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7" name="Connector 10624"/>
          <p:cNvSpPr/>
          <p:nvPr/>
        </p:nvSpPr>
        <p:spPr>
          <a:xfrm>
            <a:off x="20856447" y="5269991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8" name="Connector 10625"/>
          <p:cNvSpPr/>
          <p:nvPr/>
        </p:nvSpPr>
        <p:spPr>
          <a:xfrm>
            <a:off x="20900897" y="5413247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19" name="Connector 10626"/>
          <p:cNvSpPr/>
          <p:nvPr/>
        </p:nvSpPr>
        <p:spPr>
          <a:xfrm>
            <a:off x="20932647" y="5556503"/>
            <a:ext cx="190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0" name="Connector 10627"/>
          <p:cNvSpPr/>
          <p:nvPr/>
        </p:nvSpPr>
        <p:spPr>
          <a:xfrm>
            <a:off x="20951696" y="5699759"/>
            <a:ext cx="63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1" name="Connector 10628"/>
          <p:cNvSpPr/>
          <p:nvPr/>
        </p:nvSpPr>
        <p:spPr>
          <a:xfrm flipH="1">
            <a:off x="20951697" y="5843015"/>
            <a:ext cx="63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2" name="Connector 10629"/>
          <p:cNvSpPr/>
          <p:nvPr/>
        </p:nvSpPr>
        <p:spPr>
          <a:xfrm flipH="1">
            <a:off x="20932647" y="5986271"/>
            <a:ext cx="190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3" name="Connector 10630"/>
          <p:cNvSpPr/>
          <p:nvPr/>
        </p:nvSpPr>
        <p:spPr>
          <a:xfrm flipH="1">
            <a:off x="20900897" y="6129527"/>
            <a:ext cx="317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4" name="Connector 10631"/>
          <p:cNvSpPr/>
          <p:nvPr/>
        </p:nvSpPr>
        <p:spPr>
          <a:xfrm flipH="1">
            <a:off x="20856447" y="6272784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5" name="Connector 10632"/>
          <p:cNvSpPr/>
          <p:nvPr/>
        </p:nvSpPr>
        <p:spPr>
          <a:xfrm flipH="1">
            <a:off x="20799297" y="6416040"/>
            <a:ext cx="571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6" name="Connector 10633"/>
          <p:cNvSpPr/>
          <p:nvPr/>
        </p:nvSpPr>
        <p:spPr>
          <a:xfrm flipH="1">
            <a:off x="20729447" y="6559295"/>
            <a:ext cx="698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7" name="Connector 10634"/>
          <p:cNvSpPr/>
          <p:nvPr/>
        </p:nvSpPr>
        <p:spPr>
          <a:xfrm>
            <a:off x="20729447" y="4983479"/>
            <a:ext cx="83821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8" name="Connector 10635"/>
          <p:cNvSpPr/>
          <p:nvPr/>
        </p:nvSpPr>
        <p:spPr>
          <a:xfrm>
            <a:off x="20813267" y="5198362"/>
            <a:ext cx="68581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29" name="Connector 10636"/>
          <p:cNvSpPr/>
          <p:nvPr/>
        </p:nvSpPr>
        <p:spPr>
          <a:xfrm>
            <a:off x="20881847" y="5413247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0" name="Connector 10637"/>
          <p:cNvSpPr/>
          <p:nvPr/>
        </p:nvSpPr>
        <p:spPr>
          <a:xfrm>
            <a:off x="20935187" y="5628132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1" name="Connector 10638"/>
          <p:cNvSpPr/>
          <p:nvPr/>
        </p:nvSpPr>
        <p:spPr>
          <a:xfrm>
            <a:off x="20973287" y="5843015"/>
            <a:ext cx="22860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2" name="Connector 10639"/>
          <p:cNvSpPr/>
          <p:nvPr/>
        </p:nvSpPr>
        <p:spPr>
          <a:xfrm>
            <a:off x="20996146" y="6057898"/>
            <a:ext cx="7622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3" name="Connector 10640"/>
          <p:cNvSpPr/>
          <p:nvPr/>
        </p:nvSpPr>
        <p:spPr>
          <a:xfrm flipH="1">
            <a:off x="20996147" y="6272784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4" name="Connector 10641"/>
          <p:cNvSpPr/>
          <p:nvPr/>
        </p:nvSpPr>
        <p:spPr>
          <a:xfrm flipH="1">
            <a:off x="20973287" y="6487667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5" name="Connector 10642"/>
          <p:cNvSpPr/>
          <p:nvPr/>
        </p:nvSpPr>
        <p:spPr>
          <a:xfrm flipH="1">
            <a:off x="20935187" y="6702552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6" name="Connector 10643"/>
          <p:cNvSpPr/>
          <p:nvPr/>
        </p:nvSpPr>
        <p:spPr>
          <a:xfrm flipH="1">
            <a:off x="20881848" y="6917435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7" name="Connector 10644"/>
          <p:cNvSpPr/>
          <p:nvPr/>
        </p:nvSpPr>
        <p:spPr>
          <a:xfrm flipH="1">
            <a:off x="20813267" y="7132319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8" name="Connector 10645"/>
          <p:cNvSpPr/>
          <p:nvPr/>
        </p:nvSpPr>
        <p:spPr>
          <a:xfrm flipH="1">
            <a:off x="20729447" y="7347204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39" name="Connector 10646"/>
          <p:cNvSpPr/>
          <p:nvPr/>
        </p:nvSpPr>
        <p:spPr>
          <a:xfrm>
            <a:off x="20729447" y="4983479"/>
            <a:ext cx="977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0" name="Connector 10647"/>
          <p:cNvSpPr/>
          <p:nvPr/>
        </p:nvSpPr>
        <p:spPr>
          <a:xfrm>
            <a:off x="20827237" y="5269991"/>
            <a:ext cx="8001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1" name="Connector 10648"/>
          <p:cNvSpPr/>
          <p:nvPr/>
        </p:nvSpPr>
        <p:spPr>
          <a:xfrm>
            <a:off x="20907247" y="5556503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2" name="Connector 10649"/>
          <p:cNvSpPr/>
          <p:nvPr/>
        </p:nvSpPr>
        <p:spPr>
          <a:xfrm>
            <a:off x="20969478" y="5843015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3" name="Connector 10650"/>
          <p:cNvSpPr/>
          <p:nvPr/>
        </p:nvSpPr>
        <p:spPr>
          <a:xfrm>
            <a:off x="21013928" y="6129528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4" name="Connector 10651"/>
          <p:cNvSpPr/>
          <p:nvPr/>
        </p:nvSpPr>
        <p:spPr>
          <a:xfrm>
            <a:off x="21040596" y="6416040"/>
            <a:ext cx="889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5" name="Connector 10652"/>
          <p:cNvSpPr/>
          <p:nvPr/>
        </p:nvSpPr>
        <p:spPr>
          <a:xfrm flipH="1">
            <a:off x="21040597" y="6702552"/>
            <a:ext cx="88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6" name="Connector 10653"/>
          <p:cNvSpPr/>
          <p:nvPr/>
        </p:nvSpPr>
        <p:spPr>
          <a:xfrm flipH="1">
            <a:off x="21013929" y="6989064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7" name="Connector 10654"/>
          <p:cNvSpPr/>
          <p:nvPr/>
        </p:nvSpPr>
        <p:spPr>
          <a:xfrm flipH="1">
            <a:off x="20969478" y="7275576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8" name="Connector 10655"/>
          <p:cNvSpPr/>
          <p:nvPr/>
        </p:nvSpPr>
        <p:spPr>
          <a:xfrm flipH="1">
            <a:off x="20907247" y="7562088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49" name="Connector 10656"/>
          <p:cNvSpPr/>
          <p:nvPr/>
        </p:nvSpPr>
        <p:spPr>
          <a:xfrm flipH="1">
            <a:off x="20827237" y="7848600"/>
            <a:ext cx="8001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0" name="Connector 10657"/>
          <p:cNvSpPr/>
          <p:nvPr/>
        </p:nvSpPr>
        <p:spPr>
          <a:xfrm flipH="1">
            <a:off x="20729447" y="8135111"/>
            <a:ext cx="977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1" name="Connector 10658"/>
          <p:cNvSpPr/>
          <p:nvPr/>
        </p:nvSpPr>
        <p:spPr>
          <a:xfrm>
            <a:off x="20729447" y="4983479"/>
            <a:ext cx="11176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2" name="Connector 10659"/>
          <p:cNvSpPr/>
          <p:nvPr/>
        </p:nvSpPr>
        <p:spPr>
          <a:xfrm>
            <a:off x="20841208" y="5341618"/>
            <a:ext cx="9144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3" name="Connector 10660"/>
          <p:cNvSpPr/>
          <p:nvPr/>
        </p:nvSpPr>
        <p:spPr>
          <a:xfrm>
            <a:off x="20932647" y="5699759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4" name="Connector 10661"/>
          <p:cNvSpPr/>
          <p:nvPr/>
        </p:nvSpPr>
        <p:spPr>
          <a:xfrm>
            <a:off x="21003767" y="6057899"/>
            <a:ext cx="5080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5" name="Connector 10662"/>
          <p:cNvSpPr/>
          <p:nvPr/>
        </p:nvSpPr>
        <p:spPr>
          <a:xfrm>
            <a:off x="21054567" y="6416040"/>
            <a:ext cx="3048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6" name="Connector 10663"/>
          <p:cNvSpPr/>
          <p:nvPr/>
        </p:nvSpPr>
        <p:spPr>
          <a:xfrm>
            <a:off x="21085047" y="6774178"/>
            <a:ext cx="1016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7" name="Connector 10664"/>
          <p:cNvSpPr/>
          <p:nvPr/>
        </p:nvSpPr>
        <p:spPr>
          <a:xfrm flipH="1">
            <a:off x="21085047" y="7132319"/>
            <a:ext cx="101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8" name="Connector 10665"/>
          <p:cNvSpPr/>
          <p:nvPr/>
        </p:nvSpPr>
        <p:spPr>
          <a:xfrm flipH="1">
            <a:off x="21054567" y="7490459"/>
            <a:ext cx="3048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59" name="Connector 10666"/>
          <p:cNvSpPr/>
          <p:nvPr/>
        </p:nvSpPr>
        <p:spPr>
          <a:xfrm flipH="1">
            <a:off x="21003767" y="7848599"/>
            <a:ext cx="5080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0" name="Connector 10667"/>
          <p:cNvSpPr/>
          <p:nvPr/>
        </p:nvSpPr>
        <p:spPr>
          <a:xfrm flipH="1">
            <a:off x="20932647" y="8206740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1" name="Connector 10668"/>
          <p:cNvSpPr/>
          <p:nvPr/>
        </p:nvSpPr>
        <p:spPr>
          <a:xfrm flipH="1">
            <a:off x="20841208" y="8564880"/>
            <a:ext cx="9144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2" name="Connector 10669"/>
          <p:cNvSpPr/>
          <p:nvPr/>
        </p:nvSpPr>
        <p:spPr>
          <a:xfrm flipH="1">
            <a:off x="20729447" y="8923019"/>
            <a:ext cx="1117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3" name="Connector 10670"/>
          <p:cNvSpPr/>
          <p:nvPr/>
        </p:nvSpPr>
        <p:spPr>
          <a:xfrm>
            <a:off x="20729447" y="4983479"/>
            <a:ext cx="12573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4" name="Connector 10671"/>
          <p:cNvSpPr/>
          <p:nvPr/>
        </p:nvSpPr>
        <p:spPr>
          <a:xfrm>
            <a:off x="20855178" y="5413247"/>
            <a:ext cx="10287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5" name="Connector 10672"/>
          <p:cNvSpPr/>
          <p:nvPr/>
        </p:nvSpPr>
        <p:spPr>
          <a:xfrm>
            <a:off x="20958047" y="5843015"/>
            <a:ext cx="8001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6" name="Connector 10673"/>
          <p:cNvSpPr/>
          <p:nvPr/>
        </p:nvSpPr>
        <p:spPr>
          <a:xfrm>
            <a:off x="21038058" y="6272784"/>
            <a:ext cx="5715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7" name="Connector 10674"/>
          <p:cNvSpPr/>
          <p:nvPr/>
        </p:nvSpPr>
        <p:spPr>
          <a:xfrm>
            <a:off x="21095208" y="6702552"/>
            <a:ext cx="3429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8" name="Connector 10675"/>
          <p:cNvSpPr/>
          <p:nvPr/>
        </p:nvSpPr>
        <p:spPr>
          <a:xfrm>
            <a:off x="21129496" y="7132319"/>
            <a:ext cx="11432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69" name="Connector 10676"/>
          <p:cNvSpPr/>
          <p:nvPr/>
        </p:nvSpPr>
        <p:spPr>
          <a:xfrm flipH="1">
            <a:off x="21129497" y="7562088"/>
            <a:ext cx="1143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0" name="Connector 10677"/>
          <p:cNvSpPr/>
          <p:nvPr/>
        </p:nvSpPr>
        <p:spPr>
          <a:xfrm flipH="1">
            <a:off x="21095208" y="7991856"/>
            <a:ext cx="3429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1" name="Connector 10678"/>
          <p:cNvSpPr/>
          <p:nvPr/>
        </p:nvSpPr>
        <p:spPr>
          <a:xfrm flipH="1">
            <a:off x="21038058" y="8421623"/>
            <a:ext cx="5715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2" name="Connector 10679"/>
          <p:cNvSpPr/>
          <p:nvPr/>
        </p:nvSpPr>
        <p:spPr>
          <a:xfrm flipH="1">
            <a:off x="20958047" y="8851392"/>
            <a:ext cx="8001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3" name="Connector 10680"/>
          <p:cNvSpPr/>
          <p:nvPr/>
        </p:nvSpPr>
        <p:spPr>
          <a:xfrm flipH="1">
            <a:off x="20855178" y="9281159"/>
            <a:ext cx="10287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4" name="Connector 10681"/>
          <p:cNvSpPr/>
          <p:nvPr/>
        </p:nvSpPr>
        <p:spPr>
          <a:xfrm flipH="1">
            <a:off x="20729448" y="9710928"/>
            <a:ext cx="12573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5" name="Connector 10682"/>
          <p:cNvSpPr/>
          <p:nvPr/>
        </p:nvSpPr>
        <p:spPr>
          <a:xfrm>
            <a:off x="20729447" y="4983479"/>
            <a:ext cx="139700" cy="50139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6" name="Connector 10683"/>
          <p:cNvSpPr/>
          <p:nvPr/>
        </p:nvSpPr>
        <p:spPr>
          <a:xfrm>
            <a:off x="20869146" y="5484874"/>
            <a:ext cx="114302" cy="50139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7" name="Connector 10684"/>
          <p:cNvSpPr/>
          <p:nvPr/>
        </p:nvSpPr>
        <p:spPr>
          <a:xfrm>
            <a:off x="20983447" y="5986271"/>
            <a:ext cx="889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8" name="Connector 10685"/>
          <p:cNvSpPr/>
          <p:nvPr/>
        </p:nvSpPr>
        <p:spPr>
          <a:xfrm>
            <a:off x="21072347" y="6487667"/>
            <a:ext cx="635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79" name="Connector 10686"/>
          <p:cNvSpPr/>
          <p:nvPr/>
        </p:nvSpPr>
        <p:spPr>
          <a:xfrm>
            <a:off x="21135847" y="6989064"/>
            <a:ext cx="38100" cy="50139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0" name="Connector 10687"/>
          <p:cNvSpPr/>
          <p:nvPr/>
        </p:nvSpPr>
        <p:spPr>
          <a:xfrm>
            <a:off x="21173946" y="7490459"/>
            <a:ext cx="12702" cy="50139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1" name="Connector 10688"/>
          <p:cNvSpPr/>
          <p:nvPr/>
        </p:nvSpPr>
        <p:spPr>
          <a:xfrm flipH="1">
            <a:off x="21173947" y="7991856"/>
            <a:ext cx="127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2" name="Connector 10689"/>
          <p:cNvSpPr/>
          <p:nvPr/>
        </p:nvSpPr>
        <p:spPr>
          <a:xfrm flipH="1">
            <a:off x="21135847" y="8493252"/>
            <a:ext cx="381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3" name="Connector 10690"/>
          <p:cNvSpPr/>
          <p:nvPr/>
        </p:nvSpPr>
        <p:spPr>
          <a:xfrm flipH="1">
            <a:off x="21072347" y="8994647"/>
            <a:ext cx="635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4" name="Connector 10691"/>
          <p:cNvSpPr/>
          <p:nvPr/>
        </p:nvSpPr>
        <p:spPr>
          <a:xfrm flipH="1">
            <a:off x="20983447" y="9496043"/>
            <a:ext cx="88901" cy="50139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5" name="Connector 10692"/>
          <p:cNvSpPr/>
          <p:nvPr/>
        </p:nvSpPr>
        <p:spPr>
          <a:xfrm flipH="1">
            <a:off x="20869147" y="9997440"/>
            <a:ext cx="114301" cy="50139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6" name="Connector 10693"/>
          <p:cNvSpPr/>
          <p:nvPr/>
        </p:nvSpPr>
        <p:spPr>
          <a:xfrm flipH="1">
            <a:off x="20729447" y="10498835"/>
            <a:ext cx="139701" cy="50139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7" name="Connector 10694"/>
          <p:cNvSpPr/>
          <p:nvPr/>
        </p:nvSpPr>
        <p:spPr>
          <a:xfrm>
            <a:off x="20729447" y="5843015"/>
            <a:ext cx="5588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8" name="Connector 10695"/>
          <p:cNvSpPr/>
          <p:nvPr/>
        </p:nvSpPr>
        <p:spPr>
          <a:xfrm>
            <a:off x="20785326" y="5914644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89" name="Connector 10696"/>
          <p:cNvSpPr/>
          <p:nvPr/>
        </p:nvSpPr>
        <p:spPr>
          <a:xfrm>
            <a:off x="20831047" y="5986271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0" name="Connector 10697"/>
          <p:cNvSpPr/>
          <p:nvPr/>
        </p:nvSpPr>
        <p:spPr>
          <a:xfrm>
            <a:off x="20866608" y="6057900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1" name="Connector 10698"/>
          <p:cNvSpPr/>
          <p:nvPr/>
        </p:nvSpPr>
        <p:spPr>
          <a:xfrm>
            <a:off x="20892008" y="6129528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2" name="Connector 10699"/>
          <p:cNvSpPr/>
          <p:nvPr/>
        </p:nvSpPr>
        <p:spPr>
          <a:xfrm>
            <a:off x="20907247" y="6201155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3" name="Connector 10700"/>
          <p:cNvSpPr/>
          <p:nvPr/>
        </p:nvSpPr>
        <p:spPr>
          <a:xfrm flipH="1">
            <a:off x="20907247" y="6272784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4" name="Connector 10701"/>
          <p:cNvSpPr/>
          <p:nvPr/>
        </p:nvSpPr>
        <p:spPr>
          <a:xfrm flipH="1">
            <a:off x="20892008" y="6344411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5" name="Connector 10702"/>
          <p:cNvSpPr/>
          <p:nvPr/>
        </p:nvSpPr>
        <p:spPr>
          <a:xfrm flipH="1">
            <a:off x="20866608" y="6416040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6" name="Connector 10703"/>
          <p:cNvSpPr/>
          <p:nvPr/>
        </p:nvSpPr>
        <p:spPr>
          <a:xfrm flipH="1">
            <a:off x="20831047" y="6487667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7" name="Connector 10704"/>
          <p:cNvSpPr/>
          <p:nvPr/>
        </p:nvSpPr>
        <p:spPr>
          <a:xfrm flipH="1">
            <a:off x="20785326" y="6559295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8" name="Connector 10705"/>
          <p:cNvSpPr/>
          <p:nvPr/>
        </p:nvSpPr>
        <p:spPr>
          <a:xfrm flipH="1">
            <a:off x="20729447" y="6630923"/>
            <a:ext cx="5588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99" name="Connector 10706"/>
          <p:cNvSpPr/>
          <p:nvPr/>
        </p:nvSpPr>
        <p:spPr>
          <a:xfrm>
            <a:off x="20729447" y="5843015"/>
            <a:ext cx="698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0" name="Connector 10707"/>
          <p:cNvSpPr/>
          <p:nvPr/>
        </p:nvSpPr>
        <p:spPr>
          <a:xfrm>
            <a:off x="20799297" y="5986271"/>
            <a:ext cx="571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1" name="Connector 10708"/>
          <p:cNvSpPr/>
          <p:nvPr/>
        </p:nvSpPr>
        <p:spPr>
          <a:xfrm>
            <a:off x="20856447" y="6129528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2" name="Connector 10709"/>
          <p:cNvSpPr/>
          <p:nvPr/>
        </p:nvSpPr>
        <p:spPr>
          <a:xfrm>
            <a:off x="20900897" y="6272784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3" name="Connector 10710"/>
          <p:cNvSpPr/>
          <p:nvPr/>
        </p:nvSpPr>
        <p:spPr>
          <a:xfrm>
            <a:off x="20932647" y="6416040"/>
            <a:ext cx="19050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4" name="Connector 10711"/>
          <p:cNvSpPr/>
          <p:nvPr/>
        </p:nvSpPr>
        <p:spPr>
          <a:xfrm>
            <a:off x="20951696" y="6559295"/>
            <a:ext cx="6352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5" name="Connector 10712"/>
          <p:cNvSpPr/>
          <p:nvPr/>
        </p:nvSpPr>
        <p:spPr>
          <a:xfrm flipH="1">
            <a:off x="20951697" y="6702552"/>
            <a:ext cx="63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6" name="Connector 10713"/>
          <p:cNvSpPr/>
          <p:nvPr/>
        </p:nvSpPr>
        <p:spPr>
          <a:xfrm flipH="1">
            <a:off x="20932647" y="6845807"/>
            <a:ext cx="190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7" name="Connector 10714"/>
          <p:cNvSpPr/>
          <p:nvPr/>
        </p:nvSpPr>
        <p:spPr>
          <a:xfrm flipH="1">
            <a:off x="20900897" y="6989064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8" name="Connector 10715"/>
          <p:cNvSpPr/>
          <p:nvPr/>
        </p:nvSpPr>
        <p:spPr>
          <a:xfrm flipH="1">
            <a:off x="20856447" y="7132319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09" name="Connector 10716"/>
          <p:cNvSpPr/>
          <p:nvPr/>
        </p:nvSpPr>
        <p:spPr>
          <a:xfrm flipH="1">
            <a:off x="20799297" y="7275576"/>
            <a:ext cx="571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0" name="Connector 10717"/>
          <p:cNvSpPr/>
          <p:nvPr/>
        </p:nvSpPr>
        <p:spPr>
          <a:xfrm flipH="1">
            <a:off x="20729447" y="7418831"/>
            <a:ext cx="698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1" name="Connector 10718"/>
          <p:cNvSpPr/>
          <p:nvPr/>
        </p:nvSpPr>
        <p:spPr>
          <a:xfrm>
            <a:off x="20729447" y="5843015"/>
            <a:ext cx="83821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2" name="Connector 10719"/>
          <p:cNvSpPr/>
          <p:nvPr/>
        </p:nvSpPr>
        <p:spPr>
          <a:xfrm>
            <a:off x="20813267" y="6057898"/>
            <a:ext cx="68581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3" name="Connector 10720"/>
          <p:cNvSpPr/>
          <p:nvPr/>
        </p:nvSpPr>
        <p:spPr>
          <a:xfrm>
            <a:off x="20881847" y="6272784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4" name="Connector 10721"/>
          <p:cNvSpPr/>
          <p:nvPr/>
        </p:nvSpPr>
        <p:spPr>
          <a:xfrm>
            <a:off x="20935187" y="6487667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5" name="Connector 10722"/>
          <p:cNvSpPr/>
          <p:nvPr/>
        </p:nvSpPr>
        <p:spPr>
          <a:xfrm>
            <a:off x="20973287" y="6702552"/>
            <a:ext cx="22860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6" name="Connector 10723"/>
          <p:cNvSpPr/>
          <p:nvPr/>
        </p:nvSpPr>
        <p:spPr>
          <a:xfrm>
            <a:off x="20996146" y="6917435"/>
            <a:ext cx="7622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7" name="Connector 10724"/>
          <p:cNvSpPr/>
          <p:nvPr/>
        </p:nvSpPr>
        <p:spPr>
          <a:xfrm flipH="1">
            <a:off x="20996147" y="7132319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8" name="Connector 10725"/>
          <p:cNvSpPr/>
          <p:nvPr/>
        </p:nvSpPr>
        <p:spPr>
          <a:xfrm flipH="1">
            <a:off x="20973287" y="7347204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19" name="Connector 10726"/>
          <p:cNvSpPr/>
          <p:nvPr/>
        </p:nvSpPr>
        <p:spPr>
          <a:xfrm flipH="1">
            <a:off x="20935187" y="7562088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0" name="Connector 10727"/>
          <p:cNvSpPr/>
          <p:nvPr/>
        </p:nvSpPr>
        <p:spPr>
          <a:xfrm flipH="1">
            <a:off x="20881848" y="7776971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1" name="Connector 10728"/>
          <p:cNvSpPr/>
          <p:nvPr/>
        </p:nvSpPr>
        <p:spPr>
          <a:xfrm flipH="1">
            <a:off x="20813267" y="7991856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2" name="Connector 10729"/>
          <p:cNvSpPr/>
          <p:nvPr/>
        </p:nvSpPr>
        <p:spPr>
          <a:xfrm flipH="1">
            <a:off x="20729447" y="8206740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3" name="Connector 10730"/>
          <p:cNvSpPr/>
          <p:nvPr/>
        </p:nvSpPr>
        <p:spPr>
          <a:xfrm>
            <a:off x="20729447" y="5843015"/>
            <a:ext cx="9779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4" name="Connector 10731"/>
          <p:cNvSpPr/>
          <p:nvPr/>
        </p:nvSpPr>
        <p:spPr>
          <a:xfrm>
            <a:off x="20827237" y="6129527"/>
            <a:ext cx="8001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5" name="Connector 10732"/>
          <p:cNvSpPr/>
          <p:nvPr/>
        </p:nvSpPr>
        <p:spPr>
          <a:xfrm>
            <a:off x="20907247" y="6416040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6" name="Connector 10733"/>
          <p:cNvSpPr/>
          <p:nvPr/>
        </p:nvSpPr>
        <p:spPr>
          <a:xfrm>
            <a:off x="20969478" y="6702552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7" name="Connector 10734"/>
          <p:cNvSpPr/>
          <p:nvPr/>
        </p:nvSpPr>
        <p:spPr>
          <a:xfrm>
            <a:off x="21013928" y="6989064"/>
            <a:ext cx="26670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8" name="Connector 10735"/>
          <p:cNvSpPr/>
          <p:nvPr/>
        </p:nvSpPr>
        <p:spPr>
          <a:xfrm>
            <a:off x="21040596" y="7275575"/>
            <a:ext cx="8892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29" name="Connector 10736"/>
          <p:cNvSpPr/>
          <p:nvPr/>
        </p:nvSpPr>
        <p:spPr>
          <a:xfrm flipH="1">
            <a:off x="21040597" y="7562088"/>
            <a:ext cx="889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0" name="Connector 10737"/>
          <p:cNvSpPr/>
          <p:nvPr/>
        </p:nvSpPr>
        <p:spPr>
          <a:xfrm flipH="1">
            <a:off x="21013929" y="7848599"/>
            <a:ext cx="26670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1" name="Connector 10738"/>
          <p:cNvSpPr/>
          <p:nvPr/>
        </p:nvSpPr>
        <p:spPr>
          <a:xfrm flipH="1">
            <a:off x="20969478" y="8135111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2" name="Connector 10739"/>
          <p:cNvSpPr/>
          <p:nvPr/>
        </p:nvSpPr>
        <p:spPr>
          <a:xfrm flipH="1">
            <a:off x="20907247" y="8421623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3" name="Connector 10740"/>
          <p:cNvSpPr/>
          <p:nvPr/>
        </p:nvSpPr>
        <p:spPr>
          <a:xfrm flipH="1">
            <a:off x="20827237" y="8708135"/>
            <a:ext cx="8001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4" name="Connector 10741"/>
          <p:cNvSpPr/>
          <p:nvPr/>
        </p:nvSpPr>
        <p:spPr>
          <a:xfrm flipH="1">
            <a:off x="20729447" y="8994647"/>
            <a:ext cx="977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5" name="Connector 10742"/>
          <p:cNvSpPr/>
          <p:nvPr/>
        </p:nvSpPr>
        <p:spPr>
          <a:xfrm>
            <a:off x="20729447" y="5843015"/>
            <a:ext cx="11176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6" name="Connector 10743"/>
          <p:cNvSpPr/>
          <p:nvPr/>
        </p:nvSpPr>
        <p:spPr>
          <a:xfrm>
            <a:off x="20841208" y="6201154"/>
            <a:ext cx="9144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7" name="Connector 10744"/>
          <p:cNvSpPr/>
          <p:nvPr/>
        </p:nvSpPr>
        <p:spPr>
          <a:xfrm>
            <a:off x="20932647" y="6559295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8" name="Connector 10745"/>
          <p:cNvSpPr/>
          <p:nvPr/>
        </p:nvSpPr>
        <p:spPr>
          <a:xfrm>
            <a:off x="21003767" y="6917435"/>
            <a:ext cx="5080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39" name="Connector 10746"/>
          <p:cNvSpPr/>
          <p:nvPr/>
        </p:nvSpPr>
        <p:spPr>
          <a:xfrm>
            <a:off x="21054567" y="7275576"/>
            <a:ext cx="3048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0" name="Connector 10747"/>
          <p:cNvSpPr/>
          <p:nvPr/>
        </p:nvSpPr>
        <p:spPr>
          <a:xfrm>
            <a:off x="21085047" y="7633714"/>
            <a:ext cx="1016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1" name="Connector 10748"/>
          <p:cNvSpPr/>
          <p:nvPr/>
        </p:nvSpPr>
        <p:spPr>
          <a:xfrm flipH="1">
            <a:off x="21085047" y="7991856"/>
            <a:ext cx="101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2" name="Connector 10749"/>
          <p:cNvSpPr/>
          <p:nvPr/>
        </p:nvSpPr>
        <p:spPr>
          <a:xfrm flipH="1">
            <a:off x="21054567" y="8349995"/>
            <a:ext cx="3048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3" name="Connector 10750"/>
          <p:cNvSpPr/>
          <p:nvPr/>
        </p:nvSpPr>
        <p:spPr>
          <a:xfrm flipH="1">
            <a:off x="21003767" y="8708135"/>
            <a:ext cx="5080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4" name="Connector 10751"/>
          <p:cNvSpPr/>
          <p:nvPr/>
        </p:nvSpPr>
        <p:spPr>
          <a:xfrm flipH="1">
            <a:off x="20932647" y="9066276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5" name="Connector 10752"/>
          <p:cNvSpPr/>
          <p:nvPr/>
        </p:nvSpPr>
        <p:spPr>
          <a:xfrm flipH="1">
            <a:off x="20841208" y="9424416"/>
            <a:ext cx="9144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6" name="Connector 10753"/>
          <p:cNvSpPr/>
          <p:nvPr/>
        </p:nvSpPr>
        <p:spPr>
          <a:xfrm flipH="1">
            <a:off x="20729447" y="9782556"/>
            <a:ext cx="1117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7" name="Connector 10754"/>
          <p:cNvSpPr/>
          <p:nvPr/>
        </p:nvSpPr>
        <p:spPr>
          <a:xfrm>
            <a:off x="20729447" y="5843015"/>
            <a:ext cx="125730" cy="42976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8" name="Connector 10755"/>
          <p:cNvSpPr/>
          <p:nvPr/>
        </p:nvSpPr>
        <p:spPr>
          <a:xfrm>
            <a:off x="20855178" y="6272782"/>
            <a:ext cx="102871" cy="42977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49" name="Connector 10756"/>
          <p:cNvSpPr/>
          <p:nvPr/>
        </p:nvSpPr>
        <p:spPr>
          <a:xfrm>
            <a:off x="20958047" y="6702552"/>
            <a:ext cx="8001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0" name="Connector 10757"/>
          <p:cNvSpPr/>
          <p:nvPr/>
        </p:nvSpPr>
        <p:spPr>
          <a:xfrm>
            <a:off x="21038058" y="7132319"/>
            <a:ext cx="5715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1" name="Connector 10758"/>
          <p:cNvSpPr/>
          <p:nvPr/>
        </p:nvSpPr>
        <p:spPr>
          <a:xfrm>
            <a:off x="21095208" y="7562088"/>
            <a:ext cx="3429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2" name="Connector 10759"/>
          <p:cNvSpPr/>
          <p:nvPr/>
        </p:nvSpPr>
        <p:spPr>
          <a:xfrm>
            <a:off x="21129496" y="7991856"/>
            <a:ext cx="11432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3" name="Connector 10760"/>
          <p:cNvSpPr/>
          <p:nvPr/>
        </p:nvSpPr>
        <p:spPr>
          <a:xfrm flipH="1">
            <a:off x="21129497" y="8421623"/>
            <a:ext cx="1143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4" name="Connector 10761"/>
          <p:cNvSpPr/>
          <p:nvPr/>
        </p:nvSpPr>
        <p:spPr>
          <a:xfrm flipH="1">
            <a:off x="21095208" y="8851392"/>
            <a:ext cx="3429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5" name="Connector 10762"/>
          <p:cNvSpPr/>
          <p:nvPr/>
        </p:nvSpPr>
        <p:spPr>
          <a:xfrm flipH="1">
            <a:off x="21038058" y="9281159"/>
            <a:ext cx="5715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6" name="Connector 10763"/>
          <p:cNvSpPr/>
          <p:nvPr/>
        </p:nvSpPr>
        <p:spPr>
          <a:xfrm flipH="1">
            <a:off x="20958047" y="9710928"/>
            <a:ext cx="8001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7" name="Connector 10764"/>
          <p:cNvSpPr/>
          <p:nvPr/>
        </p:nvSpPr>
        <p:spPr>
          <a:xfrm flipH="1">
            <a:off x="20855178" y="10140695"/>
            <a:ext cx="102871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8" name="Connector 10765"/>
          <p:cNvSpPr/>
          <p:nvPr/>
        </p:nvSpPr>
        <p:spPr>
          <a:xfrm flipH="1">
            <a:off x="20729448" y="10570464"/>
            <a:ext cx="125730" cy="42976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59" name="Connector 10766"/>
          <p:cNvSpPr/>
          <p:nvPr/>
        </p:nvSpPr>
        <p:spPr>
          <a:xfrm>
            <a:off x="20729447" y="6702552"/>
            <a:ext cx="5588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0" name="Connector 10767"/>
          <p:cNvSpPr/>
          <p:nvPr/>
        </p:nvSpPr>
        <p:spPr>
          <a:xfrm>
            <a:off x="20785326" y="6774178"/>
            <a:ext cx="4572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1" name="Connector 10768"/>
          <p:cNvSpPr/>
          <p:nvPr/>
        </p:nvSpPr>
        <p:spPr>
          <a:xfrm>
            <a:off x="20831047" y="6845807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2" name="Connector 10769"/>
          <p:cNvSpPr/>
          <p:nvPr/>
        </p:nvSpPr>
        <p:spPr>
          <a:xfrm>
            <a:off x="20866608" y="6917435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3" name="Connector 10770"/>
          <p:cNvSpPr/>
          <p:nvPr/>
        </p:nvSpPr>
        <p:spPr>
          <a:xfrm>
            <a:off x="20892008" y="6989064"/>
            <a:ext cx="1524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4" name="Connector 10771"/>
          <p:cNvSpPr/>
          <p:nvPr/>
        </p:nvSpPr>
        <p:spPr>
          <a:xfrm>
            <a:off x="20907247" y="7060690"/>
            <a:ext cx="50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5" name="Connector 10772"/>
          <p:cNvSpPr/>
          <p:nvPr/>
        </p:nvSpPr>
        <p:spPr>
          <a:xfrm flipH="1">
            <a:off x="20907247" y="7132319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6" name="Connector 10773"/>
          <p:cNvSpPr/>
          <p:nvPr/>
        </p:nvSpPr>
        <p:spPr>
          <a:xfrm flipH="1">
            <a:off x="20892008" y="7203947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7" name="Connector 10774"/>
          <p:cNvSpPr/>
          <p:nvPr/>
        </p:nvSpPr>
        <p:spPr>
          <a:xfrm flipH="1">
            <a:off x="20866608" y="7275576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8" name="Connector 10775"/>
          <p:cNvSpPr/>
          <p:nvPr/>
        </p:nvSpPr>
        <p:spPr>
          <a:xfrm flipH="1">
            <a:off x="20831047" y="7347204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69" name="Connector 10776"/>
          <p:cNvSpPr/>
          <p:nvPr/>
        </p:nvSpPr>
        <p:spPr>
          <a:xfrm flipH="1">
            <a:off x="20785326" y="7418831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0" name="Connector 10777"/>
          <p:cNvSpPr/>
          <p:nvPr/>
        </p:nvSpPr>
        <p:spPr>
          <a:xfrm flipH="1">
            <a:off x="20729447" y="7490459"/>
            <a:ext cx="5588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1" name="Connector 10778"/>
          <p:cNvSpPr/>
          <p:nvPr/>
        </p:nvSpPr>
        <p:spPr>
          <a:xfrm>
            <a:off x="20729447" y="6702552"/>
            <a:ext cx="698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2" name="Connector 10779"/>
          <p:cNvSpPr/>
          <p:nvPr/>
        </p:nvSpPr>
        <p:spPr>
          <a:xfrm>
            <a:off x="20799297" y="6845807"/>
            <a:ext cx="571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3" name="Connector 10780"/>
          <p:cNvSpPr/>
          <p:nvPr/>
        </p:nvSpPr>
        <p:spPr>
          <a:xfrm>
            <a:off x="20856447" y="6989064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4" name="Connector 10781"/>
          <p:cNvSpPr/>
          <p:nvPr/>
        </p:nvSpPr>
        <p:spPr>
          <a:xfrm>
            <a:off x="20900897" y="7132319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5" name="Connector 10782"/>
          <p:cNvSpPr/>
          <p:nvPr/>
        </p:nvSpPr>
        <p:spPr>
          <a:xfrm>
            <a:off x="20932647" y="7275576"/>
            <a:ext cx="19050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6" name="Connector 10783"/>
          <p:cNvSpPr/>
          <p:nvPr/>
        </p:nvSpPr>
        <p:spPr>
          <a:xfrm>
            <a:off x="20951696" y="7418831"/>
            <a:ext cx="6352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7" name="Connector 10784"/>
          <p:cNvSpPr/>
          <p:nvPr/>
        </p:nvSpPr>
        <p:spPr>
          <a:xfrm flipH="1">
            <a:off x="20951697" y="7562088"/>
            <a:ext cx="63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8" name="Connector 10785"/>
          <p:cNvSpPr/>
          <p:nvPr/>
        </p:nvSpPr>
        <p:spPr>
          <a:xfrm flipH="1">
            <a:off x="20932647" y="7705342"/>
            <a:ext cx="190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79" name="Connector 10786"/>
          <p:cNvSpPr/>
          <p:nvPr/>
        </p:nvSpPr>
        <p:spPr>
          <a:xfrm flipH="1">
            <a:off x="20900897" y="7848600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0" name="Connector 10787"/>
          <p:cNvSpPr/>
          <p:nvPr/>
        </p:nvSpPr>
        <p:spPr>
          <a:xfrm flipH="1">
            <a:off x="20856447" y="7991856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1" name="Connector 10788"/>
          <p:cNvSpPr/>
          <p:nvPr/>
        </p:nvSpPr>
        <p:spPr>
          <a:xfrm flipH="1">
            <a:off x="20799297" y="8135111"/>
            <a:ext cx="571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2" name="Connector 10789"/>
          <p:cNvSpPr/>
          <p:nvPr/>
        </p:nvSpPr>
        <p:spPr>
          <a:xfrm flipH="1">
            <a:off x="20729447" y="8278366"/>
            <a:ext cx="698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3" name="Connector 10790"/>
          <p:cNvSpPr/>
          <p:nvPr/>
        </p:nvSpPr>
        <p:spPr>
          <a:xfrm>
            <a:off x="20729447" y="6702552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4" name="Connector 10791"/>
          <p:cNvSpPr/>
          <p:nvPr/>
        </p:nvSpPr>
        <p:spPr>
          <a:xfrm>
            <a:off x="20813267" y="6917435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5" name="Connector 10792"/>
          <p:cNvSpPr/>
          <p:nvPr/>
        </p:nvSpPr>
        <p:spPr>
          <a:xfrm>
            <a:off x="20881847" y="7132319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6" name="Connector 10793"/>
          <p:cNvSpPr/>
          <p:nvPr/>
        </p:nvSpPr>
        <p:spPr>
          <a:xfrm>
            <a:off x="20935187" y="7347204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7" name="Connector 10794"/>
          <p:cNvSpPr/>
          <p:nvPr/>
        </p:nvSpPr>
        <p:spPr>
          <a:xfrm>
            <a:off x="20973287" y="7562088"/>
            <a:ext cx="22860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8" name="Connector 10795"/>
          <p:cNvSpPr/>
          <p:nvPr/>
        </p:nvSpPr>
        <p:spPr>
          <a:xfrm>
            <a:off x="20996146" y="7776971"/>
            <a:ext cx="7622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89" name="Connector 10796"/>
          <p:cNvSpPr/>
          <p:nvPr/>
        </p:nvSpPr>
        <p:spPr>
          <a:xfrm flipH="1">
            <a:off x="20996147" y="7991856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0" name="Connector 10797"/>
          <p:cNvSpPr/>
          <p:nvPr/>
        </p:nvSpPr>
        <p:spPr>
          <a:xfrm flipH="1">
            <a:off x="20973287" y="8206740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1" name="Connector 10798"/>
          <p:cNvSpPr/>
          <p:nvPr/>
        </p:nvSpPr>
        <p:spPr>
          <a:xfrm flipH="1">
            <a:off x="20935187" y="8421623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2" name="Connector 10799"/>
          <p:cNvSpPr/>
          <p:nvPr/>
        </p:nvSpPr>
        <p:spPr>
          <a:xfrm flipH="1">
            <a:off x="20881848" y="8636507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3" name="Connector 10800"/>
          <p:cNvSpPr/>
          <p:nvPr/>
        </p:nvSpPr>
        <p:spPr>
          <a:xfrm flipH="1">
            <a:off x="20813267" y="8851392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4" name="Connector 10801"/>
          <p:cNvSpPr/>
          <p:nvPr/>
        </p:nvSpPr>
        <p:spPr>
          <a:xfrm flipH="1">
            <a:off x="20729447" y="9066276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5" name="Connector 10802"/>
          <p:cNvSpPr/>
          <p:nvPr/>
        </p:nvSpPr>
        <p:spPr>
          <a:xfrm>
            <a:off x="20729447" y="6702552"/>
            <a:ext cx="9779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6" name="Connector 10803"/>
          <p:cNvSpPr/>
          <p:nvPr/>
        </p:nvSpPr>
        <p:spPr>
          <a:xfrm>
            <a:off x="20827237" y="6989063"/>
            <a:ext cx="8001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7" name="Connector 10804"/>
          <p:cNvSpPr/>
          <p:nvPr/>
        </p:nvSpPr>
        <p:spPr>
          <a:xfrm>
            <a:off x="20907247" y="7275576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8" name="Connector 10805"/>
          <p:cNvSpPr/>
          <p:nvPr/>
        </p:nvSpPr>
        <p:spPr>
          <a:xfrm>
            <a:off x="20969478" y="7562088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99" name="Connector 10806"/>
          <p:cNvSpPr/>
          <p:nvPr/>
        </p:nvSpPr>
        <p:spPr>
          <a:xfrm>
            <a:off x="21013928" y="7848600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0" name="Connector 10807"/>
          <p:cNvSpPr/>
          <p:nvPr/>
        </p:nvSpPr>
        <p:spPr>
          <a:xfrm>
            <a:off x="21040596" y="8135111"/>
            <a:ext cx="889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1" name="Connector 10808"/>
          <p:cNvSpPr/>
          <p:nvPr/>
        </p:nvSpPr>
        <p:spPr>
          <a:xfrm flipH="1">
            <a:off x="21040597" y="8421623"/>
            <a:ext cx="88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2" name="Connector 10809"/>
          <p:cNvSpPr/>
          <p:nvPr/>
        </p:nvSpPr>
        <p:spPr>
          <a:xfrm flipH="1">
            <a:off x="21013929" y="8708135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3" name="Connector 10810"/>
          <p:cNvSpPr/>
          <p:nvPr/>
        </p:nvSpPr>
        <p:spPr>
          <a:xfrm flipH="1">
            <a:off x="20969478" y="8994647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4" name="Connector 10811"/>
          <p:cNvSpPr/>
          <p:nvPr/>
        </p:nvSpPr>
        <p:spPr>
          <a:xfrm flipH="1">
            <a:off x="20907247" y="9281159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5" name="Connector 10812"/>
          <p:cNvSpPr/>
          <p:nvPr/>
        </p:nvSpPr>
        <p:spPr>
          <a:xfrm flipH="1">
            <a:off x="20827237" y="9567671"/>
            <a:ext cx="8001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6" name="Connector 10813"/>
          <p:cNvSpPr/>
          <p:nvPr/>
        </p:nvSpPr>
        <p:spPr>
          <a:xfrm flipH="1">
            <a:off x="20729447" y="9854183"/>
            <a:ext cx="9779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7" name="Connector 10814"/>
          <p:cNvSpPr/>
          <p:nvPr/>
        </p:nvSpPr>
        <p:spPr>
          <a:xfrm>
            <a:off x="20729447" y="6702552"/>
            <a:ext cx="1117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8" name="Connector 10815"/>
          <p:cNvSpPr/>
          <p:nvPr/>
        </p:nvSpPr>
        <p:spPr>
          <a:xfrm>
            <a:off x="20841208" y="7060692"/>
            <a:ext cx="9144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09" name="Connector 10816"/>
          <p:cNvSpPr/>
          <p:nvPr/>
        </p:nvSpPr>
        <p:spPr>
          <a:xfrm>
            <a:off x="20932647" y="7418831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0" name="Connector 10817"/>
          <p:cNvSpPr/>
          <p:nvPr/>
        </p:nvSpPr>
        <p:spPr>
          <a:xfrm>
            <a:off x="21003767" y="7776971"/>
            <a:ext cx="5080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1" name="Connector 10818"/>
          <p:cNvSpPr/>
          <p:nvPr/>
        </p:nvSpPr>
        <p:spPr>
          <a:xfrm>
            <a:off x="21054567" y="8135111"/>
            <a:ext cx="3048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2" name="Connector 10819"/>
          <p:cNvSpPr/>
          <p:nvPr/>
        </p:nvSpPr>
        <p:spPr>
          <a:xfrm>
            <a:off x="21085047" y="8493251"/>
            <a:ext cx="1016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3" name="Connector 10820"/>
          <p:cNvSpPr/>
          <p:nvPr/>
        </p:nvSpPr>
        <p:spPr>
          <a:xfrm flipH="1">
            <a:off x="21085047" y="8851392"/>
            <a:ext cx="1016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4" name="Connector 10821"/>
          <p:cNvSpPr/>
          <p:nvPr/>
        </p:nvSpPr>
        <p:spPr>
          <a:xfrm flipH="1">
            <a:off x="21054567" y="9209531"/>
            <a:ext cx="3048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5" name="Connector 10822"/>
          <p:cNvSpPr/>
          <p:nvPr/>
        </p:nvSpPr>
        <p:spPr>
          <a:xfrm flipH="1">
            <a:off x="21003767" y="9567671"/>
            <a:ext cx="5080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6" name="Connector 10823"/>
          <p:cNvSpPr/>
          <p:nvPr/>
        </p:nvSpPr>
        <p:spPr>
          <a:xfrm flipH="1">
            <a:off x="20932647" y="9925811"/>
            <a:ext cx="71121" cy="358141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7" name="Connector 10824"/>
          <p:cNvSpPr/>
          <p:nvPr/>
        </p:nvSpPr>
        <p:spPr>
          <a:xfrm flipH="1">
            <a:off x="20841208" y="10283952"/>
            <a:ext cx="91441" cy="35814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8" name="Connector 10825"/>
          <p:cNvSpPr/>
          <p:nvPr/>
        </p:nvSpPr>
        <p:spPr>
          <a:xfrm flipH="1">
            <a:off x="20729447" y="10642090"/>
            <a:ext cx="111761" cy="35814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19" name="Connector 10826"/>
          <p:cNvSpPr/>
          <p:nvPr/>
        </p:nvSpPr>
        <p:spPr>
          <a:xfrm>
            <a:off x="20729447" y="7562088"/>
            <a:ext cx="5588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0" name="Connector 10827"/>
          <p:cNvSpPr/>
          <p:nvPr/>
        </p:nvSpPr>
        <p:spPr>
          <a:xfrm>
            <a:off x="20785326" y="7633716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1" name="Connector 10828"/>
          <p:cNvSpPr/>
          <p:nvPr/>
        </p:nvSpPr>
        <p:spPr>
          <a:xfrm>
            <a:off x="20831047" y="7705343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2" name="Connector 10829"/>
          <p:cNvSpPr/>
          <p:nvPr/>
        </p:nvSpPr>
        <p:spPr>
          <a:xfrm>
            <a:off x="20866608" y="7776971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3" name="Connector 10830"/>
          <p:cNvSpPr/>
          <p:nvPr/>
        </p:nvSpPr>
        <p:spPr>
          <a:xfrm>
            <a:off x="20892008" y="7848600"/>
            <a:ext cx="1524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4" name="Connector 10831"/>
          <p:cNvSpPr/>
          <p:nvPr/>
        </p:nvSpPr>
        <p:spPr>
          <a:xfrm>
            <a:off x="20907247" y="7920226"/>
            <a:ext cx="50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5" name="Connector 10832"/>
          <p:cNvSpPr/>
          <p:nvPr/>
        </p:nvSpPr>
        <p:spPr>
          <a:xfrm flipH="1">
            <a:off x="20907247" y="7991856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6" name="Connector 10833"/>
          <p:cNvSpPr/>
          <p:nvPr/>
        </p:nvSpPr>
        <p:spPr>
          <a:xfrm flipH="1">
            <a:off x="20892008" y="8063483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7" name="Connector 10834"/>
          <p:cNvSpPr/>
          <p:nvPr/>
        </p:nvSpPr>
        <p:spPr>
          <a:xfrm flipH="1">
            <a:off x="20866608" y="8135111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8" name="Connector 10835"/>
          <p:cNvSpPr/>
          <p:nvPr/>
        </p:nvSpPr>
        <p:spPr>
          <a:xfrm flipH="1">
            <a:off x="20831047" y="8206740"/>
            <a:ext cx="3556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29" name="Connector 10836"/>
          <p:cNvSpPr/>
          <p:nvPr/>
        </p:nvSpPr>
        <p:spPr>
          <a:xfrm flipH="1">
            <a:off x="20785326" y="8278366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0" name="Connector 10837"/>
          <p:cNvSpPr/>
          <p:nvPr/>
        </p:nvSpPr>
        <p:spPr>
          <a:xfrm flipH="1">
            <a:off x="20729447" y="8349994"/>
            <a:ext cx="55880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1" name="Connector 10838"/>
          <p:cNvSpPr/>
          <p:nvPr/>
        </p:nvSpPr>
        <p:spPr>
          <a:xfrm>
            <a:off x="20729447" y="7562088"/>
            <a:ext cx="698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2" name="Connector 10839"/>
          <p:cNvSpPr/>
          <p:nvPr/>
        </p:nvSpPr>
        <p:spPr>
          <a:xfrm>
            <a:off x="20799297" y="7705342"/>
            <a:ext cx="571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3" name="Connector 10840"/>
          <p:cNvSpPr/>
          <p:nvPr/>
        </p:nvSpPr>
        <p:spPr>
          <a:xfrm>
            <a:off x="20856447" y="7848600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4" name="Connector 10841"/>
          <p:cNvSpPr/>
          <p:nvPr/>
        </p:nvSpPr>
        <p:spPr>
          <a:xfrm>
            <a:off x="20900897" y="7991856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5" name="Connector 10842"/>
          <p:cNvSpPr/>
          <p:nvPr/>
        </p:nvSpPr>
        <p:spPr>
          <a:xfrm>
            <a:off x="20932647" y="8135111"/>
            <a:ext cx="190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6" name="Connector 10843"/>
          <p:cNvSpPr/>
          <p:nvPr/>
        </p:nvSpPr>
        <p:spPr>
          <a:xfrm>
            <a:off x="20951696" y="8278366"/>
            <a:ext cx="63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7" name="Connector 10844"/>
          <p:cNvSpPr/>
          <p:nvPr/>
        </p:nvSpPr>
        <p:spPr>
          <a:xfrm flipH="1">
            <a:off x="20951697" y="8421623"/>
            <a:ext cx="63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8" name="Connector 10845"/>
          <p:cNvSpPr/>
          <p:nvPr/>
        </p:nvSpPr>
        <p:spPr>
          <a:xfrm flipH="1">
            <a:off x="20932647" y="8564880"/>
            <a:ext cx="190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39" name="Connector 10846"/>
          <p:cNvSpPr/>
          <p:nvPr/>
        </p:nvSpPr>
        <p:spPr>
          <a:xfrm flipH="1">
            <a:off x="20900897" y="8708135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0" name="Connector 10847"/>
          <p:cNvSpPr/>
          <p:nvPr/>
        </p:nvSpPr>
        <p:spPr>
          <a:xfrm flipH="1">
            <a:off x="20856447" y="8851392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1" name="Connector 10848"/>
          <p:cNvSpPr/>
          <p:nvPr/>
        </p:nvSpPr>
        <p:spPr>
          <a:xfrm flipH="1">
            <a:off x="20799297" y="8994647"/>
            <a:ext cx="571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2" name="Connector 10849"/>
          <p:cNvSpPr/>
          <p:nvPr/>
        </p:nvSpPr>
        <p:spPr>
          <a:xfrm flipH="1">
            <a:off x="20729447" y="9137902"/>
            <a:ext cx="698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3" name="Connector 10850"/>
          <p:cNvSpPr/>
          <p:nvPr/>
        </p:nvSpPr>
        <p:spPr>
          <a:xfrm>
            <a:off x="20729447" y="7562088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4" name="Connector 10851"/>
          <p:cNvSpPr/>
          <p:nvPr/>
        </p:nvSpPr>
        <p:spPr>
          <a:xfrm>
            <a:off x="20813267" y="7776971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5" name="Connector 10852"/>
          <p:cNvSpPr/>
          <p:nvPr/>
        </p:nvSpPr>
        <p:spPr>
          <a:xfrm>
            <a:off x="20881847" y="7991856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6" name="Connector 10853"/>
          <p:cNvSpPr/>
          <p:nvPr/>
        </p:nvSpPr>
        <p:spPr>
          <a:xfrm>
            <a:off x="20935187" y="8206740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7" name="Connector 10854"/>
          <p:cNvSpPr/>
          <p:nvPr/>
        </p:nvSpPr>
        <p:spPr>
          <a:xfrm>
            <a:off x="20973287" y="8421623"/>
            <a:ext cx="22860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8" name="Connector 10855"/>
          <p:cNvSpPr/>
          <p:nvPr/>
        </p:nvSpPr>
        <p:spPr>
          <a:xfrm>
            <a:off x="20996146" y="8636506"/>
            <a:ext cx="7622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49" name="Connector 10856"/>
          <p:cNvSpPr/>
          <p:nvPr/>
        </p:nvSpPr>
        <p:spPr>
          <a:xfrm flipH="1">
            <a:off x="20996147" y="8851392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0" name="Connector 10857"/>
          <p:cNvSpPr/>
          <p:nvPr/>
        </p:nvSpPr>
        <p:spPr>
          <a:xfrm flipH="1">
            <a:off x="20973287" y="9066276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1" name="Connector 10858"/>
          <p:cNvSpPr/>
          <p:nvPr/>
        </p:nvSpPr>
        <p:spPr>
          <a:xfrm flipH="1">
            <a:off x="20935187" y="9281159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2" name="Connector 10859"/>
          <p:cNvSpPr/>
          <p:nvPr/>
        </p:nvSpPr>
        <p:spPr>
          <a:xfrm flipH="1">
            <a:off x="20881848" y="9496043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3" name="Connector 10860"/>
          <p:cNvSpPr/>
          <p:nvPr/>
        </p:nvSpPr>
        <p:spPr>
          <a:xfrm flipH="1">
            <a:off x="20813267" y="9710928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4" name="Connector 10861"/>
          <p:cNvSpPr/>
          <p:nvPr/>
        </p:nvSpPr>
        <p:spPr>
          <a:xfrm flipH="1">
            <a:off x="20729447" y="9925811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5" name="Connector 10862"/>
          <p:cNvSpPr/>
          <p:nvPr/>
        </p:nvSpPr>
        <p:spPr>
          <a:xfrm>
            <a:off x="20729447" y="7562088"/>
            <a:ext cx="9779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6" name="Connector 10863"/>
          <p:cNvSpPr/>
          <p:nvPr/>
        </p:nvSpPr>
        <p:spPr>
          <a:xfrm>
            <a:off x="20827237" y="7848599"/>
            <a:ext cx="8001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7" name="Connector 10864"/>
          <p:cNvSpPr/>
          <p:nvPr/>
        </p:nvSpPr>
        <p:spPr>
          <a:xfrm>
            <a:off x="20907247" y="8135111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8" name="Connector 10865"/>
          <p:cNvSpPr/>
          <p:nvPr/>
        </p:nvSpPr>
        <p:spPr>
          <a:xfrm>
            <a:off x="20969478" y="8421623"/>
            <a:ext cx="4445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59" name="Connector 10866"/>
          <p:cNvSpPr/>
          <p:nvPr/>
        </p:nvSpPr>
        <p:spPr>
          <a:xfrm>
            <a:off x="21013928" y="8708135"/>
            <a:ext cx="26670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0" name="Connector 10867"/>
          <p:cNvSpPr/>
          <p:nvPr/>
        </p:nvSpPr>
        <p:spPr>
          <a:xfrm>
            <a:off x="21040596" y="8994647"/>
            <a:ext cx="8892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1" name="Connector 10868"/>
          <p:cNvSpPr/>
          <p:nvPr/>
        </p:nvSpPr>
        <p:spPr>
          <a:xfrm flipH="1">
            <a:off x="21040597" y="9281159"/>
            <a:ext cx="889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2" name="Connector 10869"/>
          <p:cNvSpPr/>
          <p:nvPr/>
        </p:nvSpPr>
        <p:spPr>
          <a:xfrm flipH="1">
            <a:off x="21013929" y="9567671"/>
            <a:ext cx="26670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3" name="Connector 10870"/>
          <p:cNvSpPr/>
          <p:nvPr/>
        </p:nvSpPr>
        <p:spPr>
          <a:xfrm flipH="1">
            <a:off x="20969478" y="9854183"/>
            <a:ext cx="4445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4" name="Connector 10871"/>
          <p:cNvSpPr/>
          <p:nvPr/>
        </p:nvSpPr>
        <p:spPr>
          <a:xfrm flipH="1">
            <a:off x="20907247" y="10140695"/>
            <a:ext cx="62231" cy="286513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5" name="Connector 10872"/>
          <p:cNvSpPr/>
          <p:nvPr/>
        </p:nvSpPr>
        <p:spPr>
          <a:xfrm flipH="1">
            <a:off x="20827237" y="10427207"/>
            <a:ext cx="80011" cy="286512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6" name="Connector 10873"/>
          <p:cNvSpPr/>
          <p:nvPr/>
        </p:nvSpPr>
        <p:spPr>
          <a:xfrm flipH="1">
            <a:off x="20729447" y="10713718"/>
            <a:ext cx="97791" cy="28651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7" name="Connector 10874"/>
          <p:cNvSpPr/>
          <p:nvPr/>
        </p:nvSpPr>
        <p:spPr>
          <a:xfrm>
            <a:off x="20729447" y="8421623"/>
            <a:ext cx="5588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8" name="Connector 10875"/>
          <p:cNvSpPr/>
          <p:nvPr/>
        </p:nvSpPr>
        <p:spPr>
          <a:xfrm>
            <a:off x="20785326" y="8493251"/>
            <a:ext cx="4572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69" name="Connector 10876"/>
          <p:cNvSpPr/>
          <p:nvPr/>
        </p:nvSpPr>
        <p:spPr>
          <a:xfrm>
            <a:off x="20831047" y="8564880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0" name="Connector 10877"/>
          <p:cNvSpPr/>
          <p:nvPr/>
        </p:nvSpPr>
        <p:spPr>
          <a:xfrm>
            <a:off x="20866608" y="8636507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1" name="Connector 10878"/>
          <p:cNvSpPr/>
          <p:nvPr/>
        </p:nvSpPr>
        <p:spPr>
          <a:xfrm>
            <a:off x="20892008" y="8708135"/>
            <a:ext cx="1524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2" name="Connector 10879"/>
          <p:cNvSpPr/>
          <p:nvPr/>
        </p:nvSpPr>
        <p:spPr>
          <a:xfrm>
            <a:off x="20907247" y="8779763"/>
            <a:ext cx="50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3" name="Connector 10880"/>
          <p:cNvSpPr/>
          <p:nvPr/>
        </p:nvSpPr>
        <p:spPr>
          <a:xfrm flipH="1">
            <a:off x="20907247" y="8851392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4" name="Connector 10881"/>
          <p:cNvSpPr/>
          <p:nvPr/>
        </p:nvSpPr>
        <p:spPr>
          <a:xfrm flipH="1">
            <a:off x="20892008" y="8923019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5" name="Connector 10882"/>
          <p:cNvSpPr/>
          <p:nvPr/>
        </p:nvSpPr>
        <p:spPr>
          <a:xfrm flipH="1">
            <a:off x="20866608" y="8994647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6" name="Connector 10883"/>
          <p:cNvSpPr/>
          <p:nvPr/>
        </p:nvSpPr>
        <p:spPr>
          <a:xfrm flipH="1">
            <a:off x="20831047" y="9066276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7" name="Connector 10884"/>
          <p:cNvSpPr/>
          <p:nvPr/>
        </p:nvSpPr>
        <p:spPr>
          <a:xfrm flipH="1">
            <a:off x="20785326" y="9137904"/>
            <a:ext cx="45722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8" name="Connector 10885"/>
          <p:cNvSpPr/>
          <p:nvPr/>
        </p:nvSpPr>
        <p:spPr>
          <a:xfrm flipH="1">
            <a:off x="20729447" y="9209530"/>
            <a:ext cx="55880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79" name="Connector 10886"/>
          <p:cNvSpPr/>
          <p:nvPr/>
        </p:nvSpPr>
        <p:spPr>
          <a:xfrm>
            <a:off x="20729447" y="8421623"/>
            <a:ext cx="698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0" name="Connector 10887"/>
          <p:cNvSpPr/>
          <p:nvPr/>
        </p:nvSpPr>
        <p:spPr>
          <a:xfrm>
            <a:off x="20799297" y="8564880"/>
            <a:ext cx="571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1" name="Connector 10888"/>
          <p:cNvSpPr/>
          <p:nvPr/>
        </p:nvSpPr>
        <p:spPr>
          <a:xfrm>
            <a:off x="20856447" y="8708135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2" name="Connector 10889"/>
          <p:cNvSpPr/>
          <p:nvPr/>
        </p:nvSpPr>
        <p:spPr>
          <a:xfrm>
            <a:off x="20900897" y="8851392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3" name="Connector 10890"/>
          <p:cNvSpPr/>
          <p:nvPr/>
        </p:nvSpPr>
        <p:spPr>
          <a:xfrm>
            <a:off x="20932647" y="8994647"/>
            <a:ext cx="190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4" name="Connector 10891"/>
          <p:cNvSpPr/>
          <p:nvPr/>
        </p:nvSpPr>
        <p:spPr>
          <a:xfrm>
            <a:off x="20951696" y="9137902"/>
            <a:ext cx="63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5" name="Connector 10892"/>
          <p:cNvSpPr/>
          <p:nvPr/>
        </p:nvSpPr>
        <p:spPr>
          <a:xfrm flipH="1">
            <a:off x="20951697" y="9281159"/>
            <a:ext cx="63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6" name="Connector 10893"/>
          <p:cNvSpPr/>
          <p:nvPr/>
        </p:nvSpPr>
        <p:spPr>
          <a:xfrm flipH="1">
            <a:off x="20932647" y="9424416"/>
            <a:ext cx="190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7" name="Connector 10894"/>
          <p:cNvSpPr/>
          <p:nvPr/>
        </p:nvSpPr>
        <p:spPr>
          <a:xfrm flipH="1">
            <a:off x="20900897" y="9567671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8" name="Connector 10895"/>
          <p:cNvSpPr/>
          <p:nvPr/>
        </p:nvSpPr>
        <p:spPr>
          <a:xfrm flipH="1">
            <a:off x="20856447" y="9710928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89" name="Connector 10896"/>
          <p:cNvSpPr/>
          <p:nvPr/>
        </p:nvSpPr>
        <p:spPr>
          <a:xfrm flipH="1">
            <a:off x="20799297" y="9854183"/>
            <a:ext cx="571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0" name="Connector 10897"/>
          <p:cNvSpPr/>
          <p:nvPr/>
        </p:nvSpPr>
        <p:spPr>
          <a:xfrm flipH="1">
            <a:off x="20729447" y="9997439"/>
            <a:ext cx="698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1" name="Connector 10898"/>
          <p:cNvSpPr/>
          <p:nvPr/>
        </p:nvSpPr>
        <p:spPr>
          <a:xfrm>
            <a:off x="20729447" y="8421623"/>
            <a:ext cx="83821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2" name="Connector 10899"/>
          <p:cNvSpPr/>
          <p:nvPr/>
        </p:nvSpPr>
        <p:spPr>
          <a:xfrm>
            <a:off x="20813267" y="8636506"/>
            <a:ext cx="68581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3" name="Connector 10900"/>
          <p:cNvSpPr/>
          <p:nvPr/>
        </p:nvSpPr>
        <p:spPr>
          <a:xfrm>
            <a:off x="20881847" y="8851392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4" name="Connector 10901"/>
          <p:cNvSpPr/>
          <p:nvPr/>
        </p:nvSpPr>
        <p:spPr>
          <a:xfrm>
            <a:off x="20935187" y="9066276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5" name="Connector 10902"/>
          <p:cNvSpPr/>
          <p:nvPr/>
        </p:nvSpPr>
        <p:spPr>
          <a:xfrm>
            <a:off x="20973287" y="9281159"/>
            <a:ext cx="22860" cy="214884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6" name="Connector 10903"/>
          <p:cNvSpPr/>
          <p:nvPr/>
        </p:nvSpPr>
        <p:spPr>
          <a:xfrm>
            <a:off x="20996146" y="9496042"/>
            <a:ext cx="7622" cy="21488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7" name="Connector 10904"/>
          <p:cNvSpPr/>
          <p:nvPr/>
        </p:nvSpPr>
        <p:spPr>
          <a:xfrm flipH="1">
            <a:off x="20996147" y="9710928"/>
            <a:ext cx="76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8" name="Connector 10905"/>
          <p:cNvSpPr/>
          <p:nvPr/>
        </p:nvSpPr>
        <p:spPr>
          <a:xfrm flipH="1">
            <a:off x="20973287" y="9925811"/>
            <a:ext cx="2286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99" name="Connector 10906"/>
          <p:cNvSpPr/>
          <p:nvPr/>
        </p:nvSpPr>
        <p:spPr>
          <a:xfrm flipH="1">
            <a:off x="20935187" y="10140695"/>
            <a:ext cx="3810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0" name="Connector 10907"/>
          <p:cNvSpPr/>
          <p:nvPr/>
        </p:nvSpPr>
        <p:spPr>
          <a:xfrm flipH="1">
            <a:off x="20881848" y="10355580"/>
            <a:ext cx="53340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1" name="Connector 10908"/>
          <p:cNvSpPr/>
          <p:nvPr/>
        </p:nvSpPr>
        <p:spPr>
          <a:xfrm flipH="1">
            <a:off x="20813267" y="10570464"/>
            <a:ext cx="6858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2" name="Connector 10909"/>
          <p:cNvSpPr/>
          <p:nvPr/>
        </p:nvSpPr>
        <p:spPr>
          <a:xfrm flipH="1">
            <a:off x="20729447" y="10785347"/>
            <a:ext cx="83821" cy="214885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3" name="Connector 10910"/>
          <p:cNvSpPr/>
          <p:nvPr/>
        </p:nvSpPr>
        <p:spPr>
          <a:xfrm>
            <a:off x="20729447" y="9281159"/>
            <a:ext cx="55880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4" name="Connector 10911"/>
          <p:cNvSpPr/>
          <p:nvPr/>
        </p:nvSpPr>
        <p:spPr>
          <a:xfrm>
            <a:off x="20785326" y="9352787"/>
            <a:ext cx="45722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5" name="Connector 10912"/>
          <p:cNvSpPr/>
          <p:nvPr/>
        </p:nvSpPr>
        <p:spPr>
          <a:xfrm>
            <a:off x="20831047" y="9424416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6" name="Connector 10913"/>
          <p:cNvSpPr/>
          <p:nvPr/>
        </p:nvSpPr>
        <p:spPr>
          <a:xfrm>
            <a:off x="20866608" y="9496043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7" name="Connector 10914"/>
          <p:cNvSpPr/>
          <p:nvPr/>
        </p:nvSpPr>
        <p:spPr>
          <a:xfrm>
            <a:off x="20892008" y="9567671"/>
            <a:ext cx="1524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8" name="Connector 10915"/>
          <p:cNvSpPr/>
          <p:nvPr/>
        </p:nvSpPr>
        <p:spPr>
          <a:xfrm>
            <a:off x="20907247" y="9639299"/>
            <a:ext cx="50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09" name="Connector 10916"/>
          <p:cNvSpPr/>
          <p:nvPr/>
        </p:nvSpPr>
        <p:spPr>
          <a:xfrm flipH="1">
            <a:off x="20907247" y="9710928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0" name="Connector 10917"/>
          <p:cNvSpPr/>
          <p:nvPr/>
        </p:nvSpPr>
        <p:spPr>
          <a:xfrm flipH="1">
            <a:off x="20892008" y="9782556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1" name="Connector 10918"/>
          <p:cNvSpPr/>
          <p:nvPr/>
        </p:nvSpPr>
        <p:spPr>
          <a:xfrm flipH="1">
            <a:off x="20866608" y="9854183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2" name="Connector 10919"/>
          <p:cNvSpPr/>
          <p:nvPr/>
        </p:nvSpPr>
        <p:spPr>
          <a:xfrm flipH="1">
            <a:off x="20831047" y="9925811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3" name="Connector 10920"/>
          <p:cNvSpPr/>
          <p:nvPr/>
        </p:nvSpPr>
        <p:spPr>
          <a:xfrm flipH="1">
            <a:off x="20785326" y="9997440"/>
            <a:ext cx="45722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4" name="Connector 10921"/>
          <p:cNvSpPr/>
          <p:nvPr/>
        </p:nvSpPr>
        <p:spPr>
          <a:xfrm flipH="1">
            <a:off x="20729447" y="10069066"/>
            <a:ext cx="55880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5" name="Connector 10922"/>
          <p:cNvSpPr/>
          <p:nvPr/>
        </p:nvSpPr>
        <p:spPr>
          <a:xfrm>
            <a:off x="20729447" y="9281159"/>
            <a:ext cx="698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6" name="Connector 10923"/>
          <p:cNvSpPr/>
          <p:nvPr/>
        </p:nvSpPr>
        <p:spPr>
          <a:xfrm>
            <a:off x="20799297" y="9424414"/>
            <a:ext cx="571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7" name="Connector 10924"/>
          <p:cNvSpPr/>
          <p:nvPr/>
        </p:nvSpPr>
        <p:spPr>
          <a:xfrm>
            <a:off x="20856447" y="9567671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8" name="Connector 10925"/>
          <p:cNvSpPr/>
          <p:nvPr/>
        </p:nvSpPr>
        <p:spPr>
          <a:xfrm>
            <a:off x="20900897" y="9710928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19" name="Connector 10926"/>
          <p:cNvSpPr/>
          <p:nvPr/>
        </p:nvSpPr>
        <p:spPr>
          <a:xfrm>
            <a:off x="20932647" y="9854183"/>
            <a:ext cx="19050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0" name="Connector 10927"/>
          <p:cNvSpPr/>
          <p:nvPr/>
        </p:nvSpPr>
        <p:spPr>
          <a:xfrm>
            <a:off x="20951696" y="9997439"/>
            <a:ext cx="6352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1" name="Connector 10928"/>
          <p:cNvSpPr/>
          <p:nvPr/>
        </p:nvSpPr>
        <p:spPr>
          <a:xfrm flipH="1">
            <a:off x="20951697" y="10140695"/>
            <a:ext cx="6351" cy="143256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2" name="Connector 10929"/>
          <p:cNvSpPr/>
          <p:nvPr/>
        </p:nvSpPr>
        <p:spPr>
          <a:xfrm flipH="1">
            <a:off x="20932647" y="10283951"/>
            <a:ext cx="19051" cy="14325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3" name="Connector 10930"/>
          <p:cNvSpPr/>
          <p:nvPr/>
        </p:nvSpPr>
        <p:spPr>
          <a:xfrm flipH="1">
            <a:off x="20900897" y="10427207"/>
            <a:ext cx="317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4" name="Connector 10931"/>
          <p:cNvSpPr/>
          <p:nvPr/>
        </p:nvSpPr>
        <p:spPr>
          <a:xfrm flipH="1">
            <a:off x="20856447" y="10570464"/>
            <a:ext cx="444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5" name="Connector 10932"/>
          <p:cNvSpPr/>
          <p:nvPr/>
        </p:nvSpPr>
        <p:spPr>
          <a:xfrm flipH="1">
            <a:off x="20799297" y="10713719"/>
            <a:ext cx="571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6" name="Connector 10933"/>
          <p:cNvSpPr/>
          <p:nvPr/>
        </p:nvSpPr>
        <p:spPr>
          <a:xfrm flipH="1">
            <a:off x="20729447" y="10856976"/>
            <a:ext cx="69851" cy="143257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7" name="Connector 10934"/>
          <p:cNvSpPr/>
          <p:nvPr/>
        </p:nvSpPr>
        <p:spPr>
          <a:xfrm>
            <a:off x="20729447" y="10140695"/>
            <a:ext cx="55880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8" name="Connector 10935"/>
          <p:cNvSpPr/>
          <p:nvPr/>
        </p:nvSpPr>
        <p:spPr>
          <a:xfrm>
            <a:off x="20785326" y="10212323"/>
            <a:ext cx="45722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29" name="Connector 10936"/>
          <p:cNvSpPr/>
          <p:nvPr/>
        </p:nvSpPr>
        <p:spPr>
          <a:xfrm>
            <a:off x="20831047" y="10283952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0" name="Connector 10937"/>
          <p:cNvSpPr/>
          <p:nvPr/>
        </p:nvSpPr>
        <p:spPr>
          <a:xfrm>
            <a:off x="20866608" y="10355580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1" name="Connector 10938"/>
          <p:cNvSpPr/>
          <p:nvPr/>
        </p:nvSpPr>
        <p:spPr>
          <a:xfrm>
            <a:off x="20892008" y="10427207"/>
            <a:ext cx="15241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2" name="Connector 10939"/>
          <p:cNvSpPr/>
          <p:nvPr/>
        </p:nvSpPr>
        <p:spPr>
          <a:xfrm>
            <a:off x="20907247" y="10498835"/>
            <a:ext cx="5081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3" name="Connector 10940"/>
          <p:cNvSpPr/>
          <p:nvPr/>
        </p:nvSpPr>
        <p:spPr>
          <a:xfrm flipH="1">
            <a:off x="20907247" y="10570464"/>
            <a:ext cx="508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4" name="Connector 10941"/>
          <p:cNvSpPr/>
          <p:nvPr/>
        </p:nvSpPr>
        <p:spPr>
          <a:xfrm flipH="1">
            <a:off x="20892008" y="10642092"/>
            <a:ext cx="1524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5" name="Connector 10942"/>
          <p:cNvSpPr/>
          <p:nvPr/>
        </p:nvSpPr>
        <p:spPr>
          <a:xfrm flipH="1">
            <a:off x="20866608" y="10713719"/>
            <a:ext cx="2540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6" name="Connector 10943"/>
          <p:cNvSpPr/>
          <p:nvPr/>
        </p:nvSpPr>
        <p:spPr>
          <a:xfrm flipH="1">
            <a:off x="20831047" y="10785347"/>
            <a:ext cx="35561" cy="71629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7" name="Connector 10944"/>
          <p:cNvSpPr/>
          <p:nvPr/>
        </p:nvSpPr>
        <p:spPr>
          <a:xfrm flipH="1">
            <a:off x="20785326" y="10856976"/>
            <a:ext cx="45722" cy="71628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8" name="Connector 10945"/>
          <p:cNvSpPr/>
          <p:nvPr/>
        </p:nvSpPr>
        <p:spPr>
          <a:xfrm flipH="1">
            <a:off x="20729447" y="10928602"/>
            <a:ext cx="55880" cy="71630"/>
          </a:xfrm>
          <a:prstGeom prst="line">
            <a:avLst/>
          </a:prstGeom>
          <a:ln w="18288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39" name="TextBox 10946"/>
          <p:cNvSpPr txBox="1"/>
          <p:nvPr/>
        </p:nvSpPr>
        <p:spPr>
          <a:xfrm>
            <a:off x="13103316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0</a:t>
            </a:r>
          </a:p>
        </p:txBody>
      </p:sp>
      <p:sp>
        <p:nvSpPr>
          <p:cNvPr id="11040" name="TextBox 10947"/>
          <p:cNvSpPr txBox="1"/>
          <p:nvPr/>
        </p:nvSpPr>
        <p:spPr>
          <a:xfrm>
            <a:off x="14164020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1</a:t>
            </a:r>
          </a:p>
        </p:txBody>
      </p:sp>
      <p:sp>
        <p:nvSpPr>
          <p:cNvPr id="11041" name="TextBox 10948"/>
          <p:cNvSpPr txBox="1"/>
          <p:nvPr/>
        </p:nvSpPr>
        <p:spPr>
          <a:xfrm>
            <a:off x="15224724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2</a:t>
            </a:r>
          </a:p>
        </p:txBody>
      </p:sp>
      <p:sp>
        <p:nvSpPr>
          <p:cNvPr id="11042" name="TextBox 10949"/>
          <p:cNvSpPr txBox="1"/>
          <p:nvPr/>
        </p:nvSpPr>
        <p:spPr>
          <a:xfrm>
            <a:off x="16285428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3</a:t>
            </a:r>
          </a:p>
        </p:txBody>
      </p:sp>
      <p:sp>
        <p:nvSpPr>
          <p:cNvPr id="11043" name="TextBox 10950"/>
          <p:cNvSpPr txBox="1"/>
          <p:nvPr/>
        </p:nvSpPr>
        <p:spPr>
          <a:xfrm>
            <a:off x="17346132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A77D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4</a:t>
            </a:r>
          </a:p>
        </p:txBody>
      </p:sp>
      <p:sp>
        <p:nvSpPr>
          <p:cNvPr id="11044" name="TextBox 10951"/>
          <p:cNvSpPr txBox="1"/>
          <p:nvPr/>
        </p:nvSpPr>
        <p:spPr>
          <a:xfrm>
            <a:off x="18406836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329CA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5</a:t>
            </a:r>
          </a:p>
        </p:txBody>
      </p:sp>
      <p:sp>
        <p:nvSpPr>
          <p:cNvPr id="11045" name="TextBox 10952"/>
          <p:cNvSpPr txBox="1"/>
          <p:nvPr/>
        </p:nvSpPr>
        <p:spPr>
          <a:xfrm>
            <a:off x="19467540" y="4370832"/>
            <a:ext cx="4024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CF4B4B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6</a:t>
            </a:r>
          </a:p>
        </p:txBody>
      </p:sp>
      <p:sp>
        <p:nvSpPr>
          <p:cNvPr id="11046" name="TextBox 10953"/>
          <p:cNvSpPr txBox="1"/>
          <p:nvPr/>
        </p:nvSpPr>
        <p:spPr>
          <a:xfrm>
            <a:off x="20528244" y="4370832"/>
            <a:ext cx="402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667482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7</a:t>
            </a:r>
          </a:p>
        </p:txBody>
      </p:sp>
      <p:sp>
        <p:nvSpPr>
          <p:cNvPr id="11047" name="TextBox 10954"/>
          <p:cNvSpPr txBox="1"/>
          <p:nvPr/>
        </p:nvSpPr>
        <p:spPr>
          <a:xfrm>
            <a:off x="11594592" y="4873752"/>
            <a:ext cx="50413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8</a:t>
            </a:r>
          </a:p>
        </p:txBody>
      </p:sp>
      <p:sp>
        <p:nvSpPr>
          <p:cNvPr id="11048" name="Rectangle 10955"/>
          <p:cNvSpPr/>
          <p:nvPr/>
        </p:nvSpPr>
        <p:spPr>
          <a:xfrm>
            <a:off x="12984480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49" name="TextBox 10956"/>
          <p:cNvSpPr txBox="1"/>
          <p:nvPr/>
        </p:nvSpPr>
        <p:spPr>
          <a:xfrm>
            <a:off x="13197215" y="4873752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r64</a:t>
            </a:r>
          </a:p>
        </p:txBody>
      </p:sp>
      <p:sp>
        <p:nvSpPr>
          <p:cNvPr id="11050" name="Rectangle 10957"/>
          <p:cNvSpPr/>
          <p:nvPr/>
        </p:nvSpPr>
        <p:spPr>
          <a:xfrm>
            <a:off x="14045184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51" name="TextBox 10958"/>
          <p:cNvSpPr txBox="1"/>
          <p:nvPr/>
        </p:nvSpPr>
        <p:spPr>
          <a:xfrm>
            <a:off x="14257918" y="4873752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r65</a:t>
            </a:r>
          </a:p>
        </p:txBody>
      </p:sp>
      <p:sp>
        <p:nvSpPr>
          <p:cNvPr id="11052" name="Rectangle 10959"/>
          <p:cNvSpPr/>
          <p:nvPr/>
        </p:nvSpPr>
        <p:spPr>
          <a:xfrm>
            <a:off x="15105887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53" name="TextBox 10960"/>
          <p:cNvSpPr txBox="1"/>
          <p:nvPr/>
        </p:nvSpPr>
        <p:spPr>
          <a:xfrm>
            <a:off x="15318623" y="4873752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r66</a:t>
            </a:r>
          </a:p>
        </p:txBody>
      </p:sp>
      <p:sp>
        <p:nvSpPr>
          <p:cNvPr id="11054" name="Rectangle 10961"/>
          <p:cNvSpPr/>
          <p:nvPr/>
        </p:nvSpPr>
        <p:spPr>
          <a:xfrm>
            <a:off x="16166591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55" name="TextBox 10962"/>
          <p:cNvSpPr txBox="1"/>
          <p:nvPr/>
        </p:nvSpPr>
        <p:spPr>
          <a:xfrm>
            <a:off x="16379326" y="4873752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r67</a:t>
            </a:r>
          </a:p>
        </p:txBody>
      </p:sp>
      <p:sp>
        <p:nvSpPr>
          <p:cNvPr id="11056" name="Rectangle 10963"/>
          <p:cNvSpPr/>
          <p:nvPr/>
        </p:nvSpPr>
        <p:spPr>
          <a:xfrm>
            <a:off x="17227295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57" name="TextBox 10964"/>
          <p:cNvSpPr txBox="1"/>
          <p:nvPr/>
        </p:nvSpPr>
        <p:spPr>
          <a:xfrm>
            <a:off x="17440030" y="4873752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r68</a:t>
            </a:r>
          </a:p>
        </p:txBody>
      </p:sp>
      <p:sp>
        <p:nvSpPr>
          <p:cNvPr id="11058" name="Rectangle 10965"/>
          <p:cNvSpPr/>
          <p:nvPr/>
        </p:nvSpPr>
        <p:spPr>
          <a:xfrm>
            <a:off x="18287999" y="4837176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59" name="TextBox 10966"/>
          <p:cNvSpPr txBox="1"/>
          <p:nvPr/>
        </p:nvSpPr>
        <p:spPr>
          <a:xfrm>
            <a:off x="18500735" y="4873752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r69</a:t>
            </a:r>
          </a:p>
        </p:txBody>
      </p:sp>
      <p:sp>
        <p:nvSpPr>
          <p:cNvPr id="11060" name="Rectangle 10967"/>
          <p:cNvSpPr/>
          <p:nvPr/>
        </p:nvSpPr>
        <p:spPr>
          <a:xfrm>
            <a:off x="19348704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61" name="TextBox 10968"/>
          <p:cNvSpPr txBox="1"/>
          <p:nvPr/>
        </p:nvSpPr>
        <p:spPr>
          <a:xfrm>
            <a:off x="19561438" y="4873752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r70</a:t>
            </a:r>
          </a:p>
        </p:txBody>
      </p:sp>
      <p:sp>
        <p:nvSpPr>
          <p:cNvPr id="11062" name="Rectangle 10969"/>
          <p:cNvSpPr/>
          <p:nvPr/>
        </p:nvSpPr>
        <p:spPr>
          <a:xfrm>
            <a:off x="20409408" y="483717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63" name="TextBox 10970"/>
          <p:cNvSpPr txBox="1"/>
          <p:nvPr/>
        </p:nvSpPr>
        <p:spPr>
          <a:xfrm>
            <a:off x="20622142" y="4873752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r71</a:t>
            </a:r>
          </a:p>
        </p:txBody>
      </p:sp>
      <p:sp>
        <p:nvSpPr>
          <p:cNvPr id="11064" name="TextBox 10971"/>
          <p:cNvSpPr txBox="1"/>
          <p:nvPr/>
        </p:nvSpPr>
        <p:spPr>
          <a:xfrm>
            <a:off x="11594592" y="5733288"/>
            <a:ext cx="50413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9</a:t>
            </a:r>
          </a:p>
        </p:txBody>
      </p:sp>
      <p:sp>
        <p:nvSpPr>
          <p:cNvPr id="11065" name="Rectangle 10972"/>
          <p:cNvSpPr/>
          <p:nvPr/>
        </p:nvSpPr>
        <p:spPr>
          <a:xfrm>
            <a:off x="12984480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66" name="TextBox 10973"/>
          <p:cNvSpPr txBox="1"/>
          <p:nvPr/>
        </p:nvSpPr>
        <p:spPr>
          <a:xfrm>
            <a:off x="13197215" y="573328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r72</a:t>
            </a:r>
          </a:p>
        </p:txBody>
      </p:sp>
      <p:sp>
        <p:nvSpPr>
          <p:cNvPr id="11067" name="Rectangle 10974"/>
          <p:cNvSpPr/>
          <p:nvPr/>
        </p:nvSpPr>
        <p:spPr>
          <a:xfrm>
            <a:off x="14045184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68" name="TextBox 10975"/>
          <p:cNvSpPr txBox="1"/>
          <p:nvPr/>
        </p:nvSpPr>
        <p:spPr>
          <a:xfrm>
            <a:off x="14257918" y="573328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r73</a:t>
            </a:r>
          </a:p>
        </p:txBody>
      </p:sp>
      <p:sp>
        <p:nvSpPr>
          <p:cNvPr id="11069" name="Rectangle 10976"/>
          <p:cNvSpPr/>
          <p:nvPr/>
        </p:nvSpPr>
        <p:spPr>
          <a:xfrm>
            <a:off x="15105887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0" name="TextBox 10977"/>
          <p:cNvSpPr txBox="1"/>
          <p:nvPr/>
        </p:nvSpPr>
        <p:spPr>
          <a:xfrm>
            <a:off x="15318623" y="573328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r74</a:t>
            </a:r>
          </a:p>
        </p:txBody>
      </p:sp>
      <p:sp>
        <p:nvSpPr>
          <p:cNvPr id="11071" name="Rectangle 10978"/>
          <p:cNvSpPr/>
          <p:nvPr/>
        </p:nvSpPr>
        <p:spPr>
          <a:xfrm>
            <a:off x="16166591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2" name="TextBox 10979"/>
          <p:cNvSpPr txBox="1"/>
          <p:nvPr/>
        </p:nvSpPr>
        <p:spPr>
          <a:xfrm>
            <a:off x="16379326" y="5733288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r75</a:t>
            </a:r>
          </a:p>
        </p:txBody>
      </p:sp>
      <p:sp>
        <p:nvSpPr>
          <p:cNvPr id="11073" name="Rectangle 10980"/>
          <p:cNvSpPr/>
          <p:nvPr/>
        </p:nvSpPr>
        <p:spPr>
          <a:xfrm>
            <a:off x="17227295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4" name="TextBox 10981"/>
          <p:cNvSpPr txBox="1"/>
          <p:nvPr/>
        </p:nvSpPr>
        <p:spPr>
          <a:xfrm>
            <a:off x="17440030" y="573328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r76</a:t>
            </a:r>
          </a:p>
        </p:txBody>
      </p:sp>
      <p:sp>
        <p:nvSpPr>
          <p:cNvPr id="11075" name="Rectangle 10982"/>
          <p:cNvSpPr/>
          <p:nvPr/>
        </p:nvSpPr>
        <p:spPr>
          <a:xfrm>
            <a:off x="18287999" y="5696711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6" name="TextBox 10983"/>
          <p:cNvSpPr txBox="1"/>
          <p:nvPr/>
        </p:nvSpPr>
        <p:spPr>
          <a:xfrm>
            <a:off x="18500735" y="573328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r77</a:t>
            </a:r>
          </a:p>
        </p:txBody>
      </p:sp>
      <p:sp>
        <p:nvSpPr>
          <p:cNvPr id="11077" name="Rectangle 10984"/>
          <p:cNvSpPr/>
          <p:nvPr/>
        </p:nvSpPr>
        <p:spPr>
          <a:xfrm>
            <a:off x="19348704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8" name="TextBox 10985"/>
          <p:cNvSpPr txBox="1"/>
          <p:nvPr/>
        </p:nvSpPr>
        <p:spPr>
          <a:xfrm>
            <a:off x="19561438" y="573328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r78</a:t>
            </a:r>
          </a:p>
        </p:txBody>
      </p:sp>
      <p:sp>
        <p:nvSpPr>
          <p:cNvPr id="11079" name="Rectangle 10986"/>
          <p:cNvSpPr/>
          <p:nvPr/>
        </p:nvSpPr>
        <p:spPr>
          <a:xfrm>
            <a:off x="20409408" y="5696711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80" name="TextBox 10987"/>
          <p:cNvSpPr txBox="1"/>
          <p:nvPr/>
        </p:nvSpPr>
        <p:spPr>
          <a:xfrm>
            <a:off x="20622142" y="5733288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r79</a:t>
            </a:r>
          </a:p>
        </p:txBody>
      </p:sp>
      <p:sp>
        <p:nvSpPr>
          <p:cNvPr id="11081" name="TextBox 10988"/>
          <p:cNvSpPr txBox="1"/>
          <p:nvPr/>
        </p:nvSpPr>
        <p:spPr>
          <a:xfrm>
            <a:off x="11594592" y="6592823"/>
            <a:ext cx="58888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10</a:t>
            </a:r>
          </a:p>
        </p:txBody>
      </p:sp>
      <p:sp>
        <p:nvSpPr>
          <p:cNvPr id="11082" name="Rectangle 10989"/>
          <p:cNvSpPr/>
          <p:nvPr/>
        </p:nvSpPr>
        <p:spPr>
          <a:xfrm>
            <a:off x="12984480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83" name="TextBox 10990"/>
          <p:cNvSpPr txBox="1"/>
          <p:nvPr/>
        </p:nvSpPr>
        <p:spPr>
          <a:xfrm>
            <a:off x="13197215" y="6592823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r80</a:t>
            </a:r>
          </a:p>
        </p:txBody>
      </p:sp>
      <p:sp>
        <p:nvSpPr>
          <p:cNvPr id="11084" name="Rectangle 10991"/>
          <p:cNvSpPr/>
          <p:nvPr/>
        </p:nvSpPr>
        <p:spPr>
          <a:xfrm>
            <a:off x="14045184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85" name="TextBox 10992"/>
          <p:cNvSpPr txBox="1"/>
          <p:nvPr/>
        </p:nvSpPr>
        <p:spPr>
          <a:xfrm>
            <a:off x="14257918" y="6592823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r81</a:t>
            </a:r>
          </a:p>
        </p:txBody>
      </p:sp>
      <p:sp>
        <p:nvSpPr>
          <p:cNvPr id="11086" name="Rectangle 10993"/>
          <p:cNvSpPr/>
          <p:nvPr/>
        </p:nvSpPr>
        <p:spPr>
          <a:xfrm>
            <a:off x="15105887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87" name="TextBox 10994"/>
          <p:cNvSpPr txBox="1"/>
          <p:nvPr/>
        </p:nvSpPr>
        <p:spPr>
          <a:xfrm>
            <a:off x="15318623" y="6592823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r82</a:t>
            </a:r>
          </a:p>
        </p:txBody>
      </p:sp>
      <p:sp>
        <p:nvSpPr>
          <p:cNvPr id="11088" name="Rectangle 10995"/>
          <p:cNvSpPr/>
          <p:nvPr/>
        </p:nvSpPr>
        <p:spPr>
          <a:xfrm>
            <a:off x="16166591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89" name="TextBox 10996"/>
          <p:cNvSpPr txBox="1"/>
          <p:nvPr/>
        </p:nvSpPr>
        <p:spPr>
          <a:xfrm>
            <a:off x="16379326" y="6592823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r83</a:t>
            </a:r>
          </a:p>
        </p:txBody>
      </p:sp>
      <p:sp>
        <p:nvSpPr>
          <p:cNvPr id="11090" name="Rectangle 10997"/>
          <p:cNvSpPr/>
          <p:nvPr/>
        </p:nvSpPr>
        <p:spPr>
          <a:xfrm>
            <a:off x="17227295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91" name="TextBox 10998"/>
          <p:cNvSpPr txBox="1"/>
          <p:nvPr/>
        </p:nvSpPr>
        <p:spPr>
          <a:xfrm>
            <a:off x="17440030" y="6592823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r84</a:t>
            </a:r>
          </a:p>
        </p:txBody>
      </p:sp>
      <p:sp>
        <p:nvSpPr>
          <p:cNvPr id="11092" name="Rectangle 10999"/>
          <p:cNvSpPr/>
          <p:nvPr/>
        </p:nvSpPr>
        <p:spPr>
          <a:xfrm>
            <a:off x="18287999" y="6556247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93" name="TextBox 11000"/>
          <p:cNvSpPr txBox="1"/>
          <p:nvPr/>
        </p:nvSpPr>
        <p:spPr>
          <a:xfrm>
            <a:off x="18500735" y="6592823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r85</a:t>
            </a:r>
          </a:p>
        </p:txBody>
      </p:sp>
      <p:sp>
        <p:nvSpPr>
          <p:cNvPr id="11094" name="Rectangle 11001"/>
          <p:cNvSpPr/>
          <p:nvPr/>
        </p:nvSpPr>
        <p:spPr>
          <a:xfrm>
            <a:off x="19348704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95" name="TextBox 11002"/>
          <p:cNvSpPr txBox="1"/>
          <p:nvPr/>
        </p:nvSpPr>
        <p:spPr>
          <a:xfrm>
            <a:off x="19561438" y="6592823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r86</a:t>
            </a:r>
          </a:p>
        </p:txBody>
      </p:sp>
      <p:sp>
        <p:nvSpPr>
          <p:cNvPr id="11096" name="Rectangle 11003"/>
          <p:cNvSpPr/>
          <p:nvPr/>
        </p:nvSpPr>
        <p:spPr>
          <a:xfrm>
            <a:off x="20409408" y="6556247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97" name="TextBox 11004"/>
          <p:cNvSpPr txBox="1"/>
          <p:nvPr/>
        </p:nvSpPr>
        <p:spPr>
          <a:xfrm>
            <a:off x="20622142" y="6592823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r87</a:t>
            </a:r>
          </a:p>
        </p:txBody>
      </p:sp>
      <p:sp>
        <p:nvSpPr>
          <p:cNvPr id="11098" name="TextBox 11005"/>
          <p:cNvSpPr txBox="1"/>
          <p:nvPr/>
        </p:nvSpPr>
        <p:spPr>
          <a:xfrm>
            <a:off x="11594592" y="7452359"/>
            <a:ext cx="57765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11</a:t>
            </a:r>
          </a:p>
        </p:txBody>
      </p:sp>
      <p:sp>
        <p:nvSpPr>
          <p:cNvPr id="11099" name="Rectangle 11006"/>
          <p:cNvSpPr/>
          <p:nvPr/>
        </p:nvSpPr>
        <p:spPr>
          <a:xfrm>
            <a:off x="12984480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00" name="TextBox 11007"/>
          <p:cNvSpPr txBox="1"/>
          <p:nvPr/>
        </p:nvSpPr>
        <p:spPr>
          <a:xfrm>
            <a:off x="13197215" y="7452359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r88</a:t>
            </a:r>
          </a:p>
        </p:txBody>
      </p:sp>
      <p:sp>
        <p:nvSpPr>
          <p:cNvPr id="11101" name="Rectangle 11008"/>
          <p:cNvSpPr/>
          <p:nvPr/>
        </p:nvSpPr>
        <p:spPr>
          <a:xfrm>
            <a:off x="14045184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02" name="TextBox 11009"/>
          <p:cNvSpPr txBox="1"/>
          <p:nvPr/>
        </p:nvSpPr>
        <p:spPr>
          <a:xfrm>
            <a:off x="14257918" y="7452359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r89</a:t>
            </a:r>
          </a:p>
        </p:txBody>
      </p:sp>
      <p:sp>
        <p:nvSpPr>
          <p:cNvPr id="11103" name="Rectangle 11010"/>
          <p:cNvSpPr/>
          <p:nvPr/>
        </p:nvSpPr>
        <p:spPr>
          <a:xfrm>
            <a:off x="15105887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04" name="TextBox 11011"/>
          <p:cNvSpPr txBox="1"/>
          <p:nvPr/>
        </p:nvSpPr>
        <p:spPr>
          <a:xfrm>
            <a:off x="15318623" y="7452359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r90</a:t>
            </a:r>
          </a:p>
        </p:txBody>
      </p:sp>
      <p:sp>
        <p:nvSpPr>
          <p:cNvPr id="11105" name="Rectangle 11012"/>
          <p:cNvSpPr/>
          <p:nvPr/>
        </p:nvSpPr>
        <p:spPr>
          <a:xfrm>
            <a:off x="16166591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06" name="TextBox 11013"/>
          <p:cNvSpPr txBox="1"/>
          <p:nvPr/>
        </p:nvSpPr>
        <p:spPr>
          <a:xfrm>
            <a:off x="16379326" y="7452359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r91</a:t>
            </a:r>
          </a:p>
        </p:txBody>
      </p:sp>
      <p:sp>
        <p:nvSpPr>
          <p:cNvPr id="11107" name="Rectangle 11014"/>
          <p:cNvSpPr/>
          <p:nvPr/>
        </p:nvSpPr>
        <p:spPr>
          <a:xfrm>
            <a:off x="17227295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08" name="TextBox 11015"/>
          <p:cNvSpPr txBox="1"/>
          <p:nvPr/>
        </p:nvSpPr>
        <p:spPr>
          <a:xfrm>
            <a:off x="17440030" y="7452359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r92</a:t>
            </a:r>
          </a:p>
        </p:txBody>
      </p:sp>
      <p:sp>
        <p:nvSpPr>
          <p:cNvPr id="11109" name="Rectangle 11016"/>
          <p:cNvSpPr/>
          <p:nvPr/>
        </p:nvSpPr>
        <p:spPr>
          <a:xfrm>
            <a:off x="18287999" y="7415783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10" name="TextBox 11017"/>
          <p:cNvSpPr txBox="1"/>
          <p:nvPr/>
        </p:nvSpPr>
        <p:spPr>
          <a:xfrm>
            <a:off x="18500735" y="7452359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r93</a:t>
            </a:r>
          </a:p>
        </p:txBody>
      </p:sp>
      <p:sp>
        <p:nvSpPr>
          <p:cNvPr id="11111" name="Rectangle 11018"/>
          <p:cNvSpPr/>
          <p:nvPr/>
        </p:nvSpPr>
        <p:spPr>
          <a:xfrm>
            <a:off x="19348704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12" name="TextBox 11019"/>
          <p:cNvSpPr txBox="1"/>
          <p:nvPr/>
        </p:nvSpPr>
        <p:spPr>
          <a:xfrm>
            <a:off x="19561438" y="7452359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r94</a:t>
            </a:r>
          </a:p>
        </p:txBody>
      </p:sp>
      <p:sp>
        <p:nvSpPr>
          <p:cNvPr id="11113" name="Rectangle 11020"/>
          <p:cNvSpPr/>
          <p:nvPr/>
        </p:nvSpPr>
        <p:spPr>
          <a:xfrm>
            <a:off x="20409408" y="7415783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14" name="TextBox 11021"/>
          <p:cNvSpPr txBox="1"/>
          <p:nvPr/>
        </p:nvSpPr>
        <p:spPr>
          <a:xfrm>
            <a:off x="20622142" y="7452359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r95</a:t>
            </a:r>
          </a:p>
        </p:txBody>
      </p:sp>
      <p:sp>
        <p:nvSpPr>
          <p:cNvPr id="11115" name="TextBox 11022"/>
          <p:cNvSpPr txBox="1"/>
          <p:nvPr/>
        </p:nvSpPr>
        <p:spPr>
          <a:xfrm>
            <a:off x="11594592" y="8311895"/>
            <a:ext cx="58888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12</a:t>
            </a:r>
          </a:p>
        </p:txBody>
      </p:sp>
      <p:sp>
        <p:nvSpPr>
          <p:cNvPr id="11116" name="Rectangle 11023"/>
          <p:cNvSpPr/>
          <p:nvPr/>
        </p:nvSpPr>
        <p:spPr>
          <a:xfrm>
            <a:off x="12984480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17" name="TextBox 11024"/>
          <p:cNvSpPr txBox="1"/>
          <p:nvPr/>
        </p:nvSpPr>
        <p:spPr>
          <a:xfrm>
            <a:off x="13197215" y="8311895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r96</a:t>
            </a:r>
          </a:p>
        </p:txBody>
      </p:sp>
      <p:sp>
        <p:nvSpPr>
          <p:cNvPr id="11118" name="Rectangle 11025"/>
          <p:cNvSpPr/>
          <p:nvPr/>
        </p:nvSpPr>
        <p:spPr>
          <a:xfrm>
            <a:off x="14045184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19" name="TextBox 11026"/>
          <p:cNvSpPr txBox="1"/>
          <p:nvPr/>
        </p:nvSpPr>
        <p:spPr>
          <a:xfrm>
            <a:off x="14257918" y="8311895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r97</a:t>
            </a:r>
          </a:p>
        </p:txBody>
      </p:sp>
      <p:sp>
        <p:nvSpPr>
          <p:cNvPr id="11120" name="Rectangle 11027"/>
          <p:cNvSpPr/>
          <p:nvPr/>
        </p:nvSpPr>
        <p:spPr>
          <a:xfrm>
            <a:off x="15105887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1" name="TextBox 11028"/>
          <p:cNvSpPr txBox="1"/>
          <p:nvPr/>
        </p:nvSpPr>
        <p:spPr>
          <a:xfrm>
            <a:off x="15318623" y="8311895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r98</a:t>
            </a:r>
          </a:p>
        </p:txBody>
      </p:sp>
      <p:sp>
        <p:nvSpPr>
          <p:cNvPr id="11122" name="Rectangle 11029"/>
          <p:cNvSpPr/>
          <p:nvPr/>
        </p:nvSpPr>
        <p:spPr>
          <a:xfrm>
            <a:off x="16166591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3" name="TextBox 11030"/>
          <p:cNvSpPr txBox="1"/>
          <p:nvPr/>
        </p:nvSpPr>
        <p:spPr>
          <a:xfrm>
            <a:off x="16379326" y="8311895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r99</a:t>
            </a:r>
          </a:p>
        </p:txBody>
      </p:sp>
      <p:sp>
        <p:nvSpPr>
          <p:cNvPr id="11124" name="Rectangle 11031"/>
          <p:cNvSpPr/>
          <p:nvPr/>
        </p:nvSpPr>
        <p:spPr>
          <a:xfrm>
            <a:off x="17227295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5" name="TextBox 11032"/>
          <p:cNvSpPr txBox="1"/>
          <p:nvPr/>
        </p:nvSpPr>
        <p:spPr>
          <a:xfrm>
            <a:off x="17401183" y="8311895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r100</a:t>
            </a:r>
          </a:p>
        </p:txBody>
      </p:sp>
      <p:sp>
        <p:nvSpPr>
          <p:cNvPr id="11126" name="Rectangle 11033"/>
          <p:cNvSpPr/>
          <p:nvPr/>
        </p:nvSpPr>
        <p:spPr>
          <a:xfrm>
            <a:off x="18287999" y="8275319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7" name="TextBox 11034"/>
          <p:cNvSpPr txBox="1"/>
          <p:nvPr/>
        </p:nvSpPr>
        <p:spPr>
          <a:xfrm>
            <a:off x="18461887" y="8311895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r101</a:t>
            </a:r>
          </a:p>
        </p:txBody>
      </p:sp>
      <p:sp>
        <p:nvSpPr>
          <p:cNvPr id="11128" name="Rectangle 11035"/>
          <p:cNvSpPr/>
          <p:nvPr/>
        </p:nvSpPr>
        <p:spPr>
          <a:xfrm>
            <a:off x="19348704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9" name="TextBox 11036"/>
          <p:cNvSpPr txBox="1"/>
          <p:nvPr/>
        </p:nvSpPr>
        <p:spPr>
          <a:xfrm>
            <a:off x="19522591" y="8311895"/>
            <a:ext cx="29230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r102</a:t>
            </a:r>
          </a:p>
        </p:txBody>
      </p:sp>
      <p:sp>
        <p:nvSpPr>
          <p:cNvPr id="11130" name="Rectangle 11037"/>
          <p:cNvSpPr/>
          <p:nvPr/>
        </p:nvSpPr>
        <p:spPr>
          <a:xfrm>
            <a:off x="20409408" y="8275319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31" name="TextBox 11038"/>
          <p:cNvSpPr txBox="1"/>
          <p:nvPr/>
        </p:nvSpPr>
        <p:spPr>
          <a:xfrm>
            <a:off x="20583295" y="8311895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r103</a:t>
            </a:r>
          </a:p>
        </p:txBody>
      </p:sp>
      <p:sp>
        <p:nvSpPr>
          <p:cNvPr id="11132" name="TextBox 11039"/>
          <p:cNvSpPr txBox="1"/>
          <p:nvPr/>
        </p:nvSpPr>
        <p:spPr>
          <a:xfrm>
            <a:off x="11594592" y="9171431"/>
            <a:ext cx="58888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13</a:t>
            </a:r>
          </a:p>
        </p:txBody>
      </p:sp>
      <p:sp>
        <p:nvSpPr>
          <p:cNvPr id="11133" name="Rectangle 11040"/>
          <p:cNvSpPr/>
          <p:nvPr/>
        </p:nvSpPr>
        <p:spPr>
          <a:xfrm>
            <a:off x="12984480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34" name="TextBox 11041"/>
          <p:cNvSpPr txBox="1"/>
          <p:nvPr/>
        </p:nvSpPr>
        <p:spPr>
          <a:xfrm>
            <a:off x="13158367" y="9171431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r104</a:t>
            </a:r>
          </a:p>
        </p:txBody>
      </p:sp>
      <p:sp>
        <p:nvSpPr>
          <p:cNvPr id="11135" name="Rectangle 11042"/>
          <p:cNvSpPr/>
          <p:nvPr/>
        </p:nvSpPr>
        <p:spPr>
          <a:xfrm>
            <a:off x="14045184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36" name="TextBox 11043"/>
          <p:cNvSpPr txBox="1"/>
          <p:nvPr/>
        </p:nvSpPr>
        <p:spPr>
          <a:xfrm>
            <a:off x="14219071" y="9171431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r105</a:t>
            </a:r>
          </a:p>
        </p:txBody>
      </p:sp>
      <p:sp>
        <p:nvSpPr>
          <p:cNvPr id="11137" name="Rectangle 11044"/>
          <p:cNvSpPr/>
          <p:nvPr/>
        </p:nvSpPr>
        <p:spPr>
          <a:xfrm>
            <a:off x="15105887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38" name="TextBox 11045"/>
          <p:cNvSpPr txBox="1"/>
          <p:nvPr/>
        </p:nvSpPr>
        <p:spPr>
          <a:xfrm>
            <a:off x="15279775" y="9171431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r106</a:t>
            </a:r>
          </a:p>
        </p:txBody>
      </p:sp>
      <p:sp>
        <p:nvSpPr>
          <p:cNvPr id="11139" name="Rectangle 11046"/>
          <p:cNvSpPr/>
          <p:nvPr/>
        </p:nvSpPr>
        <p:spPr>
          <a:xfrm>
            <a:off x="16166591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40" name="TextBox 11047"/>
          <p:cNvSpPr txBox="1"/>
          <p:nvPr/>
        </p:nvSpPr>
        <p:spPr>
          <a:xfrm>
            <a:off x="16340479" y="9171431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r107</a:t>
            </a:r>
          </a:p>
        </p:txBody>
      </p:sp>
      <p:sp>
        <p:nvSpPr>
          <p:cNvPr id="11141" name="Rectangle 11048"/>
          <p:cNvSpPr/>
          <p:nvPr/>
        </p:nvSpPr>
        <p:spPr>
          <a:xfrm>
            <a:off x="17227295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42" name="TextBox 11049"/>
          <p:cNvSpPr txBox="1"/>
          <p:nvPr/>
        </p:nvSpPr>
        <p:spPr>
          <a:xfrm>
            <a:off x="17401183" y="9171431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r108</a:t>
            </a:r>
          </a:p>
        </p:txBody>
      </p:sp>
      <p:sp>
        <p:nvSpPr>
          <p:cNvPr id="11143" name="Rectangle 11050"/>
          <p:cNvSpPr/>
          <p:nvPr/>
        </p:nvSpPr>
        <p:spPr>
          <a:xfrm>
            <a:off x="18287999" y="9134856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44" name="TextBox 11051"/>
          <p:cNvSpPr txBox="1"/>
          <p:nvPr/>
        </p:nvSpPr>
        <p:spPr>
          <a:xfrm>
            <a:off x="18461887" y="9171431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r109</a:t>
            </a:r>
          </a:p>
        </p:txBody>
      </p:sp>
      <p:sp>
        <p:nvSpPr>
          <p:cNvPr id="11145" name="Rectangle 11052"/>
          <p:cNvSpPr/>
          <p:nvPr/>
        </p:nvSpPr>
        <p:spPr>
          <a:xfrm>
            <a:off x="19348704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46" name="TextBox 11053"/>
          <p:cNvSpPr txBox="1"/>
          <p:nvPr/>
        </p:nvSpPr>
        <p:spPr>
          <a:xfrm>
            <a:off x="19527741" y="9171431"/>
            <a:ext cx="28200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r110</a:t>
            </a:r>
          </a:p>
        </p:txBody>
      </p:sp>
      <p:sp>
        <p:nvSpPr>
          <p:cNvPr id="11147" name="Rectangle 11054"/>
          <p:cNvSpPr/>
          <p:nvPr/>
        </p:nvSpPr>
        <p:spPr>
          <a:xfrm>
            <a:off x="20409408" y="9134856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48" name="TextBox 11055"/>
          <p:cNvSpPr txBox="1"/>
          <p:nvPr/>
        </p:nvSpPr>
        <p:spPr>
          <a:xfrm>
            <a:off x="20593595" y="9171431"/>
            <a:ext cx="2717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r111</a:t>
            </a:r>
          </a:p>
        </p:txBody>
      </p:sp>
      <p:sp>
        <p:nvSpPr>
          <p:cNvPr id="11149" name="TextBox 11056"/>
          <p:cNvSpPr txBox="1"/>
          <p:nvPr/>
        </p:nvSpPr>
        <p:spPr>
          <a:xfrm>
            <a:off x="11594592" y="10030968"/>
            <a:ext cx="58888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14</a:t>
            </a:r>
          </a:p>
        </p:txBody>
      </p:sp>
      <p:sp>
        <p:nvSpPr>
          <p:cNvPr id="11150" name="Rectangle 11057"/>
          <p:cNvSpPr/>
          <p:nvPr/>
        </p:nvSpPr>
        <p:spPr>
          <a:xfrm>
            <a:off x="12984480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51" name="TextBox 11058"/>
          <p:cNvSpPr txBox="1"/>
          <p:nvPr/>
        </p:nvSpPr>
        <p:spPr>
          <a:xfrm>
            <a:off x="13163517" y="10030968"/>
            <a:ext cx="282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r112</a:t>
            </a:r>
          </a:p>
        </p:txBody>
      </p:sp>
      <p:sp>
        <p:nvSpPr>
          <p:cNvPr id="11152" name="Rectangle 11059"/>
          <p:cNvSpPr/>
          <p:nvPr/>
        </p:nvSpPr>
        <p:spPr>
          <a:xfrm>
            <a:off x="14045184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53" name="TextBox 11060"/>
          <p:cNvSpPr txBox="1"/>
          <p:nvPr/>
        </p:nvSpPr>
        <p:spPr>
          <a:xfrm>
            <a:off x="14224221" y="10030968"/>
            <a:ext cx="282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r113</a:t>
            </a:r>
          </a:p>
        </p:txBody>
      </p:sp>
      <p:sp>
        <p:nvSpPr>
          <p:cNvPr id="11154" name="Rectangle 11061"/>
          <p:cNvSpPr/>
          <p:nvPr/>
        </p:nvSpPr>
        <p:spPr>
          <a:xfrm>
            <a:off x="15105887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55" name="TextBox 11062"/>
          <p:cNvSpPr txBox="1"/>
          <p:nvPr/>
        </p:nvSpPr>
        <p:spPr>
          <a:xfrm>
            <a:off x="15284925" y="10030968"/>
            <a:ext cx="282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r114</a:t>
            </a:r>
          </a:p>
        </p:txBody>
      </p:sp>
      <p:sp>
        <p:nvSpPr>
          <p:cNvPr id="11156" name="Rectangle 11063"/>
          <p:cNvSpPr/>
          <p:nvPr/>
        </p:nvSpPr>
        <p:spPr>
          <a:xfrm>
            <a:off x="16166591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57" name="TextBox 11064"/>
          <p:cNvSpPr txBox="1"/>
          <p:nvPr/>
        </p:nvSpPr>
        <p:spPr>
          <a:xfrm>
            <a:off x="16345629" y="10030968"/>
            <a:ext cx="282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r115</a:t>
            </a:r>
          </a:p>
        </p:txBody>
      </p:sp>
      <p:sp>
        <p:nvSpPr>
          <p:cNvPr id="11158" name="Rectangle 11065"/>
          <p:cNvSpPr/>
          <p:nvPr/>
        </p:nvSpPr>
        <p:spPr>
          <a:xfrm>
            <a:off x="17227295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59" name="TextBox 11066"/>
          <p:cNvSpPr txBox="1"/>
          <p:nvPr/>
        </p:nvSpPr>
        <p:spPr>
          <a:xfrm>
            <a:off x="17406333" y="10030968"/>
            <a:ext cx="282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r116</a:t>
            </a:r>
          </a:p>
        </p:txBody>
      </p:sp>
      <p:sp>
        <p:nvSpPr>
          <p:cNvPr id="11160" name="Rectangle 11067"/>
          <p:cNvSpPr/>
          <p:nvPr/>
        </p:nvSpPr>
        <p:spPr>
          <a:xfrm>
            <a:off x="18287999" y="9994392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61" name="TextBox 11068"/>
          <p:cNvSpPr txBox="1"/>
          <p:nvPr/>
        </p:nvSpPr>
        <p:spPr>
          <a:xfrm>
            <a:off x="18467037" y="10030968"/>
            <a:ext cx="282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r117</a:t>
            </a:r>
          </a:p>
        </p:txBody>
      </p:sp>
      <p:sp>
        <p:nvSpPr>
          <p:cNvPr id="11162" name="Rectangle 11069"/>
          <p:cNvSpPr/>
          <p:nvPr/>
        </p:nvSpPr>
        <p:spPr>
          <a:xfrm>
            <a:off x="19348704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63" name="TextBox 11070"/>
          <p:cNvSpPr txBox="1"/>
          <p:nvPr/>
        </p:nvSpPr>
        <p:spPr>
          <a:xfrm>
            <a:off x="19527741" y="10030968"/>
            <a:ext cx="28200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r118</a:t>
            </a:r>
          </a:p>
        </p:txBody>
      </p:sp>
      <p:sp>
        <p:nvSpPr>
          <p:cNvPr id="11164" name="Rectangle 11071"/>
          <p:cNvSpPr/>
          <p:nvPr/>
        </p:nvSpPr>
        <p:spPr>
          <a:xfrm>
            <a:off x="20409408" y="9994392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65" name="TextBox 11072"/>
          <p:cNvSpPr txBox="1"/>
          <p:nvPr/>
        </p:nvSpPr>
        <p:spPr>
          <a:xfrm>
            <a:off x="20588445" y="10030968"/>
            <a:ext cx="282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r119</a:t>
            </a:r>
          </a:p>
        </p:txBody>
      </p:sp>
      <p:sp>
        <p:nvSpPr>
          <p:cNvPr id="11166" name="TextBox 11073"/>
          <p:cNvSpPr txBox="1"/>
          <p:nvPr/>
        </p:nvSpPr>
        <p:spPr>
          <a:xfrm>
            <a:off x="11594592" y="10890504"/>
            <a:ext cx="58888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15</a:t>
            </a:r>
          </a:p>
        </p:txBody>
      </p:sp>
      <p:sp>
        <p:nvSpPr>
          <p:cNvPr id="11167" name="Rectangle 11074"/>
          <p:cNvSpPr/>
          <p:nvPr/>
        </p:nvSpPr>
        <p:spPr>
          <a:xfrm>
            <a:off x="12984480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68" name="TextBox 11075"/>
          <p:cNvSpPr txBox="1"/>
          <p:nvPr/>
        </p:nvSpPr>
        <p:spPr>
          <a:xfrm>
            <a:off x="13158367" y="10890504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r120</a:t>
            </a:r>
          </a:p>
        </p:txBody>
      </p:sp>
      <p:sp>
        <p:nvSpPr>
          <p:cNvPr id="11169" name="Rectangle 11076"/>
          <p:cNvSpPr/>
          <p:nvPr/>
        </p:nvSpPr>
        <p:spPr>
          <a:xfrm>
            <a:off x="14045184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0" name="TextBox 11077"/>
          <p:cNvSpPr txBox="1"/>
          <p:nvPr/>
        </p:nvSpPr>
        <p:spPr>
          <a:xfrm>
            <a:off x="14219071" y="10890504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r121</a:t>
            </a:r>
          </a:p>
        </p:txBody>
      </p:sp>
      <p:sp>
        <p:nvSpPr>
          <p:cNvPr id="11171" name="Rectangle 11078"/>
          <p:cNvSpPr/>
          <p:nvPr/>
        </p:nvSpPr>
        <p:spPr>
          <a:xfrm>
            <a:off x="15105887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2" name="TextBox 11079"/>
          <p:cNvSpPr txBox="1"/>
          <p:nvPr/>
        </p:nvSpPr>
        <p:spPr>
          <a:xfrm>
            <a:off x="15279775" y="10890504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r122</a:t>
            </a:r>
          </a:p>
        </p:txBody>
      </p:sp>
      <p:sp>
        <p:nvSpPr>
          <p:cNvPr id="11173" name="Rectangle 11080"/>
          <p:cNvSpPr/>
          <p:nvPr/>
        </p:nvSpPr>
        <p:spPr>
          <a:xfrm>
            <a:off x="16166591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4" name="TextBox 11081"/>
          <p:cNvSpPr txBox="1"/>
          <p:nvPr/>
        </p:nvSpPr>
        <p:spPr>
          <a:xfrm>
            <a:off x="16340479" y="10890504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r123</a:t>
            </a:r>
          </a:p>
        </p:txBody>
      </p:sp>
      <p:sp>
        <p:nvSpPr>
          <p:cNvPr id="11175" name="Rectangle 11082"/>
          <p:cNvSpPr/>
          <p:nvPr/>
        </p:nvSpPr>
        <p:spPr>
          <a:xfrm>
            <a:off x="17227295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6" name="TextBox 11083"/>
          <p:cNvSpPr txBox="1"/>
          <p:nvPr/>
        </p:nvSpPr>
        <p:spPr>
          <a:xfrm>
            <a:off x="17401183" y="10890504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r124</a:t>
            </a:r>
          </a:p>
        </p:txBody>
      </p:sp>
      <p:sp>
        <p:nvSpPr>
          <p:cNvPr id="11177" name="Rectangle 11084"/>
          <p:cNvSpPr/>
          <p:nvPr/>
        </p:nvSpPr>
        <p:spPr>
          <a:xfrm>
            <a:off x="18287999" y="10853928"/>
            <a:ext cx="640082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8" name="TextBox 11085"/>
          <p:cNvSpPr txBox="1"/>
          <p:nvPr/>
        </p:nvSpPr>
        <p:spPr>
          <a:xfrm>
            <a:off x="18461887" y="10890504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r125</a:t>
            </a:r>
          </a:p>
        </p:txBody>
      </p:sp>
      <p:sp>
        <p:nvSpPr>
          <p:cNvPr id="11179" name="Rectangle 11086"/>
          <p:cNvSpPr/>
          <p:nvPr/>
        </p:nvSpPr>
        <p:spPr>
          <a:xfrm>
            <a:off x="19348704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80" name="TextBox 11087"/>
          <p:cNvSpPr txBox="1"/>
          <p:nvPr/>
        </p:nvSpPr>
        <p:spPr>
          <a:xfrm>
            <a:off x="19522591" y="10890504"/>
            <a:ext cx="29230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r126</a:t>
            </a:r>
          </a:p>
        </p:txBody>
      </p:sp>
      <p:sp>
        <p:nvSpPr>
          <p:cNvPr id="11181" name="Rectangle 11088"/>
          <p:cNvSpPr/>
          <p:nvPr/>
        </p:nvSpPr>
        <p:spPr>
          <a:xfrm>
            <a:off x="20409408" y="10853928"/>
            <a:ext cx="640081" cy="29260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82" name="TextBox 11089"/>
          <p:cNvSpPr txBox="1"/>
          <p:nvPr/>
        </p:nvSpPr>
        <p:spPr>
          <a:xfrm>
            <a:off x="20583295" y="10890504"/>
            <a:ext cx="2923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r127</a:t>
            </a:r>
          </a:p>
        </p:txBody>
      </p:sp>
      <p:sp>
        <p:nvSpPr>
          <p:cNvPr id="11183" name="TextBox 11090"/>
          <p:cNvSpPr txBox="1"/>
          <p:nvPr/>
        </p:nvSpPr>
        <p:spPr>
          <a:xfrm>
            <a:off x="13988478" y="11247119"/>
            <a:ext cx="490486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Every colored column is an independent 8-Node FullMesh</a:t>
            </a:r>
          </a:p>
        </p:txBody>
      </p:sp>
      <p:sp>
        <p:nvSpPr>
          <p:cNvPr id="11184" name="TextBox 11091"/>
          <p:cNvSpPr txBox="1"/>
          <p:nvPr/>
        </p:nvSpPr>
        <p:spPr>
          <a:xfrm>
            <a:off x="548639" y="11978640"/>
            <a:ext cx="910907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Per NPU: 7 gray X neighbors + 7 colored Y neighbors + 8 switch uplinks. Crossings are not junctions.</a:t>
            </a:r>
          </a:p>
        </p:txBody>
      </p:sp>
      <p:sp>
        <p:nvSpPr>
          <p:cNvPr id="11185" name="TextBox 11092"/>
          <p:cNvSpPr txBox="1"/>
          <p:nvPr/>
        </p:nvSpPr>
        <p:spPr>
          <a:xfrm>
            <a:off x="548639" y="12344399"/>
            <a:ext cx="888267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X/Y direct links: 40 GB/s each. Switch uplinks: 20 GB/s each. Grouped uplinks are drawing abbreviations.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7" name="TextBox 1"/>
          <p:cNvSpPr txBox="1"/>
          <p:nvPr/>
        </p:nvSpPr>
        <p:spPr>
          <a:xfrm>
            <a:off x="548639" y="228599"/>
            <a:ext cx="718703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Cabinet 0: complete 8 x 8 2D-FullMesh wiring</a:t>
            </a:r>
          </a:p>
        </p:txBody>
      </p:sp>
      <p:sp>
        <p:nvSpPr>
          <p:cNvPr id="11188" name="TextBox 2"/>
          <p:cNvSpPr txBox="1"/>
          <p:nvPr/>
        </p:nvSpPr>
        <p:spPr>
          <a:xfrm>
            <a:off x="548639" y="868680"/>
            <a:ext cx="856889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All 64 NPUs and all 448 direct links are shown. Cabinet 1 is identical, with ranks r64-r127.</a:t>
            </a:r>
          </a:p>
        </p:txBody>
      </p:sp>
      <p:sp>
        <p:nvSpPr>
          <p:cNvPr id="11189" name="Connector 3"/>
          <p:cNvSpPr/>
          <p:nvPr/>
        </p:nvSpPr>
        <p:spPr>
          <a:xfrm flipV="1">
            <a:off x="2423160" y="2460115"/>
            <a:ext cx="205740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0" name="Connector 4"/>
          <p:cNvSpPr/>
          <p:nvPr/>
        </p:nvSpPr>
        <p:spPr>
          <a:xfrm flipV="1">
            <a:off x="2628899" y="2415539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1" name="Connector 5"/>
          <p:cNvSpPr/>
          <p:nvPr/>
        </p:nvSpPr>
        <p:spPr>
          <a:xfrm flipV="1">
            <a:off x="283463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2" name="Connector 6"/>
          <p:cNvSpPr/>
          <p:nvPr/>
        </p:nvSpPr>
        <p:spPr>
          <a:xfrm flipV="1">
            <a:off x="3040379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3" name="Connector 7"/>
          <p:cNvSpPr/>
          <p:nvPr/>
        </p:nvSpPr>
        <p:spPr>
          <a:xfrm flipV="1">
            <a:off x="3246120" y="234124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4" name="Connector 8"/>
          <p:cNvSpPr/>
          <p:nvPr/>
        </p:nvSpPr>
        <p:spPr>
          <a:xfrm flipV="1">
            <a:off x="3451859" y="2336292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5" name="Connector 9"/>
          <p:cNvSpPr/>
          <p:nvPr/>
        </p:nvSpPr>
        <p:spPr>
          <a:xfrm>
            <a:off x="3657600" y="2336292"/>
            <a:ext cx="205739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6" name="Connector 10"/>
          <p:cNvSpPr/>
          <p:nvPr/>
        </p:nvSpPr>
        <p:spPr>
          <a:xfrm>
            <a:off x="3863338" y="2341245"/>
            <a:ext cx="205742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7" name="Connector 11"/>
          <p:cNvSpPr/>
          <p:nvPr/>
        </p:nvSpPr>
        <p:spPr>
          <a:xfrm>
            <a:off x="4069079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8" name="Connector 12"/>
          <p:cNvSpPr/>
          <p:nvPr/>
        </p:nvSpPr>
        <p:spPr>
          <a:xfrm>
            <a:off x="4274820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99" name="Connector 13"/>
          <p:cNvSpPr/>
          <p:nvPr/>
        </p:nvSpPr>
        <p:spPr>
          <a:xfrm>
            <a:off x="4480559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0" name="Connector 14"/>
          <p:cNvSpPr/>
          <p:nvPr/>
        </p:nvSpPr>
        <p:spPr>
          <a:xfrm>
            <a:off x="4686299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1" name="Connector 15"/>
          <p:cNvSpPr/>
          <p:nvPr/>
        </p:nvSpPr>
        <p:spPr>
          <a:xfrm flipV="1">
            <a:off x="2423160" y="2440558"/>
            <a:ext cx="411480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2" name="Connector 16"/>
          <p:cNvSpPr/>
          <p:nvPr/>
        </p:nvSpPr>
        <p:spPr>
          <a:xfrm flipV="1">
            <a:off x="2834638" y="2379979"/>
            <a:ext cx="411483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3" name="Connector 17"/>
          <p:cNvSpPr/>
          <p:nvPr/>
        </p:nvSpPr>
        <p:spPr>
          <a:xfrm flipV="1">
            <a:off x="3246120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4" name="Connector 18"/>
          <p:cNvSpPr/>
          <p:nvPr/>
        </p:nvSpPr>
        <p:spPr>
          <a:xfrm flipV="1">
            <a:off x="365759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5" name="Connector 19"/>
          <p:cNvSpPr/>
          <p:nvPr/>
        </p:nvSpPr>
        <p:spPr>
          <a:xfrm flipV="1">
            <a:off x="4069079" y="2279013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6" name="Connector 20"/>
          <p:cNvSpPr/>
          <p:nvPr/>
        </p:nvSpPr>
        <p:spPr>
          <a:xfrm flipV="1">
            <a:off x="4480559" y="2272284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7" name="Connector 21"/>
          <p:cNvSpPr/>
          <p:nvPr/>
        </p:nvSpPr>
        <p:spPr>
          <a:xfrm>
            <a:off x="4892040" y="22722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8" name="Connector 22"/>
          <p:cNvSpPr/>
          <p:nvPr/>
        </p:nvSpPr>
        <p:spPr>
          <a:xfrm>
            <a:off x="5303520" y="227901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09" name="Connector 23"/>
          <p:cNvSpPr/>
          <p:nvPr/>
        </p:nvSpPr>
        <p:spPr>
          <a:xfrm>
            <a:off x="571499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0" name="Connector 24"/>
          <p:cNvSpPr/>
          <p:nvPr/>
        </p:nvSpPr>
        <p:spPr>
          <a:xfrm>
            <a:off x="6126479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1" name="Connector 25"/>
          <p:cNvSpPr/>
          <p:nvPr/>
        </p:nvSpPr>
        <p:spPr>
          <a:xfrm>
            <a:off x="6537959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2" name="Connector 26"/>
          <p:cNvSpPr/>
          <p:nvPr/>
        </p:nvSpPr>
        <p:spPr>
          <a:xfrm>
            <a:off x="6949440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3" name="Connector 27"/>
          <p:cNvSpPr/>
          <p:nvPr/>
        </p:nvSpPr>
        <p:spPr>
          <a:xfrm flipV="1">
            <a:off x="2423160" y="2421000"/>
            <a:ext cx="617220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4" name="Connector 28"/>
          <p:cNvSpPr/>
          <p:nvPr/>
        </p:nvSpPr>
        <p:spPr>
          <a:xfrm flipV="1">
            <a:off x="3040378" y="2344420"/>
            <a:ext cx="617222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5" name="Connector 29"/>
          <p:cNvSpPr/>
          <p:nvPr/>
        </p:nvSpPr>
        <p:spPr>
          <a:xfrm flipV="1">
            <a:off x="3657599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6" name="Connector 30"/>
          <p:cNvSpPr/>
          <p:nvPr/>
        </p:nvSpPr>
        <p:spPr>
          <a:xfrm flipV="1">
            <a:off x="4274820" y="22423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7" name="Connector 31"/>
          <p:cNvSpPr/>
          <p:nvPr/>
        </p:nvSpPr>
        <p:spPr>
          <a:xfrm flipV="1">
            <a:off x="4892040" y="221678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8" name="Connector 32"/>
          <p:cNvSpPr/>
          <p:nvPr/>
        </p:nvSpPr>
        <p:spPr>
          <a:xfrm flipV="1">
            <a:off x="5509259" y="220827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19" name="Connector 33"/>
          <p:cNvSpPr/>
          <p:nvPr/>
        </p:nvSpPr>
        <p:spPr>
          <a:xfrm>
            <a:off x="6126479" y="220827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0" name="Connector 34"/>
          <p:cNvSpPr/>
          <p:nvPr/>
        </p:nvSpPr>
        <p:spPr>
          <a:xfrm>
            <a:off x="6743699" y="221678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1" name="Connector 35"/>
          <p:cNvSpPr/>
          <p:nvPr/>
        </p:nvSpPr>
        <p:spPr>
          <a:xfrm>
            <a:off x="7360919" y="22423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2" name="Connector 36"/>
          <p:cNvSpPr/>
          <p:nvPr/>
        </p:nvSpPr>
        <p:spPr>
          <a:xfrm>
            <a:off x="7978140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3" name="Connector 37"/>
          <p:cNvSpPr/>
          <p:nvPr/>
        </p:nvSpPr>
        <p:spPr>
          <a:xfrm>
            <a:off x="8595359" y="234442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4" name="Connector 38"/>
          <p:cNvSpPr/>
          <p:nvPr/>
        </p:nvSpPr>
        <p:spPr>
          <a:xfrm>
            <a:off x="9212580" y="24210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5" name="Connector 39"/>
          <p:cNvSpPr/>
          <p:nvPr/>
        </p:nvSpPr>
        <p:spPr>
          <a:xfrm flipV="1">
            <a:off x="2423160" y="2401441"/>
            <a:ext cx="822959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6" name="Connector 40"/>
          <p:cNvSpPr/>
          <p:nvPr/>
        </p:nvSpPr>
        <p:spPr>
          <a:xfrm flipV="1">
            <a:off x="3246118" y="2308860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7" name="Connector 41"/>
          <p:cNvSpPr/>
          <p:nvPr/>
        </p:nvSpPr>
        <p:spPr>
          <a:xfrm flipV="1">
            <a:off x="4069079" y="22368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8" name="Connector 42"/>
          <p:cNvSpPr/>
          <p:nvPr/>
        </p:nvSpPr>
        <p:spPr>
          <a:xfrm flipV="1">
            <a:off x="4892040" y="21854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29" name="Connector 43"/>
          <p:cNvSpPr/>
          <p:nvPr/>
        </p:nvSpPr>
        <p:spPr>
          <a:xfrm flipV="1">
            <a:off x="5714999" y="21545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0" name="Connector 44"/>
          <p:cNvSpPr/>
          <p:nvPr/>
        </p:nvSpPr>
        <p:spPr>
          <a:xfrm flipV="1">
            <a:off x="6537959" y="2144267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1" name="Connector 45"/>
          <p:cNvSpPr/>
          <p:nvPr/>
        </p:nvSpPr>
        <p:spPr>
          <a:xfrm>
            <a:off x="7360919" y="214426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2" name="Connector 46"/>
          <p:cNvSpPr/>
          <p:nvPr/>
        </p:nvSpPr>
        <p:spPr>
          <a:xfrm>
            <a:off x="8183880" y="215455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3" name="Connector 47"/>
          <p:cNvSpPr/>
          <p:nvPr/>
        </p:nvSpPr>
        <p:spPr>
          <a:xfrm>
            <a:off x="9006840" y="21854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4" name="Connector 48"/>
          <p:cNvSpPr/>
          <p:nvPr/>
        </p:nvSpPr>
        <p:spPr>
          <a:xfrm>
            <a:off x="9829799" y="22368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5" name="Connector 49"/>
          <p:cNvSpPr/>
          <p:nvPr/>
        </p:nvSpPr>
        <p:spPr>
          <a:xfrm>
            <a:off x="10652759" y="230886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6" name="Connector 50"/>
          <p:cNvSpPr/>
          <p:nvPr/>
        </p:nvSpPr>
        <p:spPr>
          <a:xfrm>
            <a:off x="11475719" y="240144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7" name="Connector 51"/>
          <p:cNvSpPr/>
          <p:nvPr/>
        </p:nvSpPr>
        <p:spPr>
          <a:xfrm flipV="1">
            <a:off x="2423160" y="2381885"/>
            <a:ext cx="1028700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8" name="Connector 52"/>
          <p:cNvSpPr/>
          <p:nvPr/>
        </p:nvSpPr>
        <p:spPr>
          <a:xfrm flipV="1">
            <a:off x="3451859" y="2273300"/>
            <a:ext cx="1028702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39" name="Connector 53"/>
          <p:cNvSpPr/>
          <p:nvPr/>
        </p:nvSpPr>
        <p:spPr>
          <a:xfrm flipV="1">
            <a:off x="4480559" y="218884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0" name="Connector 54"/>
          <p:cNvSpPr/>
          <p:nvPr/>
        </p:nvSpPr>
        <p:spPr>
          <a:xfrm flipV="1">
            <a:off x="5509259" y="2128518"/>
            <a:ext cx="1028701" cy="603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1" name="Connector 55"/>
          <p:cNvSpPr/>
          <p:nvPr/>
        </p:nvSpPr>
        <p:spPr>
          <a:xfrm flipV="1">
            <a:off x="6537959" y="2092324"/>
            <a:ext cx="1028700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2" name="Connector 56"/>
          <p:cNvSpPr/>
          <p:nvPr/>
        </p:nvSpPr>
        <p:spPr>
          <a:xfrm flipV="1">
            <a:off x="7566659" y="2080260"/>
            <a:ext cx="1028702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3" name="Connector 57"/>
          <p:cNvSpPr/>
          <p:nvPr/>
        </p:nvSpPr>
        <p:spPr>
          <a:xfrm>
            <a:off x="8595359" y="208026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4" name="Connector 58"/>
          <p:cNvSpPr/>
          <p:nvPr/>
        </p:nvSpPr>
        <p:spPr>
          <a:xfrm>
            <a:off x="9624059" y="2092325"/>
            <a:ext cx="1028701" cy="36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5" name="Connector 59"/>
          <p:cNvSpPr/>
          <p:nvPr/>
        </p:nvSpPr>
        <p:spPr>
          <a:xfrm>
            <a:off x="10652759" y="2128518"/>
            <a:ext cx="1028701" cy="603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6" name="Connector 60"/>
          <p:cNvSpPr/>
          <p:nvPr/>
        </p:nvSpPr>
        <p:spPr>
          <a:xfrm>
            <a:off x="11681459" y="218884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7" name="Connector 61"/>
          <p:cNvSpPr/>
          <p:nvPr/>
        </p:nvSpPr>
        <p:spPr>
          <a:xfrm>
            <a:off x="12710159" y="2273299"/>
            <a:ext cx="1028700" cy="108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8" name="Connector 62"/>
          <p:cNvSpPr/>
          <p:nvPr/>
        </p:nvSpPr>
        <p:spPr>
          <a:xfrm>
            <a:off x="13738859" y="2381885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49" name="Connector 63"/>
          <p:cNvSpPr/>
          <p:nvPr/>
        </p:nvSpPr>
        <p:spPr>
          <a:xfrm flipV="1">
            <a:off x="2423160" y="2362325"/>
            <a:ext cx="1234440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0" name="Connector 64"/>
          <p:cNvSpPr/>
          <p:nvPr/>
        </p:nvSpPr>
        <p:spPr>
          <a:xfrm flipV="1">
            <a:off x="3657598" y="2237739"/>
            <a:ext cx="1234442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1" name="Connector 65"/>
          <p:cNvSpPr/>
          <p:nvPr/>
        </p:nvSpPr>
        <p:spPr>
          <a:xfrm flipV="1">
            <a:off x="4892040" y="214083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2" name="Connector 66"/>
          <p:cNvSpPr/>
          <p:nvPr/>
        </p:nvSpPr>
        <p:spPr>
          <a:xfrm flipV="1">
            <a:off x="6126479" y="207162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3" name="Connector 67"/>
          <p:cNvSpPr/>
          <p:nvPr/>
        </p:nvSpPr>
        <p:spPr>
          <a:xfrm flipV="1">
            <a:off x="7360919" y="2030093"/>
            <a:ext cx="1234440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4" name="Connector 68"/>
          <p:cNvSpPr/>
          <p:nvPr/>
        </p:nvSpPr>
        <p:spPr>
          <a:xfrm flipV="1">
            <a:off x="8595359" y="2016251"/>
            <a:ext cx="1234442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5" name="Connector 69"/>
          <p:cNvSpPr/>
          <p:nvPr/>
        </p:nvSpPr>
        <p:spPr>
          <a:xfrm>
            <a:off x="9829799" y="2016251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6" name="Connector 70"/>
          <p:cNvSpPr/>
          <p:nvPr/>
        </p:nvSpPr>
        <p:spPr>
          <a:xfrm>
            <a:off x="11064240" y="2030095"/>
            <a:ext cx="1234441" cy="41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7" name="Connector 71"/>
          <p:cNvSpPr/>
          <p:nvPr/>
        </p:nvSpPr>
        <p:spPr>
          <a:xfrm>
            <a:off x="12298680" y="2071622"/>
            <a:ext cx="1234441" cy="692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8" name="Connector 72"/>
          <p:cNvSpPr/>
          <p:nvPr/>
        </p:nvSpPr>
        <p:spPr>
          <a:xfrm>
            <a:off x="13533119" y="2140839"/>
            <a:ext cx="1234440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59" name="Connector 73"/>
          <p:cNvSpPr/>
          <p:nvPr/>
        </p:nvSpPr>
        <p:spPr>
          <a:xfrm>
            <a:off x="14767559" y="2237739"/>
            <a:ext cx="1234441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0" name="Connector 74"/>
          <p:cNvSpPr/>
          <p:nvPr/>
        </p:nvSpPr>
        <p:spPr>
          <a:xfrm>
            <a:off x="16001998" y="2362326"/>
            <a:ext cx="1234442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1" name="Connector 75"/>
          <p:cNvSpPr/>
          <p:nvPr/>
        </p:nvSpPr>
        <p:spPr>
          <a:xfrm flipV="1">
            <a:off x="2423160" y="2342769"/>
            <a:ext cx="1440179" cy="1718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2" name="Connector 76"/>
          <p:cNvSpPr/>
          <p:nvPr/>
        </p:nvSpPr>
        <p:spPr>
          <a:xfrm flipV="1">
            <a:off x="3863338" y="2202179"/>
            <a:ext cx="1440183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3" name="Connector 77"/>
          <p:cNvSpPr/>
          <p:nvPr/>
        </p:nvSpPr>
        <p:spPr>
          <a:xfrm flipV="1">
            <a:off x="5303520" y="2092831"/>
            <a:ext cx="1440181" cy="1093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4" name="Connector 78"/>
          <p:cNvSpPr/>
          <p:nvPr/>
        </p:nvSpPr>
        <p:spPr>
          <a:xfrm flipV="1">
            <a:off x="6743699" y="2014727"/>
            <a:ext cx="1440182" cy="7810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5" name="Connector 79"/>
          <p:cNvSpPr/>
          <p:nvPr/>
        </p:nvSpPr>
        <p:spPr>
          <a:xfrm flipV="1">
            <a:off x="8183880" y="1967863"/>
            <a:ext cx="1440181" cy="468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6" name="Connector 80"/>
          <p:cNvSpPr/>
          <p:nvPr/>
        </p:nvSpPr>
        <p:spPr>
          <a:xfrm flipV="1">
            <a:off x="9624059" y="1952243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7" name="Connector 81"/>
          <p:cNvSpPr/>
          <p:nvPr/>
        </p:nvSpPr>
        <p:spPr>
          <a:xfrm>
            <a:off x="11064240" y="1952243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8" name="Connector 82"/>
          <p:cNvSpPr/>
          <p:nvPr/>
        </p:nvSpPr>
        <p:spPr>
          <a:xfrm>
            <a:off x="12504419" y="1967864"/>
            <a:ext cx="1440181" cy="46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69" name="Connector 83"/>
          <p:cNvSpPr/>
          <p:nvPr/>
        </p:nvSpPr>
        <p:spPr>
          <a:xfrm>
            <a:off x="13944599" y="2014727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0" name="Connector 84"/>
          <p:cNvSpPr/>
          <p:nvPr/>
        </p:nvSpPr>
        <p:spPr>
          <a:xfrm>
            <a:off x="15384780" y="2092831"/>
            <a:ext cx="1440181" cy="10934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1" name="Connector 85"/>
          <p:cNvSpPr/>
          <p:nvPr/>
        </p:nvSpPr>
        <p:spPr>
          <a:xfrm>
            <a:off x="16824960" y="2202179"/>
            <a:ext cx="1440180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2" name="Connector 86"/>
          <p:cNvSpPr/>
          <p:nvPr/>
        </p:nvSpPr>
        <p:spPr>
          <a:xfrm>
            <a:off x="18265139" y="2342769"/>
            <a:ext cx="1440182" cy="1718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3" name="Connector 87"/>
          <p:cNvSpPr/>
          <p:nvPr/>
        </p:nvSpPr>
        <p:spPr>
          <a:xfrm flipV="1">
            <a:off x="4892040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4" name="Connector 88"/>
          <p:cNvSpPr/>
          <p:nvPr/>
        </p:nvSpPr>
        <p:spPr>
          <a:xfrm flipV="1">
            <a:off x="5097779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5" name="Connector 89"/>
          <p:cNvSpPr/>
          <p:nvPr/>
        </p:nvSpPr>
        <p:spPr>
          <a:xfrm flipV="1">
            <a:off x="5303520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6" name="Connector 90"/>
          <p:cNvSpPr/>
          <p:nvPr/>
        </p:nvSpPr>
        <p:spPr>
          <a:xfrm flipV="1">
            <a:off x="5509259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7" name="Connector 91"/>
          <p:cNvSpPr/>
          <p:nvPr/>
        </p:nvSpPr>
        <p:spPr>
          <a:xfrm flipV="1">
            <a:off x="5715000" y="234124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8" name="Connector 92"/>
          <p:cNvSpPr/>
          <p:nvPr/>
        </p:nvSpPr>
        <p:spPr>
          <a:xfrm flipV="1">
            <a:off x="5920738" y="23362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79" name="Connector 93"/>
          <p:cNvSpPr/>
          <p:nvPr/>
        </p:nvSpPr>
        <p:spPr>
          <a:xfrm>
            <a:off x="6126479" y="23362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0" name="Connector 94"/>
          <p:cNvSpPr/>
          <p:nvPr/>
        </p:nvSpPr>
        <p:spPr>
          <a:xfrm>
            <a:off x="6332220" y="234124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1" name="Connector 95"/>
          <p:cNvSpPr/>
          <p:nvPr/>
        </p:nvSpPr>
        <p:spPr>
          <a:xfrm>
            <a:off x="6537959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2" name="Connector 96"/>
          <p:cNvSpPr/>
          <p:nvPr/>
        </p:nvSpPr>
        <p:spPr>
          <a:xfrm>
            <a:off x="674369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3" name="Connector 97"/>
          <p:cNvSpPr/>
          <p:nvPr/>
        </p:nvSpPr>
        <p:spPr>
          <a:xfrm>
            <a:off x="6949440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4" name="Connector 98"/>
          <p:cNvSpPr/>
          <p:nvPr/>
        </p:nvSpPr>
        <p:spPr>
          <a:xfrm>
            <a:off x="7155180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5" name="Connector 99"/>
          <p:cNvSpPr/>
          <p:nvPr/>
        </p:nvSpPr>
        <p:spPr>
          <a:xfrm flipV="1">
            <a:off x="4892040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6" name="Connector 100"/>
          <p:cNvSpPr/>
          <p:nvPr/>
        </p:nvSpPr>
        <p:spPr>
          <a:xfrm flipV="1">
            <a:off x="5303520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7" name="Connector 101"/>
          <p:cNvSpPr/>
          <p:nvPr/>
        </p:nvSpPr>
        <p:spPr>
          <a:xfrm flipV="1">
            <a:off x="5714999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8" name="Connector 102"/>
          <p:cNvSpPr/>
          <p:nvPr/>
        </p:nvSpPr>
        <p:spPr>
          <a:xfrm flipV="1">
            <a:off x="612647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89" name="Connector 103"/>
          <p:cNvSpPr/>
          <p:nvPr/>
        </p:nvSpPr>
        <p:spPr>
          <a:xfrm flipV="1">
            <a:off x="6537959" y="2279013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0" name="Connector 104"/>
          <p:cNvSpPr/>
          <p:nvPr/>
        </p:nvSpPr>
        <p:spPr>
          <a:xfrm flipV="1">
            <a:off x="6949439" y="2272284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1" name="Connector 105"/>
          <p:cNvSpPr/>
          <p:nvPr/>
        </p:nvSpPr>
        <p:spPr>
          <a:xfrm>
            <a:off x="7360919" y="22722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2" name="Connector 106"/>
          <p:cNvSpPr/>
          <p:nvPr/>
        </p:nvSpPr>
        <p:spPr>
          <a:xfrm>
            <a:off x="7772399" y="227901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3" name="Connector 107"/>
          <p:cNvSpPr/>
          <p:nvPr/>
        </p:nvSpPr>
        <p:spPr>
          <a:xfrm>
            <a:off x="8183878" y="2299207"/>
            <a:ext cx="411482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4" name="Connector 108"/>
          <p:cNvSpPr/>
          <p:nvPr/>
        </p:nvSpPr>
        <p:spPr>
          <a:xfrm>
            <a:off x="8595359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5" name="Connector 109"/>
          <p:cNvSpPr/>
          <p:nvPr/>
        </p:nvSpPr>
        <p:spPr>
          <a:xfrm>
            <a:off x="9006840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6" name="Connector 110"/>
          <p:cNvSpPr/>
          <p:nvPr/>
        </p:nvSpPr>
        <p:spPr>
          <a:xfrm>
            <a:off x="9418319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7" name="Connector 111"/>
          <p:cNvSpPr/>
          <p:nvPr/>
        </p:nvSpPr>
        <p:spPr>
          <a:xfrm flipV="1">
            <a:off x="4892040" y="24210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8" name="Connector 112"/>
          <p:cNvSpPr/>
          <p:nvPr/>
        </p:nvSpPr>
        <p:spPr>
          <a:xfrm flipV="1">
            <a:off x="5509259" y="234442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99" name="Connector 113"/>
          <p:cNvSpPr/>
          <p:nvPr/>
        </p:nvSpPr>
        <p:spPr>
          <a:xfrm flipV="1">
            <a:off x="6126479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0" name="Connector 114"/>
          <p:cNvSpPr/>
          <p:nvPr/>
        </p:nvSpPr>
        <p:spPr>
          <a:xfrm flipV="1">
            <a:off x="6743699" y="22423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1" name="Connector 115"/>
          <p:cNvSpPr/>
          <p:nvPr/>
        </p:nvSpPr>
        <p:spPr>
          <a:xfrm flipV="1">
            <a:off x="7360919" y="221678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2" name="Connector 116"/>
          <p:cNvSpPr/>
          <p:nvPr/>
        </p:nvSpPr>
        <p:spPr>
          <a:xfrm flipV="1">
            <a:off x="7978140" y="220827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3" name="Connector 117"/>
          <p:cNvSpPr/>
          <p:nvPr/>
        </p:nvSpPr>
        <p:spPr>
          <a:xfrm>
            <a:off x="8595359" y="220827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4" name="Connector 118"/>
          <p:cNvSpPr/>
          <p:nvPr/>
        </p:nvSpPr>
        <p:spPr>
          <a:xfrm>
            <a:off x="9212580" y="221678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5" name="Connector 119"/>
          <p:cNvSpPr/>
          <p:nvPr/>
        </p:nvSpPr>
        <p:spPr>
          <a:xfrm>
            <a:off x="9829799" y="22423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6" name="Connector 120"/>
          <p:cNvSpPr/>
          <p:nvPr/>
        </p:nvSpPr>
        <p:spPr>
          <a:xfrm>
            <a:off x="10447019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7" name="Connector 121"/>
          <p:cNvSpPr/>
          <p:nvPr/>
        </p:nvSpPr>
        <p:spPr>
          <a:xfrm>
            <a:off x="11064240" y="234442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8" name="Connector 122"/>
          <p:cNvSpPr/>
          <p:nvPr/>
        </p:nvSpPr>
        <p:spPr>
          <a:xfrm>
            <a:off x="11681459" y="24210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09" name="Connector 123"/>
          <p:cNvSpPr/>
          <p:nvPr/>
        </p:nvSpPr>
        <p:spPr>
          <a:xfrm flipV="1">
            <a:off x="4892040" y="240144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0" name="Connector 124"/>
          <p:cNvSpPr/>
          <p:nvPr/>
        </p:nvSpPr>
        <p:spPr>
          <a:xfrm flipV="1">
            <a:off x="5714999" y="2308860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1" name="Connector 125"/>
          <p:cNvSpPr/>
          <p:nvPr/>
        </p:nvSpPr>
        <p:spPr>
          <a:xfrm flipV="1">
            <a:off x="6537959" y="22368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2" name="Connector 126"/>
          <p:cNvSpPr/>
          <p:nvPr/>
        </p:nvSpPr>
        <p:spPr>
          <a:xfrm flipV="1">
            <a:off x="7360919" y="21854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3" name="Connector 127"/>
          <p:cNvSpPr/>
          <p:nvPr/>
        </p:nvSpPr>
        <p:spPr>
          <a:xfrm flipV="1">
            <a:off x="8183880" y="21545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4" name="Connector 128"/>
          <p:cNvSpPr/>
          <p:nvPr/>
        </p:nvSpPr>
        <p:spPr>
          <a:xfrm flipV="1">
            <a:off x="9006840" y="2144267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5" name="Connector 129"/>
          <p:cNvSpPr/>
          <p:nvPr/>
        </p:nvSpPr>
        <p:spPr>
          <a:xfrm>
            <a:off x="9829799" y="214426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6" name="Connector 130"/>
          <p:cNvSpPr/>
          <p:nvPr/>
        </p:nvSpPr>
        <p:spPr>
          <a:xfrm>
            <a:off x="10652759" y="215455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7" name="Connector 131"/>
          <p:cNvSpPr/>
          <p:nvPr/>
        </p:nvSpPr>
        <p:spPr>
          <a:xfrm>
            <a:off x="11475719" y="21854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8" name="Connector 132"/>
          <p:cNvSpPr/>
          <p:nvPr/>
        </p:nvSpPr>
        <p:spPr>
          <a:xfrm>
            <a:off x="12298680" y="22368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19" name="Connector 133"/>
          <p:cNvSpPr/>
          <p:nvPr/>
        </p:nvSpPr>
        <p:spPr>
          <a:xfrm>
            <a:off x="13121639" y="2308860"/>
            <a:ext cx="822960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0" name="Connector 134"/>
          <p:cNvSpPr/>
          <p:nvPr/>
        </p:nvSpPr>
        <p:spPr>
          <a:xfrm>
            <a:off x="13944598" y="240144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1" name="Connector 135"/>
          <p:cNvSpPr/>
          <p:nvPr/>
        </p:nvSpPr>
        <p:spPr>
          <a:xfrm flipV="1">
            <a:off x="4892040" y="2381885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2" name="Connector 136"/>
          <p:cNvSpPr/>
          <p:nvPr/>
        </p:nvSpPr>
        <p:spPr>
          <a:xfrm flipV="1">
            <a:off x="5920740" y="2273300"/>
            <a:ext cx="1028701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3" name="Connector 137"/>
          <p:cNvSpPr/>
          <p:nvPr/>
        </p:nvSpPr>
        <p:spPr>
          <a:xfrm flipV="1">
            <a:off x="6949440" y="218884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4" name="Connector 138"/>
          <p:cNvSpPr/>
          <p:nvPr/>
        </p:nvSpPr>
        <p:spPr>
          <a:xfrm flipV="1">
            <a:off x="7978140" y="2128518"/>
            <a:ext cx="1028701" cy="603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5" name="Connector 139"/>
          <p:cNvSpPr/>
          <p:nvPr/>
        </p:nvSpPr>
        <p:spPr>
          <a:xfrm flipV="1">
            <a:off x="9006840" y="2092324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6" name="Connector 140"/>
          <p:cNvSpPr/>
          <p:nvPr/>
        </p:nvSpPr>
        <p:spPr>
          <a:xfrm flipV="1">
            <a:off x="10035540" y="2080260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7" name="Connector 141"/>
          <p:cNvSpPr/>
          <p:nvPr/>
        </p:nvSpPr>
        <p:spPr>
          <a:xfrm>
            <a:off x="11064240" y="208026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8" name="Connector 142"/>
          <p:cNvSpPr/>
          <p:nvPr/>
        </p:nvSpPr>
        <p:spPr>
          <a:xfrm>
            <a:off x="12092940" y="2092325"/>
            <a:ext cx="1028701" cy="36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29" name="Connector 143"/>
          <p:cNvSpPr/>
          <p:nvPr/>
        </p:nvSpPr>
        <p:spPr>
          <a:xfrm>
            <a:off x="13121639" y="2128518"/>
            <a:ext cx="1028701" cy="603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0" name="Connector 144"/>
          <p:cNvSpPr/>
          <p:nvPr/>
        </p:nvSpPr>
        <p:spPr>
          <a:xfrm>
            <a:off x="14150339" y="218884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1" name="Connector 145"/>
          <p:cNvSpPr/>
          <p:nvPr/>
        </p:nvSpPr>
        <p:spPr>
          <a:xfrm>
            <a:off x="15179039" y="2273299"/>
            <a:ext cx="1028700" cy="108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2" name="Connector 146"/>
          <p:cNvSpPr/>
          <p:nvPr/>
        </p:nvSpPr>
        <p:spPr>
          <a:xfrm>
            <a:off x="16207739" y="2381885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3" name="Connector 147"/>
          <p:cNvSpPr/>
          <p:nvPr/>
        </p:nvSpPr>
        <p:spPr>
          <a:xfrm flipV="1">
            <a:off x="4892040" y="2362325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4" name="Connector 148"/>
          <p:cNvSpPr/>
          <p:nvPr/>
        </p:nvSpPr>
        <p:spPr>
          <a:xfrm flipV="1">
            <a:off x="6126479" y="2237739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5" name="Connector 149"/>
          <p:cNvSpPr/>
          <p:nvPr/>
        </p:nvSpPr>
        <p:spPr>
          <a:xfrm flipV="1">
            <a:off x="7360919" y="214083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6" name="Connector 150"/>
          <p:cNvSpPr/>
          <p:nvPr/>
        </p:nvSpPr>
        <p:spPr>
          <a:xfrm flipV="1">
            <a:off x="8595359" y="207162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7" name="Connector 151"/>
          <p:cNvSpPr/>
          <p:nvPr/>
        </p:nvSpPr>
        <p:spPr>
          <a:xfrm flipV="1">
            <a:off x="9829799" y="2030093"/>
            <a:ext cx="1234441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8" name="Connector 152"/>
          <p:cNvSpPr/>
          <p:nvPr/>
        </p:nvSpPr>
        <p:spPr>
          <a:xfrm flipV="1">
            <a:off x="11064240" y="2016251"/>
            <a:ext cx="1234441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39" name="Connector 153"/>
          <p:cNvSpPr/>
          <p:nvPr/>
        </p:nvSpPr>
        <p:spPr>
          <a:xfrm>
            <a:off x="12298680" y="2016251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0" name="Connector 154"/>
          <p:cNvSpPr/>
          <p:nvPr/>
        </p:nvSpPr>
        <p:spPr>
          <a:xfrm>
            <a:off x="13533119" y="2030095"/>
            <a:ext cx="1234440" cy="41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1" name="Connector 155"/>
          <p:cNvSpPr/>
          <p:nvPr/>
        </p:nvSpPr>
        <p:spPr>
          <a:xfrm>
            <a:off x="14767559" y="2071622"/>
            <a:ext cx="1234442" cy="692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2" name="Connector 156"/>
          <p:cNvSpPr/>
          <p:nvPr/>
        </p:nvSpPr>
        <p:spPr>
          <a:xfrm>
            <a:off x="16001999" y="214083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3" name="Connector 157"/>
          <p:cNvSpPr/>
          <p:nvPr/>
        </p:nvSpPr>
        <p:spPr>
          <a:xfrm>
            <a:off x="17236439" y="2237739"/>
            <a:ext cx="1234441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4" name="Connector 158"/>
          <p:cNvSpPr/>
          <p:nvPr/>
        </p:nvSpPr>
        <p:spPr>
          <a:xfrm>
            <a:off x="18470880" y="2362326"/>
            <a:ext cx="1234441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5" name="Connector 159"/>
          <p:cNvSpPr/>
          <p:nvPr/>
        </p:nvSpPr>
        <p:spPr>
          <a:xfrm flipV="1">
            <a:off x="7360919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6" name="Connector 160"/>
          <p:cNvSpPr/>
          <p:nvPr/>
        </p:nvSpPr>
        <p:spPr>
          <a:xfrm flipV="1">
            <a:off x="7566659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7" name="Connector 161"/>
          <p:cNvSpPr/>
          <p:nvPr/>
        </p:nvSpPr>
        <p:spPr>
          <a:xfrm flipV="1">
            <a:off x="777239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8" name="Connector 162"/>
          <p:cNvSpPr/>
          <p:nvPr/>
        </p:nvSpPr>
        <p:spPr>
          <a:xfrm flipV="1">
            <a:off x="7978140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49" name="Connector 163"/>
          <p:cNvSpPr/>
          <p:nvPr/>
        </p:nvSpPr>
        <p:spPr>
          <a:xfrm flipV="1">
            <a:off x="8183880" y="234124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0" name="Connector 164"/>
          <p:cNvSpPr/>
          <p:nvPr/>
        </p:nvSpPr>
        <p:spPr>
          <a:xfrm flipV="1">
            <a:off x="8389618" y="23362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1" name="Connector 165"/>
          <p:cNvSpPr/>
          <p:nvPr/>
        </p:nvSpPr>
        <p:spPr>
          <a:xfrm>
            <a:off x="8595359" y="23362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2" name="Connector 166"/>
          <p:cNvSpPr/>
          <p:nvPr/>
        </p:nvSpPr>
        <p:spPr>
          <a:xfrm>
            <a:off x="8801099" y="234124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3" name="Connector 167"/>
          <p:cNvSpPr/>
          <p:nvPr/>
        </p:nvSpPr>
        <p:spPr>
          <a:xfrm>
            <a:off x="9006840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4" name="Connector 168"/>
          <p:cNvSpPr/>
          <p:nvPr/>
        </p:nvSpPr>
        <p:spPr>
          <a:xfrm>
            <a:off x="9212580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5" name="Connector 169"/>
          <p:cNvSpPr/>
          <p:nvPr/>
        </p:nvSpPr>
        <p:spPr>
          <a:xfrm>
            <a:off x="9418319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6" name="Connector 170"/>
          <p:cNvSpPr/>
          <p:nvPr/>
        </p:nvSpPr>
        <p:spPr>
          <a:xfrm>
            <a:off x="9624059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7" name="Connector 171"/>
          <p:cNvSpPr/>
          <p:nvPr/>
        </p:nvSpPr>
        <p:spPr>
          <a:xfrm flipV="1">
            <a:off x="7360919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8" name="Connector 172"/>
          <p:cNvSpPr/>
          <p:nvPr/>
        </p:nvSpPr>
        <p:spPr>
          <a:xfrm flipV="1">
            <a:off x="7772399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59" name="Connector 173"/>
          <p:cNvSpPr/>
          <p:nvPr/>
        </p:nvSpPr>
        <p:spPr>
          <a:xfrm flipV="1">
            <a:off x="8183878" y="2332863"/>
            <a:ext cx="411482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0" name="Connector 174"/>
          <p:cNvSpPr/>
          <p:nvPr/>
        </p:nvSpPr>
        <p:spPr>
          <a:xfrm flipV="1">
            <a:off x="859535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1" name="Connector 175"/>
          <p:cNvSpPr/>
          <p:nvPr/>
        </p:nvSpPr>
        <p:spPr>
          <a:xfrm flipV="1">
            <a:off x="9006840" y="227901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2" name="Connector 176"/>
          <p:cNvSpPr/>
          <p:nvPr/>
        </p:nvSpPr>
        <p:spPr>
          <a:xfrm flipV="1">
            <a:off x="9418319" y="227228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3" name="Connector 177"/>
          <p:cNvSpPr/>
          <p:nvPr/>
        </p:nvSpPr>
        <p:spPr>
          <a:xfrm>
            <a:off x="9829799" y="22722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4" name="Connector 178"/>
          <p:cNvSpPr/>
          <p:nvPr/>
        </p:nvSpPr>
        <p:spPr>
          <a:xfrm>
            <a:off x="10241280" y="227901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5" name="Connector 179"/>
          <p:cNvSpPr/>
          <p:nvPr/>
        </p:nvSpPr>
        <p:spPr>
          <a:xfrm>
            <a:off x="1065275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6" name="Connector 180"/>
          <p:cNvSpPr/>
          <p:nvPr/>
        </p:nvSpPr>
        <p:spPr>
          <a:xfrm>
            <a:off x="11064240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7" name="Connector 181"/>
          <p:cNvSpPr/>
          <p:nvPr/>
        </p:nvSpPr>
        <p:spPr>
          <a:xfrm>
            <a:off x="11475719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8" name="Connector 182"/>
          <p:cNvSpPr/>
          <p:nvPr/>
        </p:nvSpPr>
        <p:spPr>
          <a:xfrm>
            <a:off x="11887199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69" name="Connector 183"/>
          <p:cNvSpPr/>
          <p:nvPr/>
        </p:nvSpPr>
        <p:spPr>
          <a:xfrm flipV="1">
            <a:off x="7360919" y="24210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0" name="Connector 184"/>
          <p:cNvSpPr/>
          <p:nvPr/>
        </p:nvSpPr>
        <p:spPr>
          <a:xfrm flipV="1">
            <a:off x="7978140" y="234442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1" name="Connector 185"/>
          <p:cNvSpPr/>
          <p:nvPr/>
        </p:nvSpPr>
        <p:spPr>
          <a:xfrm flipV="1">
            <a:off x="8595359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2" name="Connector 186"/>
          <p:cNvSpPr/>
          <p:nvPr/>
        </p:nvSpPr>
        <p:spPr>
          <a:xfrm flipV="1">
            <a:off x="9212580" y="22423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3" name="Connector 187"/>
          <p:cNvSpPr/>
          <p:nvPr/>
        </p:nvSpPr>
        <p:spPr>
          <a:xfrm flipV="1">
            <a:off x="9829799" y="221678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4" name="Connector 188"/>
          <p:cNvSpPr/>
          <p:nvPr/>
        </p:nvSpPr>
        <p:spPr>
          <a:xfrm flipV="1">
            <a:off x="10447019" y="220827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5" name="Connector 189"/>
          <p:cNvSpPr/>
          <p:nvPr/>
        </p:nvSpPr>
        <p:spPr>
          <a:xfrm>
            <a:off x="11064240" y="220827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6" name="Connector 190"/>
          <p:cNvSpPr/>
          <p:nvPr/>
        </p:nvSpPr>
        <p:spPr>
          <a:xfrm>
            <a:off x="11681459" y="221678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7" name="Connector 191"/>
          <p:cNvSpPr/>
          <p:nvPr/>
        </p:nvSpPr>
        <p:spPr>
          <a:xfrm>
            <a:off x="12298680" y="22423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8" name="Connector 192"/>
          <p:cNvSpPr/>
          <p:nvPr/>
        </p:nvSpPr>
        <p:spPr>
          <a:xfrm>
            <a:off x="12915899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79" name="Connector 193"/>
          <p:cNvSpPr/>
          <p:nvPr/>
        </p:nvSpPr>
        <p:spPr>
          <a:xfrm>
            <a:off x="13533119" y="2344420"/>
            <a:ext cx="617220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0" name="Connector 194"/>
          <p:cNvSpPr/>
          <p:nvPr/>
        </p:nvSpPr>
        <p:spPr>
          <a:xfrm>
            <a:off x="14150339" y="24210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1" name="Connector 195"/>
          <p:cNvSpPr/>
          <p:nvPr/>
        </p:nvSpPr>
        <p:spPr>
          <a:xfrm flipV="1">
            <a:off x="7360919" y="2401441"/>
            <a:ext cx="822960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2" name="Connector 196"/>
          <p:cNvSpPr/>
          <p:nvPr/>
        </p:nvSpPr>
        <p:spPr>
          <a:xfrm flipV="1">
            <a:off x="8183878" y="2308860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3" name="Connector 197"/>
          <p:cNvSpPr/>
          <p:nvPr/>
        </p:nvSpPr>
        <p:spPr>
          <a:xfrm flipV="1">
            <a:off x="9006840" y="22368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4" name="Connector 198"/>
          <p:cNvSpPr/>
          <p:nvPr/>
        </p:nvSpPr>
        <p:spPr>
          <a:xfrm flipV="1">
            <a:off x="9829799" y="21854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5" name="Connector 199"/>
          <p:cNvSpPr/>
          <p:nvPr/>
        </p:nvSpPr>
        <p:spPr>
          <a:xfrm flipV="1">
            <a:off x="10652759" y="21545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6" name="Connector 200"/>
          <p:cNvSpPr/>
          <p:nvPr/>
        </p:nvSpPr>
        <p:spPr>
          <a:xfrm flipV="1">
            <a:off x="11475719" y="2144267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7" name="Connector 201"/>
          <p:cNvSpPr/>
          <p:nvPr/>
        </p:nvSpPr>
        <p:spPr>
          <a:xfrm>
            <a:off x="12298680" y="214426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8" name="Connector 202"/>
          <p:cNvSpPr/>
          <p:nvPr/>
        </p:nvSpPr>
        <p:spPr>
          <a:xfrm>
            <a:off x="13121639" y="215455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89" name="Connector 203"/>
          <p:cNvSpPr/>
          <p:nvPr/>
        </p:nvSpPr>
        <p:spPr>
          <a:xfrm>
            <a:off x="13944600" y="2185416"/>
            <a:ext cx="822959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0" name="Connector 204"/>
          <p:cNvSpPr/>
          <p:nvPr/>
        </p:nvSpPr>
        <p:spPr>
          <a:xfrm>
            <a:off x="14767559" y="2236851"/>
            <a:ext cx="822962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1" name="Connector 205"/>
          <p:cNvSpPr/>
          <p:nvPr/>
        </p:nvSpPr>
        <p:spPr>
          <a:xfrm>
            <a:off x="15590519" y="230886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2" name="Connector 206"/>
          <p:cNvSpPr/>
          <p:nvPr/>
        </p:nvSpPr>
        <p:spPr>
          <a:xfrm>
            <a:off x="16413480" y="240144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3" name="Connector 207"/>
          <p:cNvSpPr/>
          <p:nvPr/>
        </p:nvSpPr>
        <p:spPr>
          <a:xfrm flipV="1">
            <a:off x="7360919" y="2381885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4" name="Connector 208"/>
          <p:cNvSpPr/>
          <p:nvPr/>
        </p:nvSpPr>
        <p:spPr>
          <a:xfrm flipV="1">
            <a:off x="8389619" y="2273300"/>
            <a:ext cx="1028701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5" name="Connector 209"/>
          <p:cNvSpPr/>
          <p:nvPr/>
        </p:nvSpPr>
        <p:spPr>
          <a:xfrm flipV="1">
            <a:off x="9418319" y="218884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6" name="Connector 210"/>
          <p:cNvSpPr/>
          <p:nvPr/>
        </p:nvSpPr>
        <p:spPr>
          <a:xfrm flipV="1">
            <a:off x="10447019" y="2128518"/>
            <a:ext cx="1028701" cy="603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7" name="Connector 211"/>
          <p:cNvSpPr/>
          <p:nvPr/>
        </p:nvSpPr>
        <p:spPr>
          <a:xfrm flipV="1">
            <a:off x="11475719" y="2092324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8" name="Connector 212"/>
          <p:cNvSpPr/>
          <p:nvPr/>
        </p:nvSpPr>
        <p:spPr>
          <a:xfrm flipV="1">
            <a:off x="12504419" y="2080260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99" name="Connector 213"/>
          <p:cNvSpPr/>
          <p:nvPr/>
        </p:nvSpPr>
        <p:spPr>
          <a:xfrm>
            <a:off x="13533119" y="208026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0" name="Connector 214"/>
          <p:cNvSpPr/>
          <p:nvPr/>
        </p:nvSpPr>
        <p:spPr>
          <a:xfrm>
            <a:off x="14561819" y="2092325"/>
            <a:ext cx="1028701" cy="36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1" name="Connector 215"/>
          <p:cNvSpPr/>
          <p:nvPr/>
        </p:nvSpPr>
        <p:spPr>
          <a:xfrm>
            <a:off x="15590519" y="2128518"/>
            <a:ext cx="1028701" cy="603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2" name="Connector 216"/>
          <p:cNvSpPr/>
          <p:nvPr/>
        </p:nvSpPr>
        <p:spPr>
          <a:xfrm>
            <a:off x="16619219" y="218884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3" name="Connector 217"/>
          <p:cNvSpPr/>
          <p:nvPr/>
        </p:nvSpPr>
        <p:spPr>
          <a:xfrm>
            <a:off x="17647919" y="2273299"/>
            <a:ext cx="1028700" cy="108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4" name="Connector 218"/>
          <p:cNvSpPr/>
          <p:nvPr/>
        </p:nvSpPr>
        <p:spPr>
          <a:xfrm>
            <a:off x="18676619" y="2381885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5" name="Connector 219"/>
          <p:cNvSpPr/>
          <p:nvPr/>
        </p:nvSpPr>
        <p:spPr>
          <a:xfrm flipV="1">
            <a:off x="9829799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6" name="Connector 220"/>
          <p:cNvSpPr/>
          <p:nvPr/>
        </p:nvSpPr>
        <p:spPr>
          <a:xfrm flipV="1">
            <a:off x="10035540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7" name="Connector 221"/>
          <p:cNvSpPr/>
          <p:nvPr/>
        </p:nvSpPr>
        <p:spPr>
          <a:xfrm flipV="1">
            <a:off x="10241280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8" name="Connector 222"/>
          <p:cNvSpPr/>
          <p:nvPr/>
        </p:nvSpPr>
        <p:spPr>
          <a:xfrm flipV="1">
            <a:off x="10447019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09" name="Connector 223"/>
          <p:cNvSpPr/>
          <p:nvPr/>
        </p:nvSpPr>
        <p:spPr>
          <a:xfrm flipV="1">
            <a:off x="10652759" y="234124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0" name="Connector 224"/>
          <p:cNvSpPr/>
          <p:nvPr/>
        </p:nvSpPr>
        <p:spPr>
          <a:xfrm flipV="1">
            <a:off x="10858499" y="2336292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1" name="Connector 225"/>
          <p:cNvSpPr/>
          <p:nvPr/>
        </p:nvSpPr>
        <p:spPr>
          <a:xfrm>
            <a:off x="11064240" y="23362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2" name="Connector 226"/>
          <p:cNvSpPr/>
          <p:nvPr/>
        </p:nvSpPr>
        <p:spPr>
          <a:xfrm>
            <a:off x="11269980" y="234124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3" name="Connector 227"/>
          <p:cNvSpPr/>
          <p:nvPr/>
        </p:nvSpPr>
        <p:spPr>
          <a:xfrm>
            <a:off x="11475719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4" name="Connector 228"/>
          <p:cNvSpPr/>
          <p:nvPr/>
        </p:nvSpPr>
        <p:spPr>
          <a:xfrm>
            <a:off x="1168145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5" name="Connector 229"/>
          <p:cNvSpPr/>
          <p:nvPr/>
        </p:nvSpPr>
        <p:spPr>
          <a:xfrm>
            <a:off x="11887199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6" name="Connector 230"/>
          <p:cNvSpPr/>
          <p:nvPr/>
        </p:nvSpPr>
        <p:spPr>
          <a:xfrm>
            <a:off x="12092940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7" name="Connector 231"/>
          <p:cNvSpPr/>
          <p:nvPr/>
        </p:nvSpPr>
        <p:spPr>
          <a:xfrm flipV="1">
            <a:off x="9829799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8" name="Connector 232"/>
          <p:cNvSpPr/>
          <p:nvPr/>
        </p:nvSpPr>
        <p:spPr>
          <a:xfrm flipV="1">
            <a:off x="10241280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19" name="Connector 233"/>
          <p:cNvSpPr/>
          <p:nvPr/>
        </p:nvSpPr>
        <p:spPr>
          <a:xfrm flipV="1">
            <a:off x="10652759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0" name="Connector 234"/>
          <p:cNvSpPr/>
          <p:nvPr/>
        </p:nvSpPr>
        <p:spPr>
          <a:xfrm flipV="1">
            <a:off x="11064240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1" name="Connector 235"/>
          <p:cNvSpPr/>
          <p:nvPr/>
        </p:nvSpPr>
        <p:spPr>
          <a:xfrm flipV="1">
            <a:off x="11475719" y="227901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2" name="Connector 236"/>
          <p:cNvSpPr/>
          <p:nvPr/>
        </p:nvSpPr>
        <p:spPr>
          <a:xfrm flipV="1">
            <a:off x="11887199" y="227228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3" name="Connector 237"/>
          <p:cNvSpPr/>
          <p:nvPr/>
        </p:nvSpPr>
        <p:spPr>
          <a:xfrm>
            <a:off x="12298680" y="22722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4" name="Connector 238"/>
          <p:cNvSpPr/>
          <p:nvPr/>
        </p:nvSpPr>
        <p:spPr>
          <a:xfrm>
            <a:off x="12710159" y="227901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5" name="Connector 239"/>
          <p:cNvSpPr/>
          <p:nvPr/>
        </p:nvSpPr>
        <p:spPr>
          <a:xfrm>
            <a:off x="1312163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6" name="Connector 240"/>
          <p:cNvSpPr/>
          <p:nvPr/>
        </p:nvSpPr>
        <p:spPr>
          <a:xfrm>
            <a:off x="13533119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7" name="Connector 241"/>
          <p:cNvSpPr/>
          <p:nvPr/>
        </p:nvSpPr>
        <p:spPr>
          <a:xfrm>
            <a:off x="13944599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8" name="Connector 242"/>
          <p:cNvSpPr/>
          <p:nvPr/>
        </p:nvSpPr>
        <p:spPr>
          <a:xfrm>
            <a:off x="14356078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29" name="Connector 243"/>
          <p:cNvSpPr/>
          <p:nvPr/>
        </p:nvSpPr>
        <p:spPr>
          <a:xfrm flipV="1">
            <a:off x="9829799" y="24210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0" name="Connector 244"/>
          <p:cNvSpPr/>
          <p:nvPr/>
        </p:nvSpPr>
        <p:spPr>
          <a:xfrm flipV="1">
            <a:off x="10447019" y="234442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1" name="Connector 245"/>
          <p:cNvSpPr/>
          <p:nvPr/>
        </p:nvSpPr>
        <p:spPr>
          <a:xfrm flipV="1">
            <a:off x="11064240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2" name="Connector 246"/>
          <p:cNvSpPr/>
          <p:nvPr/>
        </p:nvSpPr>
        <p:spPr>
          <a:xfrm flipV="1">
            <a:off x="11681459" y="22423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3" name="Connector 247"/>
          <p:cNvSpPr/>
          <p:nvPr/>
        </p:nvSpPr>
        <p:spPr>
          <a:xfrm flipV="1">
            <a:off x="12298680" y="221678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4" name="Connector 248"/>
          <p:cNvSpPr/>
          <p:nvPr/>
        </p:nvSpPr>
        <p:spPr>
          <a:xfrm flipV="1">
            <a:off x="12915899" y="220827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5" name="Connector 249"/>
          <p:cNvSpPr/>
          <p:nvPr/>
        </p:nvSpPr>
        <p:spPr>
          <a:xfrm>
            <a:off x="13533119" y="220827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6" name="Connector 250"/>
          <p:cNvSpPr/>
          <p:nvPr/>
        </p:nvSpPr>
        <p:spPr>
          <a:xfrm>
            <a:off x="14150339" y="2216785"/>
            <a:ext cx="617220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7" name="Connector 251"/>
          <p:cNvSpPr/>
          <p:nvPr/>
        </p:nvSpPr>
        <p:spPr>
          <a:xfrm>
            <a:off x="14767559" y="2242311"/>
            <a:ext cx="617222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8" name="Connector 252"/>
          <p:cNvSpPr/>
          <p:nvPr/>
        </p:nvSpPr>
        <p:spPr>
          <a:xfrm>
            <a:off x="15384780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39" name="Connector 253"/>
          <p:cNvSpPr/>
          <p:nvPr/>
        </p:nvSpPr>
        <p:spPr>
          <a:xfrm>
            <a:off x="16001999" y="234442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0" name="Connector 254"/>
          <p:cNvSpPr/>
          <p:nvPr/>
        </p:nvSpPr>
        <p:spPr>
          <a:xfrm>
            <a:off x="16619219" y="2421000"/>
            <a:ext cx="617222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1" name="Connector 255"/>
          <p:cNvSpPr/>
          <p:nvPr/>
        </p:nvSpPr>
        <p:spPr>
          <a:xfrm flipV="1">
            <a:off x="9829799" y="240144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2" name="Connector 256"/>
          <p:cNvSpPr/>
          <p:nvPr/>
        </p:nvSpPr>
        <p:spPr>
          <a:xfrm flipV="1">
            <a:off x="10652759" y="2308860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3" name="Connector 257"/>
          <p:cNvSpPr/>
          <p:nvPr/>
        </p:nvSpPr>
        <p:spPr>
          <a:xfrm flipV="1">
            <a:off x="11475719" y="22368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4" name="Connector 258"/>
          <p:cNvSpPr/>
          <p:nvPr/>
        </p:nvSpPr>
        <p:spPr>
          <a:xfrm flipV="1">
            <a:off x="12298680" y="21854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5" name="Connector 259"/>
          <p:cNvSpPr/>
          <p:nvPr/>
        </p:nvSpPr>
        <p:spPr>
          <a:xfrm flipV="1">
            <a:off x="13121639" y="21545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6" name="Connector 260"/>
          <p:cNvSpPr/>
          <p:nvPr/>
        </p:nvSpPr>
        <p:spPr>
          <a:xfrm flipV="1">
            <a:off x="13944600" y="2144267"/>
            <a:ext cx="822959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7" name="Connector 261"/>
          <p:cNvSpPr/>
          <p:nvPr/>
        </p:nvSpPr>
        <p:spPr>
          <a:xfrm>
            <a:off x="14767559" y="2144267"/>
            <a:ext cx="822962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8" name="Connector 262"/>
          <p:cNvSpPr/>
          <p:nvPr/>
        </p:nvSpPr>
        <p:spPr>
          <a:xfrm>
            <a:off x="15590519" y="215455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49" name="Connector 263"/>
          <p:cNvSpPr/>
          <p:nvPr/>
        </p:nvSpPr>
        <p:spPr>
          <a:xfrm>
            <a:off x="16413480" y="21854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0" name="Connector 264"/>
          <p:cNvSpPr/>
          <p:nvPr/>
        </p:nvSpPr>
        <p:spPr>
          <a:xfrm>
            <a:off x="17236439" y="22368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1" name="Connector 265"/>
          <p:cNvSpPr/>
          <p:nvPr/>
        </p:nvSpPr>
        <p:spPr>
          <a:xfrm>
            <a:off x="18059399" y="230886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2" name="Connector 266"/>
          <p:cNvSpPr/>
          <p:nvPr/>
        </p:nvSpPr>
        <p:spPr>
          <a:xfrm>
            <a:off x="18882360" y="240144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3" name="Connector 267"/>
          <p:cNvSpPr/>
          <p:nvPr/>
        </p:nvSpPr>
        <p:spPr>
          <a:xfrm flipV="1">
            <a:off x="12298680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4" name="Connector 268"/>
          <p:cNvSpPr/>
          <p:nvPr/>
        </p:nvSpPr>
        <p:spPr>
          <a:xfrm flipV="1">
            <a:off x="12504419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5" name="Connector 269"/>
          <p:cNvSpPr/>
          <p:nvPr/>
        </p:nvSpPr>
        <p:spPr>
          <a:xfrm flipV="1">
            <a:off x="1271015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6" name="Connector 270"/>
          <p:cNvSpPr/>
          <p:nvPr/>
        </p:nvSpPr>
        <p:spPr>
          <a:xfrm flipV="1">
            <a:off x="12915899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7" name="Connector 271"/>
          <p:cNvSpPr/>
          <p:nvPr/>
        </p:nvSpPr>
        <p:spPr>
          <a:xfrm flipV="1">
            <a:off x="13121639" y="234124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8" name="Connector 272"/>
          <p:cNvSpPr/>
          <p:nvPr/>
        </p:nvSpPr>
        <p:spPr>
          <a:xfrm flipV="1">
            <a:off x="13327378" y="23362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59" name="Connector 273"/>
          <p:cNvSpPr/>
          <p:nvPr/>
        </p:nvSpPr>
        <p:spPr>
          <a:xfrm>
            <a:off x="13533119" y="23362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0" name="Connector 274"/>
          <p:cNvSpPr/>
          <p:nvPr/>
        </p:nvSpPr>
        <p:spPr>
          <a:xfrm>
            <a:off x="13738860" y="234124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1" name="Connector 275"/>
          <p:cNvSpPr/>
          <p:nvPr/>
        </p:nvSpPr>
        <p:spPr>
          <a:xfrm>
            <a:off x="13944599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2" name="Connector 276"/>
          <p:cNvSpPr/>
          <p:nvPr/>
        </p:nvSpPr>
        <p:spPr>
          <a:xfrm>
            <a:off x="1415033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3" name="Connector 277"/>
          <p:cNvSpPr/>
          <p:nvPr/>
        </p:nvSpPr>
        <p:spPr>
          <a:xfrm>
            <a:off x="14356080" y="2415539"/>
            <a:ext cx="205740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4" name="Connector 278"/>
          <p:cNvSpPr/>
          <p:nvPr/>
        </p:nvSpPr>
        <p:spPr>
          <a:xfrm>
            <a:off x="14561819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5" name="Connector 279"/>
          <p:cNvSpPr/>
          <p:nvPr/>
        </p:nvSpPr>
        <p:spPr>
          <a:xfrm flipV="1">
            <a:off x="12298680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6" name="Connector 280"/>
          <p:cNvSpPr/>
          <p:nvPr/>
        </p:nvSpPr>
        <p:spPr>
          <a:xfrm flipV="1">
            <a:off x="12710159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7" name="Connector 281"/>
          <p:cNvSpPr/>
          <p:nvPr/>
        </p:nvSpPr>
        <p:spPr>
          <a:xfrm flipV="1">
            <a:off x="13121639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8" name="Connector 282"/>
          <p:cNvSpPr/>
          <p:nvPr/>
        </p:nvSpPr>
        <p:spPr>
          <a:xfrm flipV="1">
            <a:off x="1353311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69" name="Connector 283"/>
          <p:cNvSpPr/>
          <p:nvPr/>
        </p:nvSpPr>
        <p:spPr>
          <a:xfrm flipV="1">
            <a:off x="13944599" y="227901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0" name="Connector 284"/>
          <p:cNvSpPr/>
          <p:nvPr/>
        </p:nvSpPr>
        <p:spPr>
          <a:xfrm flipV="1">
            <a:off x="14356078" y="227228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1" name="Connector 285"/>
          <p:cNvSpPr/>
          <p:nvPr/>
        </p:nvSpPr>
        <p:spPr>
          <a:xfrm>
            <a:off x="14767559" y="2272283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2" name="Connector 286"/>
          <p:cNvSpPr/>
          <p:nvPr/>
        </p:nvSpPr>
        <p:spPr>
          <a:xfrm>
            <a:off x="15179039" y="227901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3" name="Connector 287"/>
          <p:cNvSpPr/>
          <p:nvPr/>
        </p:nvSpPr>
        <p:spPr>
          <a:xfrm>
            <a:off x="1559051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4" name="Connector 288"/>
          <p:cNvSpPr/>
          <p:nvPr/>
        </p:nvSpPr>
        <p:spPr>
          <a:xfrm>
            <a:off x="16001999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5" name="Connector 289"/>
          <p:cNvSpPr/>
          <p:nvPr/>
        </p:nvSpPr>
        <p:spPr>
          <a:xfrm>
            <a:off x="16413480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6" name="Connector 290"/>
          <p:cNvSpPr/>
          <p:nvPr/>
        </p:nvSpPr>
        <p:spPr>
          <a:xfrm>
            <a:off x="16824960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7" name="Connector 291"/>
          <p:cNvSpPr/>
          <p:nvPr/>
        </p:nvSpPr>
        <p:spPr>
          <a:xfrm flipV="1">
            <a:off x="12298680" y="24210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8" name="Connector 292"/>
          <p:cNvSpPr/>
          <p:nvPr/>
        </p:nvSpPr>
        <p:spPr>
          <a:xfrm flipV="1">
            <a:off x="12915899" y="234442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79" name="Connector 293"/>
          <p:cNvSpPr/>
          <p:nvPr/>
        </p:nvSpPr>
        <p:spPr>
          <a:xfrm flipV="1">
            <a:off x="13533119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0" name="Connector 294"/>
          <p:cNvSpPr/>
          <p:nvPr/>
        </p:nvSpPr>
        <p:spPr>
          <a:xfrm flipV="1">
            <a:off x="14150339" y="2242311"/>
            <a:ext cx="617220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1" name="Connector 295"/>
          <p:cNvSpPr/>
          <p:nvPr/>
        </p:nvSpPr>
        <p:spPr>
          <a:xfrm flipV="1">
            <a:off x="14767559" y="2216784"/>
            <a:ext cx="617222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2" name="Connector 296"/>
          <p:cNvSpPr/>
          <p:nvPr/>
        </p:nvSpPr>
        <p:spPr>
          <a:xfrm flipV="1">
            <a:off x="15384780" y="220827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3" name="Connector 297"/>
          <p:cNvSpPr/>
          <p:nvPr/>
        </p:nvSpPr>
        <p:spPr>
          <a:xfrm>
            <a:off x="16001999" y="220827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4" name="Connector 298"/>
          <p:cNvSpPr/>
          <p:nvPr/>
        </p:nvSpPr>
        <p:spPr>
          <a:xfrm>
            <a:off x="16619219" y="221678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5" name="Connector 299"/>
          <p:cNvSpPr/>
          <p:nvPr/>
        </p:nvSpPr>
        <p:spPr>
          <a:xfrm>
            <a:off x="17236439" y="22423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6" name="Connector 300"/>
          <p:cNvSpPr/>
          <p:nvPr/>
        </p:nvSpPr>
        <p:spPr>
          <a:xfrm>
            <a:off x="17853660" y="228485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7" name="Connector 301"/>
          <p:cNvSpPr/>
          <p:nvPr/>
        </p:nvSpPr>
        <p:spPr>
          <a:xfrm>
            <a:off x="18470880" y="234442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8" name="Connector 302"/>
          <p:cNvSpPr/>
          <p:nvPr/>
        </p:nvSpPr>
        <p:spPr>
          <a:xfrm>
            <a:off x="19088099" y="24210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89" name="Connector 303"/>
          <p:cNvSpPr/>
          <p:nvPr/>
        </p:nvSpPr>
        <p:spPr>
          <a:xfrm flipV="1">
            <a:off x="14767559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0" name="Connector 304"/>
          <p:cNvSpPr/>
          <p:nvPr/>
        </p:nvSpPr>
        <p:spPr>
          <a:xfrm flipV="1">
            <a:off x="14973298" y="2415539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1" name="Connector 305"/>
          <p:cNvSpPr/>
          <p:nvPr/>
        </p:nvSpPr>
        <p:spPr>
          <a:xfrm flipV="1">
            <a:off x="1517903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2" name="Connector 306"/>
          <p:cNvSpPr/>
          <p:nvPr/>
        </p:nvSpPr>
        <p:spPr>
          <a:xfrm flipV="1">
            <a:off x="15384780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3" name="Connector 307"/>
          <p:cNvSpPr/>
          <p:nvPr/>
        </p:nvSpPr>
        <p:spPr>
          <a:xfrm flipV="1">
            <a:off x="15590519" y="234124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4" name="Connector 308"/>
          <p:cNvSpPr/>
          <p:nvPr/>
        </p:nvSpPr>
        <p:spPr>
          <a:xfrm flipV="1">
            <a:off x="15796259" y="23362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5" name="Connector 309"/>
          <p:cNvSpPr/>
          <p:nvPr/>
        </p:nvSpPr>
        <p:spPr>
          <a:xfrm>
            <a:off x="16001999" y="23362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6" name="Connector 310"/>
          <p:cNvSpPr/>
          <p:nvPr/>
        </p:nvSpPr>
        <p:spPr>
          <a:xfrm>
            <a:off x="16207739" y="234124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7" name="Connector 311"/>
          <p:cNvSpPr/>
          <p:nvPr/>
        </p:nvSpPr>
        <p:spPr>
          <a:xfrm>
            <a:off x="16413480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8" name="Connector 312"/>
          <p:cNvSpPr/>
          <p:nvPr/>
        </p:nvSpPr>
        <p:spPr>
          <a:xfrm>
            <a:off x="1661921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99" name="Connector 313"/>
          <p:cNvSpPr/>
          <p:nvPr/>
        </p:nvSpPr>
        <p:spPr>
          <a:xfrm>
            <a:off x="16824960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0" name="Connector 314"/>
          <p:cNvSpPr/>
          <p:nvPr/>
        </p:nvSpPr>
        <p:spPr>
          <a:xfrm>
            <a:off x="17030699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1" name="Connector 315"/>
          <p:cNvSpPr/>
          <p:nvPr/>
        </p:nvSpPr>
        <p:spPr>
          <a:xfrm flipV="1">
            <a:off x="14767559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2" name="Connector 316"/>
          <p:cNvSpPr/>
          <p:nvPr/>
        </p:nvSpPr>
        <p:spPr>
          <a:xfrm flipV="1">
            <a:off x="15179039" y="2379979"/>
            <a:ext cx="411482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3" name="Connector 317"/>
          <p:cNvSpPr/>
          <p:nvPr/>
        </p:nvSpPr>
        <p:spPr>
          <a:xfrm flipV="1">
            <a:off x="15590519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4" name="Connector 318"/>
          <p:cNvSpPr/>
          <p:nvPr/>
        </p:nvSpPr>
        <p:spPr>
          <a:xfrm flipV="1">
            <a:off x="1600199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5" name="Connector 319"/>
          <p:cNvSpPr/>
          <p:nvPr/>
        </p:nvSpPr>
        <p:spPr>
          <a:xfrm flipV="1">
            <a:off x="16413480" y="227901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6" name="Connector 320"/>
          <p:cNvSpPr/>
          <p:nvPr/>
        </p:nvSpPr>
        <p:spPr>
          <a:xfrm flipV="1">
            <a:off x="16824960" y="227228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7" name="Connector 321"/>
          <p:cNvSpPr/>
          <p:nvPr/>
        </p:nvSpPr>
        <p:spPr>
          <a:xfrm>
            <a:off x="17236439" y="22722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8" name="Connector 322"/>
          <p:cNvSpPr/>
          <p:nvPr/>
        </p:nvSpPr>
        <p:spPr>
          <a:xfrm>
            <a:off x="17647919" y="227901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09" name="Connector 323"/>
          <p:cNvSpPr/>
          <p:nvPr/>
        </p:nvSpPr>
        <p:spPr>
          <a:xfrm>
            <a:off x="18059399" y="22992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0" name="Connector 324"/>
          <p:cNvSpPr/>
          <p:nvPr/>
        </p:nvSpPr>
        <p:spPr>
          <a:xfrm>
            <a:off x="18470880" y="23328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1" name="Connector 325"/>
          <p:cNvSpPr/>
          <p:nvPr/>
        </p:nvSpPr>
        <p:spPr>
          <a:xfrm>
            <a:off x="18882360" y="237997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2" name="Connector 326"/>
          <p:cNvSpPr/>
          <p:nvPr/>
        </p:nvSpPr>
        <p:spPr>
          <a:xfrm>
            <a:off x="19293839" y="24405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3" name="Connector 327"/>
          <p:cNvSpPr/>
          <p:nvPr/>
        </p:nvSpPr>
        <p:spPr>
          <a:xfrm flipV="1">
            <a:off x="17236439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4" name="Connector 328"/>
          <p:cNvSpPr/>
          <p:nvPr/>
        </p:nvSpPr>
        <p:spPr>
          <a:xfrm flipV="1">
            <a:off x="17442180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5" name="Connector 329"/>
          <p:cNvSpPr/>
          <p:nvPr/>
        </p:nvSpPr>
        <p:spPr>
          <a:xfrm flipV="1">
            <a:off x="1764791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6" name="Connector 330"/>
          <p:cNvSpPr/>
          <p:nvPr/>
        </p:nvSpPr>
        <p:spPr>
          <a:xfrm flipV="1">
            <a:off x="17853660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7" name="Connector 331"/>
          <p:cNvSpPr/>
          <p:nvPr/>
        </p:nvSpPr>
        <p:spPr>
          <a:xfrm flipV="1">
            <a:off x="18059400" y="234124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8" name="Connector 332"/>
          <p:cNvSpPr/>
          <p:nvPr/>
        </p:nvSpPr>
        <p:spPr>
          <a:xfrm flipV="1">
            <a:off x="18265139" y="23362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19" name="Connector 333"/>
          <p:cNvSpPr/>
          <p:nvPr/>
        </p:nvSpPr>
        <p:spPr>
          <a:xfrm>
            <a:off x="18470880" y="23362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0" name="Connector 334"/>
          <p:cNvSpPr/>
          <p:nvPr/>
        </p:nvSpPr>
        <p:spPr>
          <a:xfrm>
            <a:off x="18676619" y="234124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1" name="Connector 335"/>
          <p:cNvSpPr/>
          <p:nvPr/>
        </p:nvSpPr>
        <p:spPr>
          <a:xfrm>
            <a:off x="18882360" y="23561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2" name="Connector 336"/>
          <p:cNvSpPr/>
          <p:nvPr/>
        </p:nvSpPr>
        <p:spPr>
          <a:xfrm>
            <a:off x="19088099" y="238086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3" name="Connector 337"/>
          <p:cNvSpPr/>
          <p:nvPr/>
        </p:nvSpPr>
        <p:spPr>
          <a:xfrm>
            <a:off x="19293839" y="241553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4" name="Connector 338"/>
          <p:cNvSpPr/>
          <p:nvPr/>
        </p:nvSpPr>
        <p:spPr>
          <a:xfrm>
            <a:off x="19499580" y="246011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5" name="Connector 339"/>
          <p:cNvSpPr/>
          <p:nvPr/>
        </p:nvSpPr>
        <p:spPr>
          <a:xfrm flipV="1">
            <a:off x="2423160" y="3694555"/>
            <a:ext cx="205740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6" name="Connector 340"/>
          <p:cNvSpPr/>
          <p:nvPr/>
        </p:nvSpPr>
        <p:spPr>
          <a:xfrm flipV="1">
            <a:off x="2628899" y="3649979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7" name="Connector 341"/>
          <p:cNvSpPr/>
          <p:nvPr/>
        </p:nvSpPr>
        <p:spPr>
          <a:xfrm flipV="1">
            <a:off x="283463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8" name="Connector 342"/>
          <p:cNvSpPr/>
          <p:nvPr/>
        </p:nvSpPr>
        <p:spPr>
          <a:xfrm flipV="1">
            <a:off x="3040379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29" name="Connector 343"/>
          <p:cNvSpPr/>
          <p:nvPr/>
        </p:nvSpPr>
        <p:spPr>
          <a:xfrm flipV="1">
            <a:off x="3246120" y="357568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0" name="Connector 344"/>
          <p:cNvSpPr/>
          <p:nvPr/>
        </p:nvSpPr>
        <p:spPr>
          <a:xfrm flipV="1">
            <a:off x="3451859" y="357073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1" name="Connector 345"/>
          <p:cNvSpPr/>
          <p:nvPr/>
        </p:nvSpPr>
        <p:spPr>
          <a:xfrm>
            <a:off x="3657600" y="3570732"/>
            <a:ext cx="205739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2" name="Connector 346"/>
          <p:cNvSpPr/>
          <p:nvPr/>
        </p:nvSpPr>
        <p:spPr>
          <a:xfrm>
            <a:off x="3863338" y="3575684"/>
            <a:ext cx="205742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3" name="Connector 347"/>
          <p:cNvSpPr/>
          <p:nvPr/>
        </p:nvSpPr>
        <p:spPr>
          <a:xfrm>
            <a:off x="4069079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4" name="Connector 348"/>
          <p:cNvSpPr/>
          <p:nvPr/>
        </p:nvSpPr>
        <p:spPr>
          <a:xfrm>
            <a:off x="4274820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5" name="Connector 349"/>
          <p:cNvSpPr/>
          <p:nvPr/>
        </p:nvSpPr>
        <p:spPr>
          <a:xfrm>
            <a:off x="4480559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6" name="Connector 350"/>
          <p:cNvSpPr/>
          <p:nvPr/>
        </p:nvSpPr>
        <p:spPr>
          <a:xfrm>
            <a:off x="4686299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7" name="Connector 351"/>
          <p:cNvSpPr/>
          <p:nvPr/>
        </p:nvSpPr>
        <p:spPr>
          <a:xfrm flipV="1">
            <a:off x="2423160" y="3674998"/>
            <a:ext cx="411480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8" name="Connector 352"/>
          <p:cNvSpPr/>
          <p:nvPr/>
        </p:nvSpPr>
        <p:spPr>
          <a:xfrm flipV="1">
            <a:off x="2834638" y="3614420"/>
            <a:ext cx="411483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39" name="Connector 353"/>
          <p:cNvSpPr/>
          <p:nvPr/>
        </p:nvSpPr>
        <p:spPr>
          <a:xfrm flipV="1">
            <a:off x="3246120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0" name="Connector 354"/>
          <p:cNvSpPr/>
          <p:nvPr/>
        </p:nvSpPr>
        <p:spPr>
          <a:xfrm flipV="1">
            <a:off x="365759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1" name="Connector 355"/>
          <p:cNvSpPr/>
          <p:nvPr/>
        </p:nvSpPr>
        <p:spPr>
          <a:xfrm flipV="1">
            <a:off x="4069079" y="3513454"/>
            <a:ext cx="411480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2" name="Connector 356"/>
          <p:cNvSpPr/>
          <p:nvPr/>
        </p:nvSpPr>
        <p:spPr>
          <a:xfrm flipV="1">
            <a:off x="4480559" y="3506724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3" name="Connector 357"/>
          <p:cNvSpPr/>
          <p:nvPr/>
        </p:nvSpPr>
        <p:spPr>
          <a:xfrm>
            <a:off x="4892040" y="350672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4" name="Connector 358"/>
          <p:cNvSpPr/>
          <p:nvPr/>
        </p:nvSpPr>
        <p:spPr>
          <a:xfrm>
            <a:off x="5303520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5" name="Connector 359"/>
          <p:cNvSpPr/>
          <p:nvPr/>
        </p:nvSpPr>
        <p:spPr>
          <a:xfrm>
            <a:off x="571499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6" name="Connector 360"/>
          <p:cNvSpPr/>
          <p:nvPr/>
        </p:nvSpPr>
        <p:spPr>
          <a:xfrm>
            <a:off x="6126479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7" name="Connector 361"/>
          <p:cNvSpPr/>
          <p:nvPr/>
        </p:nvSpPr>
        <p:spPr>
          <a:xfrm>
            <a:off x="6537959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8" name="Connector 362"/>
          <p:cNvSpPr/>
          <p:nvPr/>
        </p:nvSpPr>
        <p:spPr>
          <a:xfrm>
            <a:off x="6949440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49" name="Connector 363"/>
          <p:cNvSpPr/>
          <p:nvPr/>
        </p:nvSpPr>
        <p:spPr>
          <a:xfrm flipV="1">
            <a:off x="2423160" y="3655440"/>
            <a:ext cx="617220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0" name="Connector 364"/>
          <p:cNvSpPr/>
          <p:nvPr/>
        </p:nvSpPr>
        <p:spPr>
          <a:xfrm flipV="1">
            <a:off x="3040378" y="3578859"/>
            <a:ext cx="617222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1" name="Connector 365"/>
          <p:cNvSpPr/>
          <p:nvPr/>
        </p:nvSpPr>
        <p:spPr>
          <a:xfrm flipV="1">
            <a:off x="3657599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2" name="Connector 366"/>
          <p:cNvSpPr/>
          <p:nvPr/>
        </p:nvSpPr>
        <p:spPr>
          <a:xfrm flipV="1">
            <a:off x="4274820" y="34767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3" name="Connector 367"/>
          <p:cNvSpPr/>
          <p:nvPr/>
        </p:nvSpPr>
        <p:spPr>
          <a:xfrm flipV="1">
            <a:off x="4892040" y="3451224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4" name="Connector 368"/>
          <p:cNvSpPr/>
          <p:nvPr/>
        </p:nvSpPr>
        <p:spPr>
          <a:xfrm flipV="1">
            <a:off x="5509259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5" name="Connector 369"/>
          <p:cNvSpPr/>
          <p:nvPr/>
        </p:nvSpPr>
        <p:spPr>
          <a:xfrm>
            <a:off x="6126479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6" name="Connector 370"/>
          <p:cNvSpPr/>
          <p:nvPr/>
        </p:nvSpPr>
        <p:spPr>
          <a:xfrm>
            <a:off x="6743699" y="345122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7" name="Connector 371"/>
          <p:cNvSpPr/>
          <p:nvPr/>
        </p:nvSpPr>
        <p:spPr>
          <a:xfrm>
            <a:off x="7360919" y="34767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8" name="Connector 372"/>
          <p:cNvSpPr/>
          <p:nvPr/>
        </p:nvSpPr>
        <p:spPr>
          <a:xfrm>
            <a:off x="7978140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59" name="Connector 373"/>
          <p:cNvSpPr/>
          <p:nvPr/>
        </p:nvSpPr>
        <p:spPr>
          <a:xfrm>
            <a:off x="8595359" y="357885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0" name="Connector 374"/>
          <p:cNvSpPr/>
          <p:nvPr/>
        </p:nvSpPr>
        <p:spPr>
          <a:xfrm>
            <a:off x="9212580" y="3655440"/>
            <a:ext cx="617221" cy="935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1" name="Connector 375"/>
          <p:cNvSpPr/>
          <p:nvPr/>
        </p:nvSpPr>
        <p:spPr>
          <a:xfrm flipV="1">
            <a:off x="2423160" y="3635881"/>
            <a:ext cx="822959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2" name="Connector 376"/>
          <p:cNvSpPr/>
          <p:nvPr/>
        </p:nvSpPr>
        <p:spPr>
          <a:xfrm flipV="1">
            <a:off x="3246118" y="3543299"/>
            <a:ext cx="822962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3" name="Connector 377"/>
          <p:cNvSpPr/>
          <p:nvPr/>
        </p:nvSpPr>
        <p:spPr>
          <a:xfrm flipV="1">
            <a:off x="4069079" y="347129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4" name="Connector 378"/>
          <p:cNvSpPr/>
          <p:nvPr/>
        </p:nvSpPr>
        <p:spPr>
          <a:xfrm flipV="1">
            <a:off x="4892040" y="341985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5" name="Connector 379"/>
          <p:cNvSpPr/>
          <p:nvPr/>
        </p:nvSpPr>
        <p:spPr>
          <a:xfrm flipV="1">
            <a:off x="5714999" y="338899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6" name="Connector 380"/>
          <p:cNvSpPr/>
          <p:nvPr/>
        </p:nvSpPr>
        <p:spPr>
          <a:xfrm flipV="1">
            <a:off x="6537959" y="337870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7" name="Connector 381"/>
          <p:cNvSpPr/>
          <p:nvPr/>
        </p:nvSpPr>
        <p:spPr>
          <a:xfrm>
            <a:off x="7360919" y="337870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8" name="Connector 382"/>
          <p:cNvSpPr/>
          <p:nvPr/>
        </p:nvSpPr>
        <p:spPr>
          <a:xfrm>
            <a:off x="8183880" y="338899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69" name="Connector 383"/>
          <p:cNvSpPr/>
          <p:nvPr/>
        </p:nvSpPr>
        <p:spPr>
          <a:xfrm>
            <a:off x="9006840" y="341985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0" name="Connector 384"/>
          <p:cNvSpPr/>
          <p:nvPr/>
        </p:nvSpPr>
        <p:spPr>
          <a:xfrm>
            <a:off x="9829799" y="347129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1" name="Connector 385"/>
          <p:cNvSpPr/>
          <p:nvPr/>
        </p:nvSpPr>
        <p:spPr>
          <a:xfrm>
            <a:off x="10652759" y="354330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2" name="Connector 386"/>
          <p:cNvSpPr/>
          <p:nvPr/>
        </p:nvSpPr>
        <p:spPr>
          <a:xfrm>
            <a:off x="11475719" y="3635883"/>
            <a:ext cx="822961" cy="1131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3" name="Connector 387"/>
          <p:cNvSpPr/>
          <p:nvPr/>
        </p:nvSpPr>
        <p:spPr>
          <a:xfrm flipV="1">
            <a:off x="2423160" y="3616323"/>
            <a:ext cx="1028700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4" name="Connector 388"/>
          <p:cNvSpPr/>
          <p:nvPr/>
        </p:nvSpPr>
        <p:spPr>
          <a:xfrm flipV="1">
            <a:off x="3451859" y="3507740"/>
            <a:ext cx="1028702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5" name="Connector 389"/>
          <p:cNvSpPr/>
          <p:nvPr/>
        </p:nvSpPr>
        <p:spPr>
          <a:xfrm flipV="1">
            <a:off x="4480559" y="34232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6" name="Connector 390"/>
          <p:cNvSpPr/>
          <p:nvPr/>
        </p:nvSpPr>
        <p:spPr>
          <a:xfrm flipV="1">
            <a:off x="5509259" y="33629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7" name="Connector 391"/>
          <p:cNvSpPr/>
          <p:nvPr/>
        </p:nvSpPr>
        <p:spPr>
          <a:xfrm flipV="1">
            <a:off x="6537959" y="3326763"/>
            <a:ext cx="1028700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8" name="Connector 392"/>
          <p:cNvSpPr/>
          <p:nvPr/>
        </p:nvSpPr>
        <p:spPr>
          <a:xfrm flipV="1">
            <a:off x="7566659" y="3314699"/>
            <a:ext cx="1028702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79" name="Connector 393"/>
          <p:cNvSpPr/>
          <p:nvPr/>
        </p:nvSpPr>
        <p:spPr>
          <a:xfrm>
            <a:off x="8595359" y="331470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0" name="Connector 394"/>
          <p:cNvSpPr/>
          <p:nvPr/>
        </p:nvSpPr>
        <p:spPr>
          <a:xfrm>
            <a:off x="9624059" y="332676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1" name="Connector 395"/>
          <p:cNvSpPr/>
          <p:nvPr/>
        </p:nvSpPr>
        <p:spPr>
          <a:xfrm>
            <a:off x="10652759" y="33629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2" name="Connector 396"/>
          <p:cNvSpPr/>
          <p:nvPr/>
        </p:nvSpPr>
        <p:spPr>
          <a:xfrm>
            <a:off x="11681459" y="34232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3" name="Connector 397"/>
          <p:cNvSpPr/>
          <p:nvPr/>
        </p:nvSpPr>
        <p:spPr>
          <a:xfrm>
            <a:off x="12710159" y="3507740"/>
            <a:ext cx="1028700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4" name="Connector 398"/>
          <p:cNvSpPr/>
          <p:nvPr/>
        </p:nvSpPr>
        <p:spPr>
          <a:xfrm>
            <a:off x="13738859" y="3616323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5" name="Connector 399"/>
          <p:cNvSpPr/>
          <p:nvPr/>
        </p:nvSpPr>
        <p:spPr>
          <a:xfrm flipV="1">
            <a:off x="2423160" y="3596766"/>
            <a:ext cx="1234440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6" name="Connector 400"/>
          <p:cNvSpPr/>
          <p:nvPr/>
        </p:nvSpPr>
        <p:spPr>
          <a:xfrm flipV="1">
            <a:off x="3657598" y="3472179"/>
            <a:ext cx="1234442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7" name="Connector 401"/>
          <p:cNvSpPr/>
          <p:nvPr/>
        </p:nvSpPr>
        <p:spPr>
          <a:xfrm flipV="1">
            <a:off x="4892040" y="3375278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8" name="Connector 402"/>
          <p:cNvSpPr/>
          <p:nvPr/>
        </p:nvSpPr>
        <p:spPr>
          <a:xfrm flipV="1">
            <a:off x="6126479" y="330606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89" name="Connector 403"/>
          <p:cNvSpPr/>
          <p:nvPr/>
        </p:nvSpPr>
        <p:spPr>
          <a:xfrm flipV="1">
            <a:off x="7360919" y="3264534"/>
            <a:ext cx="1234440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0" name="Connector 404"/>
          <p:cNvSpPr/>
          <p:nvPr/>
        </p:nvSpPr>
        <p:spPr>
          <a:xfrm flipV="1">
            <a:off x="8595359" y="3250692"/>
            <a:ext cx="1234442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1" name="Connector 405"/>
          <p:cNvSpPr/>
          <p:nvPr/>
        </p:nvSpPr>
        <p:spPr>
          <a:xfrm>
            <a:off x="9829799" y="325069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2" name="Connector 406"/>
          <p:cNvSpPr/>
          <p:nvPr/>
        </p:nvSpPr>
        <p:spPr>
          <a:xfrm>
            <a:off x="11064240" y="3264534"/>
            <a:ext cx="1234441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3" name="Connector 407"/>
          <p:cNvSpPr/>
          <p:nvPr/>
        </p:nvSpPr>
        <p:spPr>
          <a:xfrm>
            <a:off x="12298680" y="330606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4" name="Connector 408"/>
          <p:cNvSpPr/>
          <p:nvPr/>
        </p:nvSpPr>
        <p:spPr>
          <a:xfrm>
            <a:off x="13533119" y="3375278"/>
            <a:ext cx="1234440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5" name="Connector 409"/>
          <p:cNvSpPr/>
          <p:nvPr/>
        </p:nvSpPr>
        <p:spPr>
          <a:xfrm>
            <a:off x="14767559" y="3472179"/>
            <a:ext cx="1234441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6" name="Connector 410"/>
          <p:cNvSpPr/>
          <p:nvPr/>
        </p:nvSpPr>
        <p:spPr>
          <a:xfrm>
            <a:off x="16001998" y="3596766"/>
            <a:ext cx="1234442" cy="1522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7" name="Connector 411"/>
          <p:cNvSpPr/>
          <p:nvPr/>
        </p:nvSpPr>
        <p:spPr>
          <a:xfrm flipV="1">
            <a:off x="2423160" y="3577209"/>
            <a:ext cx="1440179" cy="1718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8" name="Connector 412"/>
          <p:cNvSpPr/>
          <p:nvPr/>
        </p:nvSpPr>
        <p:spPr>
          <a:xfrm flipV="1">
            <a:off x="3863338" y="3436620"/>
            <a:ext cx="1440183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99" name="Connector 413"/>
          <p:cNvSpPr/>
          <p:nvPr/>
        </p:nvSpPr>
        <p:spPr>
          <a:xfrm flipV="1">
            <a:off x="5303520" y="3327273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0" name="Connector 414"/>
          <p:cNvSpPr/>
          <p:nvPr/>
        </p:nvSpPr>
        <p:spPr>
          <a:xfrm flipV="1">
            <a:off x="6743699" y="3249167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1" name="Connector 415"/>
          <p:cNvSpPr/>
          <p:nvPr/>
        </p:nvSpPr>
        <p:spPr>
          <a:xfrm flipV="1">
            <a:off x="8183880" y="3202303"/>
            <a:ext cx="1440181" cy="468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2" name="Connector 416"/>
          <p:cNvSpPr/>
          <p:nvPr/>
        </p:nvSpPr>
        <p:spPr>
          <a:xfrm flipV="1">
            <a:off x="9624059" y="3186683"/>
            <a:ext cx="1440181" cy="156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3" name="Connector 417"/>
          <p:cNvSpPr/>
          <p:nvPr/>
        </p:nvSpPr>
        <p:spPr>
          <a:xfrm>
            <a:off x="11064240" y="3186683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4" name="Connector 418"/>
          <p:cNvSpPr/>
          <p:nvPr/>
        </p:nvSpPr>
        <p:spPr>
          <a:xfrm>
            <a:off x="12504419" y="3202304"/>
            <a:ext cx="1440181" cy="468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5" name="Connector 419"/>
          <p:cNvSpPr/>
          <p:nvPr/>
        </p:nvSpPr>
        <p:spPr>
          <a:xfrm>
            <a:off x="13944599" y="3249167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6" name="Connector 420"/>
          <p:cNvSpPr/>
          <p:nvPr/>
        </p:nvSpPr>
        <p:spPr>
          <a:xfrm>
            <a:off x="15384780" y="3327272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7" name="Connector 421"/>
          <p:cNvSpPr/>
          <p:nvPr/>
        </p:nvSpPr>
        <p:spPr>
          <a:xfrm>
            <a:off x="16824960" y="3436620"/>
            <a:ext cx="1440180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8" name="Connector 422"/>
          <p:cNvSpPr/>
          <p:nvPr/>
        </p:nvSpPr>
        <p:spPr>
          <a:xfrm>
            <a:off x="18265139" y="3577209"/>
            <a:ext cx="1440182" cy="1718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09" name="Connector 423"/>
          <p:cNvSpPr/>
          <p:nvPr/>
        </p:nvSpPr>
        <p:spPr>
          <a:xfrm flipV="1">
            <a:off x="4892040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0" name="Connector 424"/>
          <p:cNvSpPr/>
          <p:nvPr/>
        </p:nvSpPr>
        <p:spPr>
          <a:xfrm flipV="1">
            <a:off x="5097779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1" name="Connector 425"/>
          <p:cNvSpPr/>
          <p:nvPr/>
        </p:nvSpPr>
        <p:spPr>
          <a:xfrm flipV="1">
            <a:off x="5303520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2" name="Connector 426"/>
          <p:cNvSpPr/>
          <p:nvPr/>
        </p:nvSpPr>
        <p:spPr>
          <a:xfrm flipV="1">
            <a:off x="5509259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3" name="Connector 427"/>
          <p:cNvSpPr/>
          <p:nvPr/>
        </p:nvSpPr>
        <p:spPr>
          <a:xfrm flipV="1">
            <a:off x="5715000" y="3575685"/>
            <a:ext cx="205739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4" name="Connector 428"/>
          <p:cNvSpPr/>
          <p:nvPr/>
        </p:nvSpPr>
        <p:spPr>
          <a:xfrm flipV="1">
            <a:off x="5920738" y="3570732"/>
            <a:ext cx="205742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5" name="Connector 429"/>
          <p:cNvSpPr/>
          <p:nvPr/>
        </p:nvSpPr>
        <p:spPr>
          <a:xfrm>
            <a:off x="6126479" y="357073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6" name="Connector 430"/>
          <p:cNvSpPr/>
          <p:nvPr/>
        </p:nvSpPr>
        <p:spPr>
          <a:xfrm>
            <a:off x="6332220" y="35756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7" name="Connector 431"/>
          <p:cNvSpPr/>
          <p:nvPr/>
        </p:nvSpPr>
        <p:spPr>
          <a:xfrm>
            <a:off x="6537959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8" name="Connector 432"/>
          <p:cNvSpPr/>
          <p:nvPr/>
        </p:nvSpPr>
        <p:spPr>
          <a:xfrm>
            <a:off x="674369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19" name="Connector 433"/>
          <p:cNvSpPr/>
          <p:nvPr/>
        </p:nvSpPr>
        <p:spPr>
          <a:xfrm>
            <a:off x="6949440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0" name="Connector 434"/>
          <p:cNvSpPr/>
          <p:nvPr/>
        </p:nvSpPr>
        <p:spPr>
          <a:xfrm>
            <a:off x="7155180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1" name="Connector 435"/>
          <p:cNvSpPr/>
          <p:nvPr/>
        </p:nvSpPr>
        <p:spPr>
          <a:xfrm flipV="1">
            <a:off x="4892040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2" name="Connector 436"/>
          <p:cNvSpPr/>
          <p:nvPr/>
        </p:nvSpPr>
        <p:spPr>
          <a:xfrm flipV="1">
            <a:off x="5303520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3" name="Connector 437"/>
          <p:cNvSpPr/>
          <p:nvPr/>
        </p:nvSpPr>
        <p:spPr>
          <a:xfrm flipV="1">
            <a:off x="5714999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4" name="Connector 438"/>
          <p:cNvSpPr/>
          <p:nvPr/>
        </p:nvSpPr>
        <p:spPr>
          <a:xfrm flipV="1">
            <a:off x="612647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5" name="Connector 439"/>
          <p:cNvSpPr/>
          <p:nvPr/>
        </p:nvSpPr>
        <p:spPr>
          <a:xfrm flipV="1">
            <a:off x="6537959" y="3513454"/>
            <a:ext cx="411480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6" name="Connector 440"/>
          <p:cNvSpPr/>
          <p:nvPr/>
        </p:nvSpPr>
        <p:spPr>
          <a:xfrm flipV="1">
            <a:off x="6949439" y="3506724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7" name="Connector 441"/>
          <p:cNvSpPr/>
          <p:nvPr/>
        </p:nvSpPr>
        <p:spPr>
          <a:xfrm>
            <a:off x="7360919" y="350672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8" name="Connector 442"/>
          <p:cNvSpPr/>
          <p:nvPr/>
        </p:nvSpPr>
        <p:spPr>
          <a:xfrm>
            <a:off x="7772399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29" name="Connector 443"/>
          <p:cNvSpPr/>
          <p:nvPr/>
        </p:nvSpPr>
        <p:spPr>
          <a:xfrm>
            <a:off x="8183878" y="3533647"/>
            <a:ext cx="411482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0" name="Connector 444"/>
          <p:cNvSpPr/>
          <p:nvPr/>
        </p:nvSpPr>
        <p:spPr>
          <a:xfrm>
            <a:off x="8595359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1" name="Connector 445"/>
          <p:cNvSpPr/>
          <p:nvPr/>
        </p:nvSpPr>
        <p:spPr>
          <a:xfrm>
            <a:off x="9006840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2" name="Connector 446"/>
          <p:cNvSpPr/>
          <p:nvPr/>
        </p:nvSpPr>
        <p:spPr>
          <a:xfrm>
            <a:off x="9418319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3" name="Connector 447"/>
          <p:cNvSpPr/>
          <p:nvPr/>
        </p:nvSpPr>
        <p:spPr>
          <a:xfrm flipV="1">
            <a:off x="4892040" y="365544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4" name="Connector 448"/>
          <p:cNvSpPr/>
          <p:nvPr/>
        </p:nvSpPr>
        <p:spPr>
          <a:xfrm flipV="1">
            <a:off x="5509259" y="357885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5" name="Connector 449"/>
          <p:cNvSpPr/>
          <p:nvPr/>
        </p:nvSpPr>
        <p:spPr>
          <a:xfrm flipV="1">
            <a:off x="6126479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6" name="Connector 450"/>
          <p:cNvSpPr/>
          <p:nvPr/>
        </p:nvSpPr>
        <p:spPr>
          <a:xfrm flipV="1">
            <a:off x="6743699" y="34767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7" name="Connector 451"/>
          <p:cNvSpPr/>
          <p:nvPr/>
        </p:nvSpPr>
        <p:spPr>
          <a:xfrm flipV="1">
            <a:off x="7360919" y="3451224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8" name="Connector 452"/>
          <p:cNvSpPr/>
          <p:nvPr/>
        </p:nvSpPr>
        <p:spPr>
          <a:xfrm flipV="1">
            <a:off x="7978140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39" name="Connector 453"/>
          <p:cNvSpPr/>
          <p:nvPr/>
        </p:nvSpPr>
        <p:spPr>
          <a:xfrm>
            <a:off x="8595359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0" name="Connector 454"/>
          <p:cNvSpPr/>
          <p:nvPr/>
        </p:nvSpPr>
        <p:spPr>
          <a:xfrm>
            <a:off x="9212580" y="345122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1" name="Connector 455"/>
          <p:cNvSpPr/>
          <p:nvPr/>
        </p:nvSpPr>
        <p:spPr>
          <a:xfrm>
            <a:off x="9829799" y="34767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2" name="Connector 456"/>
          <p:cNvSpPr/>
          <p:nvPr/>
        </p:nvSpPr>
        <p:spPr>
          <a:xfrm>
            <a:off x="10447019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3" name="Connector 457"/>
          <p:cNvSpPr/>
          <p:nvPr/>
        </p:nvSpPr>
        <p:spPr>
          <a:xfrm>
            <a:off x="11064240" y="357885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4" name="Connector 458"/>
          <p:cNvSpPr/>
          <p:nvPr/>
        </p:nvSpPr>
        <p:spPr>
          <a:xfrm>
            <a:off x="11681459" y="3655440"/>
            <a:ext cx="617221" cy="935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5" name="Connector 459"/>
          <p:cNvSpPr/>
          <p:nvPr/>
        </p:nvSpPr>
        <p:spPr>
          <a:xfrm flipV="1">
            <a:off x="4892040" y="3635881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6" name="Connector 460"/>
          <p:cNvSpPr/>
          <p:nvPr/>
        </p:nvSpPr>
        <p:spPr>
          <a:xfrm flipV="1">
            <a:off x="5714999" y="354329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7" name="Connector 461"/>
          <p:cNvSpPr/>
          <p:nvPr/>
        </p:nvSpPr>
        <p:spPr>
          <a:xfrm flipV="1">
            <a:off x="6537959" y="347129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8" name="Connector 462"/>
          <p:cNvSpPr/>
          <p:nvPr/>
        </p:nvSpPr>
        <p:spPr>
          <a:xfrm flipV="1">
            <a:off x="7360919" y="341985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49" name="Connector 463"/>
          <p:cNvSpPr/>
          <p:nvPr/>
        </p:nvSpPr>
        <p:spPr>
          <a:xfrm flipV="1">
            <a:off x="8183880" y="338899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0" name="Connector 464"/>
          <p:cNvSpPr/>
          <p:nvPr/>
        </p:nvSpPr>
        <p:spPr>
          <a:xfrm flipV="1">
            <a:off x="9006840" y="337870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1" name="Connector 465"/>
          <p:cNvSpPr/>
          <p:nvPr/>
        </p:nvSpPr>
        <p:spPr>
          <a:xfrm>
            <a:off x="9829799" y="337870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2" name="Connector 466"/>
          <p:cNvSpPr/>
          <p:nvPr/>
        </p:nvSpPr>
        <p:spPr>
          <a:xfrm>
            <a:off x="10652759" y="338899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3" name="Connector 467"/>
          <p:cNvSpPr/>
          <p:nvPr/>
        </p:nvSpPr>
        <p:spPr>
          <a:xfrm>
            <a:off x="11475719" y="341985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4" name="Connector 468"/>
          <p:cNvSpPr/>
          <p:nvPr/>
        </p:nvSpPr>
        <p:spPr>
          <a:xfrm>
            <a:off x="12298680" y="347129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5" name="Connector 469"/>
          <p:cNvSpPr/>
          <p:nvPr/>
        </p:nvSpPr>
        <p:spPr>
          <a:xfrm>
            <a:off x="13121639" y="3543300"/>
            <a:ext cx="822960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6" name="Connector 470"/>
          <p:cNvSpPr/>
          <p:nvPr/>
        </p:nvSpPr>
        <p:spPr>
          <a:xfrm>
            <a:off x="13944598" y="3635883"/>
            <a:ext cx="822961" cy="1131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7" name="Connector 471"/>
          <p:cNvSpPr/>
          <p:nvPr/>
        </p:nvSpPr>
        <p:spPr>
          <a:xfrm flipV="1">
            <a:off x="4892040" y="3616323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8" name="Connector 472"/>
          <p:cNvSpPr/>
          <p:nvPr/>
        </p:nvSpPr>
        <p:spPr>
          <a:xfrm flipV="1">
            <a:off x="5920740" y="3507740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59" name="Connector 473"/>
          <p:cNvSpPr/>
          <p:nvPr/>
        </p:nvSpPr>
        <p:spPr>
          <a:xfrm flipV="1">
            <a:off x="6949440" y="34232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0" name="Connector 474"/>
          <p:cNvSpPr/>
          <p:nvPr/>
        </p:nvSpPr>
        <p:spPr>
          <a:xfrm flipV="1">
            <a:off x="7978140" y="33629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1" name="Connector 475"/>
          <p:cNvSpPr/>
          <p:nvPr/>
        </p:nvSpPr>
        <p:spPr>
          <a:xfrm flipV="1">
            <a:off x="9006840" y="3326763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2" name="Connector 476"/>
          <p:cNvSpPr/>
          <p:nvPr/>
        </p:nvSpPr>
        <p:spPr>
          <a:xfrm flipV="1">
            <a:off x="10035540" y="3314699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3" name="Connector 477"/>
          <p:cNvSpPr/>
          <p:nvPr/>
        </p:nvSpPr>
        <p:spPr>
          <a:xfrm>
            <a:off x="11064240" y="331470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4" name="Connector 478"/>
          <p:cNvSpPr/>
          <p:nvPr/>
        </p:nvSpPr>
        <p:spPr>
          <a:xfrm>
            <a:off x="12092940" y="332676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5" name="Connector 479"/>
          <p:cNvSpPr/>
          <p:nvPr/>
        </p:nvSpPr>
        <p:spPr>
          <a:xfrm>
            <a:off x="13121639" y="33629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6" name="Connector 480"/>
          <p:cNvSpPr/>
          <p:nvPr/>
        </p:nvSpPr>
        <p:spPr>
          <a:xfrm>
            <a:off x="14150339" y="34232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7" name="Connector 481"/>
          <p:cNvSpPr/>
          <p:nvPr/>
        </p:nvSpPr>
        <p:spPr>
          <a:xfrm>
            <a:off x="15179039" y="3507740"/>
            <a:ext cx="1028700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8" name="Connector 482"/>
          <p:cNvSpPr/>
          <p:nvPr/>
        </p:nvSpPr>
        <p:spPr>
          <a:xfrm>
            <a:off x="16207739" y="3616323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69" name="Connector 483"/>
          <p:cNvSpPr/>
          <p:nvPr/>
        </p:nvSpPr>
        <p:spPr>
          <a:xfrm flipV="1">
            <a:off x="4892040" y="3596766"/>
            <a:ext cx="1234441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0" name="Connector 484"/>
          <p:cNvSpPr/>
          <p:nvPr/>
        </p:nvSpPr>
        <p:spPr>
          <a:xfrm flipV="1">
            <a:off x="6126479" y="3472179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1" name="Connector 485"/>
          <p:cNvSpPr/>
          <p:nvPr/>
        </p:nvSpPr>
        <p:spPr>
          <a:xfrm flipV="1">
            <a:off x="7360919" y="3375278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2" name="Connector 486"/>
          <p:cNvSpPr/>
          <p:nvPr/>
        </p:nvSpPr>
        <p:spPr>
          <a:xfrm flipV="1">
            <a:off x="8595359" y="330606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3" name="Connector 487"/>
          <p:cNvSpPr/>
          <p:nvPr/>
        </p:nvSpPr>
        <p:spPr>
          <a:xfrm flipV="1">
            <a:off x="9829799" y="3264534"/>
            <a:ext cx="1234441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4" name="Connector 488"/>
          <p:cNvSpPr/>
          <p:nvPr/>
        </p:nvSpPr>
        <p:spPr>
          <a:xfrm flipV="1">
            <a:off x="11064240" y="3250692"/>
            <a:ext cx="1234441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5" name="Connector 489"/>
          <p:cNvSpPr/>
          <p:nvPr/>
        </p:nvSpPr>
        <p:spPr>
          <a:xfrm>
            <a:off x="12298680" y="325069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6" name="Connector 490"/>
          <p:cNvSpPr/>
          <p:nvPr/>
        </p:nvSpPr>
        <p:spPr>
          <a:xfrm>
            <a:off x="13533119" y="3264534"/>
            <a:ext cx="1234440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7" name="Connector 491"/>
          <p:cNvSpPr/>
          <p:nvPr/>
        </p:nvSpPr>
        <p:spPr>
          <a:xfrm>
            <a:off x="14767559" y="3306064"/>
            <a:ext cx="1234442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8" name="Connector 492"/>
          <p:cNvSpPr/>
          <p:nvPr/>
        </p:nvSpPr>
        <p:spPr>
          <a:xfrm>
            <a:off x="16001999" y="3375278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79" name="Connector 493"/>
          <p:cNvSpPr/>
          <p:nvPr/>
        </p:nvSpPr>
        <p:spPr>
          <a:xfrm>
            <a:off x="17236439" y="3472179"/>
            <a:ext cx="1234441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0" name="Connector 494"/>
          <p:cNvSpPr/>
          <p:nvPr/>
        </p:nvSpPr>
        <p:spPr>
          <a:xfrm>
            <a:off x="18470880" y="3596766"/>
            <a:ext cx="1234441" cy="15227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1" name="Connector 495"/>
          <p:cNvSpPr/>
          <p:nvPr/>
        </p:nvSpPr>
        <p:spPr>
          <a:xfrm flipV="1">
            <a:off x="7360919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2" name="Connector 496"/>
          <p:cNvSpPr/>
          <p:nvPr/>
        </p:nvSpPr>
        <p:spPr>
          <a:xfrm flipV="1">
            <a:off x="7566659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3" name="Connector 497"/>
          <p:cNvSpPr/>
          <p:nvPr/>
        </p:nvSpPr>
        <p:spPr>
          <a:xfrm flipV="1">
            <a:off x="777239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4" name="Connector 498"/>
          <p:cNvSpPr/>
          <p:nvPr/>
        </p:nvSpPr>
        <p:spPr>
          <a:xfrm flipV="1">
            <a:off x="7978140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5" name="Connector 499"/>
          <p:cNvSpPr/>
          <p:nvPr/>
        </p:nvSpPr>
        <p:spPr>
          <a:xfrm flipV="1">
            <a:off x="8183880" y="3575685"/>
            <a:ext cx="205740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6" name="Connector 500"/>
          <p:cNvSpPr/>
          <p:nvPr/>
        </p:nvSpPr>
        <p:spPr>
          <a:xfrm flipV="1">
            <a:off x="8389618" y="3570732"/>
            <a:ext cx="205742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7" name="Connector 501"/>
          <p:cNvSpPr/>
          <p:nvPr/>
        </p:nvSpPr>
        <p:spPr>
          <a:xfrm>
            <a:off x="8595359" y="357073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8" name="Connector 502"/>
          <p:cNvSpPr/>
          <p:nvPr/>
        </p:nvSpPr>
        <p:spPr>
          <a:xfrm>
            <a:off x="8801099" y="35756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89" name="Connector 503"/>
          <p:cNvSpPr/>
          <p:nvPr/>
        </p:nvSpPr>
        <p:spPr>
          <a:xfrm>
            <a:off x="9006840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0" name="Connector 504"/>
          <p:cNvSpPr/>
          <p:nvPr/>
        </p:nvSpPr>
        <p:spPr>
          <a:xfrm>
            <a:off x="9212580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1" name="Connector 505"/>
          <p:cNvSpPr/>
          <p:nvPr/>
        </p:nvSpPr>
        <p:spPr>
          <a:xfrm>
            <a:off x="9418319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2" name="Connector 506"/>
          <p:cNvSpPr/>
          <p:nvPr/>
        </p:nvSpPr>
        <p:spPr>
          <a:xfrm>
            <a:off x="9624059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3" name="Connector 507"/>
          <p:cNvSpPr/>
          <p:nvPr/>
        </p:nvSpPr>
        <p:spPr>
          <a:xfrm flipV="1">
            <a:off x="7360919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4" name="Connector 508"/>
          <p:cNvSpPr/>
          <p:nvPr/>
        </p:nvSpPr>
        <p:spPr>
          <a:xfrm flipV="1">
            <a:off x="7772399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5" name="Connector 509"/>
          <p:cNvSpPr/>
          <p:nvPr/>
        </p:nvSpPr>
        <p:spPr>
          <a:xfrm flipV="1">
            <a:off x="8183878" y="3567303"/>
            <a:ext cx="411482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6" name="Connector 510"/>
          <p:cNvSpPr/>
          <p:nvPr/>
        </p:nvSpPr>
        <p:spPr>
          <a:xfrm flipV="1">
            <a:off x="859535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7" name="Connector 511"/>
          <p:cNvSpPr/>
          <p:nvPr/>
        </p:nvSpPr>
        <p:spPr>
          <a:xfrm flipV="1">
            <a:off x="9006840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8" name="Connector 512"/>
          <p:cNvSpPr/>
          <p:nvPr/>
        </p:nvSpPr>
        <p:spPr>
          <a:xfrm flipV="1">
            <a:off x="9418319" y="350672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99" name="Connector 513"/>
          <p:cNvSpPr/>
          <p:nvPr/>
        </p:nvSpPr>
        <p:spPr>
          <a:xfrm>
            <a:off x="9829799" y="350672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0" name="Connector 514"/>
          <p:cNvSpPr/>
          <p:nvPr/>
        </p:nvSpPr>
        <p:spPr>
          <a:xfrm>
            <a:off x="10241280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1" name="Connector 515"/>
          <p:cNvSpPr/>
          <p:nvPr/>
        </p:nvSpPr>
        <p:spPr>
          <a:xfrm>
            <a:off x="1065275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2" name="Connector 516"/>
          <p:cNvSpPr/>
          <p:nvPr/>
        </p:nvSpPr>
        <p:spPr>
          <a:xfrm>
            <a:off x="11064240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3" name="Connector 517"/>
          <p:cNvSpPr/>
          <p:nvPr/>
        </p:nvSpPr>
        <p:spPr>
          <a:xfrm>
            <a:off x="11475719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4" name="Connector 518"/>
          <p:cNvSpPr/>
          <p:nvPr/>
        </p:nvSpPr>
        <p:spPr>
          <a:xfrm>
            <a:off x="11887199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5" name="Connector 519"/>
          <p:cNvSpPr/>
          <p:nvPr/>
        </p:nvSpPr>
        <p:spPr>
          <a:xfrm flipV="1">
            <a:off x="7360919" y="365544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6" name="Connector 520"/>
          <p:cNvSpPr/>
          <p:nvPr/>
        </p:nvSpPr>
        <p:spPr>
          <a:xfrm flipV="1">
            <a:off x="7978140" y="357885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7" name="Connector 521"/>
          <p:cNvSpPr/>
          <p:nvPr/>
        </p:nvSpPr>
        <p:spPr>
          <a:xfrm flipV="1">
            <a:off x="8595359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8" name="Connector 522"/>
          <p:cNvSpPr/>
          <p:nvPr/>
        </p:nvSpPr>
        <p:spPr>
          <a:xfrm flipV="1">
            <a:off x="9212580" y="34767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09" name="Connector 523"/>
          <p:cNvSpPr/>
          <p:nvPr/>
        </p:nvSpPr>
        <p:spPr>
          <a:xfrm flipV="1">
            <a:off x="9829799" y="3451224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0" name="Connector 524"/>
          <p:cNvSpPr/>
          <p:nvPr/>
        </p:nvSpPr>
        <p:spPr>
          <a:xfrm flipV="1">
            <a:off x="10447019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1" name="Connector 525"/>
          <p:cNvSpPr/>
          <p:nvPr/>
        </p:nvSpPr>
        <p:spPr>
          <a:xfrm>
            <a:off x="11064240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2" name="Connector 526"/>
          <p:cNvSpPr/>
          <p:nvPr/>
        </p:nvSpPr>
        <p:spPr>
          <a:xfrm>
            <a:off x="11681459" y="345122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3" name="Connector 527"/>
          <p:cNvSpPr/>
          <p:nvPr/>
        </p:nvSpPr>
        <p:spPr>
          <a:xfrm>
            <a:off x="12298680" y="34767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4" name="Connector 528"/>
          <p:cNvSpPr/>
          <p:nvPr/>
        </p:nvSpPr>
        <p:spPr>
          <a:xfrm>
            <a:off x="12915899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5" name="Connector 529"/>
          <p:cNvSpPr/>
          <p:nvPr/>
        </p:nvSpPr>
        <p:spPr>
          <a:xfrm>
            <a:off x="13533119" y="3578859"/>
            <a:ext cx="617220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6" name="Connector 530"/>
          <p:cNvSpPr/>
          <p:nvPr/>
        </p:nvSpPr>
        <p:spPr>
          <a:xfrm>
            <a:off x="14150339" y="3655440"/>
            <a:ext cx="617221" cy="935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7" name="Connector 531"/>
          <p:cNvSpPr/>
          <p:nvPr/>
        </p:nvSpPr>
        <p:spPr>
          <a:xfrm flipV="1">
            <a:off x="7360919" y="3635881"/>
            <a:ext cx="822960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8" name="Connector 532"/>
          <p:cNvSpPr/>
          <p:nvPr/>
        </p:nvSpPr>
        <p:spPr>
          <a:xfrm flipV="1">
            <a:off x="8183878" y="3543299"/>
            <a:ext cx="822962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19" name="Connector 533"/>
          <p:cNvSpPr/>
          <p:nvPr/>
        </p:nvSpPr>
        <p:spPr>
          <a:xfrm flipV="1">
            <a:off x="9006840" y="347129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0" name="Connector 534"/>
          <p:cNvSpPr/>
          <p:nvPr/>
        </p:nvSpPr>
        <p:spPr>
          <a:xfrm flipV="1">
            <a:off x="9829799" y="341985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1" name="Connector 535"/>
          <p:cNvSpPr/>
          <p:nvPr/>
        </p:nvSpPr>
        <p:spPr>
          <a:xfrm flipV="1">
            <a:off x="10652759" y="338899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2" name="Connector 536"/>
          <p:cNvSpPr/>
          <p:nvPr/>
        </p:nvSpPr>
        <p:spPr>
          <a:xfrm flipV="1">
            <a:off x="11475719" y="337870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3" name="Connector 537"/>
          <p:cNvSpPr/>
          <p:nvPr/>
        </p:nvSpPr>
        <p:spPr>
          <a:xfrm>
            <a:off x="12298680" y="337870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4" name="Connector 538"/>
          <p:cNvSpPr/>
          <p:nvPr/>
        </p:nvSpPr>
        <p:spPr>
          <a:xfrm>
            <a:off x="13121639" y="338899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5" name="Connector 539"/>
          <p:cNvSpPr/>
          <p:nvPr/>
        </p:nvSpPr>
        <p:spPr>
          <a:xfrm>
            <a:off x="13944600" y="3419855"/>
            <a:ext cx="822959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6" name="Connector 540"/>
          <p:cNvSpPr/>
          <p:nvPr/>
        </p:nvSpPr>
        <p:spPr>
          <a:xfrm>
            <a:off x="14767559" y="3471290"/>
            <a:ext cx="822962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7" name="Connector 541"/>
          <p:cNvSpPr/>
          <p:nvPr/>
        </p:nvSpPr>
        <p:spPr>
          <a:xfrm>
            <a:off x="15590519" y="354330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8" name="Connector 542"/>
          <p:cNvSpPr/>
          <p:nvPr/>
        </p:nvSpPr>
        <p:spPr>
          <a:xfrm>
            <a:off x="16413480" y="3635883"/>
            <a:ext cx="822961" cy="1131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29" name="Connector 543"/>
          <p:cNvSpPr/>
          <p:nvPr/>
        </p:nvSpPr>
        <p:spPr>
          <a:xfrm flipV="1">
            <a:off x="7360919" y="3616323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0" name="Connector 544"/>
          <p:cNvSpPr/>
          <p:nvPr/>
        </p:nvSpPr>
        <p:spPr>
          <a:xfrm flipV="1">
            <a:off x="8389619" y="3507740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1" name="Connector 545"/>
          <p:cNvSpPr/>
          <p:nvPr/>
        </p:nvSpPr>
        <p:spPr>
          <a:xfrm flipV="1">
            <a:off x="9418319" y="34232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2" name="Connector 546"/>
          <p:cNvSpPr/>
          <p:nvPr/>
        </p:nvSpPr>
        <p:spPr>
          <a:xfrm flipV="1">
            <a:off x="10447019" y="33629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3" name="Connector 547"/>
          <p:cNvSpPr/>
          <p:nvPr/>
        </p:nvSpPr>
        <p:spPr>
          <a:xfrm flipV="1">
            <a:off x="11475719" y="3326763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4" name="Connector 548"/>
          <p:cNvSpPr/>
          <p:nvPr/>
        </p:nvSpPr>
        <p:spPr>
          <a:xfrm flipV="1">
            <a:off x="12504419" y="3314699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5" name="Connector 549"/>
          <p:cNvSpPr/>
          <p:nvPr/>
        </p:nvSpPr>
        <p:spPr>
          <a:xfrm>
            <a:off x="13533119" y="331470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6" name="Connector 550"/>
          <p:cNvSpPr/>
          <p:nvPr/>
        </p:nvSpPr>
        <p:spPr>
          <a:xfrm>
            <a:off x="14561819" y="332676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7" name="Connector 551"/>
          <p:cNvSpPr/>
          <p:nvPr/>
        </p:nvSpPr>
        <p:spPr>
          <a:xfrm>
            <a:off x="15590519" y="33629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8" name="Connector 552"/>
          <p:cNvSpPr/>
          <p:nvPr/>
        </p:nvSpPr>
        <p:spPr>
          <a:xfrm>
            <a:off x="16619219" y="34232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39" name="Connector 553"/>
          <p:cNvSpPr/>
          <p:nvPr/>
        </p:nvSpPr>
        <p:spPr>
          <a:xfrm>
            <a:off x="17647919" y="3507740"/>
            <a:ext cx="1028700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0" name="Connector 554"/>
          <p:cNvSpPr/>
          <p:nvPr/>
        </p:nvSpPr>
        <p:spPr>
          <a:xfrm>
            <a:off x="18676619" y="3616323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1" name="Connector 555"/>
          <p:cNvSpPr/>
          <p:nvPr/>
        </p:nvSpPr>
        <p:spPr>
          <a:xfrm flipV="1">
            <a:off x="9829799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2" name="Connector 556"/>
          <p:cNvSpPr/>
          <p:nvPr/>
        </p:nvSpPr>
        <p:spPr>
          <a:xfrm flipV="1">
            <a:off x="10035540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3" name="Connector 557"/>
          <p:cNvSpPr/>
          <p:nvPr/>
        </p:nvSpPr>
        <p:spPr>
          <a:xfrm flipV="1">
            <a:off x="10241280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4" name="Connector 558"/>
          <p:cNvSpPr/>
          <p:nvPr/>
        </p:nvSpPr>
        <p:spPr>
          <a:xfrm flipV="1">
            <a:off x="10447019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5" name="Connector 559"/>
          <p:cNvSpPr/>
          <p:nvPr/>
        </p:nvSpPr>
        <p:spPr>
          <a:xfrm flipV="1">
            <a:off x="10652759" y="357568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6" name="Connector 560"/>
          <p:cNvSpPr/>
          <p:nvPr/>
        </p:nvSpPr>
        <p:spPr>
          <a:xfrm flipV="1">
            <a:off x="10858499" y="357073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7" name="Connector 561"/>
          <p:cNvSpPr/>
          <p:nvPr/>
        </p:nvSpPr>
        <p:spPr>
          <a:xfrm>
            <a:off x="11064240" y="357073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8" name="Connector 562"/>
          <p:cNvSpPr/>
          <p:nvPr/>
        </p:nvSpPr>
        <p:spPr>
          <a:xfrm>
            <a:off x="11269980" y="35756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49" name="Connector 563"/>
          <p:cNvSpPr/>
          <p:nvPr/>
        </p:nvSpPr>
        <p:spPr>
          <a:xfrm>
            <a:off x="11475719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0" name="Connector 564"/>
          <p:cNvSpPr/>
          <p:nvPr/>
        </p:nvSpPr>
        <p:spPr>
          <a:xfrm>
            <a:off x="1168145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1" name="Connector 565"/>
          <p:cNvSpPr/>
          <p:nvPr/>
        </p:nvSpPr>
        <p:spPr>
          <a:xfrm>
            <a:off x="11887199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2" name="Connector 566"/>
          <p:cNvSpPr/>
          <p:nvPr/>
        </p:nvSpPr>
        <p:spPr>
          <a:xfrm>
            <a:off x="12092940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3" name="Connector 567"/>
          <p:cNvSpPr/>
          <p:nvPr/>
        </p:nvSpPr>
        <p:spPr>
          <a:xfrm flipV="1">
            <a:off x="9829799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4" name="Connector 568"/>
          <p:cNvSpPr/>
          <p:nvPr/>
        </p:nvSpPr>
        <p:spPr>
          <a:xfrm flipV="1">
            <a:off x="10241280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5" name="Connector 569"/>
          <p:cNvSpPr/>
          <p:nvPr/>
        </p:nvSpPr>
        <p:spPr>
          <a:xfrm flipV="1">
            <a:off x="10652759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6" name="Connector 570"/>
          <p:cNvSpPr/>
          <p:nvPr/>
        </p:nvSpPr>
        <p:spPr>
          <a:xfrm flipV="1">
            <a:off x="11064240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7" name="Connector 571"/>
          <p:cNvSpPr/>
          <p:nvPr/>
        </p:nvSpPr>
        <p:spPr>
          <a:xfrm flipV="1">
            <a:off x="11475719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8" name="Connector 572"/>
          <p:cNvSpPr/>
          <p:nvPr/>
        </p:nvSpPr>
        <p:spPr>
          <a:xfrm flipV="1">
            <a:off x="11887199" y="350672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59" name="Connector 573"/>
          <p:cNvSpPr/>
          <p:nvPr/>
        </p:nvSpPr>
        <p:spPr>
          <a:xfrm>
            <a:off x="12298680" y="350672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0" name="Connector 574"/>
          <p:cNvSpPr/>
          <p:nvPr/>
        </p:nvSpPr>
        <p:spPr>
          <a:xfrm>
            <a:off x="12710159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1" name="Connector 575"/>
          <p:cNvSpPr/>
          <p:nvPr/>
        </p:nvSpPr>
        <p:spPr>
          <a:xfrm>
            <a:off x="1312163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2" name="Connector 576"/>
          <p:cNvSpPr/>
          <p:nvPr/>
        </p:nvSpPr>
        <p:spPr>
          <a:xfrm>
            <a:off x="13533119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3" name="Connector 577"/>
          <p:cNvSpPr/>
          <p:nvPr/>
        </p:nvSpPr>
        <p:spPr>
          <a:xfrm>
            <a:off x="13944599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4" name="Connector 578"/>
          <p:cNvSpPr/>
          <p:nvPr/>
        </p:nvSpPr>
        <p:spPr>
          <a:xfrm>
            <a:off x="14356078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5" name="Connector 579"/>
          <p:cNvSpPr/>
          <p:nvPr/>
        </p:nvSpPr>
        <p:spPr>
          <a:xfrm flipV="1">
            <a:off x="9829799" y="365544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6" name="Connector 580"/>
          <p:cNvSpPr/>
          <p:nvPr/>
        </p:nvSpPr>
        <p:spPr>
          <a:xfrm flipV="1">
            <a:off x="10447019" y="357885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7" name="Connector 581"/>
          <p:cNvSpPr/>
          <p:nvPr/>
        </p:nvSpPr>
        <p:spPr>
          <a:xfrm flipV="1">
            <a:off x="11064240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8" name="Connector 582"/>
          <p:cNvSpPr/>
          <p:nvPr/>
        </p:nvSpPr>
        <p:spPr>
          <a:xfrm flipV="1">
            <a:off x="11681459" y="34767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69" name="Connector 583"/>
          <p:cNvSpPr/>
          <p:nvPr/>
        </p:nvSpPr>
        <p:spPr>
          <a:xfrm flipV="1">
            <a:off x="12298680" y="3451224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0" name="Connector 584"/>
          <p:cNvSpPr/>
          <p:nvPr/>
        </p:nvSpPr>
        <p:spPr>
          <a:xfrm flipV="1">
            <a:off x="12915899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1" name="Connector 585"/>
          <p:cNvSpPr/>
          <p:nvPr/>
        </p:nvSpPr>
        <p:spPr>
          <a:xfrm>
            <a:off x="13533119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2" name="Connector 586"/>
          <p:cNvSpPr/>
          <p:nvPr/>
        </p:nvSpPr>
        <p:spPr>
          <a:xfrm>
            <a:off x="14150339" y="3451225"/>
            <a:ext cx="617220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3" name="Connector 587"/>
          <p:cNvSpPr/>
          <p:nvPr/>
        </p:nvSpPr>
        <p:spPr>
          <a:xfrm>
            <a:off x="14767559" y="3476752"/>
            <a:ext cx="617222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4" name="Connector 588"/>
          <p:cNvSpPr/>
          <p:nvPr/>
        </p:nvSpPr>
        <p:spPr>
          <a:xfrm>
            <a:off x="15384780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5" name="Connector 589"/>
          <p:cNvSpPr/>
          <p:nvPr/>
        </p:nvSpPr>
        <p:spPr>
          <a:xfrm>
            <a:off x="16001999" y="357885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6" name="Connector 590"/>
          <p:cNvSpPr/>
          <p:nvPr/>
        </p:nvSpPr>
        <p:spPr>
          <a:xfrm>
            <a:off x="16619219" y="3655440"/>
            <a:ext cx="617222" cy="935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7" name="Connector 591"/>
          <p:cNvSpPr/>
          <p:nvPr/>
        </p:nvSpPr>
        <p:spPr>
          <a:xfrm flipV="1">
            <a:off x="9829799" y="3635881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8" name="Connector 592"/>
          <p:cNvSpPr/>
          <p:nvPr/>
        </p:nvSpPr>
        <p:spPr>
          <a:xfrm flipV="1">
            <a:off x="10652759" y="354329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79" name="Connector 593"/>
          <p:cNvSpPr/>
          <p:nvPr/>
        </p:nvSpPr>
        <p:spPr>
          <a:xfrm flipV="1">
            <a:off x="11475719" y="347129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0" name="Connector 594"/>
          <p:cNvSpPr/>
          <p:nvPr/>
        </p:nvSpPr>
        <p:spPr>
          <a:xfrm flipV="1">
            <a:off x="12298680" y="341985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1" name="Connector 595"/>
          <p:cNvSpPr/>
          <p:nvPr/>
        </p:nvSpPr>
        <p:spPr>
          <a:xfrm flipV="1">
            <a:off x="13121639" y="338899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2" name="Connector 596"/>
          <p:cNvSpPr/>
          <p:nvPr/>
        </p:nvSpPr>
        <p:spPr>
          <a:xfrm flipV="1">
            <a:off x="13944600" y="3378708"/>
            <a:ext cx="822959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3" name="Connector 597"/>
          <p:cNvSpPr/>
          <p:nvPr/>
        </p:nvSpPr>
        <p:spPr>
          <a:xfrm>
            <a:off x="14767559" y="3378708"/>
            <a:ext cx="822962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4" name="Connector 598"/>
          <p:cNvSpPr/>
          <p:nvPr/>
        </p:nvSpPr>
        <p:spPr>
          <a:xfrm>
            <a:off x="15590519" y="338899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5" name="Connector 599"/>
          <p:cNvSpPr/>
          <p:nvPr/>
        </p:nvSpPr>
        <p:spPr>
          <a:xfrm>
            <a:off x="16413480" y="341985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6" name="Connector 600"/>
          <p:cNvSpPr/>
          <p:nvPr/>
        </p:nvSpPr>
        <p:spPr>
          <a:xfrm>
            <a:off x="17236439" y="347129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7" name="Connector 601"/>
          <p:cNvSpPr/>
          <p:nvPr/>
        </p:nvSpPr>
        <p:spPr>
          <a:xfrm>
            <a:off x="18059399" y="354330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8" name="Connector 602"/>
          <p:cNvSpPr/>
          <p:nvPr/>
        </p:nvSpPr>
        <p:spPr>
          <a:xfrm>
            <a:off x="18882360" y="3635883"/>
            <a:ext cx="822961" cy="1131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89" name="Connector 603"/>
          <p:cNvSpPr/>
          <p:nvPr/>
        </p:nvSpPr>
        <p:spPr>
          <a:xfrm flipV="1">
            <a:off x="12298680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0" name="Connector 604"/>
          <p:cNvSpPr/>
          <p:nvPr/>
        </p:nvSpPr>
        <p:spPr>
          <a:xfrm flipV="1">
            <a:off x="12504419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1" name="Connector 605"/>
          <p:cNvSpPr/>
          <p:nvPr/>
        </p:nvSpPr>
        <p:spPr>
          <a:xfrm flipV="1">
            <a:off x="1271015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2" name="Connector 606"/>
          <p:cNvSpPr/>
          <p:nvPr/>
        </p:nvSpPr>
        <p:spPr>
          <a:xfrm flipV="1">
            <a:off x="12915899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3" name="Connector 607"/>
          <p:cNvSpPr/>
          <p:nvPr/>
        </p:nvSpPr>
        <p:spPr>
          <a:xfrm flipV="1">
            <a:off x="13121639" y="3575685"/>
            <a:ext cx="205740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4" name="Connector 608"/>
          <p:cNvSpPr/>
          <p:nvPr/>
        </p:nvSpPr>
        <p:spPr>
          <a:xfrm flipV="1">
            <a:off x="13327378" y="3570732"/>
            <a:ext cx="205742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5" name="Connector 609"/>
          <p:cNvSpPr/>
          <p:nvPr/>
        </p:nvSpPr>
        <p:spPr>
          <a:xfrm>
            <a:off x="13533119" y="357073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6" name="Connector 610"/>
          <p:cNvSpPr/>
          <p:nvPr/>
        </p:nvSpPr>
        <p:spPr>
          <a:xfrm>
            <a:off x="13738860" y="35756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7" name="Connector 611"/>
          <p:cNvSpPr/>
          <p:nvPr/>
        </p:nvSpPr>
        <p:spPr>
          <a:xfrm>
            <a:off x="13944599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8" name="Connector 612"/>
          <p:cNvSpPr/>
          <p:nvPr/>
        </p:nvSpPr>
        <p:spPr>
          <a:xfrm>
            <a:off x="1415033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99" name="Connector 613"/>
          <p:cNvSpPr/>
          <p:nvPr/>
        </p:nvSpPr>
        <p:spPr>
          <a:xfrm>
            <a:off x="14356080" y="3649979"/>
            <a:ext cx="205740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0" name="Connector 614"/>
          <p:cNvSpPr/>
          <p:nvPr/>
        </p:nvSpPr>
        <p:spPr>
          <a:xfrm>
            <a:off x="14561819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1" name="Connector 615"/>
          <p:cNvSpPr/>
          <p:nvPr/>
        </p:nvSpPr>
        <p:spPr>
          <a:xfrm flipV="1">
            <a:off x="12298680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2" name="Connector 616"/>
          <p:cNvSpPr/>
          <p:nvPr/>
        </p:nvSpPr>
        <p:spPr>
          <a:xfrm flipV="1">
            <a:off x="12710159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3" name="Connector 617"/>
          <p:cNvSpPr/>
          <p:nvPr/>
        </p:nvSpPr>
        <p:spPr>
          <a:xfrm flipV="1">
            <a:off x="13121639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4" name="Connector 618"/>
          <p:cNvSpPr/>
          <p:nvPr/>
        </p:nvSpPr>
        <p:spPr>
          <a:xfrm flipV="1">
            <a:off x="1353311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5" name="Connector 619"/>
          <p:cNvSpPr/>
          <p:nvPr/>
        </p:nvSpPr>
        <p:spPr>
          <a:xfrm flipV="1">
            <a:off x="13944599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6" name="Connector 620"/>
          <p:cNvSpPr/>
          <p:nvPr/>
        </p:nvSpPr>
        <p:spPr>
          <a:xfrm flipV="1">
            <a:off x="14356078" y="350672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7" name="Connector 621"/>
          <p:cNvSpPr/>
          <p:nvPr/>
        </p:nvSpPr>
        <p:spPr>
          <a:xfrm>
            <a:off x="14767559" y="3506723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8" name="Connector 622"/>
          <p:cNvSpPr/>
          <p:nvPr/>
        </p:nvSpPr>
        <p:spPr>
          <a:xfrm>
            <a:off x="15179039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09" name="Connector 623"/>
          <p:cNvSpPr/>
          <p:nvPr/>
        </p:nvSpPr>
        <p:spPr>
          <a:xfrm>
            <a:off x="1559051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0" name="Connector 624"/>
          <p:cNvSpPr/>
          <p:nvPr/>
        </p:nvSpPr>
        <p:spPr>
          <a:xfrm>
            <a:off x="16001999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1" name="Connector 625"/>
          <p:cNvSpPr/>
          <p:nvPr/>
        </p:nvSpPr>
        <p:spPr>
          <a:xfrm>
            <a:off x="16413480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2" name="Connector 626"/>
          <p:cNvSpPr/>
          <p:nvPr/>
        </p:nvSpPr>
        <p:spPr>
          <a:xfrm>
            <a:off x="16824960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3" name="Connector 627"/>
          <p:cNvSpPr/>
          <p:nvPr/>
        </p:nvSpPr>
        <p:spPr>
          <a:xfrm flipV="1">
            <a:off x="12298680" y="365544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4" name="Connector 628"/>
          <p:cNvSpPr/>
          <p:nvPr/>
        </p:nvSpPr>
        <p:spPr>
          <a:xfrm flipV="1">
            <a:off x="12915899" y="357885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5" name="Connector 629"/>
          <p:cNvSpPr/>
          <p:nvPr/>
        </p:nvSpPr>
        <p:spPr>
          <a:xfrm flipV="1">
            <a:off x="13533119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6" name="Connector 630"/>
          <p:cNvSpPr/>
          <p:nvPr/>
        </p:nvSpPr>
        <p:spPr>
          <a:xfrm flipV="1">
            <a:off x="14150339" y="3476752"/>
            <a:ext cx="617220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7" name="Connector 631"/>
          <p:cNvSpPr/>
          <p:nvPr/>
        </p:nvSpPr>
        <p:spPr>
          <a:xfrm flipV="1">
            <a:off x="14767559" y="3451224"/>
            <a:ext cx="617222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8" name="Connector 632"/>
          <p:cNvSpPr/>
          <p:nvPr/>
        </p:nvSpPr>
        <p:spPr>
          <a:xfrm flipV="1">
            <a:off x="15384780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19" name="Connector 633"/>
          <p:cNvSpPr/>
          <p:nvPr/>
        </p:nvSpPr>
        <p:spPr>
          <a:xfrm>
            <a:off x="16001999" y="344271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0" name="Connector 634"/>
          <p:cNvSpPr/>
          <p:nvPr/>
        </p:nvSpPr>
        <p:spPr>
          <a:xfrm>
            <a:off x="16619219" y="345122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1" name="Connector 635"/>
          <p:cNvSpPr/>
          <p:nvPr/>
        </p:nvSpPr>
        <p:spPr>
          <a:xfrm>
            <a:off x="17236439" y="34767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2" name="Connector 636"/>
          <p:cNvSpPr/>
          <p:nvPr/>
        </p:nvSpPr>
        <p:spPr>
          <a:xfrm>
            <a:off x="17853660" y="35192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3" name="Connector 637"/>
          <p:cNvSpPr/>
          <p:nvPr/>
        </p:nvSpPr>
        <p:spPr>
          <a:xfrm>
            <a:off x="18470880" y="357885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4" name="Connector 638"/>
          <p:cNvSpPr/>
          <p:nvPr/>
        </p:nvSpPr>
        <p:spPr>
          <a:xfrm>
            <a:off x="19088099" y="3655440"/>
            <a:ext cx="617221" cy="9359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5" name="Connector 639"/>
          <p:cNvSpPr/>
          <p:nvPr/>
        </p:nvSpPr>
        <p:spPr>
          <a:xfrm flipV="1">
            <a:off x="14767559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6" name="Connector 640"/>
          <p:cNvSpPr/>
          <p:nvPr/>
        </p:nvSpPr>
        <p:spPr>
          <a:xfrm flipV="1">
            <a:off x="14973298" y="3649979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7" name="Connector 641"/>
          <p:cNvSpPr/>
          <p:nvPr/>
        </p:nvSpPr>
        <p:spPr>
          <a:xfrm flipV="1">
            <a:off x="1517903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8" name="Connector 642"/>
          <p:cNvSpPr/>
          <p:nvPr/>
        </p:nvSpPr>
        <p:spPr>
          <a:xfrm flipV="1">
            <a:off x="15384780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29" name="Connector 643"/>
          <p:cNvSpPr/>
          <p:nvPr/>
        </p:nvSpPr>
        <p:spPr>
          <a:xfrm flipV="1">
            <a:off x="15590519" y="3575685"/>
            <a:ext cx="205740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0" name="Connector 644"/>
          <p:cNvSpPr/>
          <p:nvPr/>
        </p:nvSpPr>
        <p:spPr>
          <a:xfrm flipV="1">
            <a:off x="15796259" y="3570732"/>
            <a:ext cx="205742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1" name="Connector 645"/>
          <p:cNvSpPr/>
          <p:nvPr/>
        </p:nvSpPr>
        <p:spPr>
          <a:xfrm>
            <a:off x="16001999" y="357073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2" name="Connector 646"/>
          <p:cNvSpPr/>
          <p:nvPr/>
        </p:nvSpPr>
        <p:spPr>
          <a:xfrm>
            <a:off x="16207739" y="35756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3" name="Connector 647"/>
          <p:cNvSpPr/>
          <p:nvPr/>
        </p:nvSpPr>
        <p:spPr>
          <a:xfrm>
            <a:off x="16413480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4" name="Connector 648"/>
          <p:cNvSpPr/>
          <p:nvPr/>
        </p:nvSpPr>
        <p:spPr>
          <a:xfrm>
            <a:off x="1661921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5" name="Connector 649"/>
          <p:cNvSpPr/>
          <p:nvPr/>
        </p:nvSpPr>
        <p:spPr>
          <a:xfrm>
            <a:off x="16824960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6" name="Connector 650"/>
          <p:cNvSpPr/>
          <p:nvPr/>
        </p:nvSpPr>
        <p:spPr>
          <a:xfrm>
            <a:off x="17030699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7" name="Connector 651"/>
          <p:cNvSpPr/>
          <p:nvPr/>
        </p:nvSpPr>
        <p:spPr>
          <a:xfrm flipV="1">
            <a:off x="14767559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8" name="Connector 652"/>
          <p:cNvSpPr/>
          <p:nvPr/>
        </p:nvSpPr>
        <p:spPr>
          <a:xfrm flipV="1">
            <a:off x="15179039" y="3614420"/>
            <a:ext cx="411482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39" name="Connector 653"/>
          <p:cNvSpPr/>
          <p:nvPr/>
        </p:nvSpPr>
        <p:spPr>
          <a:xfrm flipV="1">
            <a:off x="15590519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0" name="Connector 654"/>
          <p:cNvSpPr/>
          <p:nvPr/>
        </p:nvSpPr>
        <p:spPr>
          <a:xfrm flipV="1">
            <a:off x="1600199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1" name="Connector 655"/>
          <p:cNvSpPr/>
          <p:nvPr/>
        </p:nvSpPr>
        <p:spPr>
          <a:xfrm flipV="1">
            <a:off x="16413480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2" name="Connector 656"/>
          <p:cNvSpPr/>
          <p:nvPr/>
        </p:nvSpPr>
        <p:spPr>
          <a:xfrm flipV="1">
            <a:off x="16824960" y="350672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3" name="Connector 657"/>
          <p:cNvSpPr/>
          <p:nvPr/>
        </p:nvSpPr>
        <p:spPr>
          <a:xfrm>
            <a:off x="17236439" y="350672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4" name="Connector 658"/>
          <p:cNvSpPr/>
          <p:nvPr/>
        </p:nvSpPr>
        <p:spPr>
          <a:xfrm>
            <a:off x="17647919" y="351345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5" name="Connector 659"/>
          <p:cNvSpPr/>
          <p:nvPr/>
        </p:nvSpPr>
        <p:spPr>
          <a:xfrm>
            <a:off x="18059399" y="35336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6" name="Connector 660"/>
          <p:cNvSpPr/>
          <p:nvPr/>
        </p:nvSpPr>
        <p:spPr>
          <a:xfrm>
            <a:off x="18470880" y="35673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7" name="Connector 661"/>
          <p:cNvSpPr/>
          <p:nvPr/>
        </p:nvSpPr>
        <p:spPr>
          <a:xfrm>
            <a:off x="18882360" y="361442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8" name="Connector 662"/>
          <p:cNvSpPr/>
          <p:nvPr/>
        </p:nvSpPr>
        <p:spPr>
          <a:xfrm>
            <a:off x="19293839" y="3674998"/>
            <a:ext cx="411481" cy="7404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49" name="Connector 663"/>
          <p:cNvSpPr/>
          <p:nvPr/>
        </p:nvSpPr>
        <p:spPr>
          <a:xfrm flipV="1">
            <a:off x="17236439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0" name="Connector 664"/>
          <p:cNvSpPr/>
          <p:nvPr/>
        </p:nvSpPr>
        <p:spPr>
          <a:xfrm flipV="1">
            <a:off x="17442180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1" name="Connector 665"/>
          <p:cNvSpPr/>
          <p:nvPr/>
        </p:nvSpPr>
        <p:spPr>
          <a:xfrm flipV="1">
            <a:off x="1764791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2" name="Connector 666"/>
          <p:cNvSpPr/>
          <p:nvPr/>
        </p:nvSpPr>
        <p:spPr>
          <a:xfrm flipV="1">
            <a:off x="17853660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3" name="Connector 667"/>
          <p:cNvSpPr/>
          <p:nvPr/>
        </p:nvSpPr>
        <p:spPr>
          <a:xfrm flipV="1">
            <a:off x="18059400" y="3575685"/>
            <a:ext cx="205739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4" name="Connector 668"/>
          <p:cNvSpPr/>
          <p:nvPr/>
        </p:nvSpPr>
        <p:spPr>
          <a:xfrm flipV="1">
            <a:off x="18265139" y="3570732"/>
            <a:ext cx="205742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5" name="Connector 669"/>
          <p:cNvSpPr/>
          <p:nvPr/>
        </p:nvSpPr>
        <p:spPr>
          <a:xfrm>
            <a:off x="18470880" y="357073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6" name="Connector 670"/>
          <p:cNvSpPr/>
          <p:nvPr/>
        </p:nvSpPr>
        <p:spPr>
          <a:xfrm>
            <a:off x="18676619" y="35756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7" name="Connector 671"/>
          <p:cNvSpPr/>
          <p:nvPr/>
        </p:nvSpPr>
        <p:spPr>
          <a:xfrm>
            <a:off x="18882360" y="359054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8" name="Connector 672"/>
          <p:cNvSpPr/>
          <p:nvPr/>
        </p:nvSpPr>
        <p:spPr>
          <a:xfrm>
            <a:off x="19088099" y="361530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59" name="Connector 673"/>
          <p:cNvSpPr/>
          <p:nvPr/>
        </p:nvSpPr>
        <p:spPr>
          <a:xfrm>
            <a:off x="19293839" y="364997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0" name="Connector 674"/>
          <p:cNvSpPr/>
          <p:nvPr/>
        </p:nvSpPr>
        <p:spPr>
          <a:xfrm>
            <a:off x="19499580" y="3694555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1" name="Connector 675"/>
          <p:cNvSpPr/>
          <p:nvPr/>
        </p:nvSpPr>
        <p:spPr>
          <a:xfrm flipV="1">
            <a:off x="2423160" y="4928996"/>
            <a:ext cx="205740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2" name="Connector 676"/>
          <p:cNvSpPr/>
          <p:nvPr/>
        </p:nvSpPr>
        <p:spPr>
          <a:xfrm flipV="1">
            <a:off x="2628899" y="4884420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3" name="Connector 677"/>
          <p:cNvSpPr/>
          <p:nvPr/>
        </p:nvSpPr>
        <p:spPr>
          <a:xfrm flipV="1">
            <a:off x="283463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4" name="Connector 678"/>
          <p:cNvSpPr/>
          <p:nvPr/>
        </p:nvSpPr>
        <p:spPr>
          <a:xfrm flipV="1">
            <a:off x="3040379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5" name="Connector 679"/>
          <p:cNvSpPr/>
          <p:nvPr/>
        </p:nvSpPr>
        <p:spPr>
          <a:xfrm flipV="1">
            <a:off x="3246120" y="481012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6" name="Connector 680"/>
          <p:cNvSpPr/>
          <p:nvPr/>
        </p:nvSpPr>
        <p:spPr>
          <a:xfrm flipV="1">
            <a:off x="3451859" y="4805171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7" name="Connector 681"/>
          <p:cNvSpPr/>
          <p:nvPr/>
        </p:nvSpPr>
        <p:spPr>
          <a:xfrm>
            <a:off x="3657600" y="4805171"/>
            <a:ext cx="205739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8" name="Connector 682"/>
          <p:cNvSpPr/>
          <p:nvPr/>
        </p:nvSpPr>
        <p:spPr>
          <a:xfrm>
            <a:off x="3863338" y="4810124"/>
            <a:ext cx="205742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69" name="Connector 683"/>
          <p:cNvSpPr/>
          <p:nvPr/>
        </p:nvSpPr>
        <p:spPr>
          <a:xfrm>
            <a:off x="4069079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0" name="Connector 684"/>
          <p:cNvSpPr/>
          <p:nvPr/>
        </p:nvSpPr>
        <p:spPr>
          <a:xfrm>
            <a:off x="4274820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1" name="Connector 685"/>
          <p:cNvSpPr/>
          <p:nvPr/>
        </p:nvSpPr>
        <p:spPr>
          <a:xfrm>
            <a:off x="4480559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2" name="Connector 686"/>
          <p:cNvSpPr/>
          <p:nvPr/>
        </p:nvSpPr>
        <p:spPr>
          <a:xfrm>
            <a:off x="4686299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3" name="Connector 687"/>
          <p:cNvSpPr/>
          <p:nvPr/>
        </p:nvSpPr>
        <p:spPr>
          <a:xfrm flipV="1">
            <a:off x="2423160" y="4909439"/>
            <a:ext cx="411480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4" name="Connector 688"/>
          <p:cNvSpPr/>
          <p:nvPr/>
        </p:nvSpPr>
        <p:spPr>
          <a:xfrm flipV="1">
            <a:off x="2834638" y="4848859"/>
            <a:ext cx="411483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5" name="Connector 689"/>
          <p:cNvSpPr/>
          <p:nvPr/>
        </p:nvSpPr>
        <p:spPr>
          <a:xfrm flipV="1">
            <a:off x="3246120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6" name="Connector 690"/>
          <p:cNvSpPr/>
          <p:nvPr/>
        </p:nvSpPr>
        <p:spPr>
          <a:xfrm flipV="1">
            <a:off x="365759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7" name="Connector 691"/>
          <p:cNvSpPr/>
          <p:nvPr/>
        </p:nvSpPr>
        <p:spPr>
          <a:xfrm flipV="1">
            <a:off x="4069079" y="4747893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8" name="Connector 692"/>
          <p:cNvSpPr/>
          <p:nvPr/>
        </p:nvSpPr>
        <p:spPr>
          <a:xfrm flipV="1">
            <a:off x="4480559" y="4741165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9" name="Connector 693"/>
          <p:cNvSpPr/>
          <p:nvPr/>
        </p:nvSpPr>
        <p:spPr>
          <a:xfrm>
            <a:off x="4892040" y="474116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0" name="Connector 694"/>
          <p:cNvSpPr/>
          <p:nvPr/>
        </p:nvSpPr>
        <p:spPr>
          <a:xfrm>
            <a:off x="5303520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1" name="Connector 695"/>
          <p:cNvSpPr/>
          <p:nvPr/>
        </p:nvSpPr>
        <p:spPr>
          <a:xfrm>
            <a:off x="571499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2" name="Connector 696"/>
          <p:cNvSpPr/>
          <p:nvPr/>
        </p:nvSpPr>
        <p:spPr>
          <a:xfrm>
            <a:off x="6126479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3" name="Connector 697"/>
          <p:cNvSpPr/>
          <p:nvPr/>
        </p:nvSpPr>
        <p:spPr>
          <a:xfrm>
            <a:off x="6537959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4" name="Connector 698"/>
          <p:cNvSpPr/>
          <p:nvPr/>
        </p:nvSpPr>
        <p:spPr>
          <a:xfrm>
            <a:off x="6949440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5" name="Connector 699"/>
          <p:cNvSpPr/>
          <p:nvPr/>
        </p:nvSpPr>
        <p:spPr>
          <a:xfrm flipV="1">
            <a:off x="2423160" y="4889879"/>
            <a:ext cx="617220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6" name="Connector 700"/>
          <p:cNvSpPr/>
          <p:nvPr/>
        </p:nvSpPr>
        <p:spPr>
          <a:xfrm flipV="1">
            <a:off x="3040378" y="4813299"/>
            <a:ext cx="617222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7" name="Connector 701"/>
          <p:cNvSpPr/>
          <p:nvPr/>
        </p:nvSpPr>
        <p:spPr>
          <a:xfrm flipV="1">
            <a:off x="3657599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8" name="Connector 702"/>
          <p:cNvSpPr/>
          <p:nvPr/>
        </p:nvSpPr>
        <p:spPr>
          <a:xfrm flipV="1">
            <a:off x="4274820" y="471119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89" name="Connector 703"/>
          <p:cNvSpPr/>
          <p:nvPr/>
        </p:nvSpPr>
        <p:spPr>
          <a:xfrm flipV="1">
            <a:off x="4892040" y="468566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0" name="Connector 704"/>
          <p:cNvSpPr/>
          <p:nvPr/>
        </p:nvSpPr>
        <p:spPr>
          <a:xfrm flipV="1">
            <a:off x="5509259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1" name="Connector 705"/>
          <p:cNvSpPr/>
          <p:nvPr/>
        </p:nvSpPr>
        <p:spPr>
          <a:xfrm>
            <a:off x="6126479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2" name="Connector 706"/>
          <p:cNvSpPr/>
          <p:nvPr/>
        </p:nvSpPr>
        <p:spPr>
          <a:xfrm>
            <a:off x="6743699" y="468566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3" name="Connector 707"/>
          <p:cNvSpPr/>
          <p:nvPr/>
        </p:nvSpPr>
        <p:spPr>
          <a:xfrm>
            <a:off x="7360919" y="471119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4" name="Connector 708"/>
          <p:cNvSpPr/>
          <p:nvPr/>
        </p:nvSpPr>
        <p:spPr>
          <a:xfrm>
            <a:off x="7978140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5" name="Connector 709"/>
          <p:cNvSpPr/>
          <p:nvPr/>
        </p:nvSpPr>
        <p:spPr>
          <a:xfrm>
            <a:off x="8595359" y="481329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6" name="Connector 710"/>
          <p:cNvSpPr/>
          <p:nvPr/>
        </p:nvSpPr>
        <p:spPr>
          <a:xfrm>
            <a:off x="9212580" y="488988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7" name="Connector 711"/>
          <p:cNvSpPr/>
          <p:nvPr/>
        </p:nvSpPr>
        <p:spPr>
          <a:xfrm flipV="1">
            <a:off x="2423160" y="4870322"/>
            <a:ext cx="822959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8" name="Connector 712"/>
          <p:cNvSpPr/>
          <p:nvPr/>
        </p:nvSpPr>
        <p:spPr>
          <a:xfrm flipV="1">
            <a:off x="3246118" y="4777740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99" name="Connector 713"/>
          <p:cNvSpPr/>
          <p:nvPr/>
        </p:nvSpPr>
        <p:spPr>
          <a:xfrm flipV="1">
            <a:off x="4069079" y="470573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0" name="Connector 714"/>
          <p:cNvSpPr/>
          <p:nvPr/>
        </p:nvSpPr>
        <p:spPr>
          <a:xfrm flipV="1">
            <a:off x="4892040" y="465429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1" name="Connector 715"/>
          <p:cNvSpPr/>
          <p:nvPr/>
        </p:nvSpPr>
        <p:spPr>
          <a:xfrm flipV="1">
            <a:off x="5714999" y="462343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2" name="Connector 716"/>
          <p:cNvSpPr/>
          <p:nvPr/>
        </p:nvSpPr>
        <p:spPr>
          <a:xfrm flipV="1">
            <a:off x="6537959" y="4613147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3" name="Connector 717"/>
          <p:cNvSpPr/>
          <p:nvPr/>
        </p:nvSpPr>
        <p:spPr>
          <a:xfrm>
            <a:off x="7360919" y="461314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4" name="Connector 718"/>
          <p:cNvSpPr/>
          <p:nvPr/>
        </p:nvSpPr>
        <p:spPr>
          <a:xfrm>
            <a:off x="8183880" y="462343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5" name="Connector 719"/>
          <p:cNvSpPr/>
          <p:nvPr/>
        </p:nvSpPr>
        <p:spPr>
          <a:xfrm>
            <a:off x="9006840" y="465429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6" name="Connector 720"/>
          <p:cNvSpPr/>
          <p:nvPr/>
        </p:nvSpPr>
        <p:spPr>
          <a:xfrm>
            <a:off x="9829799" y="470573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7" name="Connector 721"/>
          <p:cNvSpPr/>
          <p:nvPr/>
        </p:nvSpPr>
        <p:spPr>
          <a:xfrm>
            <a:off x="10652759" y="477774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8" name="Connector 722"/>
          <p:cNvSpPr/>
          <p:nvPr/>
        </p:nvSpPr>
        <p:spPr>
          <a:xfrm>
            <a:off x="11475719" y="487032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09" name="Connector 723"/>
          <p:cNvSpPr/>
          <p:nvPr/>
        </p:nvSpPr>
        <p:spPr>
          <a:xfrm flipV="1">
            <a:off x="2423160" y="4850765"/>
            <a:ext cx="1028700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0" name="Connector 724"/>
          <p:cNvSpPr/>
          <p:nvPr/>
        </p:nvSpPr>
        <p:spPr>
          <a:xfrm flipV="1">
            <a:off x="3451859" y="4742179"/>
            <a:ext cx="1028702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1" name="Connector 725"/>
          <p:cNvSpPr/>
          <p:nvPr/>
        </p:nvSpPr>
        <p:spPr>
          <a:xfrm flipV="1">
            <a:off x="4480559" y="465772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2" name="Connector 726"/>
          <p:cNvSpPr/>
          <p:nvPr/>
        </p:nvSpPr>
        <p:spPr>
          <a:xfrm flipV="1">
            <a:off x="5509259" y="459739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3" name="Connector 727"/>
          <p:cNvSpPr/>
          <p:nvPr/>
        </p:nvSpPr>
        <p:spPr>
          <a:xfrm flipV="1">
            <a:off x="6537959" y="4561204"/>
            <a:ext cx="1028700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4" name="Connector 728"/>
          <p:cNvSpPr/>
          <p:nvPr/>
        </p:nvSpPr>
        <p:spPr>
          <a:xfrm flipV="1">
            <a:off x="7566659" y="4549140"/>
            <a:ext cx="1028702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5" name="Connector 729"/>
          <p:cNvSpPr/>
          <p:nvPr/>
        </p:nvSpPr>
        <p:spPr>
          <a:xfrm>
            <a:off x="8595359" y="454914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6" name="Connector 730"/>
          <p:cNvSpPr/>
          <p:nvPr/>
        </p:nvSpPr>
        <p:spPr>
          <a:xfrm>
            <a:off x="9624059" y="4561204"/>
            <a:ext cx="1028701" cy="36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7" name="Connector 731"/>
          <p:cNvSpPr/>
          <p:nvPr/>
        </p:nvSpPr>
        <p:spPr>
          <a:xfrm>
            <a:off x="10652759" y="4597398"/>
            <a:ext cx="1028701" cy="603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8" name="Connector 732"/>
          <p:cNvSpPr/>
          <p:nvPr/>
        </p:nvSpPr>
        <p:spPr>
          <a:xfrm>
            <a:off x="11681459" y="4657724"/>
            <a:ext cx="1028701" cy="844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19" name="Connector 733"/>
          <p:cNvSpPr/>
          <p:nvPr/>
        </p:nvSpPr>
        <p:spPr>
          <a:xfrm>
            <a:off x="12710159" y="4742179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0" name="Connector 734"/>
          <p:cNvSpPr/>
          <p:nvPr/>
        </p:nvSpPr>
        <p:spPr>
          <a:xfrm>
            <a:off x="13738859" y="4850765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1" name="Connector 735"/>
          <p:cNvSpPr/>
          <p:nvPr/>
        </p:nvSpPr>
        <p:spPr>
          <a:xfrm flipV="1">
            <a:off x="2423160" y="4831205"/>
            <a:ext cx="1234440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2" name="Connector 736"/>
          <p:cNvSpPr/>
          <p:nvPr/>
        </p:nvSpPr>
        <p:spPr>
          <a:xfrm flipV="1">
            <a:off x="3657598" y="4706620"/>
            <a:ext cx="1234442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3" name="Connector 737"/>
          <p:cNvSpPr/>
          <p:nvPr/>
        </p:nvSpPr>
        <p:spPr>
          <a:xfrm flipV="1">
            <a:off x="4892040" y="460971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4" name="Connector 738"/>
          <p:cNvSpPr/>
          <p:nvPr/>
        </p:nvSpPr>
        <p:spPr>
          <a:xfrm flipV="1">
            <a:off x="6126479" y="454050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5" name="Connector 739"/>
          <p:cNvSpPr/>
          <p:nvPr/>
        </p:nvSpPr>
        <p:spPr>
          <a:xfrm flipV="1">
            <a:off x="7360919" y="4498974"/>
            <a:ext cx="1234440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6" name="Connector 740"/>
          <p:cNvSpPr/>
          <p:nvPr/>
        </p:nvSpPr>
        <p:spPr>
          <a:xfrm flipV="1">
            <a:off x="8595359" y="4485132"/>
            <a:ext cx="1234442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7" name="Connector 741"/>
          <p:cNvSpPr/>
          <p:nvPr/>
        </p:nvSpPr>
        <p:spPr>
          <a:xfrm>
            <a:off x="9829799" y="448513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8" name="Connector 742"/>
          <p:cNvSpPr/>
          <p:nvPr/>
        </p:nvSpPr>
        <p:spPr>
          <a:xfrm>
            <a:off x="11064240" y="4498975"/>
            <a:ext cx="1234441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29" name="Connector 743"/>
          <p:cNvSpPr/>
          <p:nvPr/>
        </p:nvSpPr>
        <p:spPr>
          <a:xfrm>
            <a:off x="12298680" y="454050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0" name="Connector 744"/>
          <p:cNvSpPr/>
          <p:nvPr/>
        </p:nvSpPr>
        <p:spPr>
          <a:xfrm>
            <a:off x="13533119" y="4609719"/>
            <a:ext cx="1234440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1" name="Connector 745"/>
          <p:cNvSpPr/>
          <p:nvPr/>
        </p:nvSpPr>
        <p:spPr>
          <a:xfrm>
            <a:off x="14767559" y="4706620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2" name="Connector 746"/>
          <p:cNvSpPr/>
          <p:nvPr/>
        </p:nvSpPr>
        <p:spPr>
          <a:xfrm>
            <a:off x="16001998" y="4831205"/>
            <a:ext cx="1234442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3" name="Connector 747"/>
          <p:cNvSpPr/>
          <p:nvPr/>
        </p:nvSpPr>
        <p:spPr>
          <a:xfrm flipV="1">
            <a:off x="2423160" y="4811648"/>
            <a:ext cx="1440179" cy="1718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4" name="Connector 748"/>
          <p:cNvSpPr/>
          <p:nvPr/>
        </p:nvSpPr>
        <p:spPr>
          <a:xfrm flipV="1">
            <a:off x="3863338" y="4671059"/>
            <a:ext cx="1440183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5" name="Connector 749"/>
          <p:cNvSpPr/>
          <p:nvPr/>
        </p:nvSpPr>
        <p:spPr>
          <a:xfrm flipV="1">
            <a:off x="5303520" y="4561714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6" name="Connector 750"/>
          <p:cNvSpPr/>
          <p:nvPr/>
        </p:nvSpPr>
        <p:spPr>
          <a:xfrm flipV="1">
            <a:off x="6743699" y="4483608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7" name="Connector 751"/>
          <p:cNvSpPr/>
          <p:nvPr/>
        </p:nvSpPr>
        <p:spPr>
          <a:xfrm flipV="1">
            <a:off x="8183880" y="4436745"/>
            <a:ext cx="1440181" cy="468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8" name="Connector 752"/>
          <p:cNvSpPr/>
          <p:nvPr/>
        </p:nvSpPr>
        <p:spPr>
          <a:xfrm flipV="1">
            <a:off x="9624059" y="4421123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39" name="Connector 753"/>
          <p:cNvSpPr/>
          <p:nvPr/>
        </p:nvSpPr>
        <p:spPr>
          <a:xfrm>
            <a:off x="11064240" y="4421123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0" name="Connector 754"/>
          <p:cNvSpPr/>
          <p:nvPr/>
        </p:nvSpPr>
        <p:spPr>
          <a:xfrm>
            <a:off x="12504419" y="4436745"/>
            <a:ext cx="1440181" cy="468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1" name="Connector 755"/>
          <p:cNvSpPr/>
          <p:nvPr/>
        </p:nvSpPr>
        <p:spPr>
          <a:xfrm>
            <a:off x="13944599" y="4483608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2" name="Connector 756"/>
          <p:cNvSpPr/>
          <p:nvPr/>
        </p:nvSpPr>
        <p:spPr>
          <a:xfrm>
            <a:off x="15384780" y="4561713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3" name="Connector 757"/>
          <p:cNvSpPr/>
          <p:nvPr/>
        </p:nvSpPr>
        <p:spPr>
          <a:xfrm>
            <a:off x="16824960" y="4671059"/>
            <a:ext cx="1440180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4" name="Connector 758"/>
          <p:cNvSpPr/>
          <p:nvPr/>
        </p:nvSpPr>
        <p:spPr>
          <a:xfrm>
            <a:off x="18265139" y="4811648"/>
            <a:ext cx="1440182" cy="1718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5" name="Connector 759"/>
          <p:cNvSpPr/>
          <p:nvPr/>
        </p:nvSpPr>
        <p:spPr>
          <a:xfrm flipV="1">
            <a:off x="4892040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6" name="Connector 760"/>
          <p:cNvSpPr/>
          <p:nvPr/>
        </p:nvSpPr>
        <p:spPr>
          <a:xfrm flipV="1">
            <a:off x="5097779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7" name="Connector 761"/>
          <p:cNvSpPr/>
          <p:nvPr/>
        </p:nvSpPr>
        <p:spPr>
          <a:xfrm flipV="1">
            <a:off x="5303520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8" name="Connector 762"/>
          <p:cNvSpPr/>
          <p:nvPr/>
        </p:nvSpPr>
        <p:spPr>
          <a:xfrm flipV="1">
            <a:off x="5509259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49" name="Connector 763"/>
          <p:cNvSpPr/>
          <p:nvPr/>
        </p:nvSpPr>
        <p:spPr>
          <a:xfrm flipV="1">
            <a:off x="5715000" y="481012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0" name="Connector 764"/>
          <p:cNvSpPr/>
          <p:nvPr/>
        </p:nvSpPr>
        <p:spPr>
          <a:xfrm flipV="1">
            <a:off x="5920738" y="48051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1" name="Connector 765"/>
          <p:cNvSpPr/>
          <p:nvPr/>
        </p:nvSpPr>
        <p:spPr>
          <a:xfrm>
            <a:off x="6126479" y="48051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2" name="Connector 766"/>
          <p:cNvSpPr/>
          <p:nvPr/>
        </p:nvSpPr>
        <p:spPr>
          <a:xfrm>
            <a:off x="6332220" y="48101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3" name="Connector 767"/>
          <p:cNvSpPr/>
          <p:nvPr/>
        </p:nvSpPr>
        <p:spPr>
          <a:xfrm>
            <a:off x="6537959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4" name="Connector 768"/>
          <p:cNvSpPr/>
          <p:nvPr/>
        </p:nvSpPr>
        <p:spPr>
          <a:xfrm>
            <a:off x="674369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5" name="Connector 769"/>
          <p:cNvSpPr/>
          <p:nvPr/>
        </p:nvSpPr>
        <p:spPr>
          <a:xfrm>
            <a:off x="6949440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6" name="Connector 770"/>
          <p:cNvSpPr/>
          <p:nvPr/>
        </p:nvSpPr>
        <p:spPr>
          <a:xfrm>
            <a:off x="7155180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7" name="Connector 771"/>
          <p:cNvSpPr/>
          <p:nvPr/>
        </p:nvSpPr>
        <p:spPr>
          <a:xfrm flipV="1">
            <a:off x="4892040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8" name="Connector 772"/>
          <p:cNvSpPr/>
          <p:nvPr/>
        </p:nvSpPr>
        <p:spPr>
          <a:xfrm flipV="1">
            <a:off x="5303520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59" name="Connector 773"/>
          <p:cNvSpPr/>
          <p:nvPr/>
        </p:nvSpPr>
        <p:spPr>
          <a:xfrm flipV="1">
            <a:off x="5714999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0" name="Connector 774"/>
          <p:cNvSpPr/>
          <p:nvPr/>
        </p:nvSpPr>
        <p:spPr>
          <a:xfrm flipV="1">
            <a:off x="612647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1" name="Connector 775"/>
          <p:cNvSpPr/>
          <p:nvPr/>
        </p:nvSpPr>
        <p:spPr>
          <a:xfrm flipV="1">
            <a:off x="6537959" y="4747893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2" name="Connector 776"/>
          <p:cNvSpPr/>
          <p:nvPr/>
        </p:nvSpPr>
        <p:spPr>
          <a:xfrm flipV="1">
            <a:off x="6949439" y="4741165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3" name="Connector 777"/>
          <p:cNvSpPr/>
          <p:nvPr/>
        </p:nvSpPr>
        <p:spPr>
          <a:xfrm>
            <a:off x="7360919" y="474116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4" name="Connector 778"/>
          <p:cNvSpPr/>
          <p:nvPr/>
        </p:nvSpPr>
        <p:spPr>
          <a:xfrm>
            <a:off x="7772399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5" name="Connector 779"/>
          <p:cNvSpPr/>
          <p:nvPr/>
        </p:nvSpPr>
        <p:spPr>
          <a:xfrm>
            <a:off x="8183878" y="4768088"/>
            <a:ext cx="411482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6" name="Connector 780"/>
          <p:cNvSpPr/>
          <p:nvPr/>
        </p:nvSpPr>
        <p:spPr>
          <a:xfrm>
            <a:off x="8595359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7" name="Connector 781"/>
          <p:cNvSpPr/>
          <p:nvPr/>
        </p:nvSpPr>
        <p:spPr>
          <a:xfrm>
            <a:off x="9006840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8" name="Connector 782"/>
          <p:cNvSpPr/>
          <p:nvPr/>
        </p:nvSpPr>
        <p:spPr>
          <a:xfrm>
            <a:off x="9418319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69" name="Connector 783"/>
          <p:cNvSpPr/>
          <p:nvPr/>
        </p:nvSpPr>
        <p:spPr>
          <a:xfrm flipV="1">
            <a:off x="4892040" y="48898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0" name="Connector 784"/>
          <p:cNvSpPr/>
          <p:nvPr/>
        </p:nvSpPr>
        <p:spPr>
          <a:xfrm flipV="1">
            <a:off x="5509259" y="481329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1" name="Connector 785"/>
          <p:cNvSpPr/>
          <p:nvPr/>
        </p:nvSpPr>
        <p:spPr>
          <a:xfrm flipV="1">
            <a:off x="6126479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2" name="Connector 786"/>
          <p:cNvSpPr/>
          <p:nvPr/>
        </p:nvSpPr>
        <p:spPr>
          <a:xfrm flipV="1">
            <a:off x="6743699" y="471119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3" name="Connector 787"/>
          <p:cNvSpPr/>
          <p:nvPr/>
        </p:nvSpPr>
        <p:spPr>
          <a:xfrm flipV="1">
            <a:off x="7360919" y="468566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4" name="Connector 788"/>
          <p:cNvSpPr/>
          <p:nvPr/>
        </p:nvSpPr>
        <p:spPr>
          <a:xfrm flipV="1">
            <a:off x="7978140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5" name="Connector 789"/>
          <p:cNvSpPr/>
          <p:nvPr/>
        </p:nvSpPr>
        <p:spPr>
          <a:xfrm>
            <a:off x="8595359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6" name="Connector 790"/>
          <p:cNvSpPr/>
          <p:nvPr/>
        </p:nvSpPr>
        <p:spPr>
          <a:xfrm>
            <a:off x="9212580" y="468566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7" name="Connector 791"/>
          <p:cNvSpPr/>
          <p:nvPr/>
        </p:nvSpPr>
        <p:spPr>
          <a:xfrm>
            <a:off x="9829799" y="471119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8" name="Connector 792"/>
          <p:cNvSpPr/>
          <p:nvPr/>
        </p:nvSpPr>
        <p:spPr>
          <a:xfrm>
            <a:off x="10447019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79" name="Connector 793"/>
          <p:cNvSpPr/>
          <p:nvPr/>
        </p:nvSpPr>
        <p:spPr>
          <a:xfrm>
            <a:off x="11064240" y="481329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0" name="Connector 794"/>
          <p:cNvSpPr/>
          <p:nvPr/>
        </p:nvSpPr>
        <p:spPr>
          <a:xfrm>
            <a:off x="11681459" y="488988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1" name="Connector 795"/>
          <p:cNvSpPr/>
          <p:nvPr/>
        </p:nvSpPr>
        <p:spPr>
          <a:xfrm flipV="1">
            <a:off x="4892040" y="4870322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2" name="Connector 796"/>
          <p:cNvSpPr/>
          <p:nvPr/>
        </p:nvSpPr>
        <p:spPr>
          <a:xfrm flipV="1">
            <a:off x="5714999" y="4777740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3" name="Connector 797"/>
          <p:cNvSpPr/>
          <p:nvPr/>
        </p:nvSpPr>
        <p:spPr>
          <a:xfrm flipV="1">
            <a:off x="6537959" y="470573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4" name="Connector 798"/>
          <p:cNvSpPr/>
          <p:nvPr/>
        </p:nvSpPr>
        <p:spPr>
          <a:xfrm flipV="1">
            <a:off x="7360919" y="465429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5" name="Connector 799"/>
          <p:cNvSpPr/>
          <p:nvPr/>
        </p:nvSpPr>
        <p:spPr>
          <a:xfrm flipV="1">
            <a:off x="8183880" y="462343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6" name="Connector 800"/>
          <p:cNvSpPr/>
          <p:nvPr/>
        </p:nvSpPr>
        <p:spPr>
          <a:xfrm flipV="1">
            <a:off x="9006840" y="4613147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7" name="Connector 801"/>
          <p:cNvSpPr/>
          <p:nvPr/>
        </p:nvSpPr>
        <p:spPr>
          <a:xfrm>
            <a:off x="9829799" y="461314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8" name="Connector 802"/>
          <p:cNvSpPr/>
          <p:nvPr/>
        </p:nvSpPr>
        <p:spPr>
          <a:xfrm>
            <a:off x="10652759" y="462343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89" name="Connector 803"/>
          <p:cNvSpPr/>
          <p:nvPr/>
        </p:nvSpPr>
        <p:spPr>
          <a:xfrm>
            <a:off x="11475719" y="465429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0" name="Connector 804"/>
          <p:cNvSpPr/>
          <p:nvPr/>
        </p:nvSpPr>
        <p:spPr>
          <a:xfrm>
            <a:off x="12298680" y="470573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1" name="Connector 805"/>
          <p:cNvSpPr/>
          <p:nvPr/>
        </p:nvSpPr>
        <p:spPr>
          <a:xfrm>
            <a:off x="13121639" y="4777740"/>
            <a:ext cx="822960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2" name="Connector 806"/>
          <p:cNvSpPr/>
          <p:nvPr/>
        </p:nvSpPr>
        <p:spPr>
          <a:xfrm>
            <a:off x="13944598" y="487032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3" name="Connector 807"/>
          <p:cNvSpPr/>
          <p:nvPr/>
        </p:nvSpPr>
        <p:spPr>
          <a:xfrm flipV="1">
            <a:off x="4892040" y="4850765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4" name="Connector 808"/>
          <p:cNvSpPr/>
          <p:nvPr/>
        </p:nvSpPr>
        <p:spPr>
          <a:xfrm flipV="1">
            <a:off x="5920740" y="4742179"/>
            <a:ext cx="1028701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5" name="Connector 809"/>
          <p:cNvSpPr/>
          <p:nvPr/>
        </p:nvSpPr>
        <p:spPr>
          <a:xfrm flipV="1">
            <a:off x="6949440" y="465772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6" name="Connector 810"/>
          <p:cNvSpPr/>
          <p:nvPr/>
        </p:nvSpPr>
        <p:spPr>
          <a:xfrm flipV="1">
            <a:off x="7978140" y="459739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7" name="Connector 811"/>
          <p:cNvSpPr/>
          <p:nvPr/>
        </p:nvSpPr>
        <p:spPr>
          <a:xfrm flipV="1">
            <a:off x="9006840" y="4561204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8" name="Connector 812"/>
          <p:cNvSpPr/>
          <p:nvPr/>
        </p:nvSpPr>
        <p:spPr>
          <a:xfrm flipV="1">
            <a:off x="10035540" y="4549140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99" name="Connector 813"/>
          <p:cNvSpPr/>
          <p:nvPr/>
        </p:nvSpPr>
        <p:spPr>
          <a:xfrm>
            <a:off x="11064240" y="454914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0" name="Connector 814"/>
          <p:cNvSpPr/>
          <p:nvPr/>
        </p:nvSpPr>
        <p:spPr>
          <a:xfrm>
            <a:off x="12092940" y="4561204"/>
            <a:ext cx="1028701" cy="36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1" name="Connector 815"/>
          <p:cNvSpPr/>
          <p:nvPr/>
        </p:nvSpPr>
        <p:spPr>
          <a:xfrm>
            <a:off x="13121639" y="4597398"/>
            <a:ext cx="1028701" cy="603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2" name="Connector 816"/>
          <p:cNvSpPr/>
          <p:nvPr/>
        </p:nvSpPr>
        <p:spPr>
          <a:xfrm>
            <a:off x="14150339" y="4657724"/>
            <a:ext cx="1028701" cy="844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3" name="Connector 817"/>
          <p:cNvSpPr/>
          <p:nvPr/>
        </p:nvSpPr>
        <p:spPr>
          <a:xfrm>
            <a:off x="15179039" y="4742179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4" name="Connector 818"/>
          <p:cNvSpPr/>
          <p:nvPr/>
        </p:nvSpPr>
        <p:spPr>
          <a:xfrm>
            <a:off x="16207739" y="4850765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5" name="Connector 819"/>
          <p:cNvSpPr/>
          <p:nvPr/>
        </p:nvSpPr>
        <p:spPr>
          <a:xfrm flipV="1">
            <a:off x="4892040" y="4831205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6" name="Connector 820"/>
          <p:cNvSpPr/>
          <p:nvPr/>
        </p:nvSpPr>
        <p:spPr>
          <a:xfrm flipV="1">
            <a:off x="6126479" y="4706620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7" name="Connector 821"/>
          <p:cNvSpPr/>
          <p:nvPr/>
        </p:nvSpPr>
        <p:spPr>
          <a:xfrm flipV="1">
            <a:off x="7360919" y="460971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8" name="Connector 822"/>
          <p:cNvSpPr/>
          <p:nvPr/>
        </p:nvSpPr>
        <p:spPr>
          <a:xfrm flipV="1">
            <a:off x="8595359" y="454050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09" name="Connector 823"/>
          <p:cNvSpPr/>
          <p:nvPr/>
        </p:nvSpPr>
        <p:spPr>
          <a:xfrm flipV="1">
            <a:off x="9829799" y="4498974"/>
            <a:ext cx="1234441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0" name="Connector 824"/>
          <p:cNvSpPr/>
          <p:nvPr/>
        </p:nvSpPr>
        <p:spPr>
          <a:xfrm flipV="1">
            <a:off x="11064240" y="448513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1" name="Connector 825"/>
          <p:cNvSpPr/>
          <p:nvPr/>
        </p:nvSpPr>
        <p:spPr>
          <a:xfrm>
            <a:off x="12298680" y="448513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2" name="Connector 826"/>
          <p:cNvSpPr/>
          <p:nvPr/>
        </p:nvSpPr>
        <p:spPr>
          <a:xfrm>
            <a:off x="13533119" y="4498975"/>
            <a:ext cx="1234440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3" name="Connector 827"/>
          <p:cNvSpPr/>
          <p:nvPr/>
        </p:nvSpPr>
        <p:spPr>
          <a:xfrm>
            <a:off x="14767559" y="4540503"/>
            <a:ext cx="1234442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4" name="Connector 828"/>
          <p:cNvSpPr/>
          <p:nvPr/>
        </p:nvSpPr>
        <p:spPr>
          <a:xfrm>
            <a:off x="16001999" y="460971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5" name="Connector 829"/>
          <p:cNvSpPr/>
          <p:nvPr/>
        </p:nvSpPr>
        <p:spPr>
          <a:xfrm>
            <a:off x="17236439" y="4706620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6" name="Connector 830"/>
          <p:cNvSpPr/>
          <p:nvPr/>
        </p:nvSpPr>
        <p:spPr>
          <a:xfrm>
            <a:off x="18470880" y="4831205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7" name="Connector 831"/>
          <p:cNvSpPr/>
          <p:nvPr/>
        </p:nvSpPr>
        <p:spPr>
          <a:xfrm flipV="1">
            <a:off x="7360919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8" name="Connector 832"/>
          <p:cNvSpPr/>
          <p:nvPr/>
        </p:nvSpPr>
        <p:spPr>
          <a:xfrm flipV="1">
            <a:off x="7566659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19" name="Connector 833"/>
          <p:cNvSpPr/>
          <p:nvPr/>
        </p:nvSpPr>
        <p:spPr>
          <a:xfrm flipV="1">
            <a:off x="777239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0" name="Connector 834"/>
          <p:cNvSpPr/>
          <p:nvPr/>
        </p:nvSpPr>
        <p:spPr>
          <a:xfrm flipV="1">
            <a:off x="7978140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1" name="Connector 835"/>
          <p:cNvSpPr/>
          <p:nvPr/>
        </p:nvSpPr>
        <p:spPr>
          <a:xfrm flipV="1">
            <a:off x="8183880" y="481012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2" name="Connector 836"/>
          <p:cNvSpPr/>
          <p:nvPr/>
        </p:nvSpPr>
        <p:spPr>
          <a:xfrm flipV="1">
            <a:off x="8389618" y="48051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3" name="Connector 837"/>
          <p:cNvSpPr/>
          <p:nvPr/>
        </p:nvSpPr>
        <p:spPr>
          <a:xfrm>
            <a:off x="8595359" y="48051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4" name="Connector 838"/>
          <p:cNvSpPr/>
          <p:nvPr/>
        </p:nvSpPr>
        <p:spPr>
          <a:xfrm>
            <a:off x="8801099" y="48101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5" name="Connector 839"/>
          <p:cNvSpPr/>
          <p:nvPr/>
        </p:nvSpPr>
        <p:spPr>
          <a:xfrm>
            <a:off x="9006840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6" name="Connector 840"/>
          <p:cNvSpPr/>
          <p:nvPr/>
        </p:nvSpPr>
        <p:spPr>
          <a:xfrm>
            <a:off x="9212580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7" name="Connector 841"/>
          <p:cNvSpPr/>
          <p:nvPr/>
        </p:nvSpPr>
        <p:spPr>
          <a:xfrm>
            <a:off x="9418319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8" name="Connector 842"/>
          <p:cNvSpPr/>
          <p:nvPr/>
        </p:nvSpPr>
        <p:spPr>
          <a:xfrm>
            <a:off x="9624059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29" name="Connector 843"/>
          <p:cNvSpPr/>
          <p:nvPr/>
        </p:nvSpPr>
        <p:spPr>
          <a:xfrm flipV="1">
            <a:off x="7360919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0" name="Connector 844"/>
          <p:cNvSpPr/>
          <p:nvPr/>
        </p:nvSpPr>
        <p:spPr>
          <a:xfrm flipV="1">
            <a:off x="7772399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1" name="Connector 845"/>
          <p:cNvSpPr/>
          <p:nvPr/>
        </p:nvSpPr>
        <p:spPr>
          <a:xfrm flipV="1">
            <a:off x="8183878" y="4801742"/>
            <a:ext cx="411482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2" name="Connector 846"/>
          <p:cNvSpPr/>
          <p:nvPr/>
        </p:nvSpPr>
        <p:spPr>
          <a:xfrm flipV="1">
            <a:off x="859535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3" name="Connector 847"/>
          <p:cNvSpPr/>
          <p:nvPr/>
        </p:nvSpPr>
        <p:spPr>
          <a:xfrm flipV="1">
            <a:off x="9006840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4" name="Connector 848"/>
          <p:cNvSpPr/>
          <p:nvPr/>
        </p:nvSpPr>
        <p:spPr>
          <a:xfrm flipV="1">
            <a:off x="9418319" y="4741165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5" name="Connector 849"/>
          <p:cNvSpPr/>
          <p:nvPr/>
        </p:nvSpPr>
        <p:spPr>
          <a:xfrm>
            <a:off x="9829799" y="474116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6" name="Connector 850"/>
          <p:cNvSpPr/>
          <p:nvPr/>
        </p:nvSpPr>
        <p:spPr>
          <a:xfrm>
            <a:off x="10241280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7" name="Connector 851"/>
          <p:cNvSpPr/>
          <p:nvPr/>
        </p:nvSpPr>
        <p:spPr>
          <a:xfrm>
            <a:off x="1065275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8" name="Connector 852"/>
          <p:cNvSpPr/>
          <p:nvPr/>
        </p:nvSpPr>
        <p:spPr>
          <a:xfrm>
            <a:off x="11064240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39" name="Connector 853"/>
          <p:cNvSpPr/>
          <p:nvPr/>
        </p:nvSpPr>
        <p:spPr>
          <a:xfrm>
            <a:off x="11475719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0" name="Connector 854"/>
          <p:cNvSpPr/>
          <p:nvPr/>
        </p:nvSpPr>
        <p:spPr>
          <a:xfrm>
            <a:off x="11887199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1" name="Connector 855"/>
          <p:cNvSpPr/>
          <p:nvPr/>
        </p:nvSpPr>
        <p:spPr>
          <a:xfrm flipV="1">
            <a:off x="7360919" y="48898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2" name="Connector 856"/>
          <p:cNvSpPr/>
          <p:nvPr/>
        </p:nvSpPr>
        <p:spPr>
          <a:xfrm flipV="1">
            <a:off x="7978140" y="481329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3" name="Connector 857"/>
          <p:cNvSpPr/>
          <p:nvPr/>
        </p:nvSpPr>
        <p:spPr>
          <a:xfrm flipV="1">
            <a:off x="8595359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4" name="Connector 858"/>
          <p:cNvSpPr/>
          <p:nvPr/>
        </p:nvSpPr>
        <p:spPr>
          <a:xfrm flipV="1">
            <a:off x="9212580" y="471119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5" name="Connector 859"/>
          <p:cNvSpPr/>
          <p:nvPr/>
        </p:nvSpPr>
        <p:spPr>
          <a:xfrm flipV="1">
            <a:off x="9829799" y="468566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6" name="Connector 860"/>
          <p:cNvSpPr/>
          <p:nvPr/>
        </p:nvSpPr>
        <p:spPr>
          <a:xfrm flipV="1">
            <a:off x="10447019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7" name="Connector 861"/>
          <p:cNvSpPr/>
          <p:nvPr/>
        </p:nvSpPr>
        <p:spPr>
          <a:xfrm>
            <a:off x="11064240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8" name="Connector 862"/>
          <p:cNvSpPr/>
          <p:nvPr/>
        </p:nvSpPr>
        <p:spPr>
          <a:xfrm>
            <a:off x="11681459" y="468566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49" name="Connector 863"/>
          <p:cNvSpPr/>
          <p:nvPr/>
        </p:nvSpPr>
        <p:spPr>
          <a:xfrm>
            <a:off x="12298680" y="471119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0" name="Connector 864"/>
          <p:cNvSpPr/>
          <p:nvPr/>
        </p:nvSpPr>
        <p:spPr>
          <a:xfrm>
            <a:off x="12915899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1" name="Connector 865"/>
          <p:cNvSpPr/>
          <p:nvPr/>
        </p:nvSpPr>
        <p:spPr>
          <a:xfrm>
            <a:off x="13533119" y="4813299"/>
            <a:ext cx="617220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2" name="Connector 866"/>
          <p:cNvSpPr/>
          <p:nvPr/>
        </p:nvSpPr>
        <p:spPr>
          <a:xfrm>
            <a:off x="14150339" y="488988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3" name="Connector 867"/>
          <p:cNvSpPr/>
          <p:nvPr/>
        </p:nvSpPr>
        <p:spPr>
          <a:xfrm flipV="1">
            <a:off x="7360919" y="4870322"/>
            <a:ext cx="822960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4" name="Connector 868"/>
          <p:cNvSpPr/>
          <p:nvPr/>
        </p:nvSpPr>
        <p:spPr>
          <a:xfrm flipV="1">
            <a:off x="8183878" y="4777740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5" name="Connector 869"/>
          <p:cNvSpPr/>
          <p:nvPr/>
        </p:nvSpPr>
        <p:spPr>
          <a:xfrm flipV="1">
            <a:off x="9006840" y="470573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6" name="Connector 870"/>
          <p:cNvSpPr/>
          <p:nvPr/>
        </p:nvSpPr>
        <p:spPr>
          <a:xfrm flipV="1">
            <a:off x="9829799" y="465429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7" name="Connector 871"/>
          <p:cNvSpPr/>
          <p:nvPr/>
        </p:nvSpPr>
        <p:spPr>
          <a:xfrm flipV="1">
            <a:off x="10652759" y="462343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8" name="Connector 872"/>
          <p:cNvSpPr/>
          <p:nvPr/>
        </p:nvSpPr>
        <p:spPr>
          <a:xfrm flipV="1">
            <a:off x="11475719" y="4613147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59" name="Connector 873"/>
          <p:cNvSpPr/>
          <p:nvPr/>
        </p:nvSpPr>
        <p:spPr>
          <a:xfrm>
            <a:off x="12298680" y="461314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0" name="Connector 874"/>
          <p:cNvSpPr/>
          <p:nvPr/>
        </p:nvSpPr>
        <p:spPr>
          <a:xfrm>
            <a:off x="13121639" y="462343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1" name="Connector 875"/>
          <p:cNvSpPr/>
          <p:nvPr/>
        </p:nvSpPr>
        <p:spPr>
          <a:xfrm>
            <a:off x="13944600" y="4654296"/>
            <a:ext cx="822959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2" name="Connector 876"/>
          <p:cNvSpPr/>
          <p:nvPr/>
        </p:nvSpPr>
        <p:spPr>
          <a:xfrm>
            <a:off x="14767559" y="4705730"/>
            <a:ext cx="822962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3" name="Connector 877"/>
          <p:cNvSpPr/>
          <p:nvPr/>
        </p:nvSpPr>
        <p:spPr>
          <a:xfrm>
            <a:off x="15590519" y="477774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4" name="Connector 878"/>
          <p:cNvSpPr/>
          <p:nvPr/>
        </p:nvSpPr>
        <p:spPr>
          <a:xfrm>
            <a:off x="16413480" y="487032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5" name="Connector 879"/>
          <p:cNvSpPr/>
          <p:nvPr/>
        </p:nvSpPr>
        <p:spPr>
          <a:xfrm flipV="1">
            <a:off x="7360919" y="4850765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6" name="Connector 880"/>
          <p:cNvSpPr/>
          <p:nvPr/>
        </p:nvSpPr>
        <p:spPr>
          <a:xfrm flipV="1">
            <a:off x="8389619" y="4742179"/>
            <a:ext cx="1028701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7" name="Connector 881"/>
          <p:cNvSpPr/>
          <p:nvPr/>
        </p:nvSpPr>
        <p:spPr>
          <a:xfrm flipV="1">
            <a:off x="9418319" y="465772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8" name="Connector 882"/>
          <p:cNvSpPr/>
          <p:nvPr/>
        </p:nvSpPr>
        <p:spPr>
          <a:xfrm flipV="1">
            <a:off x="10447019" y="459739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69" name="Connector 883"/>
          <p:cNvSpPr/>
          <p:nvPr/>
        </p:nvSpPr>
        <p:spPr>
          <a:xfrm flipV="1">
            <a:off x="11475719" y="4561204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0" name="Connector 884"/>
          <p:cNvSpPr/>
          <p:nvPr/>
        </p:nvSpPr>
        <p:spPr>
          <a:xfrm flipV="1">
            <a:off x="12504419" y="4549140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1" name="Connector 885"/>
          <p:cNvSpPr/>
          <p:nvPr/>
        </p:nvSpPr>
        <p:spPr>
          <a:xfrm>
            <a:off x="13533119" y="454914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2" name="Connector 886"/>
          <p:cNvSpPr/>
          <p:nvPr/>
        </p:nvSpPr>
        <p:spPr>
          <a:xfrm>
            <a:off x="14561819" y="4561204"/>
            <a:ext cx="1028701" cy="36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3" name="Connector 887"/>
          <p:cNvSpPr/>
          <p:nvPr/>
        </p:nvSpPr>
        <p:spPr>
          <a:xfrm>
            <a:off x="15590519" y="4597398"/>
            <a:ext cx="1028701" cy="603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4" name="Connector 888"/>
          <p:cNvSpPr/>
          <p:nvPr/>
        </p:nvSpPr>
        <p:spPr>
          <a:xfrm>
            <a:off x="16619219" y="4657724"/>
            <a:ext cx="1028701" cy="844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5" name="Connector 889"/>
          <p:cNvSpPr/>
          <p:nvPr/>
        </p:nvSpPr>
        <p:spPr>
          <a:xfrm>
            <a:off x="17647919" y="4742179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6" name="Connector 890"/>
          <p:cNvSpPr/>
          <p:nvPr/>
        </p:nvSpPr>
        <p:spPr>
          <a:xfrm>
            <a:off x="18676619" y="4850765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7" name="Connector 891"/>
          <p:cNvSpPr/>
          <p:nvPr/>
        </p:nvSpPr>
        <p:spPr>
          <a:xfrm flipV="1">
            <a:off x="9829799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8" name="Connector 892"/>
          <p:cNvSpPr/>
          <p:nvPr/>
        </p:nvSpPr>
        <p:spPr>
          <a:xfrm flipV="1">
            <a:off x="10035540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79" name="Connector 893"/>
          <p:cNvSpPr/>
          <p:nvPr/>
        </p:nvSpPr>
        <p:spPr>
          <a:xfrm flipV="1">
            <a:off x="10241280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0" name="Connector 894"/>
          <p:cNvSpPr/>
          <p:nvPr/>
        </p:nvSpPr>
        <p:spPr>
          <a:xfrm flipV="1">
            <a:off x="10447019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1" name="Connector 895"/>
          <p:cNvSpPr/>
          <p:nvPr/>
        </p:nvSpPr>
        <p:spPr>
          <a:xfrm flipV="1">
            <a:off x="10652759" y="481012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2" name="Connector 896"/>
          <p:cNvSpPr/>
          <p:nvPr/>
        </p:nvSpPr>
        <p:spPr>
          <a:xfrm flipV="1">
            <a:off x="10858499" y="4805171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3" name="Connector 897"/>
          <p:cNvSpPr/>
          <p:nvPr/>
        </p:nvSpPr>
        <p:spPr>
          <a:xfrm>
            <a:off x="11064240" y="48051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4" name="Connector 898"/>
          <p:cNvSpPr/>
          <p:nvPr/>
        </p:nvSpPr>
        <p:spPr>
          <a:xfrm>
            <a:off x="11269980" y="48101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5" name="Connector 899"/>
          <p:cNvSpPr/>
          <p:nvPr/>
        </p:nvSpPr>
        <p:spPr>
          <a:xfrm>
            <a:off x="11475719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6" name="Connector 900"/>
          <p:cNvSpPr/>
          <p:nvPr/>
        </p:nvSpPr>
        <p:spPr>
          <a:xfrm>
            <a:off x="1168145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7" name="Connector 901"/>
          <p:cNvSpPr/>
          <p:nvPr/>
        </p:nvSpPr>
        <p:spPr>
          <a:xfrm>
            <a:off x="11887199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8" name="Connector 902"/>
          <p:cNvSpPr/>
          <p:nvPr/>
        </p:nvSpPr>
        <p:spPr>
          <a:xfrm>
            <a:off x="12092940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89" name="Connector 903"/>
          <p:cNvSpPr/>
          <p:nvPr/>
        </p:nvSpPr>
        <p:spPr>
          <a:xfrm flipV="1">
            <a:off x="9829799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0" name="Connector 904"/>
          <p:cNvSpPr/>
          <p:nvPr/>
        </p:nvSpPr>
        <p:spPr>
          <a:xfrm flipV="1">
            <a:off x="10241280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1" name="Connector 905"/>
          <p:cNvSpPr/>
          <p:nvPr/>
        </p:nvSpPr>
        <p:spPr>
          <a:xfrm flipV="1">
            <a:off x="10652759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2" name="Connector 906"/>
          <p:cNvSpPr/>
          <p:nvPr/>
        </p:nvSpPr>
        <p:spPr>
          <a:xfrm flipV="1">
            <a:off x="11064240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3" name="Connector 907"/>
          <p:cNvSpPr/>
          <p:nvPr/>
        </p:nvSpPr>
        <p:spPr>
          <a:xfrm flipV="1">
            <a:off x="11475719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4" name="Connector 908"/>
          <p:cNvSpPr/>
          <p:nvPr/>
        </p:nvSpPr>
        <p:spPr>
          <a:xfrm flipV="1">
            <a:off x="11887199" y="4741165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5" name="Connector 909"/>
          <p:cNvSpPr/>
          <p:nvPr/>
        </p:nvSpPr>
        <p:spPr>
          <a:xfrm>
            <a:off x="12298680" y="474116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6" name="Connector 910"/>
          <p:cNvSpPr/>
          <p:nvPr/>
        </p:nvSpPr>
        <p:spPr>
          <a:xfrm>
            <a:off x="12710159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7" name="Connector 911"/>
          <p:cNvSpPr/>
          <p:nvPr/>
        </p:nvSpPr>
        <p:spPr>
          <a:xfrm>
            <a:off x="1312163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8" name="Connector 912"/>
          <p:cNvSpPr/>
          <p:nvPr/>
        </p:nvSpPr>
        <p:spPr>
          <a:xfrm>
            <a:off x="13533119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99" name="Connector 913"/>
          <p:cNvSpPr/>
          <p:nvPr/>
        </p:nvSpPr>
        <p:spPr>
          <a:xfrm>
            <a:off x="13944599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0" name="Connector 914"/>
          <p:cNvSpPr/>
          <p:nvPr/>
        </p:nvSpPr>
        <p:spPr>
          <a:xfrm>
            <a:off x="14356078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1" name="Connector 915"/>
          <p:cNvSpPr/>
          <p:nvPr/>
        </p:nvSpPr>
        <p:spPr>
          <a:xfrm flipV="1">
            <a:off x="9829799" y="48898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2" name="Connector 916"/>
          <p:cNvSpPr/>
          <p:nvPr/>
        </p:nvSpPr>
        <p:spPr>
          <a:xfrm flipV="1">
            <a:off x="10447019" y="481329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3" name="Connector 917"/>
          <p:cNvSpPr/>
          <p:nvPr/>
        </p:nvSpPr>
        <p:spPr>
          <a:xfrm flipV="1">
            <a:off x="11064240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4" name="Connector 918"/>
          <p:cNvSpPr/>
          <p:nvPr/>
        </p:nvSpPr>
        <p:spPr>
          <a:xfrm flipV="1">
            <a:off x="11681459" y="471119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5" name="Connector 919"/>
          <p:cNvSpPr/>
          <p:nvPr/>
        </p:nvSpPr>
        <p:spPr>
          <a:xfrm flipV="1">
            <a:off x="12298680" y="468566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6" name="Connector 920"/>
          <p:cNvSpPr/>
          <p:nvPr/>
        </p:nvSpPr>
        <p:spPr>
          <a:xfrm flipV="1">
            <a:off x="12915899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7" name="Connector 921"/>
          <p:cNvSpPr/>
          <p:nvPr/>
        </p:nvSpPr>
        <p:spPr>
          <a:xfrm>
            <a:off x="13533119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8" name="Connector 922"/>
          <p:cNvSpPr/>
          <p:nvPr/>
        </p:nvSpPr>
        <p:spPr>
          <a:xfrm>
            <a:off x="14150339" y="4685663"/>
            <a:ext cx="617220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09" name="Connector 923"/>
          <p:cNvSpPr/>
          <p:nvPr/>
        </p:nvSpPr>
        <p:spPr>
          <a:xfrm>
            <a:off x="14767559" y="4711191"/>
            <a:ext cx="617222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0" name="Connector 924"/>
          <p:cNvSpPr/>
          <p:nvPr/>
        </p:nvSpPr>
        <p:spPr>
          <a:xfrm>
            <a:off x="15384780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1" name="Connector 925"/>
          <p:cNvSpPr/>
          <p:nvPr/>
        </p:nvSpPr>
        <p:spPr>
          <a:xfrm>
            <a:off x="16001999" y="481329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2" name="Connector 926"/>
          <p:cNvSpPr/>
          <p:nvPr/>
        </p:nvSpPr>
        <p:spPr>
          <a:xfrm>
            <a:off x="16619219" y="4889880"/>
            <a:ext cx="617222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3" name="Connector 927"/>
          <p:cNvSpPr/>
          <p:nvPr/>
        </p:nvSpPr>
        <p:spPr>
          <a:xfrm flipV="1">
            <a:off x="9829799" y="4870322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4" name="Connector 928"/>
          <p:cNvSpPr/>
          <p:nvPr/>
        </p:nvSpPr>
        <p:spPr>
          <a:xfrm flipV="1">
            <a:off x="10652759" y="4777740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5" name="Connector 929"/>
          <p:cNvSpPr/>
          <p:nvPr/>
        </p:nvSpPr>
        <p:spPr>
          <a:xfrm flipV="1">
            <a:off x="11475719" y="470573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6" name="Connector 930"/>
          <p:cNvSpPr/>
          <p:nvPr/>
        </p:nvSpPr>
        <p:spPr>
          <a:xfrm flipV="1">
            <a:off x="12298680" y="465429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7" name="Connector 931"/>
          <p:cNvSpPr/>
          <p:nvPr/>
        </p:nvSpPr>
        <p:spPr>
          <a:xfrm flipV="1">
            <a:off x="13121639" y="462343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8" name="Connector 932"/>
          <p:cNvSpPr/>
          <p:nvPr/>
        </p:nvSpPr>
        <p:spPr>
          <a:xfrm flipV="1">
            <a:off x="13944600" y="4613147"/>
            <a:ext cx="822959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19" name="Connector 933"/>
          <p:cNvSpPr/>
          <p:nvPr/>
        </p:nvSpPr>
        <p:spPr>
          <a:xfrm>
            <a:off x="14767559" y="4613147"/>
            <a:ext cx="822962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0" name="Connector 934"/>
          <p:cNvSpPr/>
          <p:nvPr/>
        </p:nvSpPr>
        <p:spPr>
          <a:xfrm>
            <a:off x="15590519" y="462343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1" name="Connector 935"/>
          <p:cNvSpPr/>
          <p:nvPr/>
        </p:nvSpPr>
        <p:spPr>
          <a:xfrm>
            <a:off x="16413480" y="465429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2" name="Connector 936"/>
          <p:cNvSpPr/>
          <p:nvPr/>
        </p:nvSpPr>
        <p:spPr>
          <a:xfrm>
            <a:off x="17236439" y="470573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3" name="Connector 937"/>
          <p:cNvSpPr/>
          <p:nvPr/>
        </p:nvSpPr>
        <p:spPr>
          <a:xfrm>
            <a:off x="18059399" y="477774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4" name="Connector 938"/>
          <p:cNvSpPr/>
          <p:nvPr/>
        </p:nvSpPr>
        <p:spPr>
          <a:xfrm>
            <a:off x="18882360" y="487032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5" name="Connector 939"/>
          <p:cNvSpPr/>
          <p:nvPr/>
        </p:nvSpPr>
        <p:spPr>
          <a:xfrm flipV="1">
            <a:off x="12298680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6" name="Connector 940"/>
          <p:cNvSpPr/>
          <p:nvPr/>
        </p:nvSpPr>
        <p:spPr>
          <a:xfrm flipV="1">
            <a:off x="12504419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7" name="Connector 941"/>
          <p:cNvSpPr/>
          <p:nvPr/>
        </p:nvSpPr>
        <p:spPr>
          <a:xfrm flipV="1">
            <a:off x="1271015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8" name="Connector 942"/>
          <p:cNvSpPr/>
          <p:nvPr/>
        </p:nvSpPr>
        <p:spPr>
          <a:xfrm flipV="1">
            <a:off x="12915899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29" name="Connector 943"/>
          <p:cNvSpPr/>
          <p:nvPr/>
        </p:nvSpPr>
        <p:spPr>
          <a:xfrm flipV="1">
            <a:off x="13121639" y="481012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0" name="Connector 944"/>
          <p:cNvSpPr/>
          <p:nvPr/>
        </p:nvSpPr>
        <p:spPr>
          <a:xfrm flipV="1">
            <a:off x="13327378" y="48051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1" name="Connector 945"/>
          <p:cNvSpPr/>
          <p:nvPr/>
        </p:nvSpPr>
        <p:spPr>
          <a:xfrm>
            <a:off x="13533119" y="48051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2" name="Connector 946"/>
          <p:cNvSpPr/>
          <p:nvPr/>
        </p:nvSpPr>
        <p:spPr>
          <a:xfrm>
            <a:off x="13738860" y="48101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3" name="Connector 947"/>
          <p:cNvSpPr/>
          <p:nvPr/>
        </p:nvSpPr>
        <p:spPr>
          <a:xfrm>
            <a:off x="13944599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4" name="Connector 948"/>
          <p:cNvSpPr/>
          <p:nvPr/>
        </p:nvSpPr>
        <p:spPr>
          <a:xfrm>
            <a:off x="1415033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5" name="Connector 949"/>
          <p:cNvSpPr/>
          <p:nvPr/>
        </p:nvSpPr>
        <p:spPr>
          <a:xfrm>
            <a:off x="14356080" y="4884420"/>
            <a:ext cx="205740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6" name="Connector 950"/>
          <p:cNvSpPr/>
          <p:nvPr/>
        </p:nvSpPr>
        <p:spPr>
          <a:xfrm>
            <a:off x="14561819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7" name="Connector 951"/>
          <p:cNvSpPr/>
          <p:nvPr/>
        </p:nvSpPr>
        <p:spPr>
          <a:xfrm flipV="1">
            <a:off x="12298680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8" name="Connector 952"/>
          <p:cNvSpPr/>
          <p:nvPr/>
        </p:nvSpPr>
        <p:spPr>
          <a:xfrm flipV="1">
            <a:off x="12710159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39" name="Connector 953"/>
          <p:cNvSpPr/>
          <p:nvPr/>
        </p:nvSpPr>
        <p:spPr>
          <a:xfrm flipV="1">
            <a:off x="13121639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0" name="Connector 954"/>
          <p:cNvSpPr/>
          <p:nvPr/>
        </p:nvSpPr>
        <p:spPr>
          <a:xfrm flipV="1">
            <a:off x="1353311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1" name="Connector 955"/>
          <p:cNvSpPr/>
          <p:nvPr/>
        </p:nvSpPr>
        <p:spPr>
          <a:xfrm flipV="1">
            <a:off x="13944599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2" name="Connector 956"/>
          <p:cNvSpPr/>
          <p:nvPr/>
        </p:nvSpPr>
        <p:spPr>
          <a:xfrm flipV="1">
            <a:off x="14356078" y="4741165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3" name="Connector 957"/>
          <p:cNvSpPr/>
          <p:nvPr/>
        </p:nvSpPr>
        <p:spPr>
          <a:xfrm>
            <a:off x="14767559" y="4741164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4" name="Connector 958"/>
          <p:cNvSpPr/>
          <p:nvPr/>
        </p:nvSpPr>
        <p:spPr>
          <a:xfrm>
            <a:off x="15179039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5" name="Connector 959"/>
          <p:cNvSpPr/>
          <p:nvPr/>
        </p:nvSpPr>
        <p:spPr>
          <a:xfrm>
            <a:off x="1559051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6" name="Connector 960"/>
          <p:cNvSpPr/>
          <p:nvPr/>
        </p:nvSpPr>
        <p:spPr>
          <a:xfrm>
            <a:off x="16001999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7" name="Connector 961"/>
          <p:cNvSpPr/>
          <p:nvPr/>
        </p:nvSpPr>
        <p:spPr>
          <a:xfrm>
            <a:off x="16413480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8" name="Connector 962"/>
          <p:cNvSpPr/>
          <p:nvPr/>
        </p:nvSpPr>
        <p:spPr>
          <a:xfrm>
            <a:off x="16824960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49" name="Connector 963"/>
          <p:cNvSpPr/>
          <p:nvPr/>
        </p:nvSpPr>
        <p:spPr>
          <a:xfrm flipV="1">
            <a:off x="12298680" y="48898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0" name="Connector 964"/>
          <p:cNvSpPr/>
          <p:nvPr/>
        </p:nvSpPr>
        <p:spPr>
          <a:xfrm flipV="1">
            <a:off x="12915899" y="481329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1" name="Connector 965"/>
          <p:cNvSpPr/>
          <p:nvPr/>
        </p:nvSpPr>
        <p:spPr>
          <a:xfrm flipV="1">
            <a:off x="13533119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2" name="Connector 966"/>
          <p:cNvSpPr/>
          <p:nvPr/>
        </p:nvSpPr>
        <p:spPr>
          <a:xfrm flipV="1">
            <a:off x="14150339" y="4711191"/>
            <a:ext cx="617220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3" name="Connector 967"/>
          <p:cNvSpPr/>
          <p:nvPr/>
        </p:nvSpPr>
        <p:spPr>
          <a:xfrm flipV="1">
            <a:off x="14767559" y="4685663"/>
            <a:ext cx="617222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4" name="Connector 968"/>
          <p:cNvSpPr/>
          <p:nvPr/>
        </p:nvSpPr>
        <p:spPr>
          <a:xfrm flipV="1">
            <a:off x="15384780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5" name="Connector 969"/>
          <p:cNvSpPr/>
          <p:nvPr/>
        </p:nvSpPr>
        <p:spPr>
          <a:xfrm>
            <a:off x="16001999" y="467715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6" name="Connector 970"/>
          <p:cNvSpPr/>
          <p:nvPr/>
        </p:nvSpPr>
        <p:spPr>
          <a:xfrm>
            <a:off x="16619219" y="468566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7" name="Connector 971"/>
          <p:cNvSpPr/>
          <p:nvPr/>
        </p:nvSpPr>
        <p:spPr>
          <a:xfrm>
            <a:off x="17236439" y="471119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8" name="Connector 972"/>
          <p:cNvSpPr/>
          <p:nvPr/>
        </p:nvSpPr>
        <p:spPr>
          <a:xfrm>
            <a:off x="17853660" y="47537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59" name="Connector 973"/>
          <p:cNvSpPr/>
          <p:nvPr/>
        </p:nvSpPr>
        <p:spPr>
          <a:xfrm>
            <a:off x="18470880" y="481329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0" name="Connector 974"/>
          <p:cNvSpPr/>
          <p:nvPr/>
        </p:nvSpPr>
        <p:spPr>
          <a:xfrm>
            <a:off x="19088099" y="488988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1" name="Connector 975"/>
          <p:cNvSpPr/>
          <p:nvPr/>
        </p:nvSpPr>
        <p:spPr>
          <a:xfrm flipV="1">
            <a:off x="14767559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2" name="Connector 976"/>
          <p:cNvSpPr/>
          <p:nvPr/>
        </p:nvSpPr>
        <p:spPr>
          <a:xfrm flipV="1">
            <a:off x="14973298" y="4884420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3" name="Connector 977"/>
          <p:cNvSpPr/>
          <p:nvPr/>
        </p:nvSpPr>
        <p:spPr>
          <a:xfrm flipV="1">
            <a:off x="1517903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4" name="Connector 978"/>
          <p:cNvSpPr/>
          <p:nvPr/>
        </p:nvSpPr>
        <p:spPr>
          <a:xfrm flipV="1">
            <a:off x="15384780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5" name="Connector 979"/>
          <p:cNvSpPr/>
          <p:nvPr/>
        </p:nvSpPr>
        <p:spPr>
          <a:xfrm flipV="1">
            <a:off x="15590519" y="481012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6" name="Connector 980"/>
          <p:cNvSpPr/>
          <p:nvPr/>
        </p:nvSpPr>
        <p:spPr>
          <a:xfrm flipV="1">
            <a:off x="15796259" y="48051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7" name="Connector 981"/>
          <p:cNvSpPr/>
          <p:nvPr/>
        </p:nvSpPr>
        <p:spPr>
          <a:xfrm>
            <a:off x="16001999" y="48051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8" name="Connector 982"/>
          <p:cNvSpPr/>
          <p:nvPr/>
        </p:nvSpPr>
        <p:spPr>
          <a:xfrm>
            <a:off x="16207739" y="48101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69" name="Connector 983"/>
          <p:cNvSpPr/>
          <p:nvPr/>
        </p:nvSpPr>
        <p:spPr>
          <a:xfrm>
            <a:off x="16413480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0" name="Connector 984"/>
          <p:cNvSpPr/>
          <p:nvPr/>
        </p:nvSpPr>
        <p:spPr>
          <a:xfrm>
            <a:off x="1661921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1" name="Connector 985"/>
          <p:cNvSpPr/>
          <p:nvPr/>
        </p:nvSpPr>
        <p:spPr>
          <a:xfrm>
            <a:off x="16824960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2" name="Connector 986"/>
          <p:cNvSpPr/>
          <p:nvPr/>
        </p:nvSpPr>
        <p:spPr>
          <a:xfrm>
            <a:off x="17030699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3" name="Connector 987"/>
          <p:cNvSpPr/>
          <p:nvPr/>
        </p:nvSpPr>
        <p:spPr>
          <a:xfrm flipV="1">
            <a:off x="14767559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4" name="Connector 988"/>
          <p:cNvSpPr/>
          <p:nvPr/>
        </p:nvSpPr>
        <p:spPr>
          <a:xfrm flipV="1">
            <a:off x="15179039" y="4848859"/>
            <a:ext cx="411482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5" name="Connector 989"/>
          <p:cNvSpPr/>
          <p:nvPr/>
        </p:nvSpPr>
        <p:spPr>
          <a:xfrm flipV="1">
            <a:off x="15590519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6" name="Connector 990"/>
          <p:cNvSpPr/>
          <p:nvPr/>
        </p:nvSpPr>
        <p:spPr>
          <a:xfrm flipV="1">
            <a:off x="1600199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7" name="Connector 991"/>
          <p:cNvSpPr/>
          <p:nvPr/>
        </p:nvSpPr>
        <p:spPr>
          <a:xfrm flipV="1">
            <a:off x="16413480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8" name="Connector 992"/>
          <p:cNvSpPr/>
          <p:nvPr/>
        </p:nvSpPr>
        <p:spPr>
          <a:xfrm flipV="1">
            <a:off x="16824960" y="4741165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79" name="Connector 993"/>
          <p:cNvSpPr/>
          <p:nvPr/>
        </p:nvSpPr>
        <p:spPr>
          <a:xfrm>
            <a:off x="17236439" y="474116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0" name="Connector 994"/>
          <p:cNvSpPr/>
          <p:nvPr/>
        </p:nvSpPr>
        <p:spPr>
          <a:xfrm>
            <a:off x="17647919" y="474789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1" name="Connector 995"/>
          <p:cNvSpPr/>
          <p:nvPr/>
        </p:nvSpPr>
        <p:spPr>
          <a:xfrm>
            <a:off x="18059399" y="47680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2" name="Connector 996"/>
          <p:cNvSpPr/>
          <p:nvPr/>
        </p:nvSpPr>
        <p:spPr>
          <a:xfrm>
            <a:off x="18470880" y="480174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3" name="Connector 997"/>
          <p:cNvSpPr/>
          <p:nvPr/>
        </p:nvSpPr>
        <p:spPr>
          <a:xfrm>
            <a:off x="18882360" y="484885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4" name="Connector 998"/>
          <p:cNvSpPr/>
          <p:nvPr/>
        </p:nvSpPr>
        <p:spPr>
          <a:xfrm>
            <a:off x="19293839" y="4909439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5" name="Connector 999"/>
          <p:cNvSpPr/>
          <p:nvPr/>
        </p:nvSpPr>
        <p:spPr>
          <a:xfrm flipV="1">
            <a:off x="17236439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6" name="Connector 1000"/>
          <p:cNvSpPr/>
          <p:nvPr/>
        </p:nvSpPr>
        <p:spPr>
          <a:xfrm flipV="1">
            <a:off x="17442180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7" name="Connector 1001"/>
          <p:cNvSpPr/>
          <p:nvPr/>
        </p:nvSpPr>
        <p:spPr>
          <a:xfrm flipV="1">
            <a:off x="1764791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8" name="Connector 1002"/>
          <p:cNvSpPr/>
          <p:nvPr/>
        </p:nvSpPr>
        <p:spPr>
          <a:xfrm flipV="1">
            <a:off x="17853660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89" name="Connector 1003"/>
          <p:cNvSpPr/>
          <p:nvPr/>
        </p:nvSpPr>
        <p:spPr>
          <a:xfrm flipV="1">
            <a:off x="18059400" y="481012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0" name="Connector 1004"/>
          <p:cNvSpPr/>
          <p:nvPr/>
        </p:nvSpPr>
        <p:spPr>
          <a:xfrm flipV="1">
            <a:off x="18265139" y="48051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1" name="Connector 1005"/>
          <p:cNvSpPr/>
          <p:nvPr/>
        </p:nvSpPr>
        <p:spPr>
          <a:xfrm>
            <a:off x="18470880" y="48051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2" name="Connector 1006"/>
          <p:cNvSpPr/>
          <p:nvPr/>
        </p:nvSpPr>
        <p:spPr>
          <a:xfrm>
            <a:off x="18676619" y="48101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3" name="Connector 1007"/>
          <p:cNvSpPr/>
          <p:nvPr/>
        </p:nvSpPr>
        <p:spPr>
          <a:xfrm>
            <a:off x="18882360" y="482498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4" name="Connector 1008"/>
          <p:cNvSpPr/>
          <p:nvPr/>
        </p:nvSpPr>
        <p:spPr>
          <a:xfrm>
            <a:off x="19088099" y="48497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5" name="Connector 1009"/>
          <p:cNvSpPr/>
          <p:nvPr/>
        </p:nvSpPr>
        <p:spPr>
          <a:xfrm>
            <a:off x="19293839" y="488442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6" name="Connector 1010"/>
          <p:cNvSpPr/>
          <p:nvPr/>
        </p:nvSpPr>
        <p:spPr>
          <a:xfrm>
            <a:off x="19499580" y="49289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7" name="Connector 1011"/>
          <p:cNvSpPr/>
          <p:nvPr/>
        </p:nvSpPr>
        <p:spPr>
          <a:xfrm flipV="1">
            <a:off x="2423160" y="6163435"/>
            <a:ext cx="205740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8" name="Connector 1012"/>
          <p:cNvSpPr/>
          <p:nvPr/>
        </p:nvSpPr>
        <p:spPr>
          <a:xfrm flipV="1">
            <a:off x="2628899" y="6118859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99" name="Connector 1013"/>
          <p:cNvSpPr/>
          <p:nvPr/>
        </p:nvSpPr>
        <p:spPr>
          <a:xfrm flipV="1">
            <a:off x="283463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0" name="Connector 1014"/>
          <p:cNvSpPr/>
          <p:nvPr/>
        </p:nvSpPr>
        <p:spPr>
          <a:xfrm flipV="1">
            <a:off x="3040379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1" name="Connector 1015"/>
          <p:cNvSpPr/>
          <p:nvPr/>
        </p:nvSpPr>
        <p:spPr>
          <a:xfrm flipV="1">
            <a:off x="3246120" y="604456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2" name="Connector 1016"/>
          <p:cNvSpPr/>
          <p:nvPr/>
        </p:nvSpPr>
        <p:spPr>
          <a:xfrm flipV="1">
            <a:off x="3451859" y="6039611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3" name="Connector 1017"/>
          <p:cNvSpPr/>
          <p:nvPr/>
        </p:nvSpPr>
        <p:spPr>
          <a:xfrm>
            <a:off x="3657600" y="6039611"/>
            <a:ext cx="205739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4" name="Connector 1018"/>
          <p:cNvSpPr/>
          <p:nvPr/>
        </p:nvSpPr>
        <p:spPr>
          <a:xfrm>
            <a:off x="3863338" y="6044565"/>
            <a:ext cx="205742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5" name="Connector 1019"/>
          <p:cNvSpPr/>
          <p:nvPr/>
        </p:nvSpPr>
        <p:spPr>
          <a:xfrm>
            <a:off x="4069079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6" name="Connector 1020"/>
          <p:cNvSpPr/>
          <p:nvPr/>
        </p:nvSpPr>
        <p:spPr>
          <a:xfrm>
            <a:off x="4274820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7" name="Connector 1021"/>
          <p:cNvSpPr/>
          <p:nvPr/>
        </p:nvSpPr>
        <p:spPr>
          <a:xfrm>
            <a:off x="4480559" y="611885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8" name="Connector 1022"/>
          <p:cNvSpPr/>
          <p:nvPr/>
        </p:nvSpPr>
        <p:spPr>
          <a:xfrm>
            <a:off x="4686299" y="616343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09" name="Connector 1023"/>
          <p:cNvSpPr/>
          <p:nvPr/>
        </p:nvSpPr>
        <p:spPr>
          <a:xfrm flipV="1">
            <a:off x="2423160" y="6143878"/>
            <a:ext cx="411480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0" name="Connector 1024"/>
          <p:cNvSpPr/>
          <p:nvPr/>
        </p:nvSpPr>
        <p:spPr>
          <a:xfrm flipV="1">
            <a:off x="2834638" y="6083299"/>
            <a:ext cx="411483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1" name="Connector 1025"/>
          <p:cNvSpPr/>
          <p:nvPr/>
        </p:nvSpPr>
        <p:spPr>
          <a:xfrm flipV="1">
            <a:off x="3246120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2" name="Connector 1026"/>
          <p:cNvSpPr/>
          <p:nvPr/>
        </p:nvSpPr>
        <p:spPr>
          <a:xfrm flipV="1">
            <a:off x="365759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3" name="Connector 1027"/>
          <p:cNvSpPr/>
          <p:nvPr/>
        </p:nvSpPr>
        <p:spPr>
          <a:xfrm flipV="1">
            <a:off x="4069079" y="5982334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4" name="Connector 1028"/>
          <p:cNvSpPr/>
          <p:nvPr/>
        </p:nvSpPr>
        <p:spPr>
          <a:xfrm flipV="1">
            <a:off x="4480559" y="5975604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5" name="Connector 1029"/>
          <p:cNvSpPr/>
          <p:nvPr/>
        </p:nvSpPr>
        <p:spPr>
          <a:xfrm>
            <a:off x="4892040" y="597560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6" name="Connector 1030"/>
          <p:cNvSpPr/>
          <p:nvPr/>
        </p:nvSpPr>
        <p:spPr>
          <a:xfrm>
            <a:off x="5303520" y="598233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7" name="Connector 1031"/>
          <p:cNvSpPr/>
          <p:nvPr/>
        </p:nvSpPr>
        <p:spPr>
          <a:xfrm>
            <a:off x="571499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8" name="Connector 1032"/>
          <p:cNvSpPr/>
          <p:nvPr/>
        </p:nvSpPr>
        <p:spPr>
          <a:xfrm>
            <a:off x="6126479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19" name="Connector 1033"/>
          <p:cNvSpPr/>
          <p:nvPr/>
        </p:nvSpPr>
        <p:spPr>
          <a:xfrm>
            <a:off x="6537959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0" name="Connector 1034"/>
          <p:cNvSpPr/>
          <p:nvPr/>
        </p:nvSpPr>
        <p:spPr>
          <a:xfrm>
            <a:off x="6949440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1" name="Connector 1035"/>
          <p:cNvSpPr/>
          <p:nvPr/>
        </p:nvSpPr>
        <p:spPr>
          <a:xfrm flipV="1">
            <a:off x="2423160" y="6124319"/>
            <a:ext cx="617220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2" name="Connector 1036"/>
          <p:cNvSpPr/>
          <p:nvPr/>
        </p:nvSpPr>
        <p:spPr>
          <a:xfrm flipV="1">
            <a:off x="3040378" y="6047740"/>
            <a:ext cx="617222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3" name="Connector 1037"/>
          <p:cNvSpPr/>
          <p:nvPr/>
        </p:nvSpPr>
        <p:spPr>
          <a:xfrm flipV="1">
            <a:off x="3657599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4" name="Connector 1038"/>
          <p:cNvSpPr/>
          <p:nvPr/>
        </p:nvSpPr>
        <p:spPr>
          <a:xfrm flipV="1">
            <a:off x="4274820" y="594563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5" name="Connector 1039"/>
          <p:cNvSpPr/>
          <p:nvPr/>
        </p:nvSpPr>
        <p:spPr>
          <a:xfrm flipV="1">
            <a:off x="4892040" y="592010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6" name="Connector 1040"/>
          <p:cNvSpPr/>
          <p:nvPr/>
        </p:nvSpPr>
        <p:spPr>
          <a:xfrm flipV="1">
            <a:off x="5509259" y="591159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7" name="Connector 1041"/>
          <p:cNvSpPr/>
          <p:nvPr/>
        </p:nvSpPr>
        <p:spPr>
          <a:xfrm>
            <a:off x="6126479" y="591159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8" name="Connector 1042"/>
          <p:cNvSpPr/>
          <p:nvPr/>
        </p:nvSpPr>
        <p:spPr>
          <a:xfrm>
            <a:off x="6743699" y="5920104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29" name="Connector 1043"/>
          <p:cNvSpPr/>
          <p:nvPr/>
        </p:nvSpPr>
        <p:spPr>
          <a:xfrm>
            <a:off x="7360919" y="594563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0" name="Connector 1044"/>
          <p:cNvSpPr/>
          <p:nvPr/>
        </p:nvSpPr>
        <p:spPr>
          <a:xfrm>
            <a:off x="7978140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1" name="Connector 1045"/>
          <p:cNvSpPr/>
          <p:nvPr/>
        </p:nvSpPr>
        <p:spPr>
          <a:xfrm>
            <a:off x="8595359" y="604774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2" name="Connector 1046"/>
          <p:cNvSpPr/>
          <p:nvPr/>
        </p:nvSpPr>
        <p:spPr>
          <a:xfrm>
            <a:off x="9212580" y="612431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3" name="Connector 1047"/>
          <p:cNvSpPr/>
          <p:nvPr/>
        </p:nvSpPr>
        <p:spPr>
          <a:xfrm flipV="1">
            <a:off x="2423160" y="6104761"/>
            <a:ext cx="822959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4" name="Connector 1048"/>
          <p:cNvSpPr/>
          <p:nvPr/>
        </p:nvSpPr>
        <p:spPr>
          <a:xfrm flipV="1">
            <a:off x="3246118" y="6012179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5" name="Connector 1049"/>
          <p:cNvSpPr/>
          <p:nvPr/>
        </p:nvSpPr>
        <p:spPr>
          <a:xfrm flipV="1">
            <a:off x="4069079" y="594017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6" name="Connector 1050"/>
          <p:cNvSpPr/>
          <p:nvPr/>
        </p:nvSpPr>
        <p:spPr>
          <a:xfrm flipV="1">
            <a:off x="4892040" y="588873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7" name="Connector 1051"/>
          <p:cNvSpPr/>
          <p:nvPr/>
        </p:nvSpPr>
        <p:spPr>
          <a:xfrm flipV="1">
            <a:off x="5714999" y="585787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8" name="Connector 1052"/>
          <p:cNvSpPr/>
          <p:nvPr/>
        </p:nvSpPr>
        <p:spPr>
          <a:xfrm flipV="1">
            <a:off x="6537959" y="584758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39" name="Connector 1053"/>
          <p:cNvSpPr/>
          <p:nvPr/>
        </p:nvSpPr>
        <p:spPr>
          <a:xfrm>
            <a:off x="7360919" y="584758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0" name="Connector 1054"/>
          <p:cNvSpPr/>
          <p:nvPr/>
        </p:nvSpPr>
        <p:spPr>
          <a:xfrm>
            <a:off x="8183880" y="585787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1" name="Connector 1055"/>
          <p:cNvSpPr/>
          <p:nvPr/>
        </p:nvSpPr>
        <p:spPr>
          <a:xfrm>
            <a:off x="9006840" y="588873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2" name="Connector 1056"/>
          <p:cNvSpPr/>
          <p:nvPr/>
        </p:nvSpPr>
        <p:spPr>
          <a:xfrm>
            <a:off x="9829799" y="594017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3" name="Connector 1057"/>
          <p:cNvSpPr/>
          <p:nvPr/>
        </p:nvSpPr>
        <p:spPr>
          <a:xfrm>
            <a:off x="10652759" y="601217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4" name="Connector 1058"/>
          <p:cNvSpPr/>
          <p:nvPr/>
        </p:nvSpPr>
        <p:spPr>
          <a:xfrm>
            <a:off x="11475719" y="6104763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5" name="Connector 1059"/>
          <p:cNvSpPr/>
          <p:nvPr/>
        </p:nvSpPr>
        <p:spPr>
          <a:xfrm flipV="1">
            <a:off x="2423160" y="6085204"/>
            <a:ext cx="1028700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6" name="Connector 1060"/>
          <p:cNvSpPr/>
          <p:nvPr/>
        </p:nvSpPr>
        <p:spPr>
          <a:xfrm flipV="1">
            <a:off x="3451859" y="5976620"/>
            <a:ext cx="1028702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7" name="Connector 1061"/>
          <p:cNvSpPr/>
          <p:nvPr/>
        </p:nvSpPr>
        <p:spPr>
          <a:xfrm flipV="1">
            <a:off x="4480559" y="589216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8" name="Connector 1062"/>
          <p:cNvSpPr/>
          <p:nvPr/>
        </p:nvSpPr>
        <p:spPr>
          <a:xfrm flipV="1">
            <a:off x="5509259" y="583184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49" name="Connector 1063"/>
          <p:cNvSpPr/>
          <p:nvPr/>
        </p:nvSpPr>
        <p:spPr>
          <a:xfrm flipV="1">
            <a:off x="6537959" y="5795643"/>
            <a:ext cx="1028700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0" name="Connector 1064"/>
          <p:cNvSpPr/>
          <p:nvPr/>
        </p:nvSpPr>
        <p:spPr>
          <a:xfrm flipV="1">
            <a:off x="7566659" y="5783579"/>
            <a:ext cx="1028702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1" name="Connector 1065"/>
          <p:cNvSpPr/>
          <p:nvPr/>
        </p:nvSpPr>
        <p:spPr>
          <a:xfrm>
            <a:off x="8595359" y="578357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2" name="Connector 1066"/>
          <p:cNvSpPr/>
          <p:nvPr/>
        </p:nvSpPr>
        <p:spPr>
          <a:xfrm>
            <a:off x="9624059" y="579564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3" name="Connector 1067"/>
          <p:cNvSpPr/>
          <p:nvPr/>
        </p:nvSpPr>
        <p:spPr>
          <a:xfrm>
            <a:off x="10652759" y="583184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4" name="Connector 1068"/>
          <p:cNvSpPr/>
          <p:nvPr/>
        </p:nvSpPr>
        <p:spPr>
          <a:xfrm>
            <a:off x="11681459" y="5892165"/>
            <a:ext cx="1028701" cy="844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5" name="Connector 1069"/>
          <p:cNvSpPr/>
          <p:nvPr/>
        </p:nvSpPr>
        <p:spPr>
          <a:xfrm>
            <a:off x="12710159" y="5976618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6" name="Connector 1070"/>
          <p:cNvSpPr/>
          <p:nvPr/>
        </p:nvSpPr>
        <p:spPr>
          <a:xfrm>
            <a:off x="13738859" y="6085204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7" name="Connector 1071"/>
          <p:cNvSpPr/>
          <p:nvPr/>
        </p:nvSpPr>
        <p:spPr>
          <a:xfrm flipV="1">
            <a:off x="2423160" y="6065646"/>
            <a:ext cx="1234440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8" name="Connector 1072"/>
          <p:cNvSpPr/>
          <p:nvPr/>
        </p:nvSpPr>
        <p:spPr>
          <a:xfrm flipV="1">
            <a:off x="3657598" y="5941059"/>
            <a:ext cx="1234442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59" name="Connector 1073"/>
          <p:cNvSpPr/>
          <p:nvPr/>
        </p:nvSpPr>
        <p:spPr>
          <a:xfrm flipV="1">
            <a:off x="4892040" y="584415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0" name="Connector 1074"/>
          <p:cNvSpPr/>
          <p:nvPr/>
        </p:nvSpPr>
        <p:spPr>
          <a:xfrm flipV="1">
            <a:off x="6126479" y="577494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1" name="Connector 1075"/>
          <p:cNvSpPr/>
          <p:nvPr/>
        </p:nvSpPr>
        <p:spPr>
          <a:xfrm flipV="1">
            <a:off x="7360919" y="5733413"/>
            <a:ext cx="1234440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2" name="Connector 1076"/>
          <p:cNvSpPr/>
          <p:nvPr/>
        </p:nvSpPr>
        <p:spPr>
          <a:xfrm flipV="1">
            <a:off x="8595359" y="5719571"/>
            <a:ext cx="1234442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3" name="Connector 1077"/>
          <p:cNvSpPr/>
          <p:nvPr/>
        </p:nvSpPr>
        <p:spPr>
          <a:xfrm>
            <a:off x="9829799" y="5719571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4" name="Connector 1078"/>
          <p:cNvSpPr/>
          <p:nvPr/>
        </p:nvSpPr>
        <p:spPr>
          <a:xfrm>
            <a:off x="11064240" y="5733415"/>
            <a:ext cx="1234441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5" name="Connector 1079"/>
          <p:cNvSpPr/>
          <p:nvPr/>
        </p:nvSpPr>
        <p:spPr>
          <a:xfrm>
            <a:off x="12298680" y="577494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6" name="Connector 1080"/>
          <p:cNvSpPr/>
          <p:nvPr/>
        </p:nvSpPr>
        <p:spPr>
          <a:xfrm>
            <a:off x="13533119" y="5844159"/>
            <a:ext cx="1234440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7" name="Connector 1081"/>
          <p:cNvSpPr/>
          <p:nvPr/>
        </p:nvSpPr>
        <p:spPr>
          <a:xfrm>
            <a:off x="14767559" y="5941059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8" name="Connector 1082"/>
          <p:cNvSpPr/>
          <p:nvPr/>
        </p:nvSpPr>
        <p:spPr>
          <a:xfrm>
            <a:off x="16001998" y="6065646"/>
            <a:ext cx="1234442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69" name="Connector 1083"/>
          <p:cNvSpPr/>
          <p:nvPr/>
        </p:nvSpPr>
        <p:spPr>
          <a:xfrm flipV="1">
            <a:off x="2423160" y="6046087"/>
            <a:ext cx="1440179" cy="1718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0" name="Connector 1084"/>
          <p:cNvSpPr/>
          <p:nvPr/>
        </p:nvSpPr>
        <p:spPr>
          <a:xfrm flipV="1">
            <a:off x="3863338" y="5905500"/>
            <a:ext cx="1440183" cy="14058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1" name="Connector 1085"/>
          <p:cNvSpPr/>
          <p:nvPr/>
        </p:nvSpPr>
        <p:spPr>
          <a:xfrm flipV="1">
            <a:off x="5303520" y="5796154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2" name="Connector 1086"/>
          <p:cNvSpPr/>
          <p:nvPr/>
        </p:nvSpPr>
        <p:spPr>
          <a:xfrm flipV="1">
            <a:off x="6743699" y="5718047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3" name="Connector 1087"/>
          <p:cNvSpPr/>
          <p:nvPr/>
        </p:nvSpPr>
        <p:spPr>
          <a:xfrm flipV="1">
            <a:off x="8183880" y="5671184"/>
            <a:ext cx="1440181" cy="468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4" name="Connector 1088"/>
          <p:cNvSpPr/>
          <p:nvPr/>
        </p:nvSpPr>
        <p:spPr>
          <a:xfrm flipV="1">
            <a:off x="9624059" y="5655564"/>
            <a:ext cx="1440181" cy="156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5" name="Connector 1089"/>
          <p:cNvSpPr/>
          <p:nvPr/>
        </p:nvSpPr>
        <p:spPr>
          <a:xfrm>
            <a:off x="11064240" y="5655564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6" name="Connector 1090"/>
          <p:cNvSpPr/>
          <p:nvPr/>
        </p:nvSpPr>
        <p:spPr>
          <a:xfrm>
            <a:off x="12504419" y="5671184"/>
            <a:ext cx="1440181" cy="468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7" name="Connector 1091"/>
          <p:cNvSpPr/>
          <p:nvPr/>
        </p:nvSpPr>
        <p:spPr>
          <a:xfrm>
            <a:off x="13944599" y="5718047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8" name="Connector 1092"/>
          <p:cNvSpPr/>
          <p:nvPr/>
        </p:nvSpPr>
        <p:spPr>
          <a:xfrm>
            <a:off x="15384780" y="5796153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79" name="Connector 1093"/>
          <p:cNvSpPr/>
          <p:nvPr/>
        </p:nvSpPr>
        <p:spPr>
          <a:xfrm>
            <a:off x="16824960" y="5905499"/>
            <a:ext cx="1440180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0" name="Connector 1094"/>
          <p:cNvSpPr/>
          <p:nvPr/>
        </p:nvSpPr>
        <p:spPr>
          <a:xfrm>
            <a:off x="18265139" y="6046087"/>
            <a:ext cx="1440182" cy="1718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1" name="Connector 1095"/>
          <p:cNvSpPr/>
          <p:nvPr/>
        </p:nvSpPr>
        <p:spPr>
          <a:xfrm flipV="1">
            <a:off x="4892040" y="616343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2" name="Connector 1096"/>
          <p:cNvSpPr/>
          <p:nvPr/>
        </p:nvSpPr>
        <p:spPr>
          <a:xfrm flipV="1">
            <a:off x="5097779" y="611885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3" name="Connector 1097"/>
          <p:cNvSpPr/>
          <p:nvPr/>
        </p:nvSpPr>
        <p:spPr>
          <a:xfrm flipV="1">
            <a:off x="5303520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4" name="Connector 1098"/>
          <p:cNvSpPr/>
          <p:nvPr/>
        </p:nvSpPr>
        <p:spPr>
          <a:xfrm flipV="1">
            <a:off x="5509259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5" name="Connector 1099"/>
          <p:cNvSpPr/>
          <p:nvPr/>
        </p:nvSpPr>
        <p:spPr>
          <a:xfrm flipV="1">
            <a:off x="5715000" y="604456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6" name="Connector 1100"/>
          <p:cNvSpPr/>
          <p:nvPr/>
        </p:nvSpPr>
        <p:spPr>
          <a:xfrm flipV="1">
            <a:off x="5920738" y="603961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7" name="Connector 1101"/>
          <p:cNvSpPr/>
          <p:nvPr/>
        </p:nvSpPr>
        <p:spPr>
          <a:xfrm>
            <a:off x="6126479" y="603961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8" name="Connector 1102"/>
          <p:cNvSpPr/>
          <p:nvPr/>
        </p:nvSpPr>
        <p:spPr>
          <a:xfrm>
            <a:off x="6332220" y="604456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89" name="Connector 1103"/>
          <p:cNvSpPr/>
          <p:nvPr/>
        </p:nvSpPr>
        <p:spPr>
          <a:xfrm>
            <a:off x="6537959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0" name="Connector 1104"/>
          <p:cNvSpPr/>
          <p:nvPr/>
        </p:nvSpPr>
        <p:spPr>
          <a:xfrm>
            <a:off x="674369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1" name="Connector 1105"/>
          <p:cNvSpPr/>
          <p:nvPr/>
        </p:nvSpPr>
        <p:spPr>
          <a:xfrm>
            <a:off x="6949440" y="611885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2" name="Connector 1106"/>
          <p:cNvSpPr/>
          <p:nvPr/>
        </p:nvSpPr>
        <p:spPr>
          <a:xfrm>
            <a:off x="7155180" y="616343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3" name="Connector 1107"/>
          <p:cNvSpPr/>
          <p:nvPr/>
        </p:nvSpPr>
        <p:spPr>
          <a:xfrm flipV="1">
            <a:off x="4892040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4" name="Connector 1108"/>
          <p:cNvSpPr/>
          <p:nvPr/>
        </p:nvSpPr>
        <p:spPr>
          <a:xfrm flipV="1">
            <a:off x="5303520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5" name="Connector 1109"/>
          <p:cNvSpPr/>
          <p:nvPr/>
        </p:nvSpPr>
        <p:spPr>
          <a:xfrm flipV="1">
            <a:off x="5714999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6" name="Connector 1110"/>
          <p:cNvSpPr/>
          <p:nvPr/>
        </p:nvSpPr>
        <p:spPr>
          <a:xfrm flipV="1">
            <a:off x="612647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7" name="Connector 1111"/>
          <p:cNvSpPr/>
          <p:nvPr/>
        </p:nvSpPr>
        <p:spPr>
          <a:xfrm flipV="1">
            <a:off x="6537959" y="5982334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8" name="Connector 1112"/>
          <p:cNvSpPr/>
          <p:nvPr/>
        </p:nvSpPr>
        <p:spPr>
          <a:xfrm flipV="1">
            <a:off x="6949439" y="5975604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99" name="Connector 1113"/>
          <p:cNvSpPr/>
          <p:nvPr/>
        </p:nvSpPr>
        <p:spPr>
          <a:xfrm>
            <a:off x="7360919" y="597560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0" name="Connector 1114"/>
          <p:cNvSpPr/>
          <p:nvPr/>
        </p:nvSpPr>
        <p:spPr>
          <a:xfrm>
            <a:off x="7772399" y="598233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1" name="Connector 1115"/>
          <p:cNvSpPr/>
          <p:nvPr/>
        </p:nvSpPr>
        <p:spPr>
          <a:xfrm>
            <a:off x="8183878" y="6002528"/>
            <a:ext cx="411482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2" name="Connector 1116"/>
          <p:cNvSpPr/>
          <p:nvPr/>
        </p:nvSpPr>
        <p:spPr>
          <a:xfrm>
            <a:off x="8595359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3" name="Connector 1117"/>
          <p:cNvSpPr/>
          <p:nvPr/>
        </p:nvSpPr>
        <p:spPr>
          <a:xfrm>
            <a:off x="9006840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4" name="Connector 1118"/>
          <p:cNvSpPr/>
          <p:nvPr/>
        </p:nvSpPr>
        <p:spPr>
          <a:xfrm>
            <a:off x="9418319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5" name="Connector 1119"/>
          <p:cNvSpPr/>
          <p:nvPr/>
        </p:nvSpPr>
        <p:spPr>
          <a:xfrm flipV="1">
            <a:off x="4892040" y="612431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6" name="Connector 1120"/>
          <p:cNvSpPr/>
          <p:nvPr/>
        </p:nvSpPr>
        <p:spPr>
          <a:xfrm flipV="1">
            <a:off x="5509259" y="604774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7" name="Connector 1121"/>
          <p:cNvSpPr/>
          <p:nvPr/>
        </p:nvSpPr>
        <p:spPr>
          <a:xfrm flipV="1">
            <a:off x="6126479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8" name="Connector 1122"/>
          <p:cNvSpPr/>
          <p:nvPr/>
        </p:nvSpPr>
        <p:spPr>
          <a:xfrm flipV="1">
            <a:off x="6743699" y="594563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09" name="Connector 1123"/>
          <p:cNvSpPr/>
          <p:nvPr/>
        </p:nvSpPr>
        <p:spPr>
          <a:xfrm flipV="1">
            <a:off x="7360919" y="592010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0" name="Connector 1124"/>
          <p:cNvSpPr/>
          <p:nvPr/>
        </p:nvSpPr>
        <p:spPr>
          <a:xfrm flipV="1">
            <a:off x="7978140" y="591159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1" name="Connector 1125"/>
          <p:cNvSpPr/>
          <p:nvPr/>
        </p:nvSpPr>
        <p:spPr>
          <a:xfrm>
            <a:off x="8595359" y="591159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2" name="Connector 1126"/>
          <p:cNvSpPr/>
          <p:nvPr/>
        </p:nvSpPr>
        <p:spPr>
          <a:xfrm>
            <a:off x="9212580" y="5920104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3" name="Connector 1127"/>
          <p:cNvSpPr/>
          <p:nvPr/>
        </p:nvSpPr>
        <p:spPr>
          <a:xfrm>
            <a:off x="9829799" y="594563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4" name="Connector 1128"/>
          <p:cNvSpPr/>
          <p:nvPr/>
        </p:nvSpPr>
        <p:spPr>
          <a:xfrm>
            <a:off x="10447019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5" name="Connector 1129"/>
          <p:cNvSpPr/>
          <p:nvPr/>
        </p:nvSpPr>
        <p:spPr>
          <a:xfrm>
            <a:off x="11064240" y="604774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6" name="Connector 1130"/>
          <p:cNvSpPr/>
          <p:nvPr/>
        </p:nvSpPr>
        <p:spPr>
          <a:xfrm>
            <a:off x="11681459" y="612431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7" name="Connector 1131"/>
          <p:cNvSpPr/>
          <p:nvPr/>
        </p:nvSpPr>
        <p:spPr>
          <a:xfrm flipV="1">
            <a:off x="4892040" y="610476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8" name="Connector 1132"/>
          <p:cNvSpPr/>
          <p:nvPr/>
        </p:nvSpPr>
        <p:spPr>
          <a:xfrm flipV="1">
            <a:off x="5714999" y="6012179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19" name="Connector 1133"/>
          <p:cNvSpPr/>
          <p:nvPr/>
        </p:nvSpPr>
        <p:spPr>
          <a:xfrm flipV="1">
            <a:off x="6537959" y="594017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0" name="Connector 1134"/>
          <p:cNvSpPr/>
          <p:nvPr/>
        </p:nvSpPr>
        <p:spPr>
          <a:xfrm flipV="1">
            <a:off x="7360919" y="588873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1" name="Connector 1135"/>
          <p:cNvSpPr/>
          <p:nvPr/>
        </p:nvSpPr>
        <p:spPr>
          <a:xfrm flipV="1">
            <a:off x="8183880" y="585787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2" name="Connector 1136"/>
          <p:cNvSpPr/>
          <p:nvPr/>
        </p:nvSpPr>
        <p:spPr>
          <a:xfrm flipV="1">
            <a:off x="9006840" y="584758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3" name="Connector 1137"/>
          <p:cNvSpPr/>
          <p:nvPr/>
        </p:nvSpPr>
        <p:spPr>
          <a:xfrm>
            <a:off x="9829799" y="584758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4" name="Connector 1138"/>
          <p:cNvSpPr/>
          <p:nvPr/>
        </p:nvSpPr>
        <p:spPr>
          <a:xfrm>
            <a:off x="10652759" y="585787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5" name="Connector 1139"/>
          <p:cNvSpPr/>
          <p:nvPr/>
        </p:nvSpPr>
        <p:spPr>
          <a:xfrm>
            <a:off x="11475719" y="588873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6" name="Connector 1140"/>
          <p:cNvSpPr/>
          <p:nvPr/>
        </p:nvSpPr>
        <p:spPr>
          <a:xfrm>
            <a:off x="12298680" y="594017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7" name="Connector 1141"/>
          <p:cNvSpPr/>
          <p:nvPr/>
        </p:nvSpPr>
        <p:spPr>
          <a:xfrm>
            <a:off x="13121639" y="6012179"/>
            <a:ext cx="822960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8" name="Connector 1142"/>
          <p:cNvSpPr/>
          <p:nvPr/>
        </p:nvSpPr>
        <p:spPr>
          <a:xfrm>
            <a:off x="13944598" y="6104763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29" name="Connector 1143"/>
          <p:cNvSpPr/>
          <p:nvPr/>
        </p:nvSpPr>
        <p:spPr>
          <a:xfrm flipV="1">
            <a:off x="4892040" y="6085204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0" name="Connector 1144"/>
          <p:cNvSpPr/>
          <p:nvPr/>
        </p:nvSpPr>
        <p:spPr>
          <a:xfrm flipV="1">
            <a:off x="5920740" y="5976620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1" name="Connector 1145"/>
          <p:cNvSpPr/>
          <p:nvPr/>
        </p:nvSpPr>
        <p:spPr>
          <a:xfrm flipV="1">
            <a:off x="6949440" y="589216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2" name="Connector 1146"/>
          <p:cNvSpPr/>
          <p:nvPr/>
        </p:nvSpPr>
        <p:spPr>
          <a:xfrm flipV="1">
            <a:off x="7978140" y="583184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3" name="Connector 1147"/>
          <p:cNvSpPr/>
          <p:nvPr/>
        </p:nvSpPr>
        <p:spPr>
          <a:xfrm flipV="1">
            <a:off x="9006840" y="5795643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4" name="Connector 1148"/>
          <p:cNvSpPr/>
          <p:nvPr/>
        </p:nvSpPr>
        <p:spPr>
          <a:xfrm flipV="1">
            <a:off x="10035540" y="5783579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5" name="Connector 1149"/>
          <p:cNvSpPr/>
          <p:nvPr/>
        </p:nvSpPr>
        <p:spPr>
          <a:xfrm>
            <a:off x="11064240" y="578357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6" name="Connector 1150"/>
          <p:cNvSpPr/>
          <p:nvPr/>
        </p:nvSpPr>
        <p:spPr>
          <a:xfrm>
            <a:off x="12092940" y="579564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7" name="Connector 1151"/>
          <p:cNvSpPr/>
          <p:nvPr/>
        </p:nvSpPr>
        <p:spPr>
          <a:xfrm>
            <a:off x="13121639" y="583184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8" name="Connector 1152"/>
          <p:cNvSpPr/>
          <p:nvPr/>
        </p:nvSpPr>
        <p:spPr>
          <a:xfrm>
            <a:off x="14150339" y="5892165"/>
            <a:ext cx="1028701" cy="844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39" name="Connector 1153"/>
          <p:cNvSpPr/>
          <p:nvPr/>
        </p:nvSpPr>
        <p:spPr>
          <a:xfrm>
            <a:off x="15179039" y="5976618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0" name="Connector 1154"/>
          <p:cNvSpPr/>
          <p:nvPr/>
        </p:nvSpPr>
        <p:spPr>
          <a:xfrm>
            <a:off x="16207739" y="6085204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1" name="Connector 1155"/>
          <p:cNvSpPr/>
          <p:nvPr/>
        </p:nvSpPr>
        <p:spPr>
          <a:xfrm flipV="1">
            <a:off x="4892040" y="6065646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2" name="Connector 1156"/>
          <p:cNvSpPr/>
          <p:nvPr/>
        </p:nvSpPr>
        <p:spPr>
          <a:xfrm flipV="1">
            <a:off x="6126479" y="5941059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3" name="Connector 1157"/>
          <p:cNvSpPr/>
          <p:nvPr/>
        </p:nvSpPr>
        <p:spPr>
          <a:xfrm flipV="1">
            <a:off x="7360919" y="584415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4" name="Connector 1158"/>
          <p:cNvSpPr/>
          <p:nvPr/>
        </p:nvSpPr>
        <p:spPr>
          <a:xfrm flipV="1">
            <a:off x="8595359" y="577494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5" name="Connector 1159"/>
          <p:cNvSpPr/>
          <p:nvPr/>
        </p:nvSpPr>
        <p:spPr>
          <a:xfrm flipV="1">
            <a:off x="9829799" y="5733413"/>
            <a:ext cx="1234441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6" name="Connector 1160"/>
          <p:cNvSpPr/>
          <p:nvPr/>
        </p:nvSpPr>
        <p:spPr>
          <a:xfrm flipV="1">
            <a:off x="11064240" y="5719571"/>
            <a:ext cx="1234441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7" name="Connector 1161"/>
          <p:cNvSpPr/>
          <p:nvPr/>
        </p:nvSpPr>
        <p:spPr>
          <a:xfrm>
            <a:off x="12298680" y="5719571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8" name="Connector 1162"/>
          <p:cNvSpPr/>
          <p:nvPr/>
        </p:nvSpPr>
        <p:spPr>
          <a:xfrm>
            <a:off x="13533119" y="5733415"/>
            <a:ext cx="1234440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49" name="Connector 1163"/>
          <p:cNvSpPr/>
          <p:nvPr/>
        </p:nvSpPr>
        <p:spPr>
          <a:xfrm>
            <a:off x="14767559" y="5774944"/>
            <a:ext cx="1234442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0" name="Connector 1164"/>
          <p:cNvSpPr/>
          <p:nvPr/>
        </p:nvSpPr>
        <p:spPr>
          <a:xfrm>
            <a:off x="16001999" y="584415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1" name="Connector 1165"/>
          <p:cNvSpPr/>
          <p:nvPr/>
        </p:nvSpPr>
        <p:spPr>
          <a:xfrm>
            <a:off x="17236439" y="5941059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2" name="Connector 1166"/>
          <p:cNvSpPr/>
          <p:nvPr/>
        </p:nvSpPr>
        <p:spPr>
          <a:xfrm>
            <a:off x="18470880" y="6065646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3" name="Connector 1167"/>
          <p:cNvSpPr/>
          <p:nvPr/>
        </p:nvSpPr>
        <p:spPr>
          <a:xfrm flipV="1">
            <a:off x="7360919" y="616343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4" name="Connector 1168"/>
          <p:cNvSpPr/>
          <p:nvPr/>
        </p:nvSpPr>
        <p:spPr>
          <a:xfrm flipV="1">
            <a:off x="7566659" y="611885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5" name="Connector 1169"/>
          <p:cNvSpPr/>
          <p:nvPr/>
        </p:nvSpPr>
        <p:spPr>
          <a:xfrm flipV="1">
            <a:off x="777239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6" name="Connector 1170"/>
          <p:cNvSpPr/>
          <p:nvPr/>
        </p:nvSpPr>
        <p:spPr>
          <a:xfrm flipV="1">
            <a:off x="7978140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7" name="Connector 1171"/>
          <p:cNvSpPr/>
          <p:nvPr/>
        </p:nvSpPr>
        <p:spPr>
          <a:xfrm flipV="1">
            <a:off x="8183880" y="604456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8" name="Connector 1172"/>
          <p:cNvSpPr/>
          <p:nvPr/>
        </p:nvSpPr>
        <p:spPr>
          <a:xfrm flipV="1">
            <a:off x="8389618" y="603961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59" name="Connector 1173"/>
          <p:cNvSpPr/>
          <p:nvPr/>
        </p:nvSpPr>
        <p:spPr>
          <a:xfrm>
            <a:off x="8595359" y="603961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0" name="Connector 1174"/>
          <p:cNvSpPr/>
          <p:nvPr/>
        </p:nvSpPr>
        <p:spPr>
          <a:xfrm>
            <a:off x="8801099" y="604456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1" name="Connector 1175"/>
          <p:cNvSpPr/>
          <p:nvPr/>
        </p:nvSpPr>
        <p:spPr>
          <a:xfrm>
            <a:off x="9006840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2" name="Connector 1176"/>
          <p:cNvSpPr/>
          <p:nvPr/>
        </p:nvSpPr>
        <p:spPr>
          <a:xfrm>
            <a:off x="9212580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3" name="Connector 1177"/>
          <p:cNvSpPr/>
          <p:nvPr/>
        </p:nvSpPr>
        <p:spPr>
          <a:xfrm>
            <a:off x="9418319" y="611885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4" name="Connector 1178"/>
          <p:cNvSpPr/>
          <p:nvPr/>
        </p:nvSpPr>
        <p:spPr>
          <a:xfrm>
            <a:off x="9624059" y="616343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5" name="Connector 1179"/>
          <p:cNvSpPr/>
          <p:nvPr/>
        </p:nvSpPr>
        <p:spPr>
          <a:xfrm flipV="1">
            <a:off x="7360919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6" name="Connector 1180"/>
          <p:cNvSpPr/>
          <p:nvPr/>
        </p:nvSpPr>
        <p:spPr>
          <a:xfrm flipV="1">
            <a:off x="7772399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7" name="Connector 1181"/>
          <p:cNvSpPr/>
          <p:nvPr/>
        </p:nvSpPr>
        <p:spPr>
          <a:xfrm flipV="1">
            <a:off x="8183878" y="6036183"/>
            <a:ext cx="411482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8" name="Connector 1182"/>
          <p:cNvSpPr/>
          <p:nvPr/>
        </p:nvSpPr>
        <p:spPr>
          <a:xfrm flipV="1">
            <a:off x="859535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69" name="Connector 1183"/>
          <p:cNvSpPr/>
          <p:nvPr/>
        </p:nvSpPr>
        <p:spPr>
          <a:xfrm flipV="1">
            <a:off x="9006840" y="598233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0" name="Connector 1184"/>
          <p:cNvSpPr/>
          <p:nvPr/>
        </p:nvSpPr>
        <p:spPr>
          <a:xfrm flipV="1">
            <a:off x="9418319" y="597560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1" name="Connector 1185"/>
          <p:cNvSpPr/>
          <p:nvPr/>
        </p:nvSpPr>
        <p:spPr>
          <a:xfrm>
            <a:off x="9829799" y="597560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2" name="Connector 1186"/>
          <p:cNvSpPr/>
          <p:nvPr/>
        </p:nvSpPr>
        <p:spPr>
          <a:xfrm>
            <a:off x="10241280" y="598233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3" name="Connector 1187"/>
          <p:cNvSpPr/>
          <p:nvPr/>
        </p:nvSpPr>
        <p:spPr>
          <a:xfrm>
            <a:off x="1065275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4" name="Connector 1188"/>
          <p:cNvSpPr/>
          <p:nvPr/>
        </p:nvSpPr>
        <p:spPr>
          <a:xfrm>
            <a:off x="11064240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5" name="Connector 1189"/>
          <p:cNvSpPr/>
          <p:nvPr/>
        </p:nvSpPr>
        <p:spPr>
          <a:xfrm>
            <a:off x="11475719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6" name="Connector 1190"/>
          <p:cNvSpPr/>
          <p:nvPr/>
        </p:nvSpPr>
        <p:spPr>
          <a:xfrm>
            <a:off x="11887199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7" name="Connector 1191"/>
          <p:cNvSpPr/>
          <p:nvPr/>
        </p:nvSpPr>
        <p:spPr>
          <a:xfrm flipV="1">
            <a:off x="7360919" y="612431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8" name="Connector 1192"/>
          <p:cNvSpPr/>
          <p:nvPr/>
        </p:nvSpPr>
        <p:spPr>
          <a:xfrm flipV="1">
            <a:off x="7978140" y="604774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79" name="Connector 1193"/>
          <p:cNvSpPr/>
          <p:nvPr/>
        </p:nvSpPr>
        <p:spPr>
          <a:xfrm flipV="1">
            <a:off x="8595359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0" name="Connector 1194"/>
          <p:cNvSpPr/>
          <p:nvPr/>
        </p:nvSpPr>
        <p:spPr>
          <a:xfrm flipV="1">
            <a:off x="9212580" y="594563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1" name="Connector 1195"/>
          <p:cNvSpPr/>
          <p:nvPr/>
        </p:nvSpPr>
        <p:spPr>
          <a:xfrm flipV="1">
            <a:off x="9829799" y="592010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2" name="Connector 1196"/>
          <p:cNvSpPr/>
          <p:nvPr/>
        </p:nvSpPr>
        <p:spPr>
          <a:xfrm flipV="1">
            <a:off x="10447019" y="591159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3" name="Connector 1197"/>
          <p:cNvSpPr/>
          <p:nvPr/>
        </p:nvSpPr>
        <p:spPr>
          <a:xfrm>
            <a:off x="11064240" y="591159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4" name="Connector 1198"/>
          <p:cNvSpPr/>
          <p:nvPr/>
        </p:nvSpPr>
        <p:spPr>
          <a:xfrm>
            <a:off x="11681459" y="5920104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5" name="Connector 1199"/>
          <p:cNvSpPr/>
          <p:nvPr/>
        </p:nvSpPr>
        <p:spPr>
          <a:xfrm>
            <a:off x="12298680" y="594563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6" name="Connector 1200"/>
          <p:cNvSpPr/>
          <p:nvPr/>
        </p:nvSpPr>
        <p:spPr>
          <a:xfrm>
            <a:off x="12915899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7" name="Connector 1201"/>
          <p:cNvSpPr/>
          <p:nvPr/>
        </p:nvSpPr>
        <p:spPr>
          <a:xfrm>
            <a:off x="13533119" y="6047740"/>
            <a:ext cx="617220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8" name="Connector 1202"/>
          <p:cNvSpPr/>
          <p:nvPr/>
        </p:nvSpPr>
        <p:spPr>
          <a:xfrm>
            <a:off x="14150339" y="612431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89" name="Connector 1203"/>
          <p:cNvSpPr/>
          <p:nvPr/>
        </p:nvSpPr>
        <p:spPr>
          <a:xfrm flipV="1">
            <a:off x="7360919" y="6104761"/>
            <a:ext cx="822960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0" name="Connector 1204"/>
          <p:cNvSpPr/>
          <p:nvPr/>
        </p:nvSpPr>
        <p:spPr>
          <a:xfrm flipV="1">
            <a:off x="8183878" y="6012179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1" name="Connector 1205"/>
          <p:cNvSpPr/>
          <p:nvPr/>
        </p:nvSpPr>
        <p:spPr>
          <a:xfrm flipV="1">
            <a:off x="9006840" y="594017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2" name="Connector 1206"/>
          <p:cNvSpPr/>
          <p:nvPr/>
        </p:nvSpPr>
        <p:spPr>
          <a:xfrm flipV="1">
            <a:off x="9829799" y="588873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3" name="Connector 1207"/>
          <p:cNvSpPr/>
          <p:nvPr/>
        </p:nvSpPr>
        <p:spPr>
          <a:xfrm flipV="1">
            <a:off x="10652759" y="585787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4" name="Connector 1208"/>
          <p:cNvSpPr/>
          <p:nvPr/>
        </p:nvSpPr>
        <p:spPr>
          <a:xfrm flipV="1">
            <a:off x="11475719" y="584758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5" name="Connector 1209"/>
          <p:cNvSpPr/>
          <p:nvPr/>
        </p:nvSpPr>
        <p:spPr>
          <a:xfrm>
            <a:off x="12298680" y="584758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6" name="Connector 1210"/>
          <p:cNvSpPr/>
          <p:nvPr/>
        </p:nvSpPr>
        <p:spPr>
          <a:xfrm>
            <a:off x="13121639" y="585787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7" name="Connector 1211"/>
          <p:cNvSpPr/>
          <p:nvPr/>
        </p:nvSpPr>
        <p:spPr>
          <a:xfrm>
            <a:off x="13944600" y="5888735"/>
            <a:ext cx="822959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8" name="Connector 1212"/>
          <p:cNvSpPr/>
          <p:nvPr/>
        </p:nvSpPr>
        <p:spPr>
          <a:xfrm>
            <a:off x="14767559" y="5940171"/>
            <a:ext cx="822962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99" name="Connector 1213"/>
          <p:cNvSpPr/>
          <p:nvPr/>
        </p:nvSpPr>
        <p:spPr>
          <a:xfrm>
            <a:off x="15590519" y="601217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0" name="Connector 1214"/>
          <p:cNvSpPr/>
          <p:nvPr/>
        </p:nvSpPr>
        <p:spPr>
          <a:xfrm>
            <a:off x="16413480" y="6104763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1" name="Connector 1215"/>
          <p:cNvSpPr/>
          <p:nvPr/>
        </p:nvSpPr>
        <p:spPr>
          <a:xfrm flipV="1">
            <a:off x="7360919" y="6085204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2" name="Connector 1216"/>
          <p:cNvSpPr/>
          <p:nvPr/>
        </p:nvSpPr>
        <p:spPr>
          <a:xfrm flipV="1">
            <a:off x="8389619" y="5976620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3" name="Connector 1217"/>
          <p:cNvSpPr/>
          <p:nvPr/>
        </p:nvSpPr>
        <p:spPr>
          <a:xfrm flipV="1">
            <a:off x="9418319" y="589216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4" name="Connector 1218"/>
          <p:cNvSpPr/>
          <p:nvPr/>
        </p:nvSpPr>
        <p:spPr>
          <a:xfrm flipV="1">
            <a:off x="10447019" y="583184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5" name="Connector 1219"/>
          <p:cNvSpPr/>
          <p:nvPr/>
        </p:nvSpPr>
        <p:spPr>
          <a:xfrm flipV="1">
            <a:off x="11475719" y="5795643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6" name="Connector 1220"/>
          <p:cNvSpPr/>
          <p:nvPr/>
        </p:nvSpPr>
        <p:spPr>
          <a:xfrm flipV="1">
            <a:off x="12504419" y="5783579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7" name="Connector 1221"/>
          <p:cNvSpPr/>
          <p:nvPr/>
        </p:nvSpPr>
        <p:spPr>
          <a:xfrm>
            <a:off x="13533119" y="578357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8" name="Connector 1222"/>
          <p:cNvSpPr/>
          <p:nvPr/>
        </p:nvSpPr>
        <p:spPr>
          <a:xfrm>
            <a:off x="14561819" y="579564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09" name="Connector 1223"/>
          <p:cNvSpPr/>
          <p:nvPr/>
        </p:nvSpPr>
        <p:spPr>
          <a:xfrm>
            <a:off x="15590519" y="583184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0" name="Connector 1224"/>
          <p:cNvSpPr/>
          <p:nvPr/>
        </p:nvSpPr>
        <p:spPr>
          <a:xfrm>
            <a:off x="16619219" y="5892165"/>
            <a:ext cx="1028701" cy="844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1" name="Connector 1225"/>
          <p:cNvSpPr/>
          <p:nvPr/>
        </p:nvSpPr>
        <p:spPr>
          <a:xfrm>
            <a:off x="17647919" y="5976618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2" name="Connector 1226"/>
          <p:cNvSpPr/>
          <p:nvPr/>
        </p:nvSpPr>
        <p:spPr>
          <a:xfrm>
            <a:off x="18676619" y="6085204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3" name="Connector 1227"/>
          <p:cNvSpPr/>
          <p:nvPr/>
        </p:nvSpPr>
        <p:spPr>
          <a:xfrm flipV="1">
            <a:off x="9829799" y="616343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4" name="Connector 1228"/>
          <p:cNvSpPr/>
          <p:nvPr/>
        </p:nvSpPr>
        <p:spPr>
          <a:xfrm flipV="1">
            <a:off x="10035540" y="611885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5" name="Connector 1229"/>
          <p:cNvSpPr/>
          <p:nvPr/>
        </p:nvSpPr>
        <p:spPr>
          <a:xfrm flipV="1">
            <a:off x="10241280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6" name="Connector 1230"/>
          <p:cNvSpPr/>
          <p:nvPr/>
        </p:nvSpPr>
        <p:spPr>
          <a:xfrm flipV="1">
            <a:off x="10447019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7" name="Connector 1231"/>
          <p:cNvSpPr/>
          <p:nvPr/>
        </p:nvSpPr>
        <p:spPr>
          <a:xfrm flipV="1">
            <a:off x="10652759" y="604456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8" name="Connector 1232"/>
          <p:cNvSpPr/>
          <p:nvPr/>
        </p:nvSpPr>
        <p:spPr>
          <a:xfrm flipV="1">
            <a:off x="10858499" y="6039611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19" name="Connector 1233"/>
          <p:cNvSpPr/>
          <p:nvPr/>
        </p:nvSpPr>
        <p:spPr>
          <a:xfrm>
            <a:off x="11064240" y="603961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0" name="Connector 1234"/>
          <p:cNvSpPr/>
          <p:nvPr/>
        </p:nvSpPr>
        <p:spPr>
          <a:xfrm>
            <a:off x="11269980" y="604456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1" name="Connector 1235"/>
          <p:cNvSpPr/>
          <p:nvPr/>
        </p:nvSpPr>
        <p:spPr>
          <a:xfrm>
            <a:off x="11475719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2" name="Connector 1236"/>
          <p:cNvSpPr/>
          <p:nvPr/>
        </p:nvSpPr>
        <p:spPr>
          <a:xfrm>
            <a:off x="1168145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3" name="Connector 1237"/>
          <p:cNvSpPr/>
          <p:nvPr/>
        </p:nvSpPr>
        <p:spPr>
          <a:xfrm>
            <a:off x="11887199" y="611885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4" name="Connector 1238"/>
          <p:cNvSpPr/>
          <p:nvPr/>
        </p:nvSpPr>
        <p:spPr>
          <a:xfrm>
            <a:off x="12092940" y="616343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5" name="Connector 1239"/>
          <p:cNvSpPr/>
          <p:nvPr/>
        </p:nvSpPr>
        <p:spPr>
          <a:xfrm flipV="1">
            <a:off x="9829799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6" name="Connector 1240"/>
          <p:cNvSpPr/>
          <p:nvPr/>
        </p:nvSpPr>
        <p:spPr>
          <a:xfrm flipV="1">
            <a:off x="10241280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7" name="Connector 1241"/>
          <p:cNvSpPr/>
          <p:nvPr/>
        </p:nvSpPr>
        <p:spPr>
          <a:xfrm flipV="1">
            <a:off x="10652759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8" name="Connector 1242"/>
          <p:cNvSpPr/>
          <p:nvPr/>
        </p:nvSpPr>
        <p:spPr>
          <a:xfrm flipV="1">
            <a:off x="11064240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29" name="Connector 1243"/>
          <p:cNvSpPr/>
          <p:nvPr/>
        </p:nvSpPr>
        <p:spPr>
          <a:xfrm flipV="1">
            <a:off x="11475719" y="598233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0" name="Connector 1244"/>
          <p:cNvSpPr/>
          <p:nvPr/>
        </p:nvSpPr>
        <p:spPr>
          <a:xfrm flipV="1">
            <a:off x="11887199" y="597560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1" name="Connector 1245"/>
          <p:cNvSpPr/>
          <p:nvPr/>
        </p:nvSpPr>
        <p:spPr>
          <a:xfrm>
            <a:off x="12298680" y="597560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2" name="Connector 1246"/>
          <p:cNvSpPr/>
          <p:nvPr/>
        </p:nvSpPr>
        <p:spPr>
          <a:xfrm>
            <a:off x="12710159" y="598233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3" name="Connector 1247"/>
          <p:cNvSpPr/>
          <p:nvPr/>
        </p:nvSpPr>
        <p:spPr>
          <a:xfrm>
            <a:off x="1312163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4" name="Connector 1248"/>
          <p:cNvSpPr/>
          <p:nvPr/>
        </p:nvSpPr>
        <p:spPr>
          <a:xfrm>
            <a:off x="13533119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5" name="Connector 1249"/>
          <p:cNvSpPr/>
          <p:nvPr/>
        </p:nvSpPr>
        <p:spPr>
          <a:xfrm>
            <a:off x="13944599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6" name="Connector 1250"/>
          <p:cNvSpPr/>
          <p:nvPr/>
        </p:nvSpPr>
        <p:spPr>
          <a:xfrm>
            <a:off x="14356078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7" name="Connector 1251"/>
          <p:cNvSpPr/>
          <p:nvPr/>
        </p:nvSpPr>
        <p:spPr>
          <a:xfrm flipV="1">
            <a:off x="9829799" y="612431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8" name="Connector 1252"/>
          <p:cNvSpPr/>
          <p:nvPr/>
        </p:nvSpPr>
        <p:spPr>
          <a:xfrm flipV="1">
            <a:off x="10447019" y="604774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39" name="Connector 1253"/>
          <p:cNvSpPr/>
          <p:nvPr/>
        </p:nvSpPr>
        <p:spPr>
          <a:xfrm flipV="1">
            <a:off x="11064240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0" name="Connector 1254"/>
          <p:cNvSpPr/>
          <p:nvPr/>
        </p:nvSpPr>
        <p:spPr>
          <a:xfrm flipV="1">
            <a:off x="11681459" y="594563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1" name="Connector 1255"/>
          <p:cNvSpPr/>
          <p:nvPr/>
        </p:nvSpPr>
        <p:spPr>
          <a:xfrm flipV="1">
            <a:off x="12298680" y="592010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2" name="Connector 1256"/>
          <p:cNvSpPr/>
          <p:nvPr/>
        </p:nvSpPr>
        <p:spPr>
          <a:xfrm flipV="1">
            <a:off x="12915899" y="591159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3" name="Connector 1257"/>
          <p:cNvSpPr/>
          <p:nvPr/>
        </p:nvSpPr>
        <p:spPr>
          <a:xfrm>
            <a:off x="13533119" y="591159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4" name="Connector 1258"/>
          <p:cNvSpPr/>
          <p:nvPr/>
        </p:nvSpPr>
        <p:spPr>
          <a:xfrm>
            <a:off x="14150339" y="5920104"/>
            <a:ext cx="617220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5" name="Connector 1259"/>
          <p:cNvSpPr/>
          <p:nvPr/>
        </p:nvSpPr>
        <p:spPr>
          <a:xfrm>
            <a:off x="14767559" y="5945630"/>
            <a:ext cx="617222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6" name="Connector 1260"/>
          <p:cNvSpPr/>
          <p:nvPr/>
        </p:nvSpPr>
        <p:spPr>
          <a:xfrm>
            <a:off x="15384780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7" name="Connector 1261"/>
          <p:cNvSpPr/>
          <p:nvPr/>
        </p:nvSpPr>
        <p:spPr>
          <a:xfrm>
            <a:off x="16001999" y="604774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8" name="Connector 1262"/>
          <p:cNvSpPr/>
          <p:nvPr/>
        </p:nvSpPr>
        <p:spPr>
          <a:xfrm>
            <a:off x="16619219" y="6124319"/>
            <a:ext cx="617222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49" name="Connector 1263"/>
          <p:cNvSpPr/>
          <p:nvPr/>
        </p:nvSpPr>
        <p:spPr>
          <a:xfrm flipV="1">
            <a:off x="9829799" y="610476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0" name="Connector 1264"/>
          <p:cNvSpPr/>
          <p:nvPr/>
        </p:nvSpPr>
        <p:spPr>
          <a:xfrm flipV="1">
            <a:off x="10652759" y="6012179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1" name="Connector 1265"/>
          <p:cNvSpPr/>
          <p:nvPr/>
        </p:nvSpPr>
        <p:spPr>
          <a:xfrm flipV="1">
            <a:off x="11475719" y="594017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2" name="Connector 1266"/>
          <p:cNvSpPr/>
          <p:nvPr/>
        </p:nvSpPr>
        <p:spPr>
          <a:xfrm flipV="1">
            <a:off x="12298680" y="588873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3" name="Connector 1267"/>
          <p:cNvSpPr/>
          <p:nvPr/>
        </p:nvSpPr>
        <p:spPr>
          <a:xfrm flipV="1">
            <a:off x="13121639" y="585787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4" name="Connector 1268"/>
          <p:cNvSpPr/>
          <p:nvPr/>
        </p:nvSpPr>
        <p:spPr>
          <a:xfrm flipV="1">
            <a:off x="13944600" y="5847588"/>
            <a:ext cx="822959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5" name="Connector 1269"/>
          <p:cNvSpPr/>
          <p:nvPr/>
        </p:nvSpPr>
        <p:spPr>
          <a:xfrm>
            <a:off x="14767559" y="5847588"/>
            <a:ext cx="822962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6" name="Connector 1270"/>
          <p:cNvSpPr/>
          <p:nvPr/>
        </p:nvSpPr>
        <p:spPr>
          <a:xfrm>
            <a:off x="15590519" y="585787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7" name="Connector 1271"/>
          <p:cNvSpPr/>
          <p:nvPr/>
        </p:nvSpPr>
        <p:spPr>
          <a:xfrm>
            <a:off x="16413480" y="588873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8" name="Connector 1272"/>
          <p:cNvSpPr/>
          <p:nvPr/>
        </p:nvSpPr>
        <p:spPr>
          <a:xfrm>
            <a:off x="17236439" y="594017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9" name="Connector 1273"/>
          <p:cNvSpPr/>
          <p:nvPr/>
        </p:nvSpPr>
        <p:spPr>
          <a:xfrm>
            <a:off x="18059399" y="601217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0" name="Connector 1274"/>
          <p:cNvSpPr/>
          <p:nvPr/>
        </p:nvSpPr>
        <p:spPr>
          <a:xfrm>
            <a:off x="18882360" y="6104763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1" name="Connector 1275"/>
          <p:cNvSpPr/>
          <p:nvPr/>
        </p:nvSpPr>
        <p:spPr>
          <a:xfrm flipV="1">
            <a:off x="12298680" y="616343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2" name="Connector 1276"/>
          <p:cNvSpPr/>
          <p:nvPr/>
        </p:nvSpPr>
        <p:spPr>
          <a:xfrm flipV="1">
            <a:off x="12504419" y="611885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3" name="Connector 1277"/>
          <p:cNvSpPr/>
          <p:nvPr/>
        </p:nvSpPr>
        <p:spPr>
          <a:xfrm flipV="1">
            <a:off x="1271015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4" name="Connector 1278"/>
          <p:cNvSpPr/>
          <p:nvPr/>
        </p:nvSpPr>
        <p:spPr>
          <a:xfrm flipV="1">
            <a:off x="12915899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5" name="Connector 1279"/>
          <p:cNvSpPr/>
          <p:nvPr/>
        </p:nvSpPr>
        <p:spPr>
          <a:xfrm flipV="1">
            <a:off x="13121639" y="604456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6" name="Connector 1280"/>
          <p:cNvSpPr/>
          <p:nvPr/>
        </p:nvSpPr>
        <p:spPr>
          <a:xfrm flipV="1">
            <a:off x="13327378" y="603961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7" name="Connector 1281"/>
          <p:cNvSpPr/>
          <p:nvPr/>
        </p:nvSpPr>
        <p:spPr>
          <a:xfrm>
            <a:off x="13533119" y="603961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8" name="Connector 1282"/>
          <p:cNvSpPr/>
          <p:nvPr/>
        </p:nvSpPr>
        <p:spPr>
          <a:xfrm>
            <a:off x="13738860" y="604456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9" name="Connector 1283"/>
          <p:cNvSpPr/>
          <p:nvPr/>
        </p:nvSpPr>
        <p:spPr>
          <a:xfrm>
            <a:off x="13944599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0" name="Connector 1284"/>
          <p:cNvSpPr/>
          <p:nvPr/>
        </p:nvSpPr>
        <p:spPr>
          <a:xfrm>
            <a:off x="1415033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1" name="Connector 1285"/>
          <p:cNvSpPr/>
          <p:nvPr/>
        </p:nvSpPr>
        <p:spPr>
          <a:xfrm>
            <a:off x="14356080" y="6118859"/>
            <a:ext cx="205740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2" name="Connector 1286"/>
          <p:cNvSpPr/>
          <p:nvPr/>
        </p:nvSpPr>
        <p:spPr>
          <a:xfrm>
            <a:off x="14561819" y="616343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3" name="Connector 1287"/>
          <p:cNvSpPr/>
          <p:nvPr/>
        </p:nvSpPr>
        <p:spPr>
          <a:xfrm flipV="1">
            <a:off x="12298680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4" name="Connector 1288"/>
          <p:cNvSpPr/>
          <p:nvPr/>
        </p:nvSpPr>
        <p:spPr>
          <a:xfrm flipV="1">
            <a:off x="12710159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5" name="Connector 1289"/>
          <p:cNvSpPr/>
          <p:nvPr/>
        </p:nvSpPr>
        <p:spPr>
          <a:xfrm flipV="1">
            <a:off x="13121639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6" name="Connector 1290"/>
          <p:cNvSpPr/>
          <p:nvPr/>
        </p:nvSpPr>
        <p:spPr>
          <a:xfrm flipV="1">
            <a:off x="1353311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7" name="Connector 1291"/>
          <p:cNvSpPr/>
          <p:nvPr/>
        </p:nvSpPr>
        <p:spPr>
          <a:xfrm flipV="1">
            <a:off x="13944599" y="598233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8" name="Connector 1292"/>
          <p:cNvSpPr/>
          <p:nvPr/>
        </p:nvSpPr>
        <p:spPr>
          <a:xfrm flipV="1">
            <a:off x="14356078" y="597560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9" name="Connector 1293"/>
          <p:cNvSpPr/>
          <p:nvPr/>
        </p:nvSpPr>
        <p:spPr>
          <a:xfrm>
            <a:off x="14767559" y="5975603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0" name="Connector 1294"/>
          <p:cNvSpPr/>
          <p:nvPr/>
        </p:nvSpPr>
        <p:spPr>
          <a:xfrm>
            <a:off x="15179039" y="598233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1" name="Connector 1295"/>
          <p:cNvSpPr/>
          <p:nvPr/>
        </p:nvSpPr>
        <p:spPr>
          <a:xfrm>
            <a:off x="1559051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2" name="Connector 1296"/>
          <p:cNvSpPr/>
          <p:nvPr/>
        </p:nvSpPr>
        <p:spPr>
          <a:xfrm>
            <a:off x="16001999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3" name="Connector 1297"/>
          <p:cNvSpPr/>
          <p:nvPr/>
        </p:nvSpPr>
        <p:spPr>
          <a:xfrm>
            <a:off x="16413480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4" name="Connector 1298"/>
          <p:cNvSpPr/>
          <p:nvPr/>
        </p:nvSpPr>
        <p:spPr>
          <a:xfrm>
            <a:off x="16824960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5" name="Connector 1299"/>
          <p:cNvSpPr/>
          <p:nvPr/>
        </p:nvSpPr>
        <p:spPr>
          <a:xfrm flipV="1">
            <a:off x="12298680" y="612431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6" name="Connector 1300"/>
          <p:cNvSpPr/>
          <p:nvPr/>
        </p:nvSpPr>
        <p:spPr>
          <a:xfrm flipV="1">
            <a:off x="12915899" y="604774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7" name="Connector 1301"/>
          <p:cNvSpPr/>
          <p:nvPr/>
        </p:nvSpPr>
        <p:spPr>
          <a:xfrm flipV="1">
            <a:off x="13533119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8" name="Connector 1302"/>
          <p:cNvSpPr/>
          <p:nvPr/>
        </p:nvSpPr>
        <p:spPr>
          <a:xfrm flipV="1">
            <a:off x="14150339" y="5945632"/>
            <a:ext cx="617220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9" name="Connector 1303"/>
          <p:cNvSpPr/>
          <p:nvPr/>
        </p:nvSpPr>
        <p:spPr>
          <a:xfrm flipV="1">
            <a:off x="14767559" y="5920104"/>
            <a:ext cx="617222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0" name="Connector 1304"/>
          <p:cNvSpPr/>
          <p:nvPr/>
        </p:nvSpPr>
        <p:spPr>
          <a:xfrm flipV="1">
            <a:off x="15384780" y="591159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1" name="Connector 1305"/>
          <p:cNvSpPr/>
          <p:nvPr/>
        </p:nvSpPr>
        <p:spPr>
          <a:xfrm>
            <a:off x="16001999" y="591159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2" name="Connector 1306"/>
          <p:cNvSpPr/>
          <p:nvPr/>
        </p:nvSpPr>
        <p:spPr>
          <a:xfrm>
            <a:off x="16619219" y="5920104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3" name="Connector 1307"/>
          <p:cNvSpPr/>
          <p:nvPr/>
        </p:nvSpPr>
        <p:spPr>
          <a:xfrm>
            <a:off x="17236439" y="594563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4" name="Connector 1308"/>
          <p:cNvSpPr/>
          <p:nvPr/>
        </p:nvSpPr>
        <p:spPr>
          <a:xfrm>
            <a:off x="17853660" y="598817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5" name="Connector 1309"/>
          <p:cNvSpPr/>
          <p:nvPr/>
        </p:nvSpPr>
        <p:spPr>
          <a:xfrm>
            <a:off x="18470880" y="604774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6" name="Connector 1310"/>
          <p:cNvSpPr/>
          <p:nvPr/>
        </p:nvSpPr>
        <p:spPr>
          <a:xfrm>
            <a:off x="19088099" y="612431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7" name="Connector 1311"/>
          <p:cNvSpPr/>
          <p:nvPr/>
        </p:nvSpPr>
        <p:spPr>
          <a:xfrm flipV="1">
            <a:off x="14767559" y="616343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8" name="Connector 1312"/>
          <p:cNvSpPr/>
          <p:nvPr/>
        </p:nvSpPr>
        <p:spPr>
          <a:xfrm flipV="1">
            <a:off x="14973298" y="6118859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9" name="Connector 1313"/>
          <p:cNvSpPr/>
          <p:nvPr/>
        </p:nvSpPr>
        <p:spPr>
          <a:xfrm flipV="1">
            <a:off x="1517903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0" name="Connector 1314"/>
          <p:cNvSpPr/>
          <p:nvPr/>
        </p:nvSpPr>
        <p:spPr>
          <a:xfrm flipV="1">
            <a:off x="15384780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1" name="Connector 1315"/>
          <p:cNvSpPr/>
          <p:nvPr/>
        </p:nvSpPr>
        <p:spPr>
          <a:xfrm flipV="1">
            <a:off x="15590519" y="604456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2" name="Connector 1316"/>
          <p:cNvSpPr/>
          <p:nvPr/>
        </p:nvSpPr>
        <p:spPr>
          <a:xfrm flipV="1">
            <a:off x="15796259" y="603961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3" name="Connector 1317"/>
          <p:cNvSpPr/>
          <p:nvPr/>
        </p:nvSpPr>
        <p:spPr>
          <a:xfrm>
            <a:off x="16001999" y="603961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4" name="Connector 1318"/>
          <p:cNvSpPr/>
          <p:nvPr/>
        </p:nvSpPr>
        <p:spPr>
          <a:xfrm>
            <a:off x="16207739" y="604456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5" name="Connector 1319"/>
          <p:cNvSpPr/>
          <p:nvPr/>
        </p:nvSpPr>
        <p:spPr>
          <a:xfrm>
            <a:off x="16413480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6" name="Connector 1320"/>
          <p:cNvSpPr/>
          <p:nvPr/>
        </p:nvSpPr>
        <p:spPr>
          <a:xfrm>
            <a:off x="1661921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7" name="Connector 1321"/>
          <p:cNvSpPr/>
          <p:nvPr/>
        </p:nvSpPr>
        <p:spPr>
          <a:xfrm>
            <a:off x="16824960" y="611885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8" name="Connector 1322"/>
          <p:cNvSpPr/>
          <p:nvPr/>
        </p:nvSpPr>
        <p:spPr>
          <a:xfrm>
            <a:off x="17030699" y="616343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9" name="Connector 1323"/>
          <p:cNvSpPr/>
          <p:nvPr/>
        </p:nvSpPr>
        <p:spPr>
          <a:xfrm flipV="1">
            <a:off x="14767559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0" name="Connector 1324"/>
          <p:cNvSpPr/>
          <p:nvPr/>
        </p:nvSpPr>
        <p:spPr>
          <a:xfrm flipV="1">
            <a:off x="15179039" y="6083299"/>
            <a:ext cx="411482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1" name="Connector 1325"/>
          <p:cNvSpPr/>
          <p:nvPr/>
        </p:nvSpPr>
        <p:spPr>
          <a:xfrm flipV="1">
            <a:off x="15590519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2" name="Connector 1326"/>
          <p:cNvSpPr/>
          <p:nvPr/>
        </p:nvSpPr>
        <p:spPr>
          <a:xfrm flipV="1">
            <a:off x="1600199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3" name="Connector 1327"/>
          <p:cNvSpPr/>
          <p:nvPr/>
        </p:nvSpPr>
        <p:spPr>
          <a:xfrm flipV="1">
            <a:off x="16413480" y="598233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4" name="Connector 1328"/>
          <p:cNvSpPr/>
          <p:nvPr/>
        </p:nvSpPr>
        <p:spPr>
          <a:xfrm flipV="1">
            <a:off x="16824960" y="597560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5" name="Connector 1329"/>
          <p:cNvSpPr/>
          <p:nvPr/>
        </p:nvSpPr>
        <p:spPr>
          <a:xfrm>
            <a:off x="17236439" y="597560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6" name="Connector 1330"/>
          <p:cNvSpPr/>
          <p:nvPr/>
        </p:nvSpPr>
        <p:spPr>
          <a:xfrm>
            <a:off x="17647919" y="598233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7" name="Connector 1331"/>
          <p:cNvSpPr/>
          <p:nvPr/>
        </p:nvSpPr>
        <p:spPr>
          <a:xfrm>
            <a:off x="18059399" y="600252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8" name="Connector 1332"/>
          <p:cNvSpPr/>
          <p:nvPr/>
        </p:nvSpPr>
        <p:spPr>
          <a:xfrm>
            <a:off x="18470880" y="603618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9" name="Connector 1333"/>
          <p:cNvSpPr/>
          <p:nvPr/>
        </p:nvSpPr>
        <p:spPr>
          <a:xfrm>
            <a:off x="18882360" y="608329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0" name="Connector 1334"/>
          <p:cNvSpPr/>
          <p:nvPr/>
        </p:nvSpPr>
        <p:spPr>
          <a:xfrm>
            <a:off x="19293839" y="614387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1" name="Connector 1335"/>
          <p:cNvSpPr/>
          <p:nvPr/>
        </p:nvSpPr>
        <p:spPr>
          <a:xfrm flipV="1">
            <a:off x="17236439" y="616343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2" name="Connector 1336"/>
          <p:cNvSpPr/>
          <p:nvPr/>
        </p:nvSpPr>
        <p:spPr>
          <a:xfrm flipV="1">
            <a:off x="17442180" y="611885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3" name="Connector 1337"/>
          <p:cNvSpPr/>
          <p:nvPr/>
        </p:nvSpPr>
        <p:spPr>
          <a:xfrm flipV="1">
            <a:off x="1764791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4" name="Connector 1338"/>
          <p:cNvSpPr/>
          <p:nvPr/>
        </p:nvSpPr>
        <p:spPr>
          <a:xfrm flipV="1">
            <a:off x="17853660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5" name="Connector 1339"/>
          <p:cNvSpPr/>
          <p:nvPr/>
        </p:nvSpPr>
        <p:spPr>
          <a:xfrm flipV="1">
            <a:off x="18059400" y="604456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6" name="Connector 1340"/>
          <p:cNvSpPr/>
          <p:nvPr/>
        </p:nvSpPr>
        <p:spPr>
          <a:xfrm flipV="1">
            <a:off x="18265139" y="603961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7" name="Connector 1341"/>
          <p:cNvSpPr/>
          <p:nvPr/>
        </p:nvSpPr>
        <p:spPr>
          <a:xfrm>
            <a:off x="18470880" y="603961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8" name="Connector 1342"/>
          <p:cNvSpPr/>
          <p:nvPr/>
        </p:nvSpPr>
        <p:spPr>
          <a:xfrm>
            <a:off x="18676619" y="604456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9" name="Connector 1343"/>
          <p:cNvSpPr/>
          <p:nvPr/>
        </p:nvSpPr>
        <p:spPr>
          <a:xfrm>
            <a:off x="18882360" y="605942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0" name="Connector 1344"/>
          <p:cNvSpPr/>
          <p:nvPr/>
        </p:nvSpPr>
        <p:spPr>
          <a:xfrm>
            <a:off x="19088099" y="608418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1" name="Connector 1345"/>
          <p:cNvSpPr/>
          <p:nvPr/>
        </p:nvSpPr>
        <p:spPr>
          <a:xfrm>
            <a:off x="19293839" y="611885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2" name="Connector 1346"/>
          <p:cNvSpPr/>
          <p:nvPr/>
        </p:nvSpPr>
        <p:spPr>
          <a:xfrm>
            <a:off x="19499580" y="616343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3" name="Connector 1347"/>
          <p:cNvSpPr/>
          <p:nvPr/>
        </p:nvSpPr>
        <p:spPr>
          <a:xfrm flipV="1">
            <a:off x="2423160" y="7397876"/>
            <a:ext cx="205740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4" name="Connector 1348"/>
          <p:cNvSpPr/>
          <p:nvPr/>
        </p:nvSpPr>
        <p:spPr>
          <a:xfrm flipV="1">
            <a:off x="2628899" y="7353300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5" name="Connector 1349"/>
          <p:cNvSpPr/>
          <p:nvPr/>
        </p:nvSpPr>
        <p:spPr>
          <a:xfrm flipV="1">
            <a:off x="283463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6" name="Connector 1350"/>
          <p:cNvSpPr/>
          <p:nvPr/>
        </p:nvSpPr>
        <p:spPr>
          <a:xfrm flipV="1">
            <a:off x="3040379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7" name="Connector 1351"/>
          <p:cNvSpPr/>
          <p:nvPr/>
        </p:nvSpPr>
        <p:spPr>
          <a:xfrm flipV="1">
            <a:off x="3246120" y="727900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8" name="Connector 1352"/>
          <p:cNvSpPr/>
          <p:nvPr/>
        </p:nvSpPr>
        <p:spPr>
          <a:xfrm flipV="1">
            <a:off x="3451859" y="7274052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9" name="Connector 1353"/>
          <p:cNvSpPr/>
          <p:nvPr/>
        </p:nvSpPr>
        <p:spPr>
          <a:xfrm>
            <a:off x="3657600" y="7274052"/>
            <a:ext cx="205739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0" name="Connector 1354"/>
          <p:cNvSpPr/>
          <p:nvPr/>
        </p:nvSpPr>
        <p:spPr>
          <a:xfrm>
            <a:off x="3863338" y="7279005"/>
            <a:ext cx="205742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1" name="Connector 1355"/>
          <p:cNvSpPr/>
          <p:nvPr/>
        </p:nvSpPr>
        <p:spPr>
          <a:xfrm>
            <a:off x="4069079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2" name="Connector 1356"/>
          <p:cNvSpPr/>
          <p:nvPr/>
        </p:nvSpPr>
        <p:spPr>
          <a:xfrm>
            <a:off x="4274820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3" name="Connector 1357"/>
          <p:cNvSpPr/>
          <p:nvPr/>
        </p:nvSpPr>
        <p:spPr>
          <a:xfrm>
            <a:off x="4480559" y="735329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4" name="Connector 1358"/>
          <p:cNvSpPr/>
          <p:nvPr/>
        </p:nvSpPr>
        <p:spPr>
          <a:xfrm>
            <a:off x="4686299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5" name="Connector 1359"/>
          <p:cNvSpPr/>
          <p:nvPr/>
        </p:nvSpPr>
        <p:spPr>
          <a:xfrm flipV="1">
            <a:off x="2423160" y="7378317"/>
            <a:ext cx="411480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6" name="Connector 1360"/>
          <p:cNvSpPr/>
          <p:nvPr/>
        </p:nvSpPr>
        <p:spPr>
          <a:xfrm flipV="1">
            <a:off x="2834638" y="7317740"/>
            <a:ext cx="411483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7" name="Connector 1361"/>
          <p:cNvSpPr/>
          <p:nvPr/>
        </p:nvSpPr>
        <p:spPr>
          <a:xfrm flipV="1">
            <a:off x="3246120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8" name="Connector 1362"/>
          <p:cNvSpPr/>
          <p:nvPr/>
        </p:nvSpPr>
        <p:spPr>
          <a:xfrm flipV="1">
            <a:off x="365759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9" name="Connector 1363"/>
          <p:cNvSpPr/>
          <p:nvPr/>
        </p:nvSpPr>
        <p:spPr>
          <a:xfrm flipV="1">
            <a:off x="4069079" y="7216774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0" name="Connector 1364"/>
          <p:cNvSpPr/>
          <p:nvPr/>
        </p:nvSpPr>
        <p:spPr>
          <a:xfrm flipV="1">
            <a:off x="4480559" y="7210044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1" name="Connector 1365"/>
          <p:cNvSpPr/>
          <p:nvPr/>
        </p:nvSpPr>
        <p:spPr>
          <a:xfrm>
            <a:off x="4892040" y="721004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2" name="Connector 1366"/>
          <p:cNvSpPr/>
          <p:nvPr/>
        </p:nvSpPr>
        <p:spPr>
          <a:xfrm>
            <a:off x="5303520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3" name="Connector 1367"/>
          <p:cNvSpPr/>
          <p:nvPr/>
        </p:nvSpPr>
        <p:spPr>
          <a:xfrm>
            <a:off x="571499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4" name="Connector 1368"/>
          <p:cNvSpPr/>
          <p:nvPr/>
        </p:nvSpPr>
        <p:spPr>
          <a:xfrm>
            <a:off x="6126479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5" name="Connector 1369"/>
          <p:cNvSpPr/>
          <p:nvPr/>
        </p:nvSpPr>
        <p:spPr>
          <a:xfrm>
            <a:off x="6537959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6" name="Connector 1370"/>
          <p:cNvSpPr/>
          <p:nvPr/>
        </p:nvSpPr>
        <p:spPr>
          <a:xfrm>
            <a:off x="6949440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7" name="Connector 1371"/>
          <p:cNvSpPr/>
          <p:nvPr/>
        </p:nvSpPr>
        <p:spPr>
          <a:xfrm flipV="1">
            <a:off x="2423160" y="7358760"/>
            <a:ext cx="617220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8" name="Connector 1372"/>
          <p:cNvSpPr/>
          <p:nvPr/>
        </p:nvSpPr>
        <p:spPr>
          <a:xfrm flipV="1">
            <a:off x="3040378" y="7282180"/>
            <a:ext cx="617222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9" name="Connector 1373"/>
          <p:cNvSpPr/>
          <p:nvPr/>
        </p:nvSpPr>
        <p:spPr>
          <a:xfrm flipV="1">
            <a:off x="3657599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0" name="Connector 1374"/>
          <p:cNvSpPr/>
          <p:nvPr/>
        </p:nvSpPr>
        <p:spPr>
          <a:xfrm flipV="1">
            <a:off x="4274820" y="718007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1" name="Connector 1375"/>
          <p:cNvSpPr/>
          <p:nvPr/>
        </p:nvSpPr>
        <p:spPr>
          <a:xfrm flipV="1">
            <a:off x="4892040" y="715454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2" name="Connector 1376"/>
          <p:cNvSpPr/>
          <p:nvPr/>
        </p:nvSpPr>
        <p:spPr>
          <a:xfrm flipV="1">
            <a:off x="5509259" y="714603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3" name="Connector 1377"/>
          <p:cNvSpPr/>
          <p:nvPr/>
        </p:nvSpPr>
        <p:spPr>
          <a:xfrm>
            <a:off x="6126479" y="714603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4" name="Connector 1378"/>
          <p:cNvSpPr/>
          <p:nvPr/>
        </p:nvSpPr>
        <p:spPr>
          <a:xfrm>
            <a:off x="6743699" y="7154544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5" name="Connector 1379"/>
          <p:cNvSpPr/>
          <p:nvPr/>
        </p:nvSpPr>
        <p:spPr>
          <a:xfrm>
            <a:off x="7360919" y="7180071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6" name="Connector 1380"/>
          <p:cNvSpPr/>
          <p:nvPr/>
        </p:nvSpPr>
        <p:spPr>
          <a:xfrm>
            <a:off x="7978140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7" name="Connector 1381"/>
          <p:cNvSpPr/>
          <p:nvPr/>
        </p:nvSpPr>
        <p:spPr>
          <a:xfrm>
            <a:off x="8595359" y="7282180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8" name="Connector 1382"/>
          <p:cNvSpPr/>
          <p:nvPr/>
        </p:nvSpPr>
        <p:spPr>
          <a:xfrm>
            <a:off x="9212580" y="735876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9" name="Connector 1383"/>
          <p:cNvSpPr/>
          <p:nvPr/>
        </p:nvSpPr>
        <p:spPr>
          <a:xfrm flipV="1">
            <a:off x="2423160" y="7339201"/>
            <a:ext cx="822959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0" name="Connector 1384"/>
          <p:cNvSpPr/>
          <p:nvPr/>
        </p:nvSpPr>
        <p:spPr>
          <a:xfrm flipV="1">
            <a:off x="3246118" y="7246619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1" name="Connector 1385"/>
          <p:cNvSpPr/>
          <p:nvPr/>
        </p:nvSpPr>
        <p:spPr>
          <a:xfrm flipV="1">
            <a:off x="4069079" y="717461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2" name="Connector 1386"/>
          <p:cNvSpPr/>
          <p:nvPr/>
        </p:nvSpPr>
        <p:spPr>
          <a:xfrm flipV="1">
            <a:off x="4892040" y="712317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3" name="Connector 1387"/>
          <p:cNvSpPr/>
          <p:nvPr/>
        </p:nvSpPr>
        <p:spPr>
          <a:xfrm flipV="1">
            <a:off x="5714999" y="709231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4" name="Connector 1388"/>
          <p:cNvSpPr/>
          <p:nvPr/>
        </p:nvSpPr>
        <p:spPr>
          <a:xfrm flipV="1">
            <a:off x="6537959" y="708202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5" name="Connector 1389"/>
          <p:cNvSpPr/>
          <p:nvPr/>
        </p:nvSpPr>
        <p:spPr>
          <a:xfrm>
            <a:off x="7360919" y="708202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6" name="Connector 1390"/>
          <p:cNvSpPr/>
          <p:nvPr/>
        </p:nvSpPr>
        <p:spPr>
          <a:xfrm>
            <a:off x="8183880" y="709231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7" name="Connector 1391"/>
          <p:cNvSpPr/>
          <p:nvPr/>
        </p:nvSpPr>
        <p:spPr>
          <a:xfrm>
            <a:off x="9006840" y="712317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8" name="Connector 1392"/>
          <p:cNvSpPr/>
          <p:nvPr/>
        </p:nvSpPr>
        <p:spPr>
          <a:xfrm>
            <a:off x="9829799" y="717461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9" name="Connector 1393"/>
          <p:cNvSpPr/>
          <p:nvPr/>
        </p:nvSpPr>
        <p:spPr>
          <a:xfrm>
            <a:off x="10652759" y="7246619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0" name="Connector 1394"/>
          <p:cNvSpPr/>
          <p:nvPr/>
        </p:nvSpPr>
        <p:spPr>
          <a:xfrm>
            <a:off x="11475719" y="733920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1" name="Connector 1395"/>
          <p:cNvSpPr/>
          <p:nvPr/>
        </p:nvSpPr>
        <p:spPr>
          <a:xfrm flipV="1">
            <a:off x="2423160" y="7319643"/>
            <a:ext cx="1028700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2" name="Connector 1396"/>
          <p:cNvSpPr/>
          <p:nvPr/>
        </p:nvSpPr>
        <p:spPr>
          <a:xfrm flipV="1">
            <a:off x="3451859" y="7211059"/>
            <a:ext cx="1028702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3" name="Connector 1397"/>
          <p:cNvSpPr/>
          <p:nvPr/>
        </p:nvSpPr>
        <p:spPr>
          <a:xfrm flipV="1">
            <a:off x="4480559" y="712660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4" name="Connector 1398"/>
          <p:cNvSpPr/>
          <p:nvPr/>
        </p:nvSpPr>
        <p:spPr>
          <a:xfrm flipV="1">
            <a:off x="5509259" y="706628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5" name="Connector 1399"/>
          <p:cNvSpPr/>
          <p:nvPr/>
        </p:nvSpPr>
        <p:spPr>
          <a:xfrm flipV="1">
            <a:off x="6537959" y="7030084"/>
            <a:ext cx="1028700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6" name="Connector 1400"/>
          <p:cNvSpPr/>
          <p:nvPr/>
        </p:nvSpPr>
        <p:spPr>
          <a:xfrm flipV="1">
            <a:off x="7566659" y="7018019"/>
            <a:ext cx="1028702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7" name="Connector 1401"/>
          <p:cNvSpPr/>
          <p:nvPr/>
        </p:nvSpPr>
        <p:spPr>
          <a:xfrm>
            <a:off x="8595359" y="701801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8" name="Connector 1402"/>
          <p:cNvSpPr/>
          <p:nvPr/>
        </p:nvSpPr>
        <p:spPr>
          <a:xfrm>
            <a:off x="9624059" y="7030084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9" name="Connector 1403"/>
          <p:cNvSpPr/>
          <p:nvPr/>
        </p:nvSpPr>
        <p:spPr>
          <a:xfrm>
            <a:off x="10652759" y="706628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0" name="Connector 1404"/>
          <p:cNvSpPr/>
          <p:nvPr/>
        </p:nvSpPr>
        <p:spPr>
          <a:xfrm>
            <a:off x="11681459" y="712660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1" name="Connector 1405"/>
          <p:cNvSpPr/>
          <p:nvPr/>
        </p:nvSpPr>
        <p:spPr>
          <a:xfrm>
            <a:off x="12710159" y="7211059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2" name="Connector 1406"/>
          <p:cNvSpPr/>
          <p:nvPr/>
        </p:nvSpPr>
        <p:spPr>
          <a:xfrm>
            <a:off x="13738859" y="7319644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3" name="Connector 1407"/>
          <p:cNvSpPr/>
          <p:nvPr/>
        </p:nvSpPr>
        <p:spPr>
          <a:xfrm flipV="1">
            <a:off x="2423160" y="7300086"/>
            <a:ext cx="1234440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4" name="Connector 1408"/>
          <p:cNvSpPr/>
          <p:nvPr/>
        </p:nvSpPr>
        <p:spPr>
          <a:xfrm flipV="1">
            <a:off x="3657598" y="7175499"/>
            <a:ext cx="1234442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5" name="Connector 1409"/>
          <p:cNvSpPr/>
          <p:nvPr/>
        </p:nvSpPr>
        <p:spPr>
          <a:xfrm flipV="1">
            <a:off x="4892040" y="7078598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6" name="Connector 1410"/>
          <p:cNvSpPr/>
          <p:nvPr/>
        </p:nvSpPr>
        <p:spPr>
          <a:xfrm flipV="1">
            <a:off x="6126479" y="700938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7" name="Connector 1411"/>
          <p:cNvSpPr/>
          <p:nvPr/>
        </p:nvSpPr>
        <p:spPr>
          <a:xfrm flipV="1">
            <a:off x="7360919" y="6967853"/>
            <a:ext cx="1234440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8" name="Connector 1412"/>
          <p:cNvSpPr/>
          <p:nvPr/>
        </p:nvSpPr>
        <p:spPr>
          <a:xfrm flipV="1">
            <a:off x="8595359" y="6954011"/>
            <a:ext cx="1234442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9" name="Connector 1413"/>
          <p:cNvSpPr/>
          <p:nvPr/>
        </p:nvSpPr>
        <p:spPr>
          <a:xfrm>
            <a:off x="9829799" y="6954011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0" name="Connector 1414"/>
          <p:cNvSpPr/>
          <p:nvPr/>
        </p:nvSpPr>
        <p:spPr>
          <a:xfrm>
            <a:off x="11064240" y="6967855"/>
            <a:ext cx="1234441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1" name="Connector 1415"/>
          <p:cNvSpPr/>
          <p:nvPr/>
        </p:nvSpPr>
        <p:spPr>
          <a:xfrm>
            <a:off x="12298680" y="700938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2" name="Connector 1416"/>
          <p:cNvSpPr/>
          <p:nvPr/>
        </p:nvSpPr>
        <p:spPr>
          <a:xfrm>
            <a:off x="13533119" y="7078598"/>
            <a:ext cx="1234440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3" name="Connector 1417"/>
          <p:cNvSpPr/>
          <p:nvPr/>
        </p:nvSpPr>
        <p:spPr>
          <a:xfrm>
            <a:off x="14767559" y="7175499"/>
            <a:ext cx="1234441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4" name="Connector 1418"/>
          <p:cNvSpPr/>
          <p:nvPr/>
        </p:nvSpPr>
        <p:spPr>
          <a:xfrm>
            <a:off x="16001998" y="7300086"/>
            <a:ext cx="1234442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5" name="Connector 1419"/>
          <p:cNvSpPr/>
          <p:nvPr/>
        </p:nvSpPr>
        <p:spPr>
          <a:xfrm flipV="1">
            <a:off x="2423160" y="7280527"/>
            <a:ext cx="1440179" cy="1718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6" name="Connector 1420"/>
          <p:cNvSpPr/>
          <p:nvPr/>
        </p:nvSpPr>
        <p:spPr>
          <a:xfrm flipV="1">
            <a:off x="3863338" y="7139940"/>
            <a:ext cx="1440183" cy="14058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7" name="Connector 1421"/>
          <p:cNvSpPr/>
          <p:nvPr/>
        </p:nvSpPr>
        <p:spPr>
          <a:xfrm flipV="1">
            <a:off x="5303520" y="7030594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8" name="Connector 1422"/>
          <p:cNvSpPr/>
          <p:nvPr/>
        </p:nvSpPr>
        <p:spPr>
          <a:xfrm flipV="1">
            <a:off x="6743699" y="6952488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9" name="Connector 1423"/>
          <p:cNvSpPr/>
          <p:nvPr/>
        </p:nvSpPr>
        <p:spPr>
          <a:xfrm flipV="1">
            <a:off x="8183880" y="6905624"/>
            <a:ext cx="1440181" cy="468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0" name="Connector 1424"/>
          <p:cNvSpPr/>
          <p:nvPr/>
        </p:nvSpPr>
        <p:spPr>
          <a:xfrm flipV="1">
            <a:off x="9624059" y="6890004"/>
            <a:ext cx="1440181" cy="156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1" name="Connector 1425"/>
          <p:cNvSpPr/>
          <p:nvPr/>
        </p:nvSpPr>
        <p:spPr>
          <a:xfrm>
            <a:off x="11064240" y="6890004"/>
            <a:ext cx="1440181" cy="156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2" name="Connector 1426"/>
          <p:cNvSpPr/>
          <p:nvPr/>
        </p:nvSpPr>
        <p:spPr>
          <a:xfrm>
            <a:off x="12504419" y="6905624"/>
            <a:ext cx="1440181" cy="468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3" name="Connector 1427"/>
          <p:cNvSpPr/>
          <p:nvPr/>
        </p:nvSpPr>
        <p:spPr>
          <a:xfrm>
            <a:off x="13944599" y="6952488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4" name="Connector 1428"/>
          <p:cNvSpPr/>
          <p:nvPr/>
        </p:nvSpPr>
        <p:spPr>
          <a:xfrm>
            <a:off x="15384780" y="7030593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5" name="Connector 1429"/>
          <p:cNvSpPr/>
          <p:nvPr/>
        </p:nvSpPr>
        <p:spPr>
          <a:xfrm>
            <a:off x="16824960" y="7139940"/>
            <a:ext cx="1440180" cy="14058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6" name="Connector 1430"/>
          <p:cNvSpPr/>
          <p:nvPr/>
        </p:nvSpPr>
        <p:spPr>
          <a:xfrm>
            <a:off x="18265139" y="7280527"/>
            <a:ext cx="1440182" cy="1718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7" name="Connector 1431"/>
          <p:cNvSpPr/>
          <p:nvPr/>
        </p:nvSpPr>
        <p:spPr>
          <a:xfrm flipV="1">
            <a:off x="4892040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8" name="Connector 1432"/>
          <p:cNvSpPr/>
          <p:nvPr/>
        </p:nvSpPr>
        <p:spPr>
          <a:xfrm flipV="1">
            <a:off x="5097779" y="735330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9" name="Connector 1433"/>
          <p:cNvSpPr/>
          <p:nvPr/>
        </p:nvSpPr>
        <p:spPr>
          <a:xfrm flipV="1">
            <a:off x="5303520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0" name="Connector 1434"/>
          <p:cNvSpPr/>
          <p:nvPr/>
        </p:nvSpPr>
        <p:spPr>
          <a:xfrm flipV="1">
            <a:off x="5509259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1" name="Connector 1435"/>
          <p:cNvSpPr/>
          <p:nvPr/>
        </p:nvSpPr>
        <p:spPr>
          <a:xfrm flipV="1">
            <a:off x="5715000" y="727900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2" name="Connector 1436"/>
          <p:cNvSpPr/>
          <p:nvPr/>
        </p:nvSpPr>
        <p:spPr>
          <a:xfrm flipV="1">
            <a:off x="5920738" y="727405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3" name="Connector 1437"/>
          <p:cNvSpPr/>
          <p:nvPr/>
        </p:nvSpPr>
        <p:spPr>
          <a:xfrm>
            <a:off x="6126479" y="727405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4" name="Connector 1438"/>
          <p:cNvSpPr/>
          <p:nvPr/>
        </p:nvSpPr>
        <p:spPr>
          <a:xfrm>
            <a:off x="6332220" y="727900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5" name="Connector 1439"/>
          <p:cNvSpPr/>
          <p:nvPr/>
        </p:nvSpPr>
        <p:spPr>
          <a:xfrm>
            <a:off x="6537959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6" name="Connector 1440"/>
          <p:cNvSpPr/>
          <p:nvPr/>
        </p:nvSpPr>
        <p:spPr>
          <a:xfrm>
            <a:off x="674369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7" name="Connector 1441"/>
          <p:cNvSpPr/>
          <p:nvPr/>
        </p:nvSpPr>
        <p:spPr>
          <a:xfrm>
            <a:off x="6949440" y="735329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8" name="Connector 1442"/>
          <p:cNvSpPr/>
          <p:nvPr/>
        </p:nvSpPr>
        <p:spPr>
          <a:xfrm>
            <a:off x="7155180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9" name="Connector 1443"/>
          <p:cNvSpPr/>
          <p:nvPr/>
        </p:nvSpPr>
        <p:spPr>
          <a:xfrm flipV="1">
            <a:off x="4892040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0" name="Connector 1444"/>
          <p:cNvSpPr/>
          <p:nvPr/>
        </p:nvSpPr>
        <p:spPr>
          <a:xfrm flipV="1">
            <a:off x="5303520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1" name="Connector 1445"/>
          <p:cNvSpPr/>
          <p:nvPr/>
        </p:nvSpPr>
        <p:spPr>
          <a:xfrm flipV="1">
            <a:off x="5714999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2" name="Connector 1446"/>
          <p:cNvSpPr/>
          <p:nvPr/>
        </p:nvSpPr>
        <p:spPr>
          <a:xfrm flipV="1">
            <a:off x="612647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3" name="Connector 1447"/>
          <p:cNvSpPr/>
          <p:nvPr/>
        </p:nvSpPr>
        <p:spPr>
          <a:xfrm flipV="1">
            <a:off x="6537959" y="7216774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4" name="Connector 1448"/>
          <p:cNvSpPr/>
          <p:nvPr/>
        </p:nvSpPr>
        <p:spPr>
          <a:xfrm flipV="1">
            <a:off x="6949439" y="7210044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5" name="Connector 1449"/>
          <p:cNvSpPr/>
          <p:nvPr/>
        </p:nvSpPr>
        <p:spPr>
          <a:xfrm>
            <a:off x="7360919" y="721004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6" name="Connector 1450"/>
          <p:cNvSpPr/>
          <p:nvPr/>
        </p:nvSpPr>
        <p:spPr>
          <a:xfrm>
            <a:off x="7772399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7" name="Connector 1451"/>
          <p:cNvSpPr/>
          <p:nvPr/>
        </p:nvSpPr>
        <p:spPr>
          <a:xfrm>
            <a:off x="8183878" y="7236968"/>
            <a:ext cx="411482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8" name="Connector 1452"/>
          <p:cNvSpPr/>
          <p:nvPr/>
        </p:nvSpPr>
        <p:spPr>
          <a:xfrm>
            <a:off x="8595359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9" name="Connector 1453"/>
          <p:cNvSpPr/>
          <p:nvPr/>
        </p:nvSpPr>
        <p:spPr>
          <a:xfrm>
            <a:off x="9006840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0" name="Connector 1454"/>
          <p:cNvSpPr/>
          <p:nvPr/>
        </p:nvSpPr>
        <p:spPr>
          <a:xfrm>
            <a:off x="9418319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1" name="Connector 1455"/>
          <p:cNvSpPr/>
          <p:nvPr/>
        </p:nvSpPr>
        <p:spPr>
          <a:xfrm flipV="1">
            <a:off x="4892040" y="735876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2" name="Connector 1456"/>
          <p:cNvSpPr/>
          <p:nvPr/>
        </p:nvSpPr>
        <p:spPr>
          <a:xfrm flipV="1">
            <a:off x="5509259" y="728218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3" name="Connector 1457"/>
          <p:cNvSpPr/>
          <p:nvPr/>
        </p:nvSpPr>
        <p:spPr>
          <a:xfrm flipV="1">
            <a:off x="6126479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4" name="Connector 1458"/>
          <p:cNvSpPr/>
          <p:nvPr/>
        </p:nvSpPr>
        <p:spPr>
          <a:xfrm flipV="1">
            <a:off x="6743699" y="718007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5" name="Connector 1459"/>
          <p:cNvSpPr/>
          <p:nvPr/>
        </p:nvSpPr>
        <p:spPr>
          <a:xfrm flipV="1">
            <a:off x="7360919" y="715454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6" name="Connector 1460"/>
          <p:cNvSpPr/>
          <p:nvPr/>
        </p:nvSpPr>
        <p:spPr>
          <a:xfrm flipV="1">
            <a:off x="7978140" y="714603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7" name="Connector 1461"/>
          <p:cNvSpPr/>
          <p:nvPr/>
        </p:nvSpPr>
        <p:spPr>
          <a:xfrm>
            <a:off x="8595359" y="714603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8" name="Connector 1462"/>
          <p:cNvSpPr/>
          <p:nvPr/>
        </p:nvSpPr>
        <p:spPr>
          <a:xfrm>
            <a:off x="9212580" y="7154544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9" name="Connector 1463"/>
          <p:cNvSpPr/>
          <p:nvPr/>
        </p:nvSpPr>
        <p:spPr>
          <a:xfrm>
            <a:off x="9829799" y="7180071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0" name="Connector 1464"/>
          <p:cNvSpPr/>
          <p:nvPr/>
        </p:nvSpPr>
        <p:spPr>
          <a:xfrm>
            <a:off x="10447019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1" name="Connector 1465"/>
          <p:cNvSpPr/>
          <p:nvPr/>
        </p:nvSpPr>
        <p:spPr>
          <a:xfrm>
            <a:off x="11064240" y="7282180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2" name="Connector 1466"/>
          <p:cNvSpPr/>
          <p:nvPr/>
        </p:nvSpPr>
        <p:spPr>
          <a:xfrm>
            <a:off x="11681459" y="735876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3" name="Connector 1467"/>
          <p:cNvSpPr/>
          <p:nvPr/>
        </p:nvSpPr>
        <p:spPr>
          <a:xfrm flipV="1">
            <a:off x="4892040" y="733920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4" name="Connector 1468"/>
          <p:cNvSpPr/>
          <p:nvPr/>
        </p:nvSpPr>
        <p:spPr>
          <a:xfrm flipV="1">
            <a:off x="5714999" y="7246619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5" name="Connector 1469"/>
          <p:cNvSpPr/>
          <p:nvPr/>
        </p:nvSpPr>
        <p:spPr>
          <a:xfrm flipV="1">
            <a:off x="6537959" y="717461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6" name="Connector 1470"/>
          <p:cNvSpPr/>
          <p:nvPr/>
        </p:nvSpPr>
        <p:spPr>
          <a:xfrm flipV="1">
            <a:off x="7360919" y="712317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7" name="Connector 1471"/>
          <p:cNvSpPr/>
          <p:nvPr/>
        </p:nvSpPr>
        <p:spPr>
          <a:xfrm flipV="1">
            <a:off x="8183880" y="709231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8" name="Connector 1472"/>
          <p:cNvSpPr/>
          <p:nvPr/>
        </p:nvSpPr>
        <p:spPr>
          <a:xfrm flipV="1">
            <a:off x="9006840" y="708202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9" name="Connector 1473"/>
          <p:cNvSpPr/>
          <p:nvPr/>
        </p:nvSpPr>
        <p:spPr>
          <a:xfrm>
            <a:off x="9829799" y="708202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0" name="Connector 1474"/>
          <p:cNvSpPr/>
          <p:nvPr/>
        </p:nvSpPr>
        <p:spPr>
          <a:xfrm>
            <a:off x="10652759" y="709231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1" name="Connector 1475"/>
          <p:cNvSpPr/>
          <p:nvPr/>
        </p:nvSpPr>
        <p:spPr>
          <a:xfrm>
            <a:off x="11475719" y="712317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2" name="Connector 1476"/>
          <p:cNvSpPr/>
          <p:nvPr/>
        </p:nvSpPr>
        <p:spPr>
          <a:xfrm>
            <a:off x="12298680" y="717461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3" name="Connector 1477"/>
          <p:cNvSpPr/>
          <p:nvPr/>
        </p:nvSpPr>
        <p:spPr>
          <a:xfrm>
            <a:off x="13121639" y="7246619"/>
            <a:ext cx="822960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4" name="Connector 1478"/>
          <p:cNvSpPr/>
          <p:nvPr/>
        </p:nvSpPr>
        <p:spPr>
          <a:xfrm>
            <a:off x="13944598" y="733920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5" name="Connector 1479"/>
          <p:cNvSpPr/>
          <p:nvPr/>
        </p:nvSpPr>
        <p:spPr>
          <a:xfrm flipV="1">
            <a:off x="4892040" y="7319643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6" name="Connector 1480"/>
          <p:cNvSpPr/>
          <p:nvPr/>
        </p:nvSpPr>
        <p:spPr>
          <a:xfrm flipV="1">
            <a:off x="5920740" y="7211059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7" name="Connector 1481"/>
          <p:cNvSpPr/>
          <p:nvPr/>
        </p:nvSpPr>
        <p:spPr>
          <a:xfrm flipV="1">
            <a:off x="6949440" y="712660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8" name="Connector 1482"/>
          <p:cNvSpPr/>
          <p:nvPr/>
        </p:nvSpPr>
        <p:spPr>
          <a:xfrm flipV="1">
            <a:off x="7978140" y="706628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69" name="Connector 1483"/>
          <p:cNvSpPr/>
          <p:nvPr/>
        </p:nvSpPr>
        <p:spPr>
          <a:xfrm flipV="1">
            <a:off x="9006840" y="7030084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0" name="Connector 1484"/>
          <p:cNvSpPr/>
          <p:nvPr/>
        </p:nvSpPr>
        <p:spPr>
          <a:xfrm flipV="1">
            <a:off x="10035540" y="7018019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1" name="Connector 1485"/>
          <p:cNvSpPr/>
          <p:nvPr/>
        </p:nvSpPr>
        <p:spPr>
          <a:xfrm>
            <a:off x="11064240" y="701801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2" name="Connector 1486"/>
          <p:cNvSpPr/>
          <p:nvPr/>
        </p:nvSpPr>
        <p:spPr>
          <a:xfrm>
            <a:off x="12092940" y="7030084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3" name="Connector 1487"/>
          <p:cNvSpPr/>
          <p:nvPr/>
        </p:nvSpPr>
        <p:spPr>
          <a:xfrm>
            <a:off x="13121639" y="706628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4" name="Connector 1488"/>
          <p:cNvSpPr/>
          <p:nvPr/>
        </p:nvSpPr>
        <p:spPr>
          <a:xfrm>
            <a:off x="14150339" y="712660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5" name="Connector 1489"/>
          <p:cNvSpPr/>
          <p:nvPr/>
        </p:nvSpPr>
        <p:spPr>
          <a:xfrm>
            <a:off x="15179039" y="7211059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6" name="Connector 1490"/>
          <p:cNvSpPr/>
          <p:nvPr/>
        </p:nvSpPr>
        <p:spPr>
          <a:xfrm>
            <a:off x="16207739" y="7319644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7" name="Connector 1491"/>
          <p:cNvSpPr/>
          <p:nvPr/>
        </p:nvSpPr>
        <p:spPr>
          <a:xfrm flipV="1">
            <a:off x="4892040" y="7300086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8" name="Connector 1492"/>
          <p:cNvSpPr/>
          <p:nvPr/>
        </p:nvSpPr>
        <p:spPr>
          <a:xfrm flipV="1">
            <a:off x="6126479" y="7175499"/>
            <a:ext cx="1234441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79" name="Connector 1493"/>
          <p:cNvSpPr/>
          <p:nvPr/>
        </p:nvSpPr>
        <p:spPr>
          <a:xfrm flipV="1">
            <a:off x="7360919" y="7078598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0" name="Connector 1494"/>
          <p:cNvSpPr/>
          <p:nvPr/>
        </p:nvSpPr>
        <p:spPr>
          <a:xfrm flipV="1">
            <a:off x="8595359" y="700938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1" name="Connector 1495"/>
          <p:cNvSpPr/>
          <p:nvPr/>
        </p:nvSpPr>
        <p:spPr>
          <a:xfrm flipV="1">
            <a:off x="9829799" y="6967853"/>
            <a:ext cx="1234441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2" name="Connector 1496"/>
          <p:cNvSpPr/>
          <p:nvPr/>
        </p:nvSpPr>
        <p:spPr>
          <a:xfrm flipV="1">
            <a:off x="11064240" y="6954011"/>
            <a:ext cx="1234441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3" name="Connector 1497"/>
          <p:cNvSpPr/>
          <p:nvPr/>
        </p:nvSpPr>
        <p:spPr>
          <a:xfrm>
            <a:off x="12298680" y="6954011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4" name="Connector 1498"/>
          <p:cNvSpPr/>
          <p:nvPr/>
        </p:nvSpPr>
        <p:spPr>
          <a:xfrm>
            <a:off x="13533119" y="6967855"/>
            <a:ext cx="1234440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5" name="Connector 1499"/>
          <p:cNvSpPr/>
          <p:nvPr/>
        </p:nvSpPr>
        <p:spPr>
          <a:xfrm>
            <a:off x="14767559" y="7009383"/>
            <a:ext cx="1234442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6" name="Connector 1500"/>
          <p:cNvSpPr/>
          <p:nvPr/>
        </p:nvSpPr>
        <p:spPr>
          <a:xfrm>
            <a:off x="16001999" y="7078598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7" name="Connector 1501"/>
          <p:cNvSpPr/>
          <p:nvPr/>
        </p:nvSpPr>
        <p:spPr>
          <a:xfrm>
            <a:off x="17236439" y="7175499"/>
            <a:ext cx="1234441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8" name="Connector 1502"/>
          <p:cNvSpPr/>
          <p:nvPr/>
        </p:nvSpPr>
        <p:spPr>
          <a:xfrm>
            <a:off x="18470880" y="7300086"/>
            <a:ext cx="1234441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89" name="Connector 1503"/>
          <p:cNvSpPr/>
          <p:nvPr/>
        </p:nvSpPr>
        <p:spPr>
          <a:xfrm flipV="1">
            <a:off x="7360919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0" name="Connector 1504"/>
          <p:cNvSpPr/>
          <p:nvPr/>
        </p:nvSpPr>
        <p:spPr>
          <a:xfrm flipV="1">
            <a:off x="7566659" y="735330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1" name="Connector 1505"/>
          <p:cNvSpPr/>
          <p:nvPr/>
        </p:nvSpPr>
        <p:spPr>
          <a:xfrm flipV="1">
            <a:off x="777239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2" name="Connector 1506"/>
          <p:cNvSpPr/>
          <p:nvPr/>
        </p:nvSpPr>
        <p:spPr>
          <a:xfrm flipV="1">
            <a:off x="7978140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3" name="Connector 1507"/>
          <p:cNvSpPr/>
          <p:nvPr/>
        </p:nvSpPr>
        <p:spPr>
          <a:xfrm flipV="1">
            <a:off x="8183880" y="727900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4" name="Connector 1508"/>
          <p:cNvSpPr/>
          <p:nvPr/>
        </p:nvSpPr>
        <p:spPr>
          <a:xfrm flipV="1">
            <a:off x="8389618" y="727405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5" name="Connector 1509"/>
          <p:cNvSpPr/>
          <p:nvPr/>
        </p:nvSpPr>
        <p:spPr>
          <a:xfrm>
            <a:off x="8595359" y="727405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6" name="Connector 1510"/>
          <p:cNvSpPr/>
          <p:nvPr/>
        </p:nvSpPr>
        <p:spPr>
          <a:xfrm>
            <a:off x="8801099" y="727900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7" name="Connector 1511"/>
          <p:cNvSpPr/>
          <p:nvPr/>
        </p:nvSpPr>
        <p:spPr>
          <a:xfrm>
            <a:off x="9006840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8" name="Connector 1512"/>
          <p:cNvSpPr/>
          <p:nvPr/>
        </p:nvSpPr>
        <p:spPr>
          <a:xfrm>
            <a:off x="9212580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99" name="Connector 1513"/>
          <p:cNvSpPr/>
          <p:nvPr/>
        </p:nvSpPr>
        <p:spPr>
          <a:xfrm>
            <a:off x="9418319" y="735329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0" name="Connector 1514"/>
          <p:cNvSpPr/>
          <p:nvPr/>
        </p:nvSpPr>
        <p:spPr>
          <a:xfrm>
            <a:off x="9624059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1" name="Connector 1515"/>
          <p:cNvSpPr/>
          <p:nvPr/>
        </p:nvSpPr>
        <p:spPr>
          <a:xfrm flipV="1">
            <a:off x="7360919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2" name="Connector 1516"/>
          <p:cNvSpPr/>
          <p:nvPr/>
        </p:nvSpPr>
        <p:spPr>
          <a:xfrm flipV="1">
            <a:off x="7772399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3" name="Connector 1517"/>
          <p:cNvSpPr/>
          <p:nvPr/>
        </p:nvSpPr>
        <p:spPr>
          <a:xfrm flipV="1">
            <a:off x="8183878" y="7270622"/>
            <a:ext cx="411482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4" name="Connector 1518"/>
          <p:cNvSpPr/>
          <p:nvPr/>
        </p:nvSpPr>
        <p:spPr>
          <a:xfrm flipV="1">
            <a:off x="859535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5" name="Connector 1519"/>
          <p:cNvSpPr/>
          <p:nvPr/>
        </p:nvSpPr>
        <p:spPr>
          <a:xfrm flipV="1">
            <a:off x="9006840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6" name="Connector 1520"/>
          <p:cNvSpPr/>
          <p:nvPr/>
        </p:nvSpPr>
        <p:spPr>
          <a:xfrm flipV="1">
            <a:off x="9418319" y="721004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7" name="Connector 1521"/>
          <p:cNvSpPr/>
          <p:nvPr/>
        </p:nvSpPr>
        <p:spPr>
          <a:xfrm>
            <a:off x="9829799" y="721004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8" name="Connector 1522"/>
          <p:cNvSpPr/>
          <p:nvPr/>
        </p:nvSpPr>
        <p:spPr>
          <a:xfrm>
            <a:off x="10241280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09" name="Connector 1523"/>
          <p:cNvSpPr/>
          <p:nvPr/>
        </p:nvSpPr>
        <p:spPr>
          <a:xfrm>
            <a:off x="1065275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0" name="Connector 1524"/>
          <p:cNvSpPr/>
          <p:nvPr/>
        </p:nvSpPr>
        <p:spPr>
          <a:xfrm>
            <a:off x="11064240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1" name="Connector 1525"/>
          <p:cNvSpPr/>
          <p:nvPr/>
        </p:nvSpPr>
        <p:spPr>
          <a:xfrm>
            <a:off x="11475719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2" name="Connector 1526"/>
          <p:cNvSpPr/>
          <p:nvPr/>
        </p:nvSpPr>
        <p:spPr>
          <a:xfrm>
            <a:off x="11887199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3" name="Connector 1527"/>
          <p:cNvSpPr/>
          <p:nvPr/>
        </p:nvSpPr>
        <p:spPr>
          <a:xfrm flipV="1">
            <a:off x="7360919" y="735876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4" name="Connector 1528"/>
          <p:cNvSpPr/>
          <p:nvPr/>
        </p:nvSpPr>
        <p:spPr>
          <a:xfrm flipV="1">
            <a:off x="7978140" y="728218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5" name="Connector 1529"/>
          <p:cNvSpPr/>
          <p:nvPr/>
        </p:nvSpPr>
        <p:spPr>
          <a:xfrm flipV="1">
            <a:off x="8595359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6" name="Connector 1530"/>
          <p:cNvSpPr/>
          <p:nvPr/>
        </p:nvSpPr>
        <p:spPr>
          <a:xfrm flipV="1">
            <a:off x="9212580" y="718007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7" name="Connector 1531"/>
          <p:cNvSpPr/>
          <p:nvPr/>
        </p:nvSpPr>
        <p:spPr>
          <a:xfrm flipV="1">
            <a:off x="9829799" y="715454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8" name="Connector 1532"/>
          <p:cNvSpPr/>
          <p:nvPr/>
        </p:nvSpPr>
        <p:spPr>
          <a:xfrm flipV="1">
            <a:off x="10447019" y="714603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19" name="Connector 1533"/>
          <p:cNvSpPr/>
          <p:nvPr/>
        </p:nvSpPr>
        <p:spPr>
          <a:xfrm>
            <a:off x="11064240" y="714603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0" name="Connector 1534"/>
          <p:cNvSpPr/>
          <p:nvPr/>
        </p:nvSpPr>
        <p:spPr>
          <a:xfrm>
            <a:off x="11681459" y="7154544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1" name="Connector 1535"/>
          <p:cNvSpPr/>
          <p:nvPr/>
        </p:nvSpPr>
        <p:spPr>
          <a:xfrm>
            <a:off x="12298680" y="7180071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2" name="Connector 1536"/>
          <p:cNvSpPr/>
          <p:nvPr/>
        </p:nvSpPr>
        <p:spPr>
          <a:xfrm>
            <a:off x="12915899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3" name="Connector 1537"/>
          <p:cNvSpPr/>
          <p:nvPr/>
        </p:nvSpPr>
        <p:spPr>
          <a:xfrm>
            <a:off x="13533119" y="7282180"/>
            <a:ext cx="617220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4" name="Connector 1538"/>
          <p:cNvSpPr/>
          <p:nvPr/>
        </p:nvSpPr>
        <p:spPr>
          <a:xfrm>
            <a:off x="14150339" y="735876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5" name="Connector 1539"/>
          <p:cNvSpPr/>
          <p:nvPr/>
        </p:nvSpPr>
        <p:spPr>
          <a:xfrm flipV="1">
            <a:off x="7360919" y="7339201"/>
            <a:ext cx="822960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6" name="Connector 1540"/>
          <p:cNvSpPr/>
          <p:nvPr/>
        </p:nvSpPr>
        <p:spPr>
          <a:xfrm flipV="1">
            <a:off x="8183878" y="7246619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7" name="Connector 1541"/>
          <p:cNvSpPr/>
          <p:nvPr/>
        </p:nvSpPr>
        <p:spPr>
          <a:xfrm flipV="1">
            <a:off x="9006840" y="717461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8" name="Connector 1542"/>
          <p:cNvSpPr/>
          <p:nvPr/>
        </p:nvSpPr>
        <p:spPr>
          <a:xfrm flipV="1">
            <a:off x="9829799" y="712317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29" name="Connector 1543"/>
          <p:cNvSpPr/>
          <p:nvPr/>
        </p:nvSpPr>
        <p:spPr>
          <a:xfrm flipV="1">
            <a:off x="10652759" y="709231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0" name="Connector 1544"/>
          <p:cNvSpPr/>
          <p:nvPr/>
        </p:nvSpPr>
        <p:spPr>
          <a:xfrm flipV="1">
            <a:off x="11475719" y="708202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1" name="Connector 1545"/>
          <p:cNvSpPr/>
          <p:nvPr/>
        </p:nvSpPr>
        <p:spPr>
          <a:xfrm>
            <a:off x="12298680" y="7082028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2" name="Connector 1546"/>
          <p:cNvSpPr/>
          <p:nvPr/>
        </p:nvSpPr>
        <p:spPr>
          <a:xfrm>
            <a:off x="13121639" y="709231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3" name="Connector 1547"/>
          <p:cNvSpPr/>
          <p:nvPr/>
        </p:nvSpPr>
        <p:spPr>
          <a:xfrm>
            <a:off x="13944600" y="7123176"/>
            <a:ext cx="822959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4" name="Connector 1548"/>
          <p:cNvSpPr/>
          <p:nvPr/>
        </p:nvSpPr>
        <p:spPr>
          <a:xfrm>
            <a:off x="14767559" y="7174610"/>
            <a:ext cx="822962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5" name="Connector 1549"/>
          <p:cNvSpPr/>
          <p:nvPr/>
        </p:nvSpPr>
        <p:spPr>
          <a:xfrm>
            <a:off x="15590519" y="7246619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6" name="Connector 1550"/>
          <p:cNvSpPr/>
          <p:nvPr/>
        </p:nvSpPr>
        <p:spPr>
          <a:xfrm>
            <a:off x="16413480" y="733920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7" name="Connector 1551"/>
          <p:cNvSpPr/>
          <p:nvPr/>
        </p:nvSpPr>
        <p:spPr>
          <a:xfrm flipV="1">
            <a:off x="7360919" y="7319643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8" name="Connector 1552"/>
          <p:cNvSpPr/>
          <p:nvPr/>
        </p:nvSpPr>
        <p:spPr>
          <a:xfrm flipV="1">
            <a:off x="8389619" y="7211059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39" name="Connector 1553"/>
          <p:cNvSpPr/>
          <p:nvPr/>
        </p:nvSpPr>
        <p:spPr>
          <a:xfrm flipV="1">
            <a:off x="9418319" y="712660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0" name="Connector 1554"/>
          <p:cNvSpPr/>
          <p:nvPr/>
        </p:nvSpPr>
        <p:spPr>
          <a:xfrm flipV="1">
            <a:off x="10447019" y="706628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1" name="Connector 1555"/>
          <p:cNvSpPr/>
          <p:nvPr/>
        </p:nvSpPr>
        <p:spPr>
          <a:xfrm flipV="1">
            <a:off x="11475719" y="7030084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2" name="Connector 1556"/>
          <p:cNvSpPr/>
          <p:nvPr/>
        </p:nvSpPr>
        <p:spPr>
          <a:xfrm flipV="1">
            <a:off x="12504419" y="7018019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3" name="Connector 1557"/>
          <p:cNvSpPr/>
          <p:nvPr/>
        </p:nvSpPr>
        <p:spPr>
          <a:xfrm>
            <a:off x="13533119" y="701801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4" name="Connector 1558"/>
          <p:cNvSpPr/>
          <p:nvPr/>
        </p:nvSpPr>
        <p:spPr>
          <a:xfrm>
            <a:off x="14561819" y="7030084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5" name="Connector 1559"/>
          <p:cNvSpPr/>
          <p:nvPr/>
        </p:nvSpPr>
        <p:spPr>
          <a:xfrm>
            <a:off x="15590519" y="706628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6" name="Connector 1560"/>
          <p:cNvSpPr/>
          <p:nvPr/>
        </p:nvSpPr>
        <p:spPr>
          <a:xfrm>
            <a:off x="16619219" y="7126605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7" name="Connector 1561"/>
          <p:cNvSpPr/>
          <p:nvPr/>
        </p:nvSpPr>
        <p:spPr>
          <a:xfrm>
            <a:off x="17647919" y="7211059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8" name="Connector 1562"/>
          <p:cNvSpPr/>
          <p:nvPr/>
        </p:nvSpPr>
        <p:spPr>
          <a:xfrm>
            <a:off x="18676619" y="7319644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49" name="Connector 1563"/>
          <p:cNvSpPr/>
          <p:nvPr/>
        </p:nvSpPr>
        <p:spPr>
          <a:xfrm flipV="1">
            <a:off x="9829799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0" name="Connector 1564"/>
          <p:cNvSpPr/>
          <p:nvPr/>
        </p:nvSpPr>
        <p:spPr>
          <a:xfrm flipV="1">
            <a:off x="10035540" y="735330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1" name="Connector 1565"/>
          <p:cNvSpPr/>
          <p:nvPr/>
        </p:nvSpPr>
        <p:spPr>
          <a:xfrm flipV="1">
            <a:off x="10241280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2" name="Connector 1566"/>
          <p:cNvSpPr/>
          <p:nvPr/>
        </p:nvSpPr>
        <p:spPr>
          <a:xfrm flipV="1">
            <a:off x="10447019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3" name="Connector 1567"/>
          <p:cNvSpPr/>
          <p:nvPr/>
        </p:nvSpPr>
        <p:spPr>
          <a:xfrm flipV="1">
            <a:off x="10652759" y="727900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4" name="Connector 1568"/>
          <p:cNvSpPr/>
          <p:nvPr/>
        </p:nvSpPr>
        <p:spPr>
          <a:xfrm flipV="1">
            <a:off x="10858499" y="7274052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5" name="Connector 1569"/>
          <p:cNvSpPr/>
          <p:nvPr/>
        </p:nvSpPr>
        <p:spPr>
          <a:xfrm>
            <a:off x="11064240" y="727405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6" name="Connector 1570"/>
          <p:cNvSpPr/>
          <p:nvPr/>
        </p:nvSpPr>
        <p:spPr>
          <a:xfrm>
            <a:off x="11269980" y="727900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7" name="Connector 1571"/>
          <p:cNvSpPr/>
          <p:nvPr/>
        </p:nvSpPr>
        <p:spPr>
          <a:xfrm>
            <a:off x="11475719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8" name="Connector 1572"/>
          <p:cNvSpPr/>
          <p:nvPr/>
        </p:nvSpPr>
        <p:spPr>
          <a:xfrm>
            <a:off x="1168145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59" name="Connector 1573"/>
          <p:cNvSpPr/>
          <p:nvPr/>
        </p:nvSpPr>
        <p:spPr>
          <a:xfrm>
            <a:off x="11887199" y="735329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0" name="Connector 1574"/>
          <p:cNvSpPr/>
          <p:nvPr/>
        </p:nvSpPr>
        <p:spPr>
          <a:xfrm>
            <a:off x="12092940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1" name="Connector 1575"/>
          <p:cNvSpPr/>
          <p:nvPr/>
        </p:nvSpPr>
        <p:spPr>
          <a:xfrm flipV="1">
            <a:off x="9829799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2" name="Connector 1576"/>
          <p:cNvSpPr/>
          <p:nvPr/>
        </p:nvSpPr>
        <p:spPr>
          <a:xfrm flipV="1">
            <a:off x="10241280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3" name="Connector 1577"/>
          <p:cNvSpPr/>
          <p:nvPr/>
        </p:nvSpPr>
        <p:spPr>
          <a:xfrm flipV="1">
            <a:off x="10652759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4" name="Connector 1578"/>
          <p:cNvSpPr/>
          <p:nvPr/>
        </p:nvSpPr>
        <p:spPr>
          <a:xfrm flipV="1">
            <a:off x="11064240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5" name="Connector 1579"/>
          <p:cNvSpPr/>
          <p:nvPr/>
        </p:nvSpPr>
        <p:spPr>
          <a:xfrm flipV="1">
            <a:off x="11475719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6" name="Connector 1580"/>
          <p:cNvSpPr/>
          <p:nvPr/>
        </p:nvSpPr>
        <p:spPr>
          <a:xfrm flipV="1">
            <a:off x="11887199" y="721004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7" name="Connector 1581"/>
          <p:cNvSpPr/>
          <p:nvPr/>
        </p:nvSpPr>
        <p:spPr>
          <a:xfrm>
            <a:off x="12298680" y="721004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8" name="Connector 1582"/>
          <p:cNvSpPr/>
          <p:nvPr/>
        </p:nvSpPr>
        <p:spPr>
          <a:xfrm>
            <a:off x="12710159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69" name="Connector 1583"/>
          <p:cNvSpPr/>
          <p:nvPr/>
        </p:nvSpPr>
        <p:spPr>
          <a:xfrm>
            <a:off x="1312163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0" name="Connector 1584"/>
          <p:cNvSpPr/>
          <p:nvPr/>
        </p:nvSpPr>
        <p:spPr>
          <a:xfrm>
            <a:off x="13533119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1" name="Connector 1585"/>
          <p:cNvSpPr/>
          <p:nvPr/>
        </p:nvSpPr>
        <p:spPr>
          <a:xfrm>
            <a:off x="13944599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2" name="Connector 1586"/>
          <p:cNvSpPr/>
          <p:nvPr/>
        </p:nvSpPr>
        <p:spPr>
          <a:xfrm>
            <a:off x="14356078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3" name="Connector 1587"/>
          <p:cNvSpPr/>
          <p:nvPr/>
        </p:nvSpPr>
        <p:spPr>
          <a:xfrm flipV="1">
            <a:off x="9829799" y="735876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4" name="Connector 1588"/>
          <p:cNvSpPr/>
          <p:nvPr/>
        </p:nvSpPr>
        <p:spPr>
          <a:xfrm flipV="1">
            <a:off x="10447019" y="728218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5" name="Connector 1589"/>
          <p:cNvSpPr/>
          <p:nvPr/>
        </p:nvSpPr>
        <p:spPr>
          <a:xfrm flipV="1">
            <a:off x="11064240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6" name="Connector 1590"/>
          <p:cNvSpPr/>
          <p:nvPr/>
        </p:nvSpPr>
        <p:spPr>
          <a:xfrm flipV="1">
            <a:off x="11681459" y="718007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7" name="Connector 1591"/>
          <p:cNvSpPr/>
          <p:nvPr/>
        </p:nvSpPr>
        <p:spPr>
          <a:xfrm flipV="1">
            <a:off x="12298680" y="7154543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8" name="Connector 1592"/>
          <p:cNvSpPr/>
          <p:nvPr/>
        </p:nvSpPr>
        <p:spPr>
          <a:xfrm flipV="1">
            <a:off x="12915899" y="714603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79" name="Connector 1593"/>
          <p:cNvSpPr/>
          <p:nvPr/>
        </p:nvSpPr>
        <p:spPr>
          <a:xfrm>
            <a:off x="13533119" y="714603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0" name="Connector 1594"/>
          <p:cNvSpPr/>
          <p:nvPr/>
        </p:nvSpPr>
        <p:spPr>
          <a:xfrm>
            <a:off x="14150339" y="7154544"/>
            <a:ext cx="617220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1" name="Connector 1595"/>
          <p:cNvSpPr/>
          <p:nvPr/>
        </p:nvSpPr>
        <p:spPr>
          <a:xfrm>
            <a:off x="14767559" y="7180071"/>
            <a:ext cx="617222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2" name="Connector 1596"/>
          <p:cNvSpPr/>
          <p:nvPr/>
        </p:nvSpPr>
        <p:spPr>
          <a:xfrm>
            <a:off x="15384780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3" name="Connector 1597"/>
          <p:cNvSpPr/>
          <p:nvPr/>
        </p:nvSpPr>
        <p:spPr>
          <a:xfrm>
            <a:off x="16001999" y="7282180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4" name="Connector 1598"/>
          <p:cNvSpPr/>
          <p:nvPr/>
        </p:nvSpPr>
        <p:spPr>
          <a:xfrm>
            <a:off x="16619219" y="7358760"/>
            <a:ext cx="617222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5" name="Connector 1599"/>
          <p:cNvSpPr/>
          <p:nvPr/>
        </p:nvSpPr>
        <p:spPr>
          <a:xfrm flipV="1">
            <a:off x="9829799" y="733920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6" name="Connector 1600"/>
          <p:cNvSpPr/>
          <p:nvPr/>
        </p:nvSpPr>
        <p:spPr>
          <a:xfrm flipV="1">
            <a:off x="10652759" y="7246619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7" name="Connector 1601"/>
          <p:cNvSpPr/>
          <p:nvPr/>
        </p:nvSpPr>
        <p:spPr>
          <a:xfrm flipV="1">
            <a:off x="11475719" y="717461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8" name="Connector 1602"/>
          <p:cNvSpPr/>
          <p:nvPr/>
        </p:nvSpPr>
        <p:spPr>
          <a:xfrm flipV="1">
            <a:off x="12298680" y="712317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89" name="Connector 1603"/>
          <p:cNvSpPr/>
          <p:nvPr/>
        </p:nvSpPr>
        <p:spPr>
          <a:xfrm flipV="1">
            <a:off x="13121639" y="709231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0" name="Connector 1604"/>
          <p:cNvSpPr/>
          <p:nvPr/>
        </p:nvSpPr>
        <p:spPr>
          <a:xfrm flipV="1">
            <a:off x="13944600" y="7082028"/>
            <a:ext cx="822959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1" name="Connector 1605"/>
          <p:cNvSpPr/>
          <p:nvPr/>
        </p:nvSpPr>
        <p:spPr>
          <a:xfrm>
            <a:off x="14767559" y="7082028"/>
            <a:ext cx="822962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2" name="Connector 1606"/>
          <p:cNvSpPr/>
          <p:nvPr/>
        </p:nvSpPr>
        <p:spPr>
          <a:xfrm>
            <a:off x="15590519" y="7092315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3" name="Connector 1607"/>
          <p:cNvSpPr/>
          <p:nvPr/>
        </p:nvSpPr>
        <p:spPr>
          <a:xfrm>
            <a:off x="16413480" y="712317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4" name="Connector 1608"/>
          <p:cNvSpPr/>
          <p:nvPr/>
        </p:nvSpPr>
        <p:spPr>
          <a:xfrm>
            <a:off x="17236439" y="7174610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5" name="Connector 1609"/>
          <p:cNvSpPr/>
          <p:nvPr/>
        </p:nvSpPr>
        <p:spPr>
          <a:xfrm>
            <a:off x="18059399" y="7246619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6" name="Connector 1610"/>
          <p:cNvSpPr/>
          <p:nvPr/>
        </p:nvSpPr>
        <p:spPr>
          <a:xfrm>
            <a:off x="18882360" y="733920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7" name="Connector 1611"/>
          <p:cNvSpPr/>
          <p:nvPr/>
        </p:nvSpPr>
        <p:spPr>
          <a:xfrm flipV="1">
            <a:off x="12298680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8" name="Connector 1612"/>
          <p:cNvSpPr/>
          <p:nvPr/>
        </p:nvSpPr>
        <p:spPr>
          <a:xfrm flipV="1">
            <a:off x="12504419" y="735330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99" name="Connector 1613"/>
          <p:cNvSpPr/>
          <p:nvPr/>
        </p:nvSpPr>
        <p:spPr>
          <a:xfrm flipV="1">
            <a:off x="1271015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0" name="Connector 1614"/>
          <p:cNvSpPr/>
          <p:nvPr/>
        </p:nvSpPr>
        <p:spPr>
          <a:xfrm flipV="1">
            <a:off x="12915899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1" name="Connector 1615"/>
          <p:cNvSpPr/>
          <p:nvPr/>
        </p:nvSpPr>
        <p:spPr>
          <a:xfrm flipV="1">
            <a:off x="13121639" y="727900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2" name="Connector 1616"/>
          <p:cNvSpPr/>
          <p:nvPr/>
        </p:nvSpPr>
        <p:spPr>
          <a:xfrm flipV="1">
            <a:off x="13327378" y="727405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3" name="Connector 1617"/>
          <p:cNvSpPr/>
          <p:nvPr/>
        </p:nvSpPr>
        <p:spPr>
          <a:xfrm>
            <a:off x="13533119" y="727405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4" name="Connector 1618"/>
          <p:cNvSpPr/>
          <p:nvPr/>
        </p:nvSpPr>
        <p:spPr>
          <a:xfrm>
            <a:off x="13738860" y="727900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5" name="Connector 1619"/>
          <p:cNvSpPr/>
          <p:nvPr/>
        </p:nvSpPr>
        <p:spPr>
          <a:xfrm>
            <a:off x="13944599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6" name="Connector 1620"/>
          <p:cNvSpPr/>
          <p:nvPr/>
        </p:nvSpPr>
        <p:spPr>
          <a:xfrm>
            <a:off x="1415033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7" name="Connector 1621"/>
          <p:cNvSpPr/>
          <p:nvPr/>
        </p:nvSpPr>
        <p:spPr>
          <a:xfrm>
            <a:off x="14356080" y="7353299"/>
            <a:ext cx="205740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8" name="Connector 1622"/>
          <p:cNvSpPr/>
          <p:nvPr/>
        </p:nvSpPr>
        <p:spPr>
          <a:xfrm>
            <a:off x="14561819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9" name="Connector 1623"/>
          <p:cNvSpPr/>
          <p:nvPr/>
        </p:nvSpPr>
        <p:spPr>
          <a:xfrm flipV="1">
            <a:off x="12298680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0" name="Connector 1624"/>
          <p:cNvSpPr/>
          <p:nvPr/>
        </p:nvSpPr>
        <p:spPr>
          <a:xfrm flipV="1">
            <a:off x="12710159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1" name="Connector 1625"/>
          <p:cNvSpPr/>
          <p:nvPr/>
        </p:nvSpPr>
        <p:spPr>
          <a:xfrm flipV="1">
            <a:off x="13121639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2" name="Connector 1626"/>
          <p:cNvSpPr/>
          <p:nvPr/>
        </p:nvSpPr>
        <p:spPr>
          <a:xfrm flipV="1">
            <a:off x="1353311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3" name="Connector 1627"/>
          <p:cNvSpPr/>
          <p:nvPr/>
        </p:nvSpPr>
        <p:spPr>
          <a:xfrm flipV="1">
            <a:off x="13944599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4" name="Connector 1628"/>
          <p:cNvSpPr/>
          <p:nvPr/>
        </p:nvSpPr>
        <p:spPr>
          <a:xfrm flipV="1">
            <a:off x="14356078" y="721004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5" name="Connector 1629"/>
          <p:cNvSpPr/>
          <p:nvPr/>
        </p:nvSpPr>
        <p:spPr>
          <a:xfrm>
            <a:off x="14767559" y="7210043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6" name="Connector 1630"/>
          <p:cNvSpPr/>
          <p:nvPr/>
        </p:nvSpPr>
        <p:spPr>
          <a:xfrm>
            <a:off x="15179039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7" name="Connector 1631"/>
          <p:cNvSpPr/>
          <p:nvPr/>
        </p:nvSpPr>
        <p:spPr>
          <a:xfrm>
            <a:off x="1559051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8" name="Connector 1632"/>
          <p:cNvSpPr/>
          <p:nvPr/>
        </p:nvSpPr>
        <p:spPr>
          <a:xfrm>
            <a:off x="16001999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9" name="Connector 1633"/>
          <p:cNvSpPr/>
          <p:nvPr/>
        </p:nvSpPr>
        <p:spPr>
          <a:xfrm>
            <a:off x="16413480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0" name="Connector 1634"/>
          <p:cNvSpPr/>
          <p:nvPr/>
        </p:nvSpPr>
        <p:spPr>
          <a:xfrm>
            <a:off x="16824960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1" name="Connector 1635"/>
          <p:cNvSpPr/>
          <p:nvPr/>
        </p:nvSpPr>
        <p:spPr>
          <a:xfrm flipV="1">
            <a:off x="12298680" y="735876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2" name="Connector 1636"/>
          <p:cNvSpPr/>
          <p:nvPr/>
        </p:nvSpPr>
        <p:spPr>
          <a:xfrm flipV="1">
            <a:off x="12915899" y="7282180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3" name="Connector 1637"/>
          <p:cNvSpPr/>
          <p:nvPr/>
        </p:nvSpPr>
        <p:spPr>
          <a:xfrm flipV="1">
            <a:off x="13533119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4" name="Connector 1638"/>
          <p:cNvSpPr/>
          <p:nvPr/>
        </p:nvSpPr>
        <p:spPr>
          <a:xfrm flipV="1">
            <a:off x="14150339" y="7180071"/>
            <a:ext cx="617220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5" name="Connector 1639"/>
          <p:cNvSpPr/>
          <p:nvPr/>
        </p:nvSpPr>
        <p:spPr>
          <a:xfrm flipV="1">
            <a:off x="14767559" y="7154543"/>
            <a:ext cx="617222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6" name="Connector 1640"/>
          <p:cNvSpPr/>
          <p:nvPr/>
        </p:nvSpPr>
        <p:spPr>
          <a:xfrm flipV="1">
            <a:off x="15384780" y="7146035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7" name="Connector 1641"/>
          <p:cNvSpPr/>
          <p:nvPr/>
        </p:nvSpPr>
        <p:spPr>
          <a:xfrm>
            <a:off x="16001999" y="714603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8" name="Connector 1642"/>
          <p:cNvSpPr/>
          <p:nvPr/>
        </p:nvSpPr>
        <p:spPr>
          <a:xfrm>
            <a:off x="16619219" y="7154544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9" name="Connector 1643"/>
          <p:cNvSpPr/>
          <p:nvPr/>
        </p:nvSpPr>
        <p:spPr>
          <a:xfrm>
            <a:off x="17236439" y="7180071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0" name="Connector 1644"/>
          <p:cNvSpPr/>
          <p:nvPr/>
        </p:nvSpPr>
        <p:spPr>
          <a:xfrm>
            <a:off x="17853660" y="7222617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1" name="Connector 1645"/>
          <p:cNvSpPr/>
          <p:nvPr/>
        </p:nvSpPr>
        <p:spPr>
          <a:xfrm>
            <a:off x="18470880" y="7282180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2" name="Connector 1646"/>
          <p:cNvSpPr/>
          <p:nvPr/>
        </p:nvSpPr>
        <p:spPr>
          <a:xfrm>
            <a:off x="19088099" y="7358760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3" name="Connector 1647"/>
          <p:cNvSpPr/>
          <p:nvPr/>
        </p:nvSpPr>
        <p:spPr>
          <a:xfrm flipV="1">
            <a:off x="14767559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4" name="Connector 1648"/>
          <p:cNvSpPr/>
          <p:nvPr/>
        </p:nvSpPr>
        <p:spPr>
          <a:xfrm flipV="1">
            <a:off x="14973298" y="7353300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5" name="Connector 1649"/>
          <p:cNvSpPr/>
          <p:nvPr/>
        </p:nvSpPr>
        <p:spPr>
          <a:xfrm flipV="1">
            <a:off x="1517903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6" name="Connector 1650"/>
          <p:cNvSpPr/>
          <p:nvPr/>
        </p:nvSpPr>
        <p:spPr>
          <a:xfrm flipV="1">
            <a:off x="15384780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7" name="Connector 1651"/>
          <p:cNvSpPr/>
          <p:nvPr/>
        </p:nvSpPr>
        <p:spPr>
          <a:xfrm flipV="1">
            <a:off x="15590519" y="727900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8" name="Connector 1652"/>
          <p:cNvSpPr/>
          <p:nvPr/>
        </p:nvSpPr>
        <p:spPr>
          <a:xfrm flipV="1">
            <a:off x="15796259" y="727405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9" name="Connector 1653"/>
          <p:cNvSpPr/>
          <p:nvPr/>
        </p:nvSpPr>
        <p:spPr>
          <a:xfrm>
            <a:off x="16001999" y="727405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0" name="Connector 1654"/>
          <p:cNvSpPr/>
          <p:nvPr/>
        </p:nvSpPr>
        <p:spPr>
          <a:xfrm>
            <a:off x="16207739" y="727900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1" name="Connector 1655"/>
          <p:cNvSpPr/>
          <p:nvPr/>
        </p:nvSpPr>
        <p:spPr>
          <a:xfrm>
            <a:off x="16413480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2" name="Connector 1656"/>
          <p:cNvSpPr/>
          <p:nvPr/>
        </p:nvSpPr>
        <p:spPr>
          <a:xfrm>
            <a:off x="1661921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3" name="Connector 1657"/>
          <p:cNvSpPr/>
          <p:nvPr/>
        </p:nvSpPr>
        <p:spPr>
          <a:xfrm>
            <a:off x="16824960" y="735329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4" name="Connector 1658"/>
          <p:cNvSpPr/>
          <p:nvPr/>
        </p:nvSpPr>
        <p:spPr>
          <a:xfrm>
            <a:off x="17030699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5" name="Connector 1659"/>
          <p:cNvSpPr/>
          <p:nvPr/>
        </p:nvSpPr>
        <p:spPr>
          <a:xfrm flipV="1">
            <a:off x="14767559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6" name="Connector 1660"/>
          <p:cNvSpPr/>
          <p:nvPr/>
        </p:nvSpPr>
        <p:spPr>
          <a:xfrm flipV="1">
            <a:off x="15179039" y="7317740"/>
            <a:ext cx="411482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7" name="Connector 1661"/>
          <p:cNvSpPr/>
          <p:nvPr/>
        </p:nvSpPr>
        <p:spPr>
          <a:xfrm flipV="1">
            <a:off x="15590519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8" name="Connector 1662"/>
          <p:cNvSpPr/>
          <p:nvPr/>
        </p:nvSpPr>
        <p:spPr>
          <a:xfrm flipV="1">
            <a:off x="1600199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9" name="Connector 1663"/>
          <p:cNvSpPr/>
          <p:nvPr/>
        </p:nvSpPr>
        <p:spPr>
          <a:xfrm flipV="1">
            <a:off x="16413480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0" name="Connector 1664"/>
          <p:cNvSpPr/>
          <p:nvPr/>
        </p:nvSpPr>
        <p:spPr>
          <a:xfrm flipV="1">
            <a:off x="16824960" y="721004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1" name="Connector 1665"/>
          <p:cNvSpPr/>
          <p:nvPr/>
        </p:nvSpPr>
        <p:spPr>
          <a:xfrm>
            <a:off x="17236439" y="721004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2" name="Connector 1666"/>
          <p:cNvSpPr/>
          <p:nvPr/>
        </p:nvSpPr>
        <p:spPr>
          <a:xfrm>
            <a:off x="17647919" y="7216774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3" name="Connector 1667"/>
          <p:cNvSpPr/>
          <p:nvPr/>
        </p:nvSpPr>
        <p:spPr>
          <a:xfrm>
            <a:off x="18059399" y="723696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4" name="Connector 1668"/>
          <p:cNvSpPr/>
          <p:nvPr/>
        </p:nvSpPr>
        <p:spPr>
          <a:xfrm>
            <a:off x="18470880" y="7270622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5" name="Connector 1669"/>
          <p:cNvSpPr/>
          <p:nvPr/>
        </p:nvSpPr>
        <p:spPr>
          <a:xfrm>
            <a:off x="18882360" y="731774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6" name="Connector 1670"/>
          <p:cNvSpPr/>
          <p:nvPr/>
        </p:nvSpPr>
        <p:spPr>
          <a:xfrm>
            <a:off x="19293839" y="7378317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7" name="Connector 1671"/>
          <p:cNvSpPr/>
          <p:nvPr/>
        </p:nvSpPr>
        <p:spPr>
          <a:xfrm flipV="1">
            <a:off x="17236439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8" name="Connector 1672"/>
          <p:cNvSpPr/>
          <p:nvPr/>
        </p:nvSpPr>
        <p:spPr>
          <a:xfrm flipV="1">
            <a:off x="17442180" y="735330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9" name="Connector 1673"/>
          <p:cNvSpPr/>
          <p:nvPr/>
        </p:nvSpPr>
        <p:spPr>
          <a:xfrm flipV="1">
            <a:off x="1764791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0" name="Connector 1674"/>
          <p:cNvSpPr/>
          <p:nvPr/>
        </p:nvSpPr>
        <p:spPr>
          <a:xfrm flipV="1">
            <a:off x="17853660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1" name="Connector 1675"/>
          <p:cNvSpPr/>
          <p:nvPr/>
        </p:nvSpPr>
        <p:spPr>
          <a:xfrm flipV="1">
            <a:off x="18059400" y="727900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2" name="Connector 1676"/>
          <p:cNvSpPr/>
          <p:nvPr/>
        </p:nvSpPr>
        <p:spPr>
          <a:xfrm flipV="1">
            <a:off x="18265139" y="727405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3" name="Connector 1677"/>
          <p:cNvSpPr/>
          <p:nvPr/>
        </p:nvSpPr>
        <p:spPr>
          <a:xfrm>
            <a:off x="18470880" y="727405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4" name="Connector 1678"/>
          <p:cNvSpPr/>
          <p:nvPr/>
        </p:nvSpPr>
        <p:spPr>
          <a:xfrm>
            <a:off x="18676619" y="7279005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5" name="Connector 1679"/>
          <p:cNvSpPr/>
          <p:nvPr/>
        </p:nvSpPr>
        <p:spPr>
          <a:xfrm>
            <a:off x="18882360" y="729386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6" name="Connector 1680"/>
          <p:cNvSpPr/>
          <p:nvPr/>
        </p:nvSpPr>
        <p:spPr>
          <a:xfrm>
            <a:off x="19088099" y="7318629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7" name="Connector 1681"/>
          <p:cNvSpPr/>
          <p:nvPr/>
        </p:nvSpPr>
        <p:spPr>
          <a:xfrm>
            <a:off x="19293839" y="7353299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8" name="Connector 1682"/>
          <p:cNvSpPr/>
          <p:nvPr/>
        </p:nvSpPr>
        <p:spPr>
          <a:xfrm>
            <a:off x="19499580" y="739787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9" name="Connector 1683"/>
          <p:cNvSpPr/>
          <p:nvPr/>
        </p:nvSpPr>
        <p:spPr>
          <a:xfrm flipV="1">
            <a:off x="2423160" y="8632317"/>
            <a:ext cx="205740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0" name="Connector 1684"/>
          <p:cNvSpPr/>
          <p:nvPr/>
        </p:nvSpPr>
        <p:spPr>
          <a:xfrm flipV="1">
            <a:off x="2628899" y="8587740"/>
            <a:ext cx="205742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1" name="Connector 1685"/>
          <p:cNvSpPr/>
          <p:nvPr/>
        </p:nvSpPr>
        <p:spPr>
          <a:xfrm flipV="1">
            <a:off x="283463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2" name="Connector 1686"/>
          <p:cNvSpPr/>
          <p:nvPr/>
        </p:nvSpPr>
        <p:spPr>
          <a:xfrm flipV="1">
            <a:off x="3040379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3" name="Connector 1687"/>
          <p:cNvSpPr/>
          <p:nvPr/>
        </p:nvSpPr>
        <p:spPr>
          <a:xfrm flipV="1">
            <a:off x="3246120" y="851344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4" name="Connector 1688"/>
          <p:cNvSpPr/>
          <p:nvPr/>
        </p:nvSpPr>
        <p:spPr>
          <a:xfrm flipV="1">
            <a:off x="3451859" y="8508492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5" name="Connector 1689"/>
          <p:cNvSpPr/>
          <p:nvPr/>
        </p:nvSpPr>
        <p:spPr>
          <a:xfrm>
            <a:off x="3657600" y="8508492"/>
            <a:ext cx="205739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6" name="Connector 1690"/>
          <p:cNvSpPr/>
          <p:nvPr/>
        </p:nvSpPr>
        <p:spPr>
          <a:xfrm>
            <a:off x="3863338" y="8513444"/>
            <a:ext cx="205742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7" name="Connector 1691"/>
          <p:cNvSpPr/>
          <p:nvPr/>
        </p:nvSpPr>
        <p:spPr>
          <a:xfrm>
            <a:off x="4069079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8" name="Connector 1692"/>
          <p:cNvSpPr/>
          <p:nvPr/>
        </p:nvSpPr>
        <p:spPr>
          <a:xfrm>
            <a:off x="4274820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9" name="Connector 1693"/>
          <p:cNvSpPr/>
          <p:nvPr/>
        </p:nvSpPr>
        <p:spPr>
          <a:xfrm>
            <a:off x="4480559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0" name="Connector 1694"/>
          <p:cNvSpPr/>
          <p:nvPr/>
        </p:nvSpPr>
        <p:spPr>
          <a:xfrm>
            <a:off x="4686299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1" name="Connector 1695"/>
          <p:cNvSpPr/>
          <p:nvPr/>
        </p:nvSpPr>
        <p:spPr>
          <a:xfrm flipV="1">
            <a:off x="2423160" y="8612758"/>
            <a:ext cx="411480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2" name="Connector 1696"/>
          <p:cNvSpPr/>
          <p:nvPr/>
        </p:nvSpPr>
        <p:spPr>
          <a:xfrm flipV="1">
            <a:off x="2834638" y="8552180"/>
            <a:ext cx="411483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3" name="Connector 1697"/>
          <p:cNvSpPr/>
          <p:nvPr/>
        </p:nvSpPr>
        <p:spPr>
          <a:xfrm flipV="1">
            <a:off x="3246120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4" name="Connector 1698"/>
          <p:cNvSpPr/>
          <p:nvPr/>
        </p:nvSpPr>
        <p:spPr>
          <a:xfrm flipV="1">
            <a:off x="365759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5" name="Connector 1699"/>
          <p:cNvSpPr/>
          <p:nvPr/>
        </p:nvSpPr>
        <p:spPr>
          <a:xfrm flipV="1">
            <a:off x="4069079" y="8451215"/>
            <a:ext cx="411480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6" name="Connector 1700"/>
          <p:cNvSpPr/>
          <p:nvPr/>
        </p:nvSpPr>
        <p:spPr>
          <a:xfrm flipV="1">
            <a:off x="4480559" y="8444484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7" name="Connector 1701"/>
          <p:cNvSpPr/>
          <p:nvPr/>
        </p:nvSpPr>
        <p:spPr>
          <a:xfrm>
            <a:off x="4892040" y="84444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8" name="Connector 1702"/>
          <p:cNvSpPr/>
          <p:nvPr/>
        </p:nvSpPr>
        <p:spPr>
          <a:xfrm>
            <a:off x="5303520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9" name="Connector 1703"/>
          <p:cNvSpPr/>
          <p:nvPr/>
        </p:nvSpPr>
        <p:spPr>
          <a:xfrm>
            <a:off x="571499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0" name="Connector 1704"/>
          <p:cNvSpPr/>
          <p:nvPr/>
        </p:nvSpPr>
        <p:spPr>
          <a:xfrm>
            <a:off x="6126479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1" name="Connector 1705"/>
          <p:cNvSpPr/>
          <p:nvPr/>
        </p:nvSpPr>
        <p:spPr>
          <a:xfrm>
            <a:off x="6537959" y="855218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2" name="Connector 1706"/>
          <p:cNvSpPr/>
          <p:nvPr/>
        </p:nvSpPr>
        <p:spPr>
          <a:xfrm>
            <a:off x="6949440" y="86127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3" name="Connector 1707"/>
          <p:cNvSpPr/>
          <p:nvPr/>
        </p:nvSpPr>
        <p:spPr>
          <a:xfrm flipV="1">
            <a:off x="2423160" y="8593200"/>
            <a:ext cx="617220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4" name="Connector 1708"/>
          <p:cNvSpPr/>
          <p:nvPr/>
        </p:nvSpPr>
        <p:spPr>
          <a:xfrm flipV="1">
            <a:off x="3040378" y="8516619"/>
            <a:ext cx="617222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5" name="Connector 1709"/>
          <p:cNvSpPr/>
          <p:nvPr/>
        </p:nvSpPr>
        <p:spPr>
          <a:xfrm flipV="1">
            <a:off x="3657599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6" name="Connector 1710"/>
          <p:cNvSpPr/>
          <p:nvPr/>
        </p:nvSpPr>
        <p:spPr>
          <a:xfrm flipV="1">
            <a:off x="4274820" y="84145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7" name="Connector 1711"/>
          <p:cNvSpPr/>
          <p:nvPr/>
        </p:nvSpPr>
        <p:spPr>
          <a:xfrm flipV="1">
            <a:off x="4892040" y="838898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8" name="Connector 1712"/>
          <p:cNvSpPr/>
          <p:nvPr/>
        </p:nvSpPr>
        <p:spPr>
          <a:xfrm flipV="1">
            <a:off x="5509259" y="838047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9" name="Connector 1713"/>
          <p:cNvSpPr/>
          <p:nvPr/>
        </p:nvSpPr>
        <p:spPr>
          <a:xfrm>
            <a:off x="6126479" y="8380475"/>
            <a:ext cx="617221" cy="85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0" name="Connector 1714"/>
          <p:cNvSpPr/>
          <p:nvPr/>
        </p:nvSpPr>
        <p:spPr>
          <a:xfrm>
            <a:off x="6743699" y="8388984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1" name="Connector 1715"/>
          <p:cNvSpPr/>
          <p:nvPr/>
        </p:nvSpPr>
        <p:spPr>
          <a:xfrm>
            <a:off x="7360919" y="84145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2" name="Connector 1716"/>
          <p:cNvSpPr/>
          <p:nvPr/>
        </p:nvSpPr>
        <p:spPr>
          <a:xfrm>
            <a:off x="7978140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3" name="Connector 1717"/>
          <p:cNvSpPr/>
          <p:nvPr/>
        </p:nvSpPr>
        <p:spPr>
          <a:xfrm>
            <a:off x="8595359" y="851661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4" name="Connector 1718"/>
          <p:cNvSpPr/>
          <p:nvPr/>
        </p:nvSpPr>
        <p:spPr>
          <a:xfrm>
            <a:off x="9212580" y="8593201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5" name="Connector 1719"/>
          <p:cNvSpPr/>
          <p:nvPr/>
        </p:nvSpPr>
        <p:spPr>
          <a:xfrm flipV="1">
            <a:off x="2423160" y="8573641"/>
            <a:ext cx="822959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6" name="Connector 1720"/>
          <p:cNvSpPr/>
          <p:nvPr/>
        </p:nvSpPr>
        <p:spPr>
          <a:xfrm flipV="1">
            <a:off x="3246118" y="8481059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7" name="Connector 1721"/>
          <p:cNvSpPr/>
          <p:nvPr/>
        </p:nvSpPr>
        <p:spPr>
          <a:xfrm flipV="1">
            <a:off x="4069079" y="84090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8" name="Connector 1722"/>
          <p:cNvSpPr/>
          <p:nvPr/>
        </p:nvSpPr>
        <p:spPr>
          <a:xfrm flipV="1">
            <a:off x="4892040" y="83576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9" name="Connector 1723"/>
          <p:cNvSpPr/>
          <p:nvPr/>
        </p:nvSpPr>
        <p:spPr>
          <a:xfrm flipV="1">
            <a:off x="5714999" y="83267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0" name="Connector 1724"/>
          <p:cNvSpPr/>
          <p:nvPr/>
        </p:nvSpPr>
        <p:spPr>
          <a:xfrm flipV="1">
            <a:off x="6537959" y="831646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1" name="Connector 1725"/>
          <p:cNvSpPr/>
          <p:nvPr/>
        </p:nvSpPr>
        <p:spPr>
          <a:xfrm>
            <a:off x="7360919" y="831646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2" name="Connector 1726"/>
          <p:cNvSpPr/>
          <p:nvPr/>
        </p:nvSpPr>
        <p:spPr>
          <a:xfrm>
            <a:off x="8183880" y="83267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3" name="Connector 1727"/>
          <p:cNvSpPr/>
          <p:nvPr/>
        </p:nvSpPr>
        <p:spPr>
          <a:xfrm>
            <a:off x="9006840" y="83576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4" name="Connector 1728"/>
          <p:cNvSpPr/>
          <p:nvPr/>
        </p:nvSpPr>
        <p:spPr>
          <a:xfrm>
            <a:off x="9829799" y="84090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5" name="Connector 1729"/>
          <p:cNvSpPr/>
          <p:nvPr/>
        </p:nvSpPr>
        <p:spPr>
          <a:xfrm>
            <a:off x="10652759" y="848105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6" name="Connector 1730"/>
          <p:cNvSpPr/>
          <p:nvPr/>
        </p:nvSpPr>
        <p:spPr>
          <a:xfrm>
            <a:off x="11475719" y="8573643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7" name="Connector 1731"/>
          <p:cNvSpPr/>
          <p:nvPr/>
        </p:nvSpPr>
        <p:spPr>
          <a:xfrm flipV="1">
            <a:off x="2423160" y="8554084"/>
            <a:ext cx="1028700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8" name="Connector 1732"/>
          <p:cNvSpPr/>
          <p:nvPr/>
        </p:nvSpPr>
        <p:spPr>
          <a:xfrm flipV="1">
            <a:off x="3451859" y="8445499"/>
            <a:ext cx="1028702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9" name="Connector 1733"/>
          <p:cNvSpPr/>
          <p:nvPr/>
        </p:nvSpPr>
        <p:spPr>
          <a:xfrm flipV="1">
            <a:off x="4480559" y="836104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0" name="Connector 1734"/>
          <p:cNvSpPr/>
          <p:nvPr/>
        </p:nvSpPr>
        <p:spPr>
          <a:xfrm flipV="1">
            <a:off x="5509259" y="830071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1" name="Connector 1735"/>
          <p:cNvSpPr/>
          <p:nvPr/>
        </p:nvSpPr>
        <p:spPr>
          <a:xfrm flipV="1">
            <a:off x="6537959" y="8264524"/>
            <a:ext cx="1028700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2" name="Connector 1736"/>
          <p:cNvSpPr/>
          <p:nvPr/>
        </p:nvSpPr>
        <p:spPr>
          <a:xfrm flipV="1">
            <a:off x="7566659" y="8252459"/>
            <a:ext cx="1028702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3" name="Connector 1737"/>
          <p:cNvSpPr/>
          <p:nvPr/>
        </p:nvSpPr>
        <p:spPr>
          <a:xfrm>
            <a:off x="8595359" y="825245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4" name="Connector 1738"/>
          <p:cNvSpPr/>
          <p:nvPr/>
        </p:nvSpPr>
        <p:spPr>
          <a:xfrm>
            <a:off x="9624059" y="8264525"/>
            <a:ext cx="1028701" cy="36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5" name="Connector 1739"/>
          <p:cNvSpPr/>
          <p:nvPr/>
        </p:nvSpPr>
        <p:spPr>
          <a:xfrm>
            <a:off x="10652759" y="830071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6" name="Connector 1740"/>
          <p:cNvSpPr/>
          <p:nvPr/>
        </p:nvSpPr>
        <p:spPr>
          <a:xfrm>
            <a:off x="11681459" y="836104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7" name="Connector 1741"/>
          <p:cNvSpPr/>
          <p:nvPr/>
        </p:nvSpPr>
        <p:spPr>
          <a:xfrm>
            <a:off x="12710159" y="8445499"/>
            <a:ext cx="1028700" cy="108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8" name="Connector 1742"/>
          <p:cNvSpPr/>
          <p:nvPr/>
        </p:nvSpPr>
        <p:spPr>
          <a:xfrm>
            <a:off x="13738859" y="8554084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9" name="Connector 1743"/>
          <p:cNvSpPr/>
          <p:nvPr/>
        </p:nvSpPr>
        <p:spPr>
          <a:xfrm flipV="1">
            <a:off x="2423160" y="8534526"/>
            <a:ext cx="1234440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0" name="Connector 1744"/>
          <p:cNvSpPr/>
          <p:nvPr/>
        </p:nvSpPr>
        <p:spPr>
          <a:xfrm flipV="1">
            <a:off x="3657598" y="8409940"/>
            <a:ext cx="1234442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1" name="Connector 1745"/>
          <p:cNvSpPr/>
          <p:nvPr/>
        </p:nvSpPr>
        <p:spPr>
          <a:xfrm flipV="1">
            <a:off x="4892040" y="831303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2" name="Connector 1746"/>
          <p:cNvSpPr/>
          <p:nvPr/>
        </p:nvSpPr>
        <p:spPr>
          <a:xfrm flipV="1">
            <a:off x="6126479" y="824382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3" name="Connector 1747"/>
          <p:cNvSpPr/>
          <p:nvPr/>
        </p:nvSpPr>
        <p:spPr>
          <a:xfrm flipV="1">
            <a:off x="7360919" y="8202293"/>
            <a:ext cx="1234440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4" name="Connector 1748"/>
          <p:cNvSpPr/>
          <p:nvPr/>
        </p:nvSpPr>
        <p:spPr>
          <a:xfrm flipV="1">
            <a:off x="8595359" y="8188452"/>
            <a:ext cx="1234442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5" name="Connector 1749"/>
          <p:cNvSpPr/>
          <p:nvPr/>
        </p:nvSpPr>
        <p:spPr>
          <a:xfrm>
            <a:off x="9829799" y="818845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6" name="Connector 1750"/>
          <p:cNvSpPr/>
          <p:nvPr/>
        </p:nvSpPr>
        <p:spPr>
          <a:xfrm>
            <a:off x="11064240" y="8202294"/>
            <a:ext cx="1234441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7" name="Connector 1751"/>
          <p:cNvSpPr/>
          <p:nvPr/>
        </p:nvSpPr>
        <p:spPr>
          <a:xfrm>
            <a:off x="12298680" y="824382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8" name="Connector 1752"/>
          <p:cNvSpPr/>
          <p:nvPr/>
        </p:nvSpPr>
        <p:spPr>
          <a:xfrm>
            <a:off x="13533119" y="8313039"/>
            <a:ext cx="1234440" cy="969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9" name="Connector 1753"/>
          <p:cNvSpPr/>
          <p:nvPr/>
        </p:nvSpPr>
        <p:spPr>
          <a:xfrm>
            <a:off x="14767559" y="8409939"/>
            <a:ext cx="1234441" cy="12458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0" name="Connector 1754"/>
          <p:cNvSpPr/>
          <p:nvPr/>
        </p:nvSpPr>
        <p:spPr>
          <a:xfrm>
            <a:off x="16001998" y="8534527"/>
            <a:ext cx="1234442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1" name="Connector 1755"/>
          <p:cNvSpPr/>
          <p:nvPr/>
        </p:nvSpPr>
        <p:spPr>
          <a:xfrm flipV="1">
            <a:off x="2423160" y="8514967"/>
            <a:ext cx="1440179" cy="1718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2" name="Connector 1756"/>
          <p:cNvSpPr/>
          <p:nvPr/>
        </p:nvSpPr>
        <p:spPr>
          <a:xfrm flipV="1">
            <a:off x="3863338" y="8374380"/>
            <a:ext cx="1440183" cy="14058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3" name="Connector 1757"/>
          <p:cNvSpPr/>
          <p:nvPr/>
        </p:nvSpPr>
        <p:spPr>
          <a:xfrm flipV="1">
            <a:off x="5303520" y="8265033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4" name="Connector 1758"/>
          <p:cNvSpPr/>
          <p:nvPr/>
        </p:nvSpPr>
        <p:spPr>
          <a:xfrm flipV="1">
            <a:off x="6743699" y="8186928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5" name="Connector 1759"/>
          <p:cNvSpPr/>
          <p:nvPr/>
        </p:nvSpPr>
        <p:spPr>
          <a:xfrm flipV="1">
            <a:off x="8183880" y="8140064"/>
            <a:ext cx="1440181" cy="468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6" name="Connector 1760"/>
          <p:cNvSpPr/>
          <p:nvPr/>
        </p:nvSpPr>
        <p:spPr>
          <a:xfrm flipV="1">
            <a:off x="9624059" y="8124443"/>
            <a:ext cx="1440181" cy="156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7" name="Connector 1761"/>
          <p:cNvSpPr/>
          <p:nvPr/>
        </p:nvSpPr>
        <p:spPr>
          <a:xfrm>
            <a:off x="11064240" y="8124443"/>
            <a:ext cx="1440181" cy="1562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8" name="Connector 1762"/>
          <p:cNvSpPr/>
          <p:nvPr/>
        </p:nvSpPr>
        <p:spPr>
          <a:xfrm>
            <a:off x="12504419" y="8140064"/>
            <a:ext cx="1440181" cy="468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9" name="Connector 1763"/>
          <p:cNvSpPr/>
          <p:nvPr/>
        </p:nvSpPr>
        <p:spPr>
          <a:xfrm>
            <a:off x="13944599" y="8186928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0" name="Connector 1764"/>
          <p:cNvSpPr/>
          <p:nvPr/>
        </p:nvSpPr>
        <p:spPr>
          <a:xfrm>
            <a:off x="15384780" y="8265032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1" name="Connector 1765"/>
          <p:cNvSpPr/>
          <p:nvPr/>
        </p:nvSpPr>
        <p:spPr>
          <a:xfrm>
            <a:off x="16824960" y="8374380"/>
            <a:ext cx="1440180" cy="14058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2" name="Connector 1766"/>
          <p:cNvSpPr/>
          <p:nvPr/>
        </p:nvSpPr>
        <p:spPr>
          <a:xfrm>
            <a:off x="18265139" y="8514967"/>
            <a:ext cx="1440182" cy="1718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3" name="Connector 1767"/>
          <p:cNvSpPr/>
          <p:nvPr/>
        </p:nvSpPr>
        <p:spPr>
          <a:xfrm flipV="1">
            <a:off x="4892040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4" name="Connector 1768"/>
          <p:cNvSpPr/>
          <p:nvPr/>
        </p:nvSpPr>
        <p:spPr>
          <a:xfrm flipV="1">
            <a:off x="5097779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5" name="Connector 1769"/>
          <p:cNvSpPr/>
          <p:nvPr/>
        </p:nvSpPr>
        <p:spPr>
          <a:xfrm flipV="1">
            <a:off x="5303520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6" name="Connector 1770"/>
          <p:cNvSpPr/>
          <p:nvPr/>
        </p:nvSpPr>
        <p:spPr>
          <a:xfrm flipV="1">
            <a:off x="5509259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7" name="Connector 1771"/>
          <p:cNvSpPr/>
          <p:nvPr/>
        </p:nvSpPr>
        <p:spPr>
          <a:xfrm flipV="1">
            <a:off x="5715000" y="851344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8" name="Connector 1772"/>
          <p:cNvSpPr/>
          <p:nvPr/>
        </p:nvSpPr>
        <p:spPr>
          <a:xfrm flipV="1">
            <a:off x="5920738" y="85084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9" name="Connector 1773"/>
          <p:cNvSpPr/>
          <p:nvPr/>
        </p:nvSpPr>
        <p:spPr>
          <a:xfrm>
            <a:off x="6126479" y="85084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0" name="Connector 1774"/>
          <p:cNvSpPr/>
          <p:nvPr/>
        </p:nvSpPr>
        <p:spPr>
          <a:xfrm>
            <a:off x="6332220" y="851344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1" name="Connector 1775"/>
          <p:cNvSpPr/>
          <p:nvPr/>
        </p:nvSpPr>
        <p:spPr>
          <a:xfrm>
            <a:off x="6537959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2" name="Connector 1776"/>
          <p:cNvSpPr/>
          <p:nvPr/>
        </p:nvSpPr>
        <p:spPr>
          <a:xfrm>
            <a:off x="674369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3" name="Connector 1777"/>
          <p:cNvSpPr/>
          <p:nvPr/>
        </p:nvSpPr>
        <p:spPr>
          <a:xfrm>
            <a:off x="6949440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4" name="Connector 1778"/>
          <p:cNvSpPr/>
          <p:nvPr/>
        </p:nvSpPr>
        <p:spPr>
          <a:xfrm>
            <a:off x="7155180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5" name="Connector 1779"/>
          <p:cNvSpPr/>
          <p:nvPr/>
        </p:nvSpPr>
        <p:spPr>
          <a:xfrm flipV="1">
            <a:off x="4892040" y="861275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6" name="Connector 1780"/>
          <p:cNvSpPr/>
          <p:nvPr/>
        </p:nvSpPr>
        <p:spPr>
          <a:xfrm flipV="1">
            <a:off x="5303520" y="855218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7" name="Connector 1781"/>
          <p:cNvSpPr/>
          <p:nvPr/>
        </p:nvSpPr>
        <p:spPr>
          <a:xfrm flipV="1">
            <a:off x="5714999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8" name="Connector 1782"/>
          <p:cNvSpPr/>
          <p:nvPr/>
        </p:nvSpPr>
        <p:spPr>
          <a:xfrm flipV="1">
            <a:off x="612647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9" name="Connector 1783"/>
          <p:cNvSpPr/>
          <p:nvPr/>
        </p:nvSpPr>
        <p:spPr>
          <a:xfrm flipV="1">
            <a:off x="6537959" y="8451215"/>
            <a:ext cx="411480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0" name="Connector 1784"/>
          <p:cNvSpPr/>
          <p:nvPr/>
        </p:nvSpPr>
        <p:spPr>
          <a:xfrm flipV="1">
            <a:off x="6949439" y="8444484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1" name="Connector 1785"/>
          <p:cNvSpPr/>
          <p:nvPr/>
        </p:nvSpPr>
        <p:spPr>
          <a:xfrm>
            <a:off x="7360919" y="84444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2" name="Connector 1786"/>
          <p:cNvSpPr/>
          <p:nvPr/>
        </p:nvSpPr>
        <p:spPr>
          <a:xfrm>
            <a:off x="7772399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3" name="Connector 1787"/>
          <p:cNvSpPr/>
          <p:nvPr/>
        </p:nvSpPr>
        <p:spPr>
          <a:xfrm>
            <a:off x="8183878" y="8471407"/>
            <a:ext cx="411482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4" name="Connector 1788"/>
          <p:cNvSpPr/>
          <p:nvPr/>
        </p:nvSpPr>
        <p:spPr>
          <a:xfrm>
            <a:off x="8595359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5" name="Connector 1789"/>
          <p:cNvSpPr/>
          <p:nvPr/>
        </p:nvSpPr>
        <p:spPr>
          <a:xfrm>
            <a:off x="9006840" y="855218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6" name="Connector 1790"/>
          <p:cNvSpPr/>
          <p:nvPr/>
        </p:nvSpPr>
        <p:spPr>
          <a:xfrm>
            <a:off x="9418319" y="86127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7" name="Connector 1791"/>
          <p:cNvSpPr/>
          <p:nvPr/>
        </p:nvSpPr>
        <p:spPr>
          <a:xfrm flipV="1">
            <a:off x="4892040" y="85932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8" name="Connector 1792"/>
          <p:cNvSpPr/>
          <p:nvPr/>
        </p:nvSpPr>
        <p:spPr>
          <a:xfrm flipV="1">
            <a:off x="5509259" y="851661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9" name="Connector 1793"/>
          <p:cNvSpPr/>
          <p:nvPr/>
        </p:nvSpPr>
        <p:spPr>
          <a:xfrm flipV="1">
            <a:off x="6126479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0" name="Connector 1794"/>
          <p:cNvSpPr/>
          <p:nvPr/>
        </p:nvSpPr>
        <p:spPr>
          <a:xfrm flipV="1">
            <a:off x="6743699" y="84145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1" name="Connector 1795"/>
          <p:cNvSpPr/>
          <p:nvPr/>
        </p:nvSpPr>
        <p:spPr>
          <a:xfrm flipV="1">
            <a:off x="7360919" y="838898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2" name="Connector 1796"/>
          <p:cNvSpPr/>
          <p:nvPr/>
        </p:nvSpPr>
        <p:spPr>
          <a:xfrm flipV="1">
            <a:off x="7978140" y="838047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3" name="Connector 1797"/>
          <p:cNvSpPr/>
          <p:nvPr/>
        </p:nvSpPr>
        <p:spPr>
          <a:xfrm>
            <a:off x="8595359" y="8380475"/>
            <a:ext cx="617221" cy="85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4" name="Connector 1798"/>
          <p:cNvSpPr/>
          <p:nvPr/>
        </p:nvSpPr>
        <p:spPr>
          <a:xfrm>
            <a:off x="9212580" y="8388984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5" name="Connector 1799"/>
          <p:cNvSpPr/>
          <p:nvPr/>
        </p:nvSpPr>
        <p:spPr>
          <a:xfrm>
            <a:off x="9829799" y="84145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6" name="Connector 1800"/>
          <p:cNvSpPr/>
          <p:nvPr/>
        </p:nvSpPr>
        <p:spPr>
          <a:xfrm>
            <a:off x="10447019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7" name="Connector 1801"/>
          <p:cNvSpPr/>
          <p:nvPr/>
        </p:nvSpPr>
        <p:spPr>
          <a:xfrm>
            <a:off x="11064240" y="851661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8" name="Connector 1802"/>
          <p:cNvSpPr/>
          <p:nvPr/>
        </p:nvSpPr>
        <p:spPr>
          <a:xfrm>
            <a:off x="11681459" y="8593201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9" name="Connector 1803"/>
          <p:cNvSpPr/>
          <p:nvPr/>
        </p:nvSpPr>
        <p:spPr>
          <a:xfrm flipV="1">
            <a:off x="4892040" y="857364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0" name="Connector 1804"/>
          <p:cNvSpPr/>
          <p:nvPr/>
        </p:nvSpPr>
        <p:spPr>
          <a:xfrm flipV="1">
            <a:off x="5714999" y="8481059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1" name="Connector 1805"/>
          <p:cNvSpPr/>
          <p:nvPr/>
        </p:nvSpPr>
        <p:spPr>
          <a:xfrm flipV="1">
            <a:off x="6537959" y="84090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2" name="Connector 1806"/>
          <p:cNvSpPr/>
          <p:nvPr/>
        </p:nvSpPr>
        <p:spPr>
          <a:xfrm flipV="1">
            <a:off x="7360919" y="83576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3" name="Connector 1807"/>
          <p:cNvSpPr/>
          <p:nvPr/>
        </p:nvSpPr>
        <p:spPr>
          <a:xfrm flipV="1">
            <a:off x="8183880" y="83267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4" name="Connector 1808"/>
          <p:cNvSpPr/>
          <p:nvPr/>
        </p:nvSpPr>
        <p:spPr>
          <a:xfrm flipV="1">
            <a:off x="9006840" y="831646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5" name="Connector 1809"/>
          <p:cNvSpPr/>
          <p:nvPr/>
        </p:nvSpPr>
        <p:spPr>
          <a:xfrm>
            <a:off x="9829799" y="831646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6" name="Connector 1810"/>
          <p:cNvSpPr/>
          <p:nvPr/>
        </p:nvSpPr>
        <p:spPr>
          <a:xfrm>
            <a:off x="10652759" y="83267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7" name="Connector 1811"/>
          <p:cNvSpPr/>
          <p:nvPr/>
        </p:nvSpPr>
        <p:spPr>
          <a:xfrm>
            <a:off x="11475719" y="83576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8" name="Connector 1812"/>
          <p:cNvSpPr/>
          <p:nvPr/>
        </p:nvSpPr>
        <p:spPr>
          <a:xfrm>
            <a:off x="12298680" y="84090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9" name="Connector 1813"/>
          <p:cNvSpPr/>
          <p:nvPr/>
        </p:nvSpPr>
        <p:spPr>
          <a:xfrm>
            <a:off x="13121639" y="8481059"/>
            <a:ext cx="822960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0" name="Connector 1814"/>
          <p:cNvSpPr/>
          <p:nvPr/>
        </p:nvSpPr>
        <p:spPr>
          <a:xfrm>
            <a:off x="13944598" y="8573643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1" name="Connector 1815"/>
          <p:cNvSpPr/>
          <p:nvPr/>
        </p:nvSpPr>
        <p:spPr>
          <a:xfrm flipV="1">
            <a:off x="4892040" y="8554084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2" name="Connector 1816"/>
          <p:cNvSpPr/>
          <p:nvPr/>
        </p:nvSpPr>
        <p:spPr>
          <a:xfrm flipV="1">
            <a:off x="5920740" y="8445499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3" name="Connector 1817"/>
          <p:cNvSpPr/>
          <p:nvPr/>
        </p:nvSpPr>
        <p:spPr>
          <a:xfrm flipV="1">
            <a:off x="6949440" y="836104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4" name="Connector 1818"/>
          <p:cNvSpPr/>
          <p:nvPr/>
        </p:nvSpPr>
        <p:spPr>
          <a:xfrm flipV="1">
            <a:off x="7978140" y="830071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5" name="Connector 1819"/>
          <p:cNvSpPr/>
          <p:nvPr/>
        </p:nvSpPr>
        <p:spPr>
          <a:xfrm flipV="1">
            <a:off x="9006840" y="8264524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6" name="Connector 1820"/>
          <p:cNvSpPr/>
          <p:nvPr/>
        </p:nvSpPr>
        <p:spPr>
          <a:xfrm flipV="1">
            <a:off x="10035540" y="8252459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7" name="Connector 1821"/>
          <p:cNvSpPr/>
          <p:nvPr/>
        </p:nvSpPr>
        <p:spPr>
          <a:xfrm>
            <a:off x="11064240" y="825245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8" name="Connector 1822"/>
          <p:cNvSpPr/>
          <p:nvPr/>
        </p:nvSpPr>
        <p:spPr>
          <a:xfrm>
            <a:off x="12092940" y="8264525"/>
            <a:ext cx="1028701" cy="36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9" name="Connector 1823"/>
          <p:cNvSpPr/>
          <p:nvPr/>
        </p:nvSpPr>
        <p:spPr>
          <a:xfrm>
            <a:off x="13121639" y="830071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0" name="Connector 1824"/>
          <p:cNvSpPr/>
          <p:nvPr/>
        </p:nvSpPr>
        <p:spPr>
          <a:xfrm>
            <a:off x="14150339" y="836104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1" name="Connector 1825"/>
          <p:cNvSpPr/>
          <p:nvPr/>
        </p:nvSpPr>
        <p:spPr>
          <a:xfrm>
            <a:off x="15179039" y="8445499"/>
            <a:ext cx="1028700" cy="108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2" name="Connector 1826"/>
          <p:cNvSpPr/>
          <p:nvPr/>
        </p:nvSpPr>
        <p:spPr>
          <a:xfrm>
            <a:off x="16207739" y="8554084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3" name="Connector 1827"/>
          <p:cNvSpPr/>
          <p:nvPr/>
        </p:nvSpPr>
        <p:spPr>
          <a:xfrm flipV="1">
            <a:off x="4892040" y="8534526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4" name="Connector 1828"/>
          <p:cNvSpPr/>
          <p:nvPr/>
        </p:nvSpPr>
        <p:spPr>
          <a:xfrm flipV="1">
            <a:off x="6126479" y="8409940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5" name="Connector 1829"/>
          <p:cNvSpPr/>
          <p:nvPr/>
        </p:nvSpPr>
        <p:spPr>
          <a:xfrm flipV="1">
            <a:off x="7360919" y="831303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6" name="Connector 1830"/>
          <p:cNvSpPr/>
          <p:nvPr/>
        </p:nvSpPr>
        <p:spPr>
          <a:xfrm flipV="1">
            <a:off x="8595359" y="8243823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7" name="Connector 1831"/>
          <p:cNvSpPr/>
          <p:nvPr/>
        </p:nvSpPr>
        <p:spPr>
          <a:xfrm flipV="1">
            <a:off x="9829799" y="8202293"/>
            <a:ext cx="1234441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8" name="Connector 1832"/>
          <p:cNvSpPr/>
          <p:nvPr/>
        </p:nvSpPr>
        <p:spPr>
          <a:xfrm flipV="1">
            <a:off x="11064240" y="8188452"/>
            <a:ext cx="1234441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9" name="Connector 1833"/>
          <p:cNvSpPr/>
          <p:nvPr/>
        </p:nvSpPr>
        <p:spPr>
          <a:xfrm>
            <a:off x="12298680" y="818845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0" name="Connector 1834"/>
          <p:cNvSpPr/>
          <p:nvPr/>
        </p:nvSpPr>
        <p:spPr>
          <a:xfrm>
            <a:off x="13533119" y="8202294"/>
            <a:ext cx="1234440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1" name="Connector 1835"/>
          <p:cNvSpPr/>
          <p:nvPr/>
        </p:nvSpPr>
        <p:spPr>
          <a:xfrm>
            <a:off x="14767559" y="8243823"/>
            <a:ext cx="1234442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2" name="Connector 1836"/>
          <p:cNvSpPr/>
          <p:nvPr/>
        </p:nvSpPr>
        <p:spPr>
          <a:xfrm>
            <a:off x="16001999" y="8313039"/>
            <a:ext cx="1234441" cy="969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3" name="Connector 1837"/>
          <p:cNvSpPr/>
          <p:nvPr/>
        </p:nvSpPr>
        <p:spPr>
          <a:xfrm>
            <a:off x="17236439" y="8409939"/>
            <a:ext cx="1234441" cy="12458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4" name="Connector 1838"/>
          <p:cNvSpPr/>
          <p:nvPr/>
        </p:nvSpPr>
        <p:spPr>
          <a:xfrm>
            <a:off x="18470880" y="8534527"/>
            <a:ext cx="1234441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5" name="Connector 1839"/>
          <p:cNvSpPr/>
          <p:nvPr/>
        </p:nvSpPr>
        <p:spPr>
          <a:xfrm flipV="1">
            <a:off x="7360919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6" name="Connector 1840"/>
          <p:cNvSpPr/>
          <p:nvPr/>
        </p:nvSpPr>
        <p:spPr>
          <a:xfrm flipV="1">
            <a:off x="7566659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7" name="Connector 1841"/>
          <p:cNvSpPr/>
          <p:nvPr/>
        </p:nvSpPr>
        <p:spPr>
          <a:xfrm flipV="1">
            <a:off x="777239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8" name="Connector 1842"/>
          <p:cNvSpPr/>
          <p:nvPr/>
        </p:nvSpPr>
        <p:spPr>
          <a:xfrm flipV="1">
            <a:off x="7978140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9" name="Connector 1843"/>
          <p:cNvSpPr/>
          <p:nvPr/>
        </p:nvSpPr>
        <p:spPr>
          <a:xfrm flipV="1">
            <a:off x="8183880" y="851344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0" name="Connector 1844"/>
          <p:cNvSpPr/>
          <p:nvPr/>
        </p:nvSpPr>
        <p:spPr>
          <a:xfrm flipV="1">
            <a:off x="8389618" y="85084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1" name="Connector 1845"/>
          <p:cNvSpPr/>
          <p:nvPr/>
        </p:nvSpPr>
        <p:spPr>
          <a:xfrm>
            <a:off x="8595359" y="85084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2" name="Connector 1846"/>
          <p:cNvSpPr/>
          <p:nvPr/>
        </p:nvSpPr>
        <p:spPr>
          <a:xfrm>
            <a:off x="8801099" y="851344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3" name="Connector 1847"/>
          <p:cNvSpPr/>
          <p:nvPr/>
        </p:nvSpPr>
        <p:spPr>
          <a:xfrm>
            <a:off x="9006840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4" name="Connector 1848"/>
          <p:cNvSpPr/>
          <p:nvPr/>
        </p:nvSpPr>
        <p:spPr>
          <a:xfrm>
            <a:off x="9212580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5" name="Connector 1849"/>
          <p:cNvSpPr/>
          <p:nvPr/>
        </p:nvSpPr>
        <p:spPr>
          <a:xfrm>
            <a:off x="9418319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6" name="Connector 1850"/>
          <p:cNvSpPr/>
          <p:nvPr/>
        </p:nvSpPr>
        <p:spPr>
          <a:xfrm>
            <a:off x="9624059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7" name="Connector 1851"/>
          <p:cNvSpPr/>
          <p:nvPr/>
        </p:nvSpPr>
        <p:spPr>
          <a:xfrm flipV="1">
            <a:off x="7360919" y="861275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8" name="Connector 1852"/>
          <p:cNvSpPr/>
          <p:nvPr/>
        </p:nvSpPr>
        <p:spPr>
          <a:xfrm flipV="1">
            <a:off x="7772399" y="855218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9" name="Connector 1853"/>
          <p:cNvSpPr/>
          <p:nvPr/>
        </p:nvSpPr>
        <p:spPr>
          <a:xfrm flipV="1">
            <a:off x="8183878" y="8505063"/>
            <a:ext cx="411482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0" name="Connector 1854"/>
          <p:cNvSpPr/>
          <p:nvPr/>
        </p:nvSpPr>
        <p:spPr>
          <a:xfrm flipV="1">
            <a:off x="859535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1" name="Connector 1855"/>
          <p:cNvSpPr/>
          <p:nvPr/>
        </p:nvSpPr>
        <p:spPr>
          <a:xfrm flipV="1">
            <a:off x="9006840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2" name="Connector 1856"/>
          <p:cNvSpPr/>
          <p:nvPr/>
        </p:nvSpPr>
        <p:spPr>
          <a:xfrm flipV="1">
            <a:off x="9418319" y="844448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3" name="Connector 1857"/>
          <p:cNvSpPr/>
          <p:nvPr/>
        </p:nvSpPr>
        <p:spPr>
          <a:xfrm>
            <a:off x="9829799" y="84444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4" name="Connector 1858"/>
          <p:cNvSpPr/>
          <p:nvPr/>
        </p:nvSpPr>
        <p:spPr>
          <a:xfrm>
            <a:off x="10241280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5" name="Connector 1859"/>
          <p:cNvSpPr/>
          <p:nvPr/>
        </p:nvSpPr>
        <p:spPr>
          <a:xfrm>
            <a:off x="1065275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6" name="Connector 1860"/>
          <p:cNvSpPr/>
          <p:nvPr/>
        </p:nvSpPr>
        <p:spPr>
          <a:xfrm>
            <a:off x="11064240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7" name="Connector 1861"/>
          <p:cNvSpPr/>
          <p:nvPr/>
        </p:nvSpPr>
        <p:spPr>
          <a:xfrm>
            <a:off x="11475719" y="855218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8" name="Connector 1862"/>
          <p:cNvSpPr/>
          <p:nvPr/>
        </p:nvSpPr>
        <p:spPr>
          <a:xfrm>
            <a:off x="11887199" y="86127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9" name="Connector 1863"/>
          <p:cNvSpPr/>
          <p:nvPr/>
        </p:nvSpPr>
        <p:spPr>
          <a:xfrm flipV="1">
            <a:off x="7360919" y="85932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0" name="Connector 1864"/>
          <p:cNvSpPr/>
          <p:nvPr/>
        </p:nvSpPr>
        <p:spPr>
          <a:xfrm flipV="1">
            <a:off x="7978140" y="851661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1" name="Connector 1865"/>
          <p:cNvSpPr/>
          <p:nvPr/>
        </p:nvSpPr>
        <p:spPr>
          <a:xfrm flipV="1">
            <a:off x="8595359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2" name="Connector 1866"/>
          <p:cNvSpPr/>
          <p:nvPr/>
        </p:nvSpPr>
        <p:spPr>
          <a:xfrm flipV="1">
            <a:off x="9212580" y="84145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3" name="Connector 1867"/>
          <p:cNvSpPr/>
          <p:nvPr/>
        </p:nvSpPr>
        <p:spPr>
          <a:xfrm flipV="1">
            <a:off x="9829799" y="838898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4" name="Connector 1868"/>
          <p:cNvSpPr/>
          <p:nvPr/>
        </p:nvSpPr>
        <p:spPr>
          <a:xfrm flipV="1">
            <a:off x="10447019" y="838047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5" name="Connector 1869"/>
          <p:cNvSpPr/>
          <p:nvPr/>
        </p:nvSpPr>
        <p:spPr>
          <a:xfrm>
            <a:off x="11064240" y="8380475"/>
            <a:ext cx="617221" cy="85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6" name="Connector 1870"/>
          <p:cNvSpPr/>
          <p:nvPr/>
        </p:nvSpPr>
        <p:spPr>
          <a:xfrm>
            <a:off x="11681459" y="8388984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7" name="Connector 1871"/>
          <p:cNvSpPr/>
          <p:nvPr/>
        </p:nvSpPr>
        <p:spPr>
          <a:xfrm>
            <a:off x="12298680" y="84145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8" name="Connector 1872"/>
          <p:cNvSpPr/>
          <p:nvPr/>
        </p:nvSpPr>
        <p:spPr>
          <a:xfrm>
            <a:off x="12915899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9" name="Connector 1873"/>
          <p:cNvSpPr/>
          <p:nvPr/>
        </p:nvSpPr>
        <p:spPr>
          <a:xfrm>
            <a:off x="13533119" y="8516619"/>
            <a:ext cx="617220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0" name="Connector 1874"/>
          <p:cNvSpPr/>
          <p:nvPr/>
        </p:nvSpPr>
        <p:spPr>
          <a:xfrm>
            <a:off x="14150339" y="8593201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1" name="Connector 1875"/>
          <p:cNvSpPr/>
          <p:nvPr/>
        </p:nvSpPr>
        <p:spPr>
          <a:xfrm flipV="1">
            <a:off x="7360919" y="8573641"/>
            <a:ext cx="822960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2" name="Connector 1876"/>
          <p:cNvSpPr/>
          <p:nvPr/>
        </p:nvSpPr>
        <p:spPr>
          <a:xfrm flipV="1">
            <a:off x="8183878" y="8481059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3" name="Connector 1877"/>
          <p:cNvSpPr/>
          <p:nvPr/>
        </p:nvSpPr>
        <p:spPr>
          <a:xfrm flipV="1">
            <a:off x="9006840" y="84090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4" name="Connector 1878"/>
          <p:cNvSpPr/>
          <p:nvPr/>
        </p:nvSpPr>
        <p:spPr>
          <a:xfrm flipV="1">
            <a:off x="9829799" y="83576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5" name="Connector 1879"/>
          <p:cNvSpPr/>
          <p:nvPr/>
        </p:nvSpPr>
        <p:spPr>
          <a:xfrm flipV="1">
            <a:off x="10652759" y="83267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6" name="Connector 1880"/>
          <p:cNvSpPr/>
          <p:nvPr/>
        </p:nvSpPr>
        <p:spPr>
          <a:xfrm flipV="1">
            <a:off x="11475719" y="831646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7" name="Connector 1881"/>
          <p:cNvSpPr/>
          <p:nvPr/>
        </p:nvSpPr>
        <p:spPr>
          <a:xfrm>
            <a:off x="12298680" y="8316468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8" name="Connector 1882"/>
          <p:cNvSpPr/>
          <p:nvPr/>
        </p:nvSpPr>
        <p:spPr>
          <a:xfrm>
            <a:off x="13121639" y="83267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9" name="Connector 1883"/>
          <p:cNvSpPr/>
          <p:nvPr/>
        </p:nvSpPr>
        <p:spPr>
          <a:xfrm>
            <a:off x="13944600" y="8357616"/>
            <a:ext cx="822959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0" name="Connector 1884"/>
          <p:cNvSpPr/>
          <p:nvPr/>
        </p:nvSpPr>
        <p:spPr>
          <a:xfrm>
            <a:off x="14767559" y="8409051"/>
            <a:ext cx="822962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1" name="Connector 1885"/>
          <p:cNvSpPr/>
          <p:nvPr/>
        </p:nvSpPr>
        <p:spPr>
          <a:xfrm>
            <a:off x="15590519" y="848105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2" name="Connector 1886"/>
          <p:cNvSpPr/>
          <p:nvPr/>
        </p:nvSpPr>
        <p:spPr>
          <a:xfrm>
            <a:off x="16413480" y="8573643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3" name="Connector 1887"/>
          <p:cNvSpPr/>
          <p:nvPr/>
        </p:nvSpPr>
        <p:spPr>
          <a:xfrm flipV="1">
            <a:off x="7360919" y="8554084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4" name="Connector 1888"/>
          <p:cNvSpPr/>
          <p:nvPr/>
        </p:nvSpPr>
        <p:spPr>
          <a:xfrm flipV="1">
            <a:off x="8389619" y="8445499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5" name="Connector 1889"/>
          <p:cNvSpPr/>
          <p:nvPr/>
        </p:nvSpPr>
        <p:spPr>
          <a:xfrm flipV="1">
            <a:off x="9418319" y="836104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6" name="Connector 1890"/>
          <p:cNvSpPr/>
          <p:nvPr/>
        </p:nvSpPr>
        <p:spPr>
          <a:xfrm flipV="1">
            <a:off x="10447019" y="830071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7" name="Connector 1891"/>
          <p:cNvSpPr/>
          <p:nvPr/>
        </p:nvSpPr>
        <p:spPr>
          <a:xfrm flipV="1">
            <a:off x="11475719" y="8264524"/>
            <a:ext cx="1028701" cy="3619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8" name="Connector 1892"/>
          <p:cNvSpPr/>
          <p:nvPr/>
        </p:nvSpPr>
        <p:spPr>
          <a:xfrm flipV="1">
            <a:off x="12504419" y="8252459"/>
            <a:ext cx="1028701" cy="1206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9" name="Connector 1893"/>
          <p:cNvSpPr/>
          <p:nvPr/>
        </p:nvSpPr>
        <p:spPr>
          <a:xfrm>
            <a:off x="13533119" y="825245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0" name="Connector 1894"/>
          <p:cNvSpPr/>
          <p:nvPr/>
        </p:nvSpPr>
        <p:spPr>
          <a:xfrm>
            <a:off x="14561819" y="8264525"/>
            <a:ext cx="1028701" cy="36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1" name="Connector 1895"/>
          <p:cNvSpPr/>
          <p:nvPr/>
        </p:nvSpPr>
        <p:spPr>
          <a:xfrm>
            <a:off x="15590519" y="830071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2" name="Connector 1896"/>
          <p:cNvSpPr/>
          <p:nvPr/>
        </p:nvSpPr>
        <p:spPr>
          <a:xfrm>
            <a:off x="16619219" y="836104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3" name="Connector 1897"/>
          <p:cNvSpPr/>
          <p:nvPr/>
        </p:nvSpPr>
        <p:spPr>
          <a:xfrm>
            <a:off x="17647919" y="8445499"/>
            <a:ext cx="1028700" cy="108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4" name="Connector 1898"/>
          <p:cNvSpPr/>
          <p:nvPr/>
        </p:nvSpPr>
        <p:spPr>
          <a:xfrm>
            <a:off x="18676619" y="8554084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5" name="Connector 1899"/>
          <p:cNvSpPr/>
          <p:nvPr/>
        </p:nvSpPr>
        <p:spPr>
          <a:xfrm flipV="1">
            <a:off x="9829799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6" name="Connector 1900"/>
          <p:cNvSpPr/>
          <p:nvPr/>
        </p:nvSpPr>
        <p:spPr>
          <a:xfrm flipV="1">
            <a:off x="10035540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7" name="Connector 1901"/>
          <p:cNvSpPr/>
          <p:nvPr/>
        </p:nvSpPr>
        <p:spPr>
          <a:xfrm flipV="1">
            <a:off x="10241280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8" name="Connector 1902"/>
          <p:cNvSpPr/>
          <p:nvPr/>
        </p:nvSpPr>
        <p:spPr>
          <a:xfrm flipV="1">
            <a:off x="10447019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9" name="Connector 1903"/>
          <p:cNvSpPr/>
          <p:nvPr/>
        </p:nvSpPr>
        <p:spPr>
          <a:xfrm flipV="1">
            <a:off x="10652759" y="8513443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0" name="Connector 1904"/>
          <p:cNvSpPr/>
          <p:nvPr/>
        </p:nvSpPr>
        <p:spPr>
          <a:xfrm flipV="1">
            <a:off x="10858499" y="8508492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1" name="Connector 1905"/>
          <p:cNvSpPr/>
          <p:nvPr/>
        </p:nvSpPr>
        <p:spPr>
          <a:xfrm>
            <a:off x="11064240" y="85084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2" name="Connector 1906"/>
          <p:cNvSpPr/>
          <p:nvPr/>
        </p:nvSpPr>
        <p:spPr>
          <a:xfrm>
            <a:off x="11269980" y="851344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3" name="Connector 1907"/>
          <p:cNvSpPr/>
          <p:nvPr/>
        </p:nvSpPr>
        <p:spPr>
          <a:xfrm>
            <a:off x="11475719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4" name="Connector 1908"/>
          <p:cNvSpPr/>
          <p:nvPr/>
        </p:nvSpPr>
        <p:spPr>
          <a:xfrm>
            <a:off x="1168145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5" name="Connector 1909"/>
          <p:cNvSpPr/>
          <p:nvPr/>
        </p:nvSpPr>
        <p:spPr>
          <a:xfrm>
            <a:off x="11887199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6" name="Connector 1910"/>
          <p:cNvSpPr/>
          <p:nvPr/>
        </p:nvSpPr>
        <p:spPr>
          <a:xfrm>
            <a:off x="12092940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7" name="Connector 1911"/>
          <p:cNvSpPr/>
          <p:nvPr/>
        </p:nvSpPr>
        <p:spPr>
          <a:xfrm flipV="1">
            <a:off x="9829799" y="861275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8" name="Connector 1912"/>
          <p:cNvSpPr/>
          <p:nvPr/>
        </p:nvSpPr>
        <p:spPr>
          <a:xfrm flipV="1">
            <a:off x="10241280" y="855218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9" name="Connector 1913"/>
          <p:cNvSpPr/>
          <p:nvPr/>
        </p:nvSpPr>
        <p:spPr>
          <a:xfrm flipV="1">
            <a:off x="10652759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0" name="Connector 1914"/>
          <p:cNvSpPr/>
          <p:nvPr/>
        </p:nvSpPr>
        <p:spPr>
          <a:xfrm flipV="1">
            <a:off x="11064240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1" name="Connector 1915"/>
          <p:cNvSpPr/>
          <p:nvPr/>
        </p:nvSpPr>
        <p:spPr>
          <a:xfrm flipV="1">
            <a:off x="11475719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2" name="Connector 1916"/>
          <p:cNvSpPr/>
          <p:nvPr/>
        </p:nvSpPr>
        <p:spPr>
          <a:xfrm flipV="1">
            <a:off x="11887199" y="844448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3" name="Connector 1917"/>
          <p:cNvSpPr/>
          <p:nvPr/>
        </p:nvSpPr>
        <p:spPr>
          <a:xfrm>
            <a:off x="12298680" y="84444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4" name="Connector 1918"/>
          <p:cNvSpPr/>
          <p:nvPr/>
        </p:nvSpPr>
        <p:spPr>
          <a:xfrm>
            <a:off x="12710159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5" name="Connector 1919"/>
          <p:cNvSpPr/>
          <p:nvPr/>
        </p:nvSpPr>
        <p:spPr>
          <a:xfrm>
            <a:off x="1312163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6" name="Connector 1920"/>
          <p:cNvSpPr/>
          <p:nvPr/>
        </p:nvSpPr>
        <p:spPr>
          <a:xfrm>
            <a:off x="13533119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7" name="Connector 1921"/>
          <p:cNvSpPr/>
          <p:nvPr/>
        </p:nvSpPr>
        <p:spPr>
          <a:xfrm>
            <a:off x="13944599" y="855218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8" name="Connector 1922"/>
          <p:cNvSpPr/>
          <p:nvPr/>
        </p:nvSpPr>
        <p:spPr>
          <a:xfrm>
            <a:off x="14356078" y="86127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9" name="Connector 1923"/>
          <p:cNvSpPr/>
          <p:nvPr/>
        </p:nvSpPr>
        <p:spPr>
          <a:xfrm flipV="1">
            <a:off x="9829799" y="85932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0" name="Connector 1924"/>
          <p:cNvSpPr/>
          <p:nvPr/>
        </p:nvSpPr>
        <p:spPr>
          <a:xfrm flipV="1">
            <a:off x="10447019" y="851661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1" name="Connector 1925"/>
          <p:cNvSpPr/>
          <p:nvPr/>
        </p:nvSpPr>
        <p:spPr>
          <a:xfrm flipV="1">
            <a:off x="11064240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2" name="Connector 1926"/>
          <p:cNvSpPr/>
          <p:nvPr/>
        </p:nvSpPr>
        <p:spPr>
          <a:xfrm flipV="1">
            <a:off x="11681459" y="84145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3" name="Connector 1927"/>
          <p:cNvSpPr/>
          <p:nvPr/>
        </p:nvSpPr>
        <p:spPr>
          <a:xfrm flipV="1">
            <a:off x="12298680" y="838898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4" name="Connector 1928"/>
          <p:cNvSpPr/>
          <p:nvPr/>
        </p:nvSpPr>
        <p:spPr>
          <a:xfrm flipV="1">
            <a:off x="12915899" y="838047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5" name="Connector 1929"/>
          <p:cNvSpPr/>
          <p:nvPr/>
        </p:nvSpPr>
        <p:spPr>
          <a:xfrm>
            <a:off x="13533119" y="8380475"/>
            <a:ext cx="617221" cy="85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6" name="Connector 1930"/>
          <p:cNvSpPr/>
          <p:nvPr/>
        </p:nvSpPr>
        <p:spPr>
          <a:xfrm>
            <a:off x="14150339" y="8388984"/>
            <a:ext cx="617220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7" name="Connector 1931"/>
          <p:cNvSpPr/>
          <p:nvPr/>
        </p:nvSpPr>
        <p:spPr>
          <a:xfrm>
            <a:off x="14767559" y="8414511"/>
            <a:ext cx="617222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8" name="Connector 1932"/>
          <p:cNvSpPr/>
          <p:nvPr/>
        </p:nvSpPr>
        <p:spPr>
          <a:xfrm>
            <a:off x="15384780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9" name="Connector 1933"/>
          <p:cNvSpPr/>
          <p:nvPr/>
        </p:nvSpPr>
        <p:spPr>
          <a:xfrm>
            <a:off x="16001999" y="851661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0" name="Connector 1934"/>
          <p:cNvSpPr/>
          <p:nvPr/>
        </p:nvSpPr>
        <p:spPr>
          <a:xfrm>
            <a:off x="16619219" y="8593201"/>
            <a:ext cx="617222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1" name="Connector 1935"/>
          <p:cNvSpPr/>
          <p:nvPr/>
        </p:nvSpPr>
        <p:spPr>
          <a:xfrm flipV="1">
            <a:off x="9829799" y="857364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2" name="Connector 1936"/>
          <p:cNvSpPr/>
          <p:nvPr/>
        </p:nvSpPr>
        <p:spPr>
          <a:xfrm flipV="1">
            <a:off x="10652759" y="8481059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3" name="Connector 1937"/>
          <p:cNvSpPr/>
          <p:nvPr/>
        </p:nvSpPr>
        <p:spPr>
          <a:xfrm flipV="1">
            <a:off x="11475719" y="84090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4" name="Connector 1938"/>
          <p:cNvSpPr/>
          <p:nvPr/>
        </p:nvSpPr>
        <p:spPr>
          <a:xfrm flipV="1">
            <a:off x="12298680" y="83576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5" name="Connector 1939"/>
          <p:cNvSpPr/>
          <p:nvPr/>
        </p:nvSpPr>
        <p:spPr>
          <a:xfrm flipV="1">
            <a:off x="13121639" y="83267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6" name="Connector 1940"/>
          <p:cNvSpPr/>
          <p:nvPr/>
        </p:nvSpPr>
        <p:spPr>
          <a:xfrm flipV="1">
            <a:off x="13944600" y="8316468"/>
            <a:ext cx="822959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7" name="Connector 1941"/>
          <p:cNvSpPr/>
          <p:nvPr/>
        </p:nvSpPr>
        <p:spPr>
          <a:xfrm>
            <a:off x="14767559" y="8316468"/>
            <a:ext cx="822962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8" name="Connector 1942"/>
          <p:cNvSpPr/>
          <p:nvPr/>
        </p:nvSpPr>
        <p:spPr>
          <a:xfrm>
            <a:off x="15590519" y="8326753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9" name="Connector 1943"/>
          <p:cNvSpPr/>
          <p:nvPr/>
        </p:nvSpPr>
        <p:spPr>
          <a:xfrm>
            <a:off x="16413480" y="835761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0" name="Connector 1944"/>
          <p:cNvSpPr/>
          <p:nvPr/>
        </p:nvSpPr>
        <p:spPr>
          <a:xfrm>
            <a:off x="17236439" y="840905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1" name="Connector 1945"/>
          <p:cNvSpPr/>
          <p:nvPr/>
        </p:nvSpPr>
        <p:spPr>
          <a:xfrm>
            <a:off x="18059399" y="848105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2" name="Connector 1946"/>
          <p:cNvSpPr/>
          <p:nvPr/>
        </p:nvSpPr>
        <p:spPr>
          <a:xfrm>
            <a:off x="18882360" y="8573643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3" name="Connector 1947"/>
          <p:cNvSpPr/>
          <p:nvPr/>
        </p:nvSpPr>
        <p:spPr>
          <a:xfrm flipV="1">
            <a:off x="12298680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4" name="Connector 1948"/>
          <p:cNvSpPr/>
          <p:nvPr/>
        </p:nvSpPr>
        <p:spPr>
          <a:xfrm flipV="1">
            <a:off x="12504419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5" name="Connector 1949"/>
          <p:cNvSpPr/>
          <p:nvPr/>
        </p:nvSpPr>
        <p:spPr>
          <a:xfrm flipV="1">
            <a:off x="1271015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6" name="Connector 1950"/>
          <p:cNvSpPr/>
          <p:nvPr/>
        </p:nvSpPr>
        <p:spPr>
          <a:xfrm flipV="1">
            <a:off x="12915899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7" name="Connector 1951"/>
          <p:cNvSpPr/>
          <p:nvPr/>
        </p:nvSpPr>
        <p:spPr>
          <a:xfrm flipV="1">
            <a:off x="13121639" y="851344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8" name="Connector 1952"/>
          <p:cNvSpPr/>
          <p:nvPr/>
        </p:nvSpPr>
        <p:spPr>
          <a:xfrm flipV="1">
            <a:off x="13327378" y="85084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9" name="Connector 1953"/>
          <p:cNvSpPr/>
          <p:nvPr/>
        </p:nvSpPr>
        <p:spPr>
          <a:xfrm>
            <a:off x="13533119" y="85084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0" name="Connector 1954"/>
          <p:cNvSpPr/>
          <p:nvPr/>
        </p:nvSpPr>
        <p:spPr>
          <a:xfrm>
            <a:off x="13738860" y="851344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1" name="Connector 1955"/>
          <p:cNvSpPr/>
          <p:nvPr/>
        </p:nvSpPr>
        <p:spPr>
          <a:xfrm>
            <a:off x="13944599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2" name="Connector 1956"/>
          <p:cNvSpPr/>
          <p:nvPr/>
        </p:nvSpPr>
        <p:spPr>
          <a:xfrm>
            <a:off x="1415033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3" name="Connector 1957"/>
          <p:cNvSpPr/>
          <p:nvPr/>
        </p:nvSpPr>
        <p:spPr>
          <a:xfrm>
            <a:off x="14356080" y="8587740"/>
            <a:ext cx="205740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4" name="Connector 1958"/>
          <p:cNvSpPr/>
          <p:nvPr/>
        </p:nvSpPr>
        <p:spPr>
          <a:xfrm>
            <a:off x="14561819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5" name="Connector 1959"/>
          <p:cNvSpPr/>
          <p:nvPr/>
        </p:nvSpPr>
        <p:spPr>
          <a:xfrm flipV="1">
            <a:off x="12298680" y="861275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6" name="Connector 1960"/>
          <p:cNvSpPr/>
          <p:nvPr/>
        </p:nvSpPr>
        <p:spPr>
          <a:xfrm flipV="1">
            <a:off x="12710159" y="8552180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7" name="Connector 1961"/>
          <p:cNvSpPr/>
          <p:nvPr/>
        </p:nvSpPr>
        <p:spPr>
          <a:xfrm flipV="1">
            <a:off x="13121639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8" name="Connector 1962"/>
          <p:cNvSpPr/>
          <p:nvPr/>
        </p:nvSpPr>
        <p:spPr>
          <a:xfrm flipV="1">
            <a:off x="1353311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9" name="Connector 1963"/>
          <p:cNvSpPr/>
          <p:nvPr/>
        </p:nvSpPr>
        <p:spPr>
          <a:xfrm flipV="1">
            <a:off x="13944599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0" name="Connector 1964"/>
          <p:cNvSpPr/>
          <p:nvPr/>
        </p:nvSpPr>
        <p:spPr>
          <a:xfrm flipV="1">
            <a:off x="14356078" y="844448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1" name="Connector 1965"/>
          <p:cNvSpPr/>
          <p:nvPr/>
        </p:nvSpPr>
        <p:spPr>
          <a:xfrm>
            <a:off x="14767559" y="8444483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2" name="Connector 1966"/>
          <p:cNvSpPr/>
          <p:nvPr/>
        </p:nvSpPr>
        <p:spPr>
          <a:xfrm>
            <a:off x="15179039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3" name="Connector 1967"/>
          <p:cNvSpPr/>
          <p:nvPr/>
        </p:nvSpPr>
        <p:spPr>
          <a:xfrm>
            <a:off x="1559051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4" name="Connector 1968"/>
          <p:cNvSpPr/>
          <p:nvPr/>
        </p:nvSpPr>
        <p:spPr>
          <a:xfrm>
            <a:off x="16001999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5" name="Connector 1969"/>
          <p:cNvSpPr/>
          <p:nvPr/>
        </p:nvSpPr>
        <p:spPr>
          <a:xfrm>
            <a:off x="16413480" y="855218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6" name="Connector 1970"/>
          <p:cNvSpPr/>
          <p:nvPr/>
        </p:nvSpPr>
        <p:spPr>
          <a:xfrm>
            <a:off x="16824960" y="86127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7" name="Connector 1971"/>
          <p:cNvSpPr/>
          <p:nvPr/>
        </p:nvSpPr>
        <p:spPr>
          <a:xfrm flipV="1">
            <a:off x="12298680" y="8593200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8" name="Connector 1972"/>
          <p:cNvSpPr/>
          <p:nvPr/>
        </p:nvSpPr>
        <p:spPr>
          <a:xfrm flipV="1">
            <a:off x="12915899" y="851661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9" name="Connector 1973"/>
          <p:cNvSpPr/>
          <p:nvPr/>
        </p:nvSpPr>
        <p:spPr>
          <a:xfrm flipV="1">
            <a:off x="13533119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0" name="Connector 1974"/>
          <p:cNvSpPr/>
          <p:nvPr/>
        </p:nvSpPr>
        <p:spPr>
          <a:xfrm flipV="1">
            <a:off x="14150339" y="8414511"/>
            <a:ext cx="617220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1" name="Connector 1975"/>
          <p:cNvSpPr/>
          <p:nvPr/>
        </p:nvSpPr>
        <p:spPr>
          <a:xfrm flipV="1">
            <a:off x="14767559" y="8388984"/>
            <a:ext cx="617222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2" name="Connector 1976"/>
          <p:cNvSpPr/>
          <p:nvPr/>
        </p:nvSpPr>
        <p:spPr>
          <a:xfrm flipV="1">
            <a:off x="15384780" y="8380475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3" name="Connector 1977"/>
          <p:cNvSpPr/>
          <p:nvPr/>
        </p:nvSpPr>
        <p:spPr>
          <a:xfrm>
            <a:off x="16001999" y="8380475"/>
            <a:ext cx="617221" cy="851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4" name="Connector 1978"/>
          <p:cNvSpPr/>
          <p:nvPr/>
        </p:nvSpPr>
        <p:spPr>
          <a:xfrm>
            <a:off x="16619219" y="8388984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5" name="Connector 1979"/>
          <p:cNvSpPr/>
          <p:nvPr/>
        </p:nvSpPr>
        <p:spPr>
          <a:xfrm>
            <a:off x="17236439" y="8414511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6" name="Connector 1980"/>
          <p:cNvSpPr/>
          <p:nvPr/>
        </p:nvSpPr>
        <p:spPr>
          <a:xfrm>
            <a:off x="17853660" y="845705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7" name="Connector 1981"/>
          <p:cNvSpPr/>
          <p:nvPr/>
        </p:nvSpPr>
        <p:spPr>
          <a:xfrm>
            <a:off x="18470880" y="851661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8" name="Connector 1982"/>
          <p:cNvSpPr/>
          <p:nvPr/>
        </p:nvSpPr>
        <p:spPr>
          <a:xfrm>
            <a:off x="19088099" y="8593201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9" name="Connector 1983"/>
          <p:cNvSpPr/>
          <p:nvPr/>
        </p:nvSpPr>
        <p:spPr>
          <a:xfrm flipV="1">
            <a:off x="14767559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0" name="Connector 1984"/>
          <p:cNvSpPr/>
          <p:nvPr/>
        </p:nvSpPr>
        <p:spPr>
          <a:xfrm flipV="1">
            <a:off x="14973298" y="8587740"/>
            <a:ext cx="205742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1" name="Connector 1985"/>
          <p:cNvSpPr/>
          <p:nvPr/>
        </p:nvSpPr>
        <p:spPr>
          <a:xfrm flipV="1">
            <a:off x="1517903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2" name="Connector 1986"/>
          <p:cNvSpPr/>
          <p:nvPr/>
        </p:nvSpPr>
        <p:spPr>
          <a:xfrm flipV="1">
            <a:off x="15384780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3" name="Connector 1987"/>
          <p:cNvSpPr/>
          <p:nvPr/>
        </p:nvSpPr>
        <p:spPr>
          <a:xfrm flipV="1">
            <a:off x="15590519" y="8513443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4" name="Connector 1988"/>
          <p:cNvSpPr/>
          <p:nvPr/>
        </p:nvSpPr>
        <p:spPr>
          <a:xfrm flipV="1">
            <a:off x="15796259" y="85084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5" name="Connector 1989"/>
          <p:cNvSpPr/>
          <p:nvPr/>
        </p:nvSpPr>
        <p:spPr>
          <a:xfrm>
            <a:off x="16001999" y="85084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6" name="Connector 1990"/>
          <p:cNvSpPr/>
          <p:nvPr/>
        </p:nvSpPr>
        <p:spPr>
          <a:xfrm>
            <a:off x="16207739" y="851344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7" name="Connector 1991"/>
          <p:cNvSpPr/>
          <p:nvPr/>
        </p:nvSpPr>
        <p:spPr>
          <a:xfrm>
            <a:off x="16413480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8" name="Connector 1992"/>
          <p:cNvSpPr/>
          <p:nvPr/>
        </p:nvSpPr>
        <p:spPr>
          <a:xfrm>
            <a:off x="1661921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9" name="Connector 1993"/>
          <p:cNvSpPr/>
          <p:nvPr/>
        </p:nvSpPr>
        <p:spPr>
          <a:xfrm>
            <a:off x="16824960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0" name="Connector 1994"/>
          <p:cNvSpPr/>
          <p:nvPr/>
        </p:nvSpPr>
        <p:spPr>
          <a:xfrm>
            <a:off x="17030699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1" name="Connector 1995"/>
          <p:cNvSpPr/>
          <p:nvPr/>
        </p:nvSpPr>
        <p:spPr>
          <a:xfrm flipV="1">
            <a:off x="14767559" y="861275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2" name="Connector 1996"/>
          <p:cNvSpPr/>
          <p:nvPr/>
        </p:nvSpPr>
        <p:spPr>
          <a:xfrm flipV="1">
            <a:off x="15179039" y="8552180"/>
            <a:ext cx="411482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3" name="Connector 1997"/>
          <p:cNvSpPr/>
          <p:nvPr/>
        </p:nvSpPr>
        <p:spPr>
          <a:xfrm flipV="1">
            <a:off x="15590519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4" name="Connector 1998"/>
          <p:cNvSpPr/>
          <p:nvPr/>
        </p:nvSpPr>
        <p:spPr>
          <a:xfrm flipV="1">
            <a:off x="1600199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5" name="Connector 1999"/>
          <p:cNvSpPr/>
          <p:nvPr/>
        </p:nvSpPr>
        <p:spPr>
          <a:xfrm flipV="1">
            <a:off x="16413480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6" name="Connector 2000"/>
          <p:cNvSpPr/>
          <p:nvPr/>
        </p:nvSpPr>
        <p:spPr>
          <a:xfrm flipV="1">
            <a:off x="16824960" y="844448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7" name="Connector 2001"/>
          <p:cNvSpPr/>
          <p:nvPr/>
        </p:nvSpPr>
        <p:spPr>
          <a:xfrm>
            <a:off x="17236439" y="8444483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8" name="Connector 2002"/>
          <p:cNvSpPr/>
          <p:nvPr/>
        </p:nvSpPr>
        <p:spPr>
          <a:xfrm>
            <a:off x="17647919" y="8451215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9" name="Connector 2003"/>
          <p:cNvSpPr/>
          <p:nvPr/>
        </p:nvSpPr>
        <p:spPr>
          <a:xfrm>
            <a:off x="18059399" y="847140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0" name="Connector 2004"/>
          <p:cNvSpPr/>
          <p:nvPr/>
        </p:nvSpPr>
        <p:spPr>
          <a:xfrm>
            <a:off x="18470880" y="850506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1" name="Connector 2005"/>
          <p:cNvSpPr/>
          <p:nvPr/>
        </p:nvSpPr>
        <p:spPr>
          <a:xfrm>
            <a:off x="18882360" y="8552180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2" name="Connector 2006"/>
          <p:cNvSpPr/>
          <p:nvPr/>
        </p:nvSpPr>
        <p:spPr>
          <a:xfrm>
            <a:off x="19293839" y="861275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3" name="Connector 2007"/>
          <p:cNvSpPr/>
          <p:nvPr/>
        </p:nvSpPr>
        <p:spPr>
          <a:xfrm flipV="1">
            <a:off x="17236439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4" name="Connector 2008"/>
          <p:cNvSpPr/>
          <p:nvPr/>
        </p:nvSpPr>
        <p:spPr>
          <a:xfrm flipV="1">
            <a:off x="17442180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5" name="Connector 2009"/>
          <p:cNvSpPr/>
          <p:nvPr/>
        </p:nvSpPr>
        <p:spPr>
          <a:xfrm flipV="1">
            <a:off x="1764791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6" name="Connector 2010"/>
          <p:cNvSpPr/>
          <p:nvPr/>
        </p:nvSpPr>
        <p:spPr>
          <a:xfrm flipV="1">
            <a:off x="17853660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7" name="Connector 2011"/>
          <p:cNvSpPr/>
          <p:nvPr/>
        </p:nvSpPr>
        <p:spPr>
          <a:xfrm flipV="1">
            <a:off x="18059400" y="8513443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8" name="Connector 2012"/>
          <p:cNvSpPr/>
          <p:nvPr/>
        </p:nvSpPr>
        <p:spPr>
          <a:xfrm flipV="1">
            <a:off x="18265139" y="8508492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9" name="Connector 2013"/>
          <p:cNvSpPr/>
          <p:nvPr/>
        </p:nvSpPr>
        <p:spPr>
          <a:xfrm>
            <a:off x="18470880" y="8508492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0" name="Connector 2014"/>
          <p:cNvSpPr/>
          <p:nvPr/>
        </p:nvSpPr>
        <p:spPr>
          <a:xfrm>
            <a:off x="18676619" y="851344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1" name="Connector 2015"/>
          <p:cNvSpPr/>
          <p:nvPr/>
        </p:nvSpPr>
        <p:spPr>
          <a:xfrm>
            <a:off x="18882360" y="8528304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2" name="Connector 2016"/>
          <p:cNvSpPr/>
          <p:nvPr/>
        </p:nvSpPr>
        <p:spPr>
          <a:xfrm>
            <a:off x="19088099" y="855306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3" name="Connector 2017"/>
          <p:cNvSpPr/>
          <p:nvPr/>
        </p:nvSpPr>
        <p:spPr>
          <a:xfrm>
            <a:off x="19293839" y="8587740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4" name="Connector 2018"/>
          <p:cNvSpPr/>
          <p:nvPr/>
        </p:nvSpPr>
        <p:spPr>
          <a:xfrm>
            <a:off x="19499580" y="8632317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5" name="Connector 2019"/>
          <p:cNvSpPr/>
          <p:nvPr/>
        </p:nvSpPr>
        <p:spPr>
          <a:xfrm flipV="1">
            <a:off x="2423160" y="9866755"/>
            <a:ext cx="205740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6" name="Connector 2020"/>
          <p:cNvSpPr/>
          <p:nvPr/>
        </p:nvSpPr>
        <p:spPr>
          <a:xfrm flipV="1">
            <a:off x="2628899" y="9822180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7" name="Connector 2021"/>
          <p:cNvSpPr/>
          <p:nvPr/>
        </p:nvSpPr>
        <p:spPr>
          <a:xfrm flipV="1">
            <a:off x="2834639" y="978750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8" name="Connector 2022"/>
          <p:cNvSpPr/>
          <p:nvPr/>
        </p:nvSpPr>
        <p:spPr>
          <a:xfrm flipV="1">
            <a:off x="3040379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9" name="Connector 2023"/>
          <p:cNvSpPr/>
          <p:nvPr/>
        </p:nvSpPr>
        <p:spPr>
          <a:xfrm flipV="1">
            <a:off x="3246120" y="9747884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0" name="Connector 2024"/>
          <p:cNvSpPr/>
          <p:nvPr/>
        </p:nvSpPr>
        <p:spPr>
          <a:xfrm flipV="1">
            <a:off x="3451859" y="9742931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1" name="Connector 2025"/>
          <p:cNvSpPr/>
          <p:nvPr/>
        </p:nvSpPr>
        <p:spPr>
          <a:xfrm>
            <a:off x="3657600" y="9742931"/>
            <a:ext cx="205739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2" name="Connector 2026"/>
          <p:cNvSpPr/>
          <p:nvPr/>
        </p:nvSpPr>
        <p:spPr>
          <a:xfrm>
            <a:off x="3863338" y="9747884"/>
            <a:ext cx="205742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3" name="Connector 2027"/>
          <p:cNvSpPr/>
          <p:nvPr/>
        </p:nvSpPr>
        <p:spPr>
          <a:xfrm>
            <a:off x="4069079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4" name="Connector 2028"/>
          <p:cNvSpPr/>
          <p:nvPr/>
        </p:nvSpPr>
        <p:spPr>
          <a:xfrm>
            <a:off x="4274820" y="978750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5" name="Connector 2029"/>
          <p:cNvSpPr/>
          <p:nvPr/>
        </p:nvSpPr>
        <p:spPr>
          <a:xfrm>
            <a:off x="4480559" y="9822178"/>
            <a:ext cx="205741" cy="44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6" name="Connector 2030"/>
          <p:cNvSpPr/>
          <p:nvPr/>
        </p:nvSpPr>
        <p:spPr>
          <a:xfrm>
            <a:off x="4686299" y="986675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7" name="Connector 2031"/>
          <p:cNvSpPr/>
          <p:nvPr/>
        </p:nvSpPr>
        <p:spPr>
          <a:xfrm flipV="1">
            <a:off x="2423160" y="9847198"/>
            <a:ext cx="411480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8" name="Connector 2032"/>
          <p:cNvSpPr/>
          <p:nvPr/>
        </p:nvSpPr>
        <p:spPr>
          <a:xfrm flipV="1">
            <a:off x="2834638" y="9786619"/>
            <a:ext cx="411483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9" name="Connector 2033"/>
          <p:cNvSpPr/>
          <p:nvPr/>
        </p:nvSpPr>
        <p:spPr>
          <a:xfrm flipV="1">
            <a:off x="3246120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0" name="Connector 2034"/>
          <p:cNvSpPr/>
          <p:nvPr/>
        </p:nvSpPr>
        <p:spPr>
          <a:xfrm flipV="1">
            <a:off x="3657599" y="97058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1" name="Connector 2035"/>
          <p:cNvSpPr/>
          <p:nvPr/>
        </p:nvSpPr>
        <p:spPr>
          <a:xfrm flipV="1">
            <a:off x="4069079" y="9685653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2" name="Connector 2036"/>
          <p:cNvSpPr/>
          <p:nvPr/>
        </p:nvSpPr>
        <p:spPr>
          <a:xfrm flipV="1">
            <a:off x="4480559" y="9678924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3" name="Connector 2037"/>
          <p:cNvSpPr/>
          <p:nvPr/>
        </p:nvSpPr>
        <p:spPr>
          <a:xfrm>
            <a:off x="4892040" y="9678923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4" name="Connector 2038"/>
          <p:cNvSpPr/>
          <p:nvPr/>
        </p:nvSpPr>
        <p:spPr>
          <a:xfrm>
            <a:off x="5303520" y="9685653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5" name="Connector 2039"/>
          <p:cNvSpPr/>
          <p:nvPr/>
        </p:nvSpPr>
        <p:spPr>
          <a:xfrm>
            <a:off x="5714999" y="9705847"/>
            <a:ext cx="411481" cy="336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6" name="Connector 2040"/>
          <p:cNvSpPr/>
          <p:nvPr/>
        </p:nvSpPr>
        <p:spPr>
          <a:xfrm>
            <a:off x="6126479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7" name="Connector 2041"/>
          <p:cNvSpPr/>
          <p:nvPr/>
        </p:nvSpPr>
        <p:spPr>
          <a:xfrm>
            <a:off x="6537959" y="978661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8" name="Connector 2042"/>
          <p:cNvSpPr/>
          <p:nvPr/>
        </p:nvSpPr>
        <p:spPr>
          <a:xfrm>
            <a:off x="6949440" y="984719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9" name="Connector 2043"/>
          <p:cNvSpPr/>
          <p:nvPr/>
        </p:nvSpPr>
        <p:spPr>
          <a:xfrm flipV="1">
            <a:off x="2423160" y="9827639"/>
            <a:ext cx="617220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0" name="Connector 2044"/>
          <p:cNvSpPr/>
          <p:nvPr/>
        </p:nvSpPr>
        <p:spPr>
          <a:xfrm flipV="1">
            <a:off x="3040378" y="9751059"/>
            <a:ext cx="617222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1" name="Connector 2045"/>
          <p:cNvSpPr/>
          <p:nvPr/>
        </p:nvSpPr>
        <p:spPr>
          <a:xfrm flipV="1">
            <a:off x="3657599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2" name="Connector 2046"/>
          <p:cNvSpPr/>
          <p:nvPr/>
        </p:nvSpPr>
        <p:spPr>
          <a:xfrm flipV="1">
            <a:off x="4274820" y="96489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3" name="Connector 2047"/>
          <p:cNvSpPr/>
          <p:nvPr/>
        </p:nvSpPr>
        <p:spPr>
          <a:xfrm flipV="1">
            <a:off x="4892040" y="962342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4" name="Connector 2048"/>
          <p:cNvSpPr/>
          <p:nvPr/>
        </p:nvSpPr>
        <p:spPr>
          <a:xfrm flipV="1">
            <a:off x="5509259" y="961491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5" name="Connector 2049"/>
          <p:cNvSpPr/>
          <p:nvPr/>
        </p:nvSpPr>
        <p:spPr>
          <a:xfrm>
            <a:off x="6126479" y="961491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6" name="Connector 2050"/>
          <p:cNvSpPr/>
          <p:nvPr/>
        </p:nvSpPr>
        <p:spPr>
          <a:xfrm>
            <a:off x="6743699" y="962342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7" name="Connector 2051"/>
          <p:cNvSpPr/>
          <p:nvPr/>
        </p:nvSpPr>
        <p:spPr>
          <a:xfrm>
            <a:off x="7360919" y="96489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8" name="Connector 2052"/>
          <p:cNvSpPr/>
          <p:nvPr/>
        </p:nvSpPr>
        <p:spPr>
          <a:xfrm>
            <a:off x="7978140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9" name="Connector 2053"/>
          <p:cNvSpPr/>
          <p:nvPr/>
        </p:nvSpPr>
        <p:spPr>
          <a:xfrm>
            <a:off x="8595359" y="975105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0" name="Connector 2054"/>
          <p:cNvSpPr/>
          <p:nvPr/>
        </p:nvSpPr>
        <p:spPr>
          <a:xfrm>
            <a:off x="9212580" y="9827641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1" name="Connector 2055"/>
          <p:cNvSpPr/>
          <p:nvPr/>
        </p:nvSpPr>
        <p:spPr>
          <a:xfrm flipV="1">
            <a:off x="2423160" y="9808081"/>
            <a:ext cx="822959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2" name="Connector 2056"/>
          <p:cNvSpPr/>
          <p:nvPr/>
        </p:nvSpPr>
        <p:spPr>
          <a:xfrm flipV="1">
            <a:off x="3246118" y="9715499"/>
            <a:ext cx="822962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3" name="Connector 2057"/>
          <p:cNvSpPr/>
          <p:nvPr/>
        </p:nvSpPr>
        <p:spPr>
          <a:xfrm flipV="1">
            <a:off x="4069079" y="964349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4" name="Connector 2058"/>
          <p:cNvSpPr/>
          <p:nvPr/>
        </p:nvSpPr>
        <p:spPr>
          <a:xfrm flipV="1">
            <a:off x="4892040" y="959205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5" name="Connector 2059"/>
          <p:cNvSpPr/>
          <p:nvPr/>
        </p:nvSpPr>
        <p:spPr>
          <a:xfrm flipV="1">
            <a:off x="5714999" y="956119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6" name="Connector 2060"/>
          <p:cNvSpPr/>
          <p:nvPr/>
        </p:nvSpPr>
        <p:spPr>
          <a:xfrm flipV="1">
            <a:off x="6537959" y="955090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7" name="Connector 2061"/>
          <p:cNvSpPr/>
          <p:nvPr/>
        </p:nvSpPr>
        <p:spPr>
          <a:xfrm>
            <a:off x="7360919" y="955090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8" name="Connector 2062"/>
          <p:cNvSpPr/>
          <p:nvPr/>
        </p:nvSpPr>
        <p:spPr>
          <a:xfrm>
            <a:off x="8183880" y="956119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9" name="Connector 2063"/>
          <p:cNvSpPr/>
          <p:nvPr/>
        </p:nvSpPr>
        <p:spPr>
          <a:xfrm>
            <a:off x="9006840" y="959205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0" name="Connector 2064"/>
          <p:cNvSpPr/>
          <p:nvPr/>
        </p:nvSpPr>
        <p:spPr>
          <a:xfrm>
            <a:off x="9829799" y="964349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1" name="Connector 2065"/>
          <p:cNvSpPr/>
          <p:nvPr/>
        </p:nvSpPr>
        <p:spPr>
          <a:xfrm>
            <a:off x="10652759" y="971550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2" name="Connector 2066"/>
          <p:cNvSpPr/>
          <p:nvPr/>
        </p:nvSpPr>
        <p:spPr>
          <a:xfrm>
            <a:off x="11475719" y="980808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3" name="Connector 2067"/>
          <p:cNvSpPr/>
          <p:nvPr/>
        </p:nvSpPr>
        <p:spPr>
          <a:xfrm flipV="1">
            <a:off x="2423160" y="9788524"/>
            <a:ext cx="1028700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4" name="Connector 2068"/>
          <p:cNvSpPr/>
          <p:nvPr/>
        </p:nvSpPr>
        <p:spPr>
          <a:xfrm flipV="1">
            <a:off x="3451859" y="9679940"/>
            <a:ext cx="1028702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5" name="Connector 2069"/>
          <p:cNvSpPr/>
          <p:nvPr/>
        </p:nvSpPr>
        <p:spPr>
          <a:xfrm flipV="1">
            <a:off x="4480559" y="95954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6" name="Connector 2070"/>
          <p:cNvSpPr/>
          <p:nvPr/>
        </p:nvSpPr>
        <p:spPr>
          <a:xfrm flipV="1">
            <a:off x="5509259" y="95351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7" name="Connector 2071"/>
          <p:cNvSpPr/>
          <p:nvPr/>
        </p:nvSpPr>
        <p:spPr>
          <a:xfrm flipV="1">
            <a:off x="6537959" y="9498965"/>
            <a:ext cx="1028700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8" name="Connector 2072"/>
          <p:cNvSpPr/>
          <p:nvPr/>
        </p:nvSpPr>
        <p:spPr>
          <a:xfrm flipV="1">
            <a:off x="7566659" y="9486899"/>
            <a:ext cx="1028702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9" name="Connector 2073"/>
          <p:cNvSpPr/>
          <p:nvPr/>
        </p:nvSpPr>
        <p:spPr>
          <a:xfrm>
            <a:off x="8595359" y="948690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0" name="Connector 2074"/>
          <p:cNvSpPr/>
          <p:nvPr/>
        </p:nvSpPr>
        <p:spPr>
          <a:xfrm>
            <a:off x="9624059" y="949896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1" name="Connector 2075"/>
          <p:cNvSpPr/>
          <p:nvPr/>
        </p:nvSpPr>
        <p:spPr>
          <a:xfrm>
            <a:off x="10652759" y="95351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2" name="Connector 2076"/>
          <p:cNvSpPr/>
          <p:nvPr/>
        </p:nvSpPr>
        <p:spPr>
          <a:xfrm>
            <a:off x="11681459" y="95954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3" name="Connector 2077"/>
          <p:cNvSpPr/>
          <p:nvPr/>
        </p:nvSpPr>
        <p:spPr>
          <a:xfrm>
            <a:off x="12710159" y="9679940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4" name="Connector 2078"/>
          <p:cNvSpPr/>
          <p:nvPr/>
        </p:nvSpPr>
        <p:spPr>
          <a:xfrm>
            <a:off x="13738859" y="9788525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5" name="Connector 2079"/>
          <p:cNvSpPr/>
          <p:nvPr/>
        </p:nvSpPr>
        <p:spPr>
          <a:xfrm flipV="1">
            <a:off x="2423160" y="9768965"/>
            <a:ext cx="1234440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6" name="Connector 2080"/>
          <p:cNvSpPr/>
          <p:nvPr/>
        </p:nvSpPr>
        <p:spPr>
          <a:xfrm flipV="1">
            <a:off x="3657598" y="9644380"/>
            <a:ext cx="1234442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7" name="Connector 2081"/>
          <p:cNvSpPr/>
          <p:nvPr/>
        </p:nvSpPr>
        <p:spPr>
          <a:xfrm flipV="1">
            <a:off x="4892040" y="954747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8" name="Connector 2082"/>
          <p:cNvSpPr/>
          <p:nvPr/>
        </p:nvSpPr>
        <p:spPr>
          <a:xfrm flipV="1">
            <a:off x="6126479" y="947826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9" name="Connector 2083"/>
          <p:cNvSpPr/>
          <p:nvPr/>
        </p:nvSpPr>
        <p:spPr>
          <a:xfrm flipV="1">
            <a:off x="7360919" y="9436734"/>
            <a:ext cx="1234440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0" name="Connector 2084"/>
          <p:cNvSpPr/>
          <p:nvPr/>
        </p:nvSpPr>
        <p:spPr>
          <a:xfrm flipV="1">
            <a:off x="8595359" y="9422892"/>
            <a:ext cx="1234442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1" name="Connector 2085"/>
          <p:cNvSpPr/>
          <p:nvPr/>
        </p:nvSpPr>
        <p:spPr>
          <a:xfrm>
            <a:off x="9829799" y="942289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2" name="Connector 2086"/>
          <p:cNvSpPr/>
          <p:nvPr/>
        </p:nvSpPr>
        <p:spPr>
          <a:xfrm>
            <a:off x="11064240" y="9436734"/>
            <a:ext cx="1234441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3" name="Connector 2087"/>
          <p:cNvSpPr/>
          <p:nvPr/>
        </p:nvSpPr>
        <p:spPr>
          <a:xfrm>
            <a:off x="12298680" y="947826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4" name="Connector 2088"/>
          <p:cNvSpPr/>
          <p:nvPr/>
        </p:nvSpPr>
        <p:spPr>
          <a:xfrm>
            <a:off x="13533119" y="9547479"/>
            <a:ext cx="1234440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5" name="Connector 2089"/>
          <p:cNvSpPr/>
          <p:nvPr/>
        </p:nvSpPr>
        <p:spPr>
          <a:xfrm>
            <a:off x="14767559" y="9644380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6" name="Connector 2090"/>
          <p:cNvSpPr/>
          <p:nvPr/>
        </p:nvSpPr>
        <p:spPr>
          <a:xfrm>
            <a:off x="16001998" y="9768965"/>
            <a:ext cx="1234442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7" name="Connector 2091"/>
          <p:cNvSpPr/>
          <p:nvPr/>
        </p:nvSpPr>
        <p:spPr>
          <a:xfrm flipV="1">
            <a:off x="2423160" y="9749408"/>
            <a:ext cx="1440179" cy="1718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8" name="Connector 2092"/>
          <p:cNvSpPr/>
          <p:nvPr/>
        </p:nvSpPr>
        <p:spPr>
          <a:xfrm flipV="1">
            <a:off x="3863338" y="9608819"/>
            <a:ext cx="1440183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9" name="Connector 2093"/>
          <p:cNvSpPr/>
          <p:nvPr/>
        </p:nvSpPr>
        <p:spPr>
          <a:xfrm flipV="1">
            <a:off x="5303520" y="9499473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0" name="Connector 2094"/>
          <p:cNvSpPr/>
          <p:nvPr/>
        </p:nvSpPr>
        <p:spPr>
          <a:xfrm flipV="1">
            <a:off x="6743699" y="9421368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1" name="Connector 2095"/>
          <p:cNvSpPr/>
          <p:nvPr/>
        </p:nvSpPr>
        <p:spPr>
          <a:xfrm flipV="1">
            <a:off x="8183880" y="9374505"/>
            <a:ext cx="1440181" cy="468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2" name="Connector 2096"/>
          <p:cNvSpPr/>
          <p:nvPr/>
        </p:nvSpPr>
        <p:spPr>
          <a:xfrm flipV="1">
            <a:off x="9624059" y="9358883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3" name="Connector 2097"/>
          <p:cNvSpPr/>
          <p:nvPr/>
        </p:nvSpPr>
        <p:spPr>
          <a:xfrm>
            <a:off x="11064240" y="9358883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4" name="Connector 2098"/>
          <p:cNvSpPr/>
          <p:nvPr/>
        </p:nvSpPr>
        <p:spPr>
          <a:xfrm>
            <a:off x="12504419" y="9374505"/>
            <a:ext cx="1440181" cy="468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5" name="Connector 2099"/>
          <p:cNvSpPr/>
          <p:nvPr/>
        </p:nvSpPr>
        <p:spPr>
          <a:xfrm>
            <a:off x="13944599" y="9421368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6" name="Connector 2100"/>
          <p:cNvSpPr/>
          <p:nvPr/>
        </p:nvSpPr>
        <p:spPr>
          <a:xfrm>
            <a:off x="15384780" y="9499472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7" name="Connector 2101"/>
          <p:cNvSpPr/>
          <p:nvPr/>
        </p:nvSpPr>
        <p:spPr>
          <a:xfrm>
            <a:off x="16824960" y="9608819"/>
            <a:ext cx="1440180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8" name="Connector 2102"/>
          <p:cNvSpPr/>
          <p:nvPr/>
        </p:nvSpPr>
        <p:spPr>
          <a:xfrm>
            <a:off x="18265139" y="9749408"/>
            <a:ext cx="1440182" cy="1718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9" name="Connector 2103"/>
          <p:cNvSpPr/>
          <p:nvPr/>
        </p:nvSpPr>
        <p:spPr>
          <a:xfrm flipV="1">
            <a:off x="4892040" y="986675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0" name="Connector 2104"/>
          <p:cNvSpPr/>
          <p:nvPr/>
        </p:nvSpPr>
        <p:spPr>
          <a:xfrm flipV="1">
            <a:off x="5097779" y="982218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1" name="Connector 2105"/>
          <p:cNvSpPr/>
          <p:nvPr/>
        </p:nvSpPr>
        <p:spPr>
          <a:xfrm flipV="1">
            <a:off x="5303520" y="978750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2" name="Connector 2106"/>
          <p:cNvSpPr/>
          <p:nvPr/>
        </p:nvSpPr>
        <p:spPr>
          <a:xfrm flipV="1">
            <a:off x="5509259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3" name="Connector 2107"/>
          <p:cNvSpPr/>
          <p:nvPr/>
        </p:nvSpPr>
        <p:spPr>
          <a:xfrm flipV="1">
            <a:off x="5715000" y="9747884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4" name="Connector 2108"/>
          <p:cNvSpPr/>
          <p:nvPr/>
        </p:nvSpPr>
        <p:spPr>
          <a:xfrm flipV="1">
            <a:off x="5920738" y="974293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5" name="Connector 2109"/>
          <p:cNvSpPr/>
          <p:nvPr/>
        </p:nvSpPr>
        <p:spPr>
          <a:xfrm>
            <a:off x="6126479" y="974293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6" name="Connector 2110"/>
          <p:cNvSpPr/>
          <p:nvPr/>
        </p:nvSpPr>
        <p:spPr>
          <a:xfrm>
            <a:off x="6332220" y="97478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7" name="Connector 2111"/>
          <p:cNvSpPr/>
          <p:nvPr/>
        </p:nvSpPr>
        <p:spPr>
          <a:xfrm>
            <a:off x="6537959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8" name="Connector 2112"/>
          <p:cNvSpPr/>
          <p:nvPr/>
        </p:nvSpPr>
        <p:spPr>
          <a:xfrm>
            <a:off x="6743699" y="978750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9" name="Connector 2113"/>
          <p:cNvSpPr/>
          <p:nvPr/>
        </p:nvSpPr>
        <p:spPr>
          <a:xfrm>
            <a:off x="6949440" y="9822178"/>
            <a:ext cx="205741" cy="44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0" name="Connector 2114"/>
          <p:cNvSpPr/>
          <p:nvPr/>
        </p:nvSpPr>
        <p:spPr>
          <a:xfrm>
            <a:off x="7155180" y="986675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1" name="Connector 2115"/>
          <p:cNvSpPr/>
          <p:nvPr/>
        </p:nvSpPr>
        <p:spPr>
          <a:xfrm flipV="1">
            <a:off x="4892040" y="984719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2" name="Connector 2116"/>
          <p:cNvSpPr/>
          <p:nvPr/>
        </p:nvSpPr>
        <p:spPr>
          <a:xfrm flipV="1">
            <a:off x="5303520" y="978661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3" name="Connector 2117"/>
          <p:cNvSpPr/>
          <p:nvPr/>
        </p:nvSpPr>
        <p:spPr>
          <a:xfrm flipV="1">
            <a:off x="5714999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4" name="Connector 2118"/>
          <p:cNvSpPr/>
          <p:nvPr/>
        </p:nvSpPr>
        <p:spPr>
          <a:xfrm flipV="1">
            <a:off x="6126479" y="97058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5" name="Connector 2119"/>
          <p:cNvSpPr/>
          <p:nvPr/>
        </p:nvSpPr>
        <p:spPr>
          <a:xfrm flipV="1">
            <a:off x="6537959" y="9685653"/>
            <a:ext cx="411480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6" name="Connector 2120"/>
          <p:cNvSpPr/>
          <p:nvPr/>
        </p:nvSpPr>
        <p:spPr>
          <a:xfrm flipV="1">
            <a:off x="6949439" y="9678924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7" name="Connector 2121"/>
          <p:cNvSpPr/>
          <p:nvPr/>
        </p:nvSpPr>
        <p:spPr>
          <a:xfrm>
            <a:off x="7360919" y="9678923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8" name="Connector 2122"/>
          <p:cNvSpPr/>
          <p:nvPr/>
        </p:nvSpPr>
        <p:spPr>
          <a:xfrm>
            <a:off x="7772399" y="9685653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9" name="Connector 2123"/>
          <p:cNvSpPr/>
          <p:nvPr/>
        </p:nvSpPr>
        <p:spPr>
          <a:xfrm>
            <a:off x="8183878" y="9705847"/>
            <a:ext cx="411482" cy="336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0" name="Connector 2124"/>
          <p:cNvSpPr/>
          <p:nvPr/>
        </p:nvSpPr>
        <p:spPr>
          <a:xfrm>
            <a:off x="8595359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1" name="Connector 2125"/>
          <p:cNvSpPr/>
          <p:nvPr/>
        </p:nvSpPr>
        <p:spPr>
          <a:xfrm>
            <a:off x="9006840" y="978661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2" name="Connector 2126"/>
          <p:cNvSpPr/>
          <p:nvPr/>
        </p:nvSpPr>
        <p:spPr>
          <a:xfrm>
            <a:off x="9418319" y="984719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3" name="Connector 2127"/>
          <p:cNvSpPr/>
          <p:nvPr/>
        </p:nvSpPr>
        <p:spPr>
          <a:xfrm flipV="1">
            <a:off x="4892040" y="982763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4" name="Connector 2128"/>
          <p:cNvSpPr/>
          <p:nvPr/>
        </p:nvSpPr>
        <p:spPr>
          <a:xfrm flipV="1">
            <a:off x="5509259" y="975105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5" name="Connector 2129"/>
          <p:cNvSpPr/>
          <p:nvPr/>
        </p:nvSpPr>
        <p:spPr>
          <a:xfrm flipV="1">
            <a:off x="6126479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6" name="Connector 2130"/>
          <p:cNvSpPr/>
          <p:nvPr/>
        </p:nvSpPr>
        <p:spPr>
          <a:xfrm flipV="1">
            <a:off x="6743699" y="96489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7" name="Connector 2131"/>
          <p:cNvSpPr/>
          <p:nvPr/>
        </p:nvSpPr>
        <p:spPr>
          <a:xfrm flipV="1">
            <a:off x="7360919" y="962342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8" name="Connector 2132"/>
          <p:cNvSpPr/>
          <p:nvPr/>
        </p:nvSpPr>
        <p:spPr>
          <a:xfrm flipV="1">
            <a:off x="7978140" y="961491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9" name="Connector 2133"/>
          <p:cNvSpPr/>
          <p:nvPr/>
        </p:nvSpPr>
        <p:spPr>
          <a:xfrm>
            <a:off x="8595359" y="961491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0" name="Connector 2134"/>
          <p:cNvSpPr/>
          <p:nvPr/>
        </p:nvSpPr>
        <p:spPr>
          <a:xfrm>
            <a:off x="9212580" y="962342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1" name="Connector 2135"/>
          <p:cNvSpPr/>
          <p:nvPr/>
        </p:nvSpPr>
        <p:spPr>
          <a:xfrm>
            <a:off x="9829799" y="96489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2" name="Connector 2136"/>
          <p:cNvSpPr/>
          <p:nvPr/>
        </p:nvSpPr>
        <p:spPr>
          <a:xfrm>
            <a:off x="10447019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3" name="Connector 2137"/>
          <p:cNvSpPr/>
          <p:nvPr/>
        </p:nvSpPr>
        <p:spPr>
          <a:xfrm>
            <a:off x="11064240" y="975105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4" name="Connector 2138"/>
          <p:cNvSpPr/>
          <p:nvPr/>
        </p:nvSpPr>
        <p:spPr>
          <a:xfrm>
            <a:off x="11681459" y="9827641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5" name="Connector 2139"/>
          <p:cNvSpPr/>
          <p:nvPr/>
        </p:nvSpPr>
        <p:spPr>
          <a:xfrm flipV="1">
            <a:off x="4892040" y="980808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6" name="Connector 2140"/>
          <p:cNvSpPr/>
          <p:nvPr/>
        </p:nvSpPr>
        <p:spPr>
          <a:xfrm flipV="1">
            <a:off x="5714999" y="971549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7" name="Connector 2141"/>
          <p:cNvSpPr/>
          <p:nvPr/>
        </p:nvSpPr>
        <p:spPr>
          <a:xfrm flipV="1">
            <a:off x="6537959" y="964349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8" name="Connector 2142"/>
          <p:cNvSpPr/>
          <p:nvPr/>
        </p:nvSpPr>
        <p:spPr>
          <a:xfrm flipV="1">
            <a:off x="7360919" y="959205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9" name="Connector 2143"/>
          <p:cNvSpPr/>
          <p:nvPr/>
        </p:nvSpPr>
        <p:spPr>
          <a:xfrm flipV="1">
            <a:off x="8183880" y="956119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0" name="Connector 2144"/>
          <p:cNvSpPr/>
          <p:nvPr/>
        </p:nvSpPr>
        <p:spPr>
          <a:xfrm flipV="1">
            <a:off x="9006840" y="955090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1" name="Connector 2145"/>
          <p:cNvSpPr/>
          <p:nvPr/>
        </p:nvSpPr>
        <p:spPr>
          <a:xfrm>
            <a:off x="9829799" y="955090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2" name="Connector 2146"/>
          <p:cNvSpPr/>
          <p:nvPr/>
        </p:nvSpPr>
        <p:spPr>
          <a:xfrm>
            <a:off x="10652759" y="956119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3" name="Connector 2147"/>
          <p:cNvSpPr/>
          <p:nvPr/>
        </p:nvSpPr>
        <p:spPr>
          <a:xfrm>
            <a:off x="11475719" y="959205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4" name="Connector 2148"/>
          <p:cNvSpPr/>
          <p:nvPr/>
        </p:nvSpPr>
        <p:spPr>
          <a:xfrm>
            <a:off x="12298680" y="964349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5" name="Connector 2149"/>
          <p:cNvSpPr/>
          <p:nvPr/>
        </p:nvSpPr>
        <p:spPr>
          <a:xfrm>
            <a:off x="13121639" y="9715500"/>
            <a:ext cx="822960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6" name="Connector 2150"/>
          <p:cNvSpPr/>
          <p:nvPr/>
        </p:nvSpPr>
        <p:spPr>
          <a:xfrm>
            <a:off x="13944598" y="980808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7" name="Connector 2151"/>
          <p:cNvSpPr/>
          <p:nvPr/>
        </p:nvSpPr>
        <p:spPr>
          <a:xfrm flipV="1">
            <a:off x="4892040" y="9788524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8" name="Connector 2152"/>
          <p:cNvSpPr/>
          <p:nvPr/>
        </p:nvSpPr>
        <p:spPr>
          <a:xfrm flipV="1">
            <a:off x="5920740" y="9679940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9" name="Connector 2153"/>
          <p:cNvSpPr/>
          <p:nvPr/>
        </p:nvSpPr>
        <p:spPr>
          <a:xfrm flipV="1">
            <a:off x="6949440" y="95954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0" name="Connector 2154"/>
          <p:cNvSpPr/>
          <p:nvPr/>
        </p:nvSpPr>
        <p:spPr>
          <a:xfrm flipV="1">
            <a:off x="7978140" y="95351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1" name="Connector 2155"/>
          <p:cNvSpPr/>
          <p:nvPr/>
        </p:nvSpPr>
        <p:spPr>
          <a:xfrm flipV="1">
            <a:off x="9006840" y="949896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2" name="Connector 2156"/>
          <p:cNvSpPr/>
          <p:nvPr/>
        </p:nvSpPr>
        <p:spPr>
          <a:xfrm flipV="1">
            <a:off x="10035540" y="948689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3" name="Connector 2157"/>
          <p:cNvSpPr/>
          <p:nvPr/>
        </p:nvSpPr>
        <p:spPr>
          <a:xfrm>
            <a:off x="11064240" y="948690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4" name="Connector 2158"/>
          <p:cNvSpPr/>
          <p:nvPr/>
        </p:nvSpPr>
        <p:spPr>
          <a:xfrm>
            <a:off x="12092940" y="949896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5" name="Connector 2159"/>
          <p:cNvSpPr/>
          <p:nvPr/>
        </p:nvSpPr>
        <p:spPr>
          <a:xfrm>
            <a:off x="13121639" y="95351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6" name="Connector 2160"/>
          <p:cNvSpPr/>
          <p:nvPr/>
        </p:nvSpPr>
        <p:spPr>
          <a:xfrm>
            <a:off x="14150339" y="95954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7" name="Connector 2161"/>
          <p:cNvSpPr/>
          <p:nvPr/>
        </p:nvSpPr>
        <p:spPr>
          <a:xfrm>
            <a:off x="15179039" y="9679940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8" name="Connector 2162"/>
          <p:cNvSpPr/>
          <p:nvPr/>
        </p:nvSpPr>
        <p:spPr>
          <a:xfrm>
            <a:off x="16207739" y="9788525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9" name="Connector 2163"/>
          <p:cNvSpPr/>
          <p:nvPr/>
        </p:nvSpPr>
        <p:spPr>
          <a:xfrm flipV="1">
            <a:off x="4892040" y="9768965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0" name="Connector 2164"/>
          <p:cNvSpPr/>
          <p:nvPr/>
        </p:nvSpPr>
        <p:spPr>
          <a:xfrm flipV="1">
            <a:off x="6126479" y="9644380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1" name="Connector 2165"/>
          <p:cNvSpPr/>
          <p:nvPr/>
        </p:nvSpPr>
        <p:spPr>
          <a:xfrm flipV="1">
            <a:off x="7360919" y="954747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2" name="Connector 2166"/>
          <p:cNvSpPr/>
          <p:nvPr/>
        </p:nvSpPr>
        <p:spPr>
          <a:xfrm flipV="1">
            <a:off x="8595359" y="947826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3" name="Connector 2167"/>
          <p:cNvSpPr/>
          <p:nvPr/>
        </p:nvSpPr>
        <p:spPr>
          <a:xfrm flipV="1">
            <a:off x="9829799" y="9436734"/>
            <a:ext cx="1234441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4" name="Connector 2168"/>
          <p:cNvSpPr/>
          <p:nvPr/>
        </p:nvSpPr>
        <p:spPr>
          <a:xfrm flipV="1">
            <a:off x="11064240" y="942289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5" name="Connector 2169"/>
          <p:cNvSpPr/>
          <p:nvPr/>
        </p:nvSpPr>
        <p:spPr>
          <a:xfrm>
            <a:off x="12298680" y="9422892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6" name="Connector 2170"/>
          <p:cNvSpPr/>
          <p:nvPr/>
        </p:nvSpPr>
        <p:spPr>
          <a:xfrm>
            <a:off x="13533119" y="9436734"/>
            <a:ext cx="1234440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7" name="Connector 2171"/>
          <p:cNvSpPr/>
          <p:nvPr/>
        </p:nvSpPr>
        <p:spPr>
          <a:xfrm>
            <a:off x="14767559" y="9478264"/>
            <a:ext cx="1234442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8" name="Connector 2172"/>
          <p:cNvSpPr/>
          <p:nvPr/>
        </p:nvSpPr>
        <p:spPr>
          <a:xfrm>
            <a:off x="16001999" y="9547479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9" name="Connector 2173"/>
          <p:cNvSpPr/>
          <p:nvPr/>
        </p:nvSpPr>
        <p:spPr>
          <a:xfrm>
            <a:off x="17236439" y="9644380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0" name="Connector 2174"/>
          <p:cNvSpPr/>
          <p:nvPr/>
        </p:nvSpPr>
        <p:spPr>
          <a:xfrm>
            <a:off x="18470880" y="9768965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1" name="Connector 2175"/>
          <p:cNvSpPr/>
          <p:nvPr/>
        </p:nvSpPr>
        <p:spPr>
          <a:xfrm flipV="1">
            <a:off x="7360919" y="986675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2" name="Connector 2176"/>
          <p:cNvSpPr/>
          <p:nvPr/>
        </p:nvSpPr>
        <p:spPr>
          <a:xfrm flipV="1">
            <a:off x="7566659" y="982218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3" name="Connector 2177"/>
          <p:cNvSpPr/>
          <p:nvPr/>
        </p:nvSpPr>
        <p:spPr>
          <a:xfrm flipV="1">
            <a:off x="7772399" y="978750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4" name="Connector 2178"/>
          <p:cNvSpPr/>
          <p:nvPr/>
        </p:nvSpPr>
        <p:spPr>
          <a:xfrm flipV="1">
            <a:off x="7978140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5" name="Connector 2179"/>
          <p:cNvSpPr/>
          <p:nvPr/>
        </p:nvSpPr>
        <p:spPr>
          <a:xfrm flipV="1">
            <a:off x="8183880" y="9747884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6" name="Connector 2180"/>
          <p:cNvSpPr/>
          <p:nvPr/>
        </p:nvSpPr>
        <p:spPr>
          <a:xfrm flipV="1">
            <a:off x="8389618" y="974293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7" name="Connector 2181"/>
          <p:cNvSpPr/>
          <p:nvPr/>
        </p:nvSpPr>
        <p:spPr>
          <a:xfrm>
            <a:off x="8595359" y="974293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8" name="Connector 2182"/>
          <p:cNvSpPr/>
          <p:nvPr/>
        </p:nvSpPr>
        <p:spPr>
          <a:xfrm>
            <a:off x="8801099" y="97478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9" name="Connector 2183"/>
          <p:cNvSpPr/>
          <p:nvPr/>
        </p:nvSpPr>
        <p:spPr>
          <a:xfrm>
            <a:off x="9006840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0" name="Connector 2184"/>
          <p:cNvSpPr/>
          <p:nvPr/>
        </p:nvSpPr>
        <p:spPr>
          <a:xfrm>
            <a:off x="9212580" y="978750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1" name="Connector 2185"/>
          <p:cNvSpPr/>
          <p:nvPr/>
        </p:nvSpPr>
        <p:spPr>
          <a:xfrm>
            <a:off x="9418319" y="9822178"/>
            <a:ext cx="205741" cy="44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2" name="Connector 2186"/>
          <p:cNvSpPr/>
          <p:nvPr/>
        </p:nvSpPr>
        <p:spPr>
          <a:xfrm>
            <a:off x="9624059" y="986675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3" name="Connector 2187"/>
          <p:cNvSpPr/>
          <p:nvPr/>
        </p:nvSpPr>
        <p:spPr>
          <a:xfrm flipV="1">
            <a:off x="7360919" y="984719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4" name="Connector 2188"/>
          <p:cNvSpPr/>
          <p:nvPr/>
        </p:nvSpPr>
        <p:spPr>
          <a:xfrm flipV="1">
            <a:off x="7772399" y="978661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5" name="Connector 2189"/>
          <p:cNvSpPr/>
          <p:nvPr/>
        </p:nvSpPr>
        <p:spPr>
          <a:xfrm flipV="1">
            <a:off x="8183878" y="9739503"/>
            <a:ext cx="411482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6" name="Connector 2190"/>
          <p:cNvSpPr/>
          <p:nvPr/>
        </p:nvSpPr>
        <p:spPr>
          <a:xfrm flipV="1">
            <a:off x="8595359" y="97058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7" name="Connector 2191"/>
          <p:cNvSpPr/>
          <p:nvPr/>
        </p:nvSpPr>
        <p:spPr>
          <a:xfrm flipV="1">
            <a:off x="9006840" y="968565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8" name="Connector 2192"/>
          <p:cNvSpPr/>
          <p:nvPr/>
        </p:nvSpPr>
        <p:spPr>
          <a:xfrm flipV="1">
            <a:off x="9418319" y="967892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9" name="Connector 2193"/>
          <p:cNvSpPr/>
          <p:nvPr/>
        </p:nvSpPr>
        <p:spPr>
          <a:xfrm>
            <a:off x="9829799" y="9678923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0" name="Connector 2194"/>
          <p:cNvSpPr/>
          <p:nvPr/>
        </p:nvSpPr>
        <p:spPr>
          <a:xfrm>
            <a:off x="10241280" y="9685653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1" name="Connector 2195"/>
          <p:cNvSpPr/>
          <p:nvPr/>
        </p:nvSpPr>
        <p:spPr>
          <a:xfrm>
            <a:off x="10652759" y="9705847"/>
            <a:ext cx="411481" cy="336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2" name="Connector 2196"/>
          <p:cNvSpPr/>
          <p:nvPr/>
        </p:nvSpPr>
        <p:spPr>
          <a:xfrm>
            <a:off x="11064240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3" name="Connector 2197"/>
          <p:cNvSpPr/>
          <p:nvPr/>
        </p:nvSpPr>
        <p:spPr>
          <a:xfrm>
            <a:off x="11475719" y="978661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4" name="Connector 2198"/>
          <p:cNvSpPr/>
          <p:nvPr/>
        </p:nvSpPr>
        <p:spPr>
          <a:xfrm>
            <a:off x="11887199" y="984719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5" name="Connector 2199"/>
          <p:cNvSpPr/>
          <p:nvPr/>
        </p:nvSpPr>
        <p:spPr>
          <a:xfrm flipV="1">
            <a:off x="7360919" y="982763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6" name="Connector 2200"/>
          <p:cNvSpPr/>
          <p:nvPr/>
        </p:nvSpPr>
        <p:spPr>
          <a:xfrm flipV="1">
            <a:off x="7978140" y="975105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7" name="Connector 2201"/>
          <p:cNvSpPr/>
          <p:nvPr/>
        </p:nvSpPr>
        <p:spPr>
          <a:xfrm flipV="1">
            <a:off x="8595359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8" name="Connector 2202"/>
          <p:cNvSpPr/>
          <p:nvPr/>
        </p:nvSpPr>
        <p:spPr>
          <a:xfrm flipV="1">
            <a:off x="9212580" y="96489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9" name="Connector 2203"/>
          <p:cNvSpPr/>
          <p:nvPr/>
        </p:nvSpPr>
        <p:spPr>
          <a:xfrm flipV="1">
            <a:off x="9829799" y="962342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0" name="Connector 2204"/>
          <p:cNvSpPr/>
          <p:nvPr/>
        </p:nvSpPr>
        <p:spPr>
          <a:xfrm flipV="1">
            <a:off x="10447019" y="961491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1" name="Connector 2205"/>
          <p:cNvSpPr/>
          <p:nvPr/>
        </p:nvSpPr>
        <p:spPr>
          <a:xfrm>
            <a:off x="11064240" y="961491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2" name="Connector 2206"/>
          <p:cNvSpPr/>
          <p:nvPr/>
        </p:nvSpPr>
        <p:spPr>
          <a:xfrm>
            <a:off x="11681459" y="962342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3" name="Connector 2207"/>
          <p:cNvSpPr/>
          <p:nvPr/>
        </p:nvSpPr>
        <p:spPr>
          <a:xfrm>
            <a:off x="12298680" y="96489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4" name="Connector 2208"/>
          <p:cNvSpPr/>
          <p:nvPr/>
        </p:nvSpPr>
        <p:spPr>
          <a:xfrm>
            <a:off x="12915899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5" name="Connector 2209"/>
          <p:cNvSpPr/>
          <p:nvPr/>
        </p:nvSpPr>
        <p:spPr>
          <a:xfrm>
            <a:off x="13533119" y="9751059"/>
            <a:ext cx="617220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6" name="Connector 2210"/>
          <p:cNvSpPr/>
          <p:nvPr/>
        </p:nvSpPr>
        <p:spPr>
          <a:xfrm>
            <a:off x="14150339" y="9827641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7" name="Connector 2211"/>
          <p:cNvSpPr/>
          <p:nvPr/>
        </p:nvSpPr>
        <p:spPr>
          <a:xfrm flipV="1">
            <a:off x="7360919" y="9808081"/>
            <a:ext cx="822960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8" name="Connector 2212"/>
          <p:cNvSpPr/>
          <p:nvPr/>
        </p:nvSpPr>
        <p:spPr>
          <a:xfrm flipV="1">
            <a:off x="8183878" y="9715499"/>
            <a:ext cx="822962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9" name="Connector 2213"/>
          <p:cNvSpPr/>
          <p:nvPr/>
        </p:nvSpPr>
        <p:spPr>
          <a:xfrm flipV="1">
            <a:off x="9006840" y="964349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0" name="Connector 2214"/>
          <p:cNvSpPr/>
          <p:nvPr/>
        </p:nvSpPr>
        <p:spPr>
          <a:xfrm flipV="1">
            <a:off x="9829799" y="959205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1" name="Connector 2215"/>
          <p:cNvSpPr/>
          <p:nvPr/>
        </p:nvSpPr>
        <p:spPr>
          <a:xfrm flipV="1">
            <a:off x="10652759" y="956119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2" name="Connector 2216"/>
          <p:cNvSpPr/>
          <p:nvPr/>
        </p:nvSpPr>
        <p:spPr>
          <a:xfrm flipV="1">
            <a:off x="11475719" y="955090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3" name="Connector 2217"/>
          <p:cNvSpPr/>
          <p:nvPr/>
        </p:nvSpPr>
        <p:spPr>
          <a:xfrm>
            <a:off x="12298680" y="955090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4" name="Connector 2218"/>
          <p:cNvSpPr/>
          <p:nvPr/>
        </p:nvSpPr>
        <p:spPr>
          <a:xfrm>
            <a:off x="13121639" y="956119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5" name="Connector 2219"/>
          <p:cNvSpPr/>
          <p:nvPr/>
        </p:nvSpPr>
        <p:spPr>
          <a:xfrm>
            <a:off x="13944600" y="9592056"/>
            <a:ext cx="822959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6" name="Connector 2220"/>
          <p:cNvSpPr/>
          <p:nvPr/>
        </p:nvSpPr>
        <p:spPr>
          <a:xfrm>
            <a:off x="14767559" y="9643491"/>
            <a:ext cx="822962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7" name="Connector 2221"/>
          <p:cNvSpPr/>
          <p:nvPr/>
        </p:nvSpPr>
        <p:spPr>
          <a:xfrm>
            <a:off x="15590519" y="971550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8" name="Connector 2222"/>
          <p:cNvSpPr/>
          <p:nvPr/>
        </p:nvSpPr>
        <p:spPr>
          <a:xfrm>
            <a:off x="16413480" y="980808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9" name="Connector 2223"/>
          <p:cNvSpPr/>
          <p:nvPr/>
        </p:nvSpPr>
        <p:spPr>
          <a:xfrm flipV="1">
            <a:off x="7360919" y="9788524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0" name="Connector 2224"/>
          <p:cNvSpPr/>
          <p:nvPr/>
        </p:nvSpPr>
        <p:spPr>
          <a:xfrm flipV="1">
            <a:off x="8389619" y="9679940"/>
            <a:ext cx="1028701" cy="1085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1" name="Connector 2225"/>
          <p:cNvSpPr/>
          <p:nvPr/>
        </p:nvSpPr>
        <p:spPr>
          <a:xfrm flipV="1">
            <a:off x="9418319" y="95954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2" name="Connector 2226"/>
          <p:cNvSpPr/>
          <p:nvPr/>
        </p:nvSpPr>
        <p:spPr>
          <a:xfrm flipV="1">
            <a:off x="10447019" y="95351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3" name="Connector 2227"/>
          <p:cNvSpPr/>
          <p:nvPr/>
        </p:nvSpPr>
        <p:spPr>
          <a:xfrm flipV="1">
            <a:off x="11475719" y="949896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4" name="Connector 2228"/>
          <p:cNvSpPr/>
          <p:nvPr/>
        </p:nvSpPr>
        <p:spPr>
          <a:xfrm flipV="1">
            <a:off x="12504419" y="9486899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5" name="Connector 2229"/>
          <p:cNvSpPr/>
          <p:nvPr/>
        </p:nvSpPr>
        <p:spPr>
          <a:xfrm>
            <a:off x="13533119" y="948690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6" name="Connector 2230"/>
          <p:cNvSpPr/>
          <p:nvPr/>
        </p:nvSpPr>
        <p:spPr>
          <a:xfrm>
            <a:off x="14561819" y="949896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7" name="Connector 2231"/>
          <p:cNvSpPr/>
          <p:nvPr/>
        </p:nvSpPr>
        <p:spPr>
          <a:xfrm>
            <a:off x="15590519" y="953515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8" name="Connector 2232"/>
          <p:cNvSpPr/>
          <p:nvPr/>
        </p:nvSpPr>
        <p:spPr>
          <a:xfrm>
            <a:off x="16619219" y="959548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9" name="Connector 2233"/>
          <p:cNvSpPr/>
          <p:nvPr/>
        </p:nvSpPr>
        <p:spPr>
          <a:xfrm>
            <a:off x="17647919" y="9679940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0" name="Connector 2234"/>
          <p:cNvSpPr/>
          <p:nvPr/>
        </p:nvSpPr>
        <p:spPr>
          <a:xfrm>
            <a:off x="18676619" y="9788525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1" name="Connector 2235"/>
          <p:cNvSpPr/>
          <p:nvPr/>
        </p:nvSpPr>
        <p:spPr>
          <a:xfrm flipV="1">
            <a:off x="9829799" y="986675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2" name="Connector 2236"/>
          <p:cNvSpPr/>
          <p:nvPr/>
        </p:nvSpPr>
        <p:spPr>
          <a:xfrm flipV="1">
            <a:off x="10035540" y="982218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3" name="Connector 2237"/>
          <p:cNvSpPr/>
          <p:nvPr/>
        </p:nvSpPr>
        <p:spPr>
          <a:xfrm flipV="1">
            <a:off x="10241280" y="978750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4" name="Connector 2238"/>
          <p:cNvSpPr/>
          <p:nvPr/>
        </p:nvSpPr>
        <p:spPr>
          <a:xfrm flipV="1">
            <a:off x="10447019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5" name="Connector 2239"/>
          <p:cNvSpPr/>
          <p:nvPr/>
        </p:nvSpPr>
        <p:spPr>
          <a:xfrm flipV="1">
            <a:off x="10652759" y="9747884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6" name="Connector 2240"/>
          <p:cNvSpPr/>
          <p:nvPr/>
        </p:nvSpPr>
        <p:spPr>
          <a:xfrm flipV="1">
            <a:off x="10858499" y="9742931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7" name="Connector 2241"/>
          <p:cNvSpPr/>
          <p:nvPr/>
        </p:nvSpPr>
        <p:spPr>
          <a:xfrm>
            <a:off x="11064240" y="974293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8" name="Connector 2242"/>
          <p:cNvSpPr/>
          <p:nvPr/>
        </p:nvSpPr>
        <p:spPr>
          <a:xfrm>
            <a:off x="11269980" y="97478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9" name="Connector 2243"/>
          <p:cNvSpPr/>
          <p:nvPr/>
        </p:nvSpPr>
        <p:spPr>
          <a:xfrm>
            <a:off x="11475719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0" name="Connector 2244"/>
          <p:cNvSpPr/>
          <p:nvPr/>
        </p:nvSpPr>
        <p:spPr>
          <a:xfrm>
            <a:off x="11681459" y="978750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1" name="Connector 2245"/>
          <p:cNvSpPr/>
          <p:nvPr/>
        </p:nvSpPr>
        <p:spPr>
          <a:xfrm>
            <a:off x="11887199" y="9822178"/>
            <a:ext cx="205741" cy="44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2" name="Connector 2246"/>
          <p:cNvSpPr/>
          <p:nvPr/>
        </p:nvSpPr>
        <p:spPr>
          <a:xfrm>
            <a:off x="12092940" y="986675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3" name="Connector 2247"/>
          <p:cNvSpPr/>
          <p:nvPr/>
        </p:nvSpPr>
        <p:spPr>
          <a:xfrm flipV="1">
            <a:off x="9829799" y="984719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4" name="Connector 2248"/>
          <p:cNvSpPr/>
          <p:nvPr/>
        </p:nvSpPr>
        <p:spPr>
          <a:xfrm flipV="1">
            <a:off x="10241280" y="978661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5" name="Connector 2249"/>
          <p:cNvSpPr/>
          <p:nvPr/>
        </p:nvSpPr>
        <p:spPr>
          <a:xfrm flipV="1">
            <a:off x="10652759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6" name="Connector 2250"/>
          <p:cNvSpPr/>
          <p:nvPr/>
        </p:nvSpPr>
        <p:spPr>
          <a:xfrm flipV="1">
            <a:off x="11064240" y="97058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7" name="Connector 2251"/>
          <p:cNvSpPr/>
          <p:nvPr/>
        </p:nvSpPr>
        <p:spPr>
          <a:xfrm flipV="1">
            <a:off x="11475719" y="968565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8" name="Connector 2252"/>
          <p:cNvSpPr/>
          <p:nvPr/>
        </p:nvSpPr>
        <p:spPr>
          <a:xfrm flipV="1">
            <a:off x="11887199" y="967892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9" name="Connector 2253"/>
          <p:cNvSpPr/>
          <p:nvPr/>
        </p:nvSpPr>
        <p:spPr>
          <a:xfrm>
            <a:off x="12298680" y="9678923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0" name="Connector 2254"/>
          <p:cNvSpPr/>
          <p:nvPr/>
        </p:nvSpPr>
        <p:spPr>
          <a:xfrm>
            <a:off x="12710159" y="9685653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1" name="Connector 2255"/>
          <p:cNvSpPr/>
          <p:nvPr/>
        </p:nvSpPr>
        <p:spPr>
          <a:xfrm>
            <a:off x="13121639" y="9705847"/>
            <a:ext cx="411481" cy="336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2" name="Connector 2256"/>
          <p:cNvSpPr/>
          <p:nvPr/>
        </p:nvSpPr>
        <p:spPr>
          <a:xfrm>
            <a:off x="13533119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3" name="Connector 2257"/>
          <p:cNvSpPr/>
          <p:nvPr/>
        </p:nvSpPr>
        <p:spPr>
          <a:xfrm>
            <a:off x="13944599" y="978661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4" name="Connector 2258"/>
          <p:cNvSpPr/>
          <p:nvPr/>
        </p:nvSpPr>
        <p:spPr>
          <a:xfrm>
            <a:off x="14356078" y="984719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5" name="Connector 2259"/>
          <p:cNvSpPr/>
          <p:nvPr/>
        </p:nvSpPr>
        <p:spPr>
          <a:xfrm flipV="1">
            <a:off x="9829799" y="982763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6" name="Connector 2260"/>
          <p:cNvSpPr/>
          <p:nvPr/>
        </p:nvSpPr>
        <p:spPr>
          <a:xfrm flipV="1">
            <a:off x="10447019" y="975105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7" name="Connector 2261"/>
          <p:cNvSpPr/>
          <p:nvPr/>
        </p:nvSpPr>
        <p:spPr>
          <a:xfrm flipV="1">
            <a:off x="11064240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8" name="Connector 2262"/>
          <p:cNvSpPr/>
          <p:nvPr/>
        </p:nvSpPr>
        <p:spPr>
          <a:xfrm flipV="1">
            <a:off x="11681459" y="96489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9" name="Connector 2263"/>
          <p:cNvSpPr/>
          <p:nvPr/>
        </p:nvSpPr>
        <p:spPr>
          <a:xfrm flipV="1">
            <a:off x="12298680" y="9623424"/>
            <a:ext cx="617221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0" name="Connector 2264"/>
          <p:cNvSpPr/>
          <p:nvPr/>
        </p:nvSpPr>
        <p:spPr>
          <a:xfrm flipV="1">
            <a:off x="12915899" y="961491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1" name="Connector 2265"/>
          <p:cNvSpPr/>
          <p:nvPr/>
        </p:nvSpPr>
        <p:spPr>
          <a:xfrm>
            <a:off x="13533119" y="961491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2" name="Connector 2266"/>
          <p:cNvSpPr/>
          <p:nvPr/>
        </p:nvSpPr>
        <p:spPr>
          <a:xfrm>
            <a:off x="14150339" y="9623425"/>
            <a:ext cx="617220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3" name="Connector 2267"/>
          <p:cNvSpPr/>
          <p:nvPr/>
        </p:nvSpPr>
        <p:spPr>
          <a:xfrm>
            <a:off x="14767559" y="9648952"/>
            <a:ext cx="617222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4" name="Connector 2268"/>
          <p:cNvSpPr/>
          <p:nvPr/>
        </p:nvSpPr>
        <p:spPr>
          <a:xfrm>
            <a:off x="15384780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5" name="Connector 2269"/>
          <p:cNvSpPr/>
          <p:nvPr/>
        </p:nvSpPr>
        <p:spPr>
          <a:xfrm>
            <a:off x="16001999" y="975105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6" name="Connector 2270"/>
          <p:cNvSpPr/>
          <p:nvPr/>
        </p:nvSpPr>
        <p:spPr>
          <a:xfrm>
            <a:off x="16619219" y="9827641"/>
            <a:ext cx="617222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7" name="Connector 2271"/>
          <p:cNvSpPr/>
          <p:nvPr/>
        </p:nvSpPr>
        <p:spPr>
          <a:xfrm flipV="1">
            <a:off x="9829799" y="9808081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8" name="Connector 2272"/>
          <p:cNvSpPr/>
          <p:nvPr/>
        </p:nvSpPr>
        <p:spPr>
          <a:xfrm flipV="1">
            <a:off x="10652759" y="9715499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9" name="Connector 2273"/>
          <p:cNvSpPr/>
          <p:nvPr/>
        </p:nvSpPr>
        <p:spPr>
          <a:xfrm flipV="1">
            <a:off x="11475719" y="964349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0" name="Connector 2274"/>
          <p:cNvSpPr/>
          <p:nvPr/>
        </p:nvSpPr>
        <p:spPr>
          <a:xfrm flipV="1">
            <a:off x="12298680" y="959205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1" name="Connector 2275"/>
          <p:cNvSpPr/>
          <p:nvPr/>
        </p:nvSpPr>
        <p:spPr>
          <a:xfrm flipV="1">
            <a:off x="13121639" y="956119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2" name="Connector 2276"/>
          <p:cNvSpPr/>
          <p:nvPr/>
        </p:nvSpPr>
        <p:spPr>
          <a:xfrm flipV="1">
            <a:off x="13944600" y="9550907"/>
            <a:ext cx="822959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3" name="Connector 2277"/>
          <p:cNvSpPr/>
          <p:nvPr/>
        </p:nvSpPr>
        <p:spPr>
          <a:xfrm>
            <a:off x="14767559" y="9550907"/>
            <a:ext cx="822962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4" name="Connector 2278"/>
          <p:cNvSpPr/>
          <p:nvPr/>
        </p:nvSpPr>
        <p:spPr>
          <a:xfrm>
            <a:off x="15590519" y="956119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5" name="Connector 2279"/>
          <p:cNvSpPr/>
          <p:nvPr/>
        </p:nvSpPr>
        <p:spPr>
          <a:xfrm>
            <a:off x="16413480" y="9592056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6" name="Connector 2280"/>
          <p:cNvSpPr/>
          <p:nvPr/>
        </p:nvSpPr>
        <p:spPr>
          <a:xfrm>
            <a:off x="17236439" y="964349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7" name="Connector 2281"/>
          <p:cNvSpPr/>
          <p:nvPr/>
        </p:nvSpPr>
        <p:spPr>
          <a:xfrm>
            <a:off x="18059399" y="971550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8" name="Connector 2282"/>
          <p:cNvSpPr/>
          <p:nvPr/>
        </p:nvSpPr>
        <p:spPr>
          <a:xfrm>
            <a:off x="18882360" y="980808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9" name="Connector 2283"/>
          <p:cNvSpPr/>
          <p:nvPr/>
        </p:nvSpPr>
        <p:spPr>
          <a:xfrm flipV="1">
            <a:off x="12298680" y="986675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0" name="Connector 2284"/>
          <p:cNvSpPr/>
          <p:nvPr/>
        </p:nvSpPr>
        <p:spPr>
          <a:xfrm flipV="1">
            <a:off x="12504419" y="982218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1" name="Connector 2285"/>
          <p:cNvSpPr/>
          <p:nvPr/>
        </p:nvSpPr>
        <p:spPr>
          <a:xfrm flipV="1">
            <a:off x="12710159" y="978750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2" name="Connector 2286"/>
          <p:cNvSpPr/>
          <p:nvPr/>
        </p:nvSpPr>
        <p:spPr>
          <a:xfrm flipV="1">
            <a:off x="12915899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3" name="Connector 2287"/>
          <p:cNvSpPr/>
          <p:nvPr/>
        </p:nvSpPr>
        <p:spPr>
          <a:xfrm flipV="1">
            <a:off x="13121639" y="9747884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4" name="Connector 2288"/>
          <p:cNvSpPr/>
          <p:nvPr/>
        </p:nvSpPr>
        <p:spPr>
          <a:xfrm flipV="1">
            <a:off x="13327378" y="974293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5" name="Connector 2289"/>
          <p:cNvSpPr/>
          <p:nvPr/>
        </p:nvSpPr>
        <p:spPr>
          <a:xfrm>
            <a:off x="13533119" y="974293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6" name="Connector 2290"/>
          <p:cNvSpPr/>
          <p:nvPr/>
        </p:nvSpPr>
        <p:spPr>
          <a:xfrm>
            <a:off x="13738860" y="97478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7" name="Connector 2291"/>
          <p:cNvSpPr/>
          <p:nvPr/>
        </p:nvSpPr>
        <p:spPr>
          <a:xfrm>
            <a:off x="13944599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8" name="Connector 2292"/>
          <p:cNvSpPr/>
          <p:nvPr/>
        </p:nvSpPr>
        <p:spPr>
          <a:xfrm>
            <a:off x="14150339" y="978750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9" name="Connector 2293"/>
          <p:cNvSpPr/>
          <p:nvPr/>
        </p:nvSpPr>
        <p:spPr>
          <a:xfrm>
            <a:off x="14356080" y="9822178"/>
            <a:ext cx="205740" cy="44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0" name="Connector 2294"/>
          <p:cNvSpPr/>
          <p:nvPr/>
        </p:nvSpPr>
        <p:spPr>
          <a:xfrm>
            <a:off x="14561819" y="986675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1" name="Connector 2295"/>
          <p:cNvSpPr/>
          <p:nvPr/>
        </p:nvSpPr>
        <p:spPr>
          <a:xfrm flipV="1">
            <a:off x="12298680" y="984719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2" name="Connector 2296"/>
          <p:cNvSpPr/>
          <p:nvPr/>
        </p:nvSpPr>
        <p:spPr>
          <a:xfrm flipV="1">
            <a:off x="12710159" y="978661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3" name="Connector 2297"/>
          <p:cNvSpPr/>
          <p:nvPr/>
        </p:nvSpPr>
        <p:spPr>
          <a:xfrm flipV="1">
            <a:off x="13121639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4" name="Connector 2298"/>
          <p:cNvSpPr/>
          <p:nvPr/>
        </p:nvSpPr>
        <p:spPr>
          <a:xfrm flipV="1">
            <a:off x="13533119" y="97058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5" name="Connector 2299"/>
          <p:cNvSpPr/>
          <p:nvPr/>
        </p:nvSpPr>
        <p:spPr>
          <a:xfrm flipV="1">
            <a:off x="13944599" y="968565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6" name="Connector 2300"/>
          <p:cNvSpPr/>
          <p:nvPr/>
        </p:nvSpPr>
        <p:spPr>
          <a:xfrm flipV="1">
            <a:off x="14356078" y="967892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7" name="Connector 2301"/>
          <p:cNvSpPr/>
          <p:nvPr/>
        </p:nvSpPr>
        <p:spPr>
          <a:xfrm>
            <a:off x="14767559" y="9678923"/>
            <a:ext cx="411482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8" name="Connector 2302"/>
          <p:cNvSpPr/>
          <p:nvPr/>
        </p:nvSpPr>
        <p:spPr>
          <a:xfrm>
            <a:off x="15179039" y="9685653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9" name="Connector 2303"/>
          <p:cNvSpPr/>
          <p:nvPr/>
        </p:nvSpPr>
        <p:spPr>
          <a:xfrm>
            <a:off x="15590519" y="9705847"/>
            <a:ext cx="411481" cy="336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0" name="Connector 2304"/>
          <p:cNvSpPr/>
          <p:nvPr/>
        </p:nvSpPr>
        <p:spPr>
          <a:xfrm>
            <a:off x="16001999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1" name="Connector 2305"/>
          <p:cNvSpPr/>
          <p:nvPr/>
        </p:nvSpPr>
        <p:spPr>
          <a:xfrm>
            <a:off x="16413480" y="978661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2" name="Connector 2306"/>
          <p:cNvSpPr/>
          <p:nvPr/>
        </p:nvSpPr>
        <p:spPr>
          <a:xfrm>
            <a:off x="16824960" y="984719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3" name="Connector 2307"/>
          <p:cNvSpPr/>
          <p:nvPr/>
        </p:nvSpPr>
        <p:spPr>
          <a:xfrm flipV="1">
            <a:off x="12298680" y="982763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4" name="Connector 2308"/>
          <p:cNvSpPr/>
          <p:nvPr/>
        </p:nvSpPr>
        <p:spPr>
          <a:xfrm flipV="1">
            <a:off x="12915899" y="975105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5" name="Connector 2309"/>
          <p:cNvSpPr/>
          <p:nvPr/>
        </p:nvSpPr>
        <p:spPr>
          <a:xfrm flipV="1">
            <a:off x="13533119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6" name="Connector 2310"/>
          <p:cNvSpPr/>
          <p:nvPr/>
        </p:nvSpPr>
        <p:spPr>
          <a:xfrm flipV="1">
            <a:off x="14150339" y="9648952"/>
            <a:ext cx="617220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7" name="Connector 2311"/>
          <p:cNvSpPr/>
          <p:nvPr/>
        </p:nvSpPr>
        <p:spPr>
          <a:xfrm flipV="1">
            <a:off x="14767559" y="9623424"/>
            <a:ext cx="617222" cy="2552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8" name="Connector 2312"/>
          <p:cNvSpPr/>
          <p:nvPr/>
        </p:nvSpPr>
        <p:spPr>
          <a:xfrm flipV="1">
            <a:off x="15384780" y="9614916"/>
            <a:ext cx="617221" cy="850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9" name="Connector 2313"/>
          <p:cNvSpPr/>
          <p:nvPr/>
        </p:nvSpPr>
        <p:spPr>
          <a:xfrm>
            <a:off x="16001999" y="961491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0" name="Connector 2314"/>
          <p:cNvSpPr/>
          <p:nvPr/>
        </p:nvSpPr>
        <p:spPr>
          <a:xfrm>
            <a:off x="16619219" y="9623425"/>
            <a:ext cx="617221" cy="2552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1" name="Connector 2315"/>
          <p:cNvSpPr/>
          <p:nvPr/>
        </p:nvSpPr>
        <p:spPr>
          <a:xfrm>
            <a:off x="17236439" y="9648952"/>
            <a:ext cx="617221" cy="4254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2" name="Connector 2316"/>
          <p:cNvSpPr/>
          <p:nvPr/>
        </p:nvSpPr>
        <p:spPr>
          <a:xfrm>
            <a:off x="17853660" y="969149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3" name="Connector 2317"/>
          <p:cNvSpPr/>
          <p:nvPr/>
        </p:nvSpPr>
        <p:spPr>
          <a:xfrm>
            <a:off x="18470880" y="9751059"/>
            <a:ext cx="617221" cy="7658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4" name="Connector 2318"/>
          <p:cNvSpPr/>
          <p:nvPr/>
        </p:nvSpPr>
        <p:spPr>
          <a:xfrm>
            <a:off x="19088099" y="9827641"/>
            <a:ext cx="617221" cy="9360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5" name="Connector 2319"/>
          <p:cNvSpPr/>
          <p:nvPr/>
        </p:nvSpPr>
        <p:spPr>
          <a:xfrm flipV="1">
            <a:off x="14767559" y="986675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6" name="Connector 2320"/>
          <p:cNvSpPr/>
          <p:nvPr/>
        </p:nvSpPr>
        <p:spPr>
          <a:xfrm flipV="1">
            <a:off x="14973298" y="9822180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7" name="Connector 2321"/>
          <p:cNvSpPr/>
          <p:nvPr/>
        </p:nvSpPr>
        <p:spPr>
          <a:xfrm flipV="1">
            <a:off x="15179039" y="978750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8" name="Connector 2322"/>
          <p:cNvSpPr/>
          <p:nvPr/>
        </p:nvSpPr>
        <p:spPr>
          <a:xfrm flipV="1">
            <a:off x="15384780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9" name="Connector 2323"/>
          <p:cNvSpPr/>
          <p:nvPr/>
        </p:nvSpPr>
        <p:spPr>
          <a:xfrm flipV="1">
            <a:off x="15590519" y="9747884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0" name="Connector 2324"/>
          <p:cNvSpPr/>
          <p:nvPr/>
        </p:nvSpPr>
        <p:spPr>
          <a:xfrm flipV="1">
            <a:off x="15796259" y="974293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1" name="Connector 2325"/>
          <p:cNvSpPr/>
          <p:nvPr/>
        </p:nvSpPr>
        <p:spPr>
          <a:xfrm>
            <a:off x="16001999" y="974293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2" name="Connector 2326"/>
          <p:cNvSpPr/>
          <p:nvPr/>
        </p:nvSpPr>
        <p:spPr>
          <a:xfrm>
            <a:off x="16207739" y="97478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3" name="Connector 2327"/>
          <p:cNvSpPr/>
          <p:nvPr/>
        </p:nvSpPr>
        <p:spPr>
          <a:xfrm>
            <a:off x="16413480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4" name="Connector 2328"/>
          <p:cNvSpPr/>
          <p:nvPr/>
        </p:nvSpPr>
        <p:spPr>
          <a:xfrm>
            <a:off x="16619219" y="978750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5" name="Connector 2329"/>
          <p:cNvSpPr/>
          <p:nvPr/>
        </p:nvSpPr>
        <p:spPr>
          <a:xfrm>
            <a:off x="16824960" y="9822178"/>
            <a:ext cx="205741" cy="44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6" name="Connector 2330"/>
          <p:cNvSpPr/>
          <p:nvPr/>
        </p:nvSpPr>
        <p:spPr>
          <a:xfrm>
            <a:off x="17030699" y="986675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7" name="Connector 2331"/>
          <p:cNvSpPr/>
          <p:nvPr/>
        </p:nvSpPr>
        <p:spPr>
          <a:xfrm flipV="1">
            <a:off x="14767559" y="984719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8" name="Connector 2332"/>
          <p:cNvSpPr/>
          <p:nvPr/>
        </p:nvSpPr>
        <p:spPr>
          <a:xfrm flipV="1">
            <a:off x="15179039" y="9786619"/>
            <a:ext cx="411482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9" name="Connector 2333"/>
          <p:cNvSpPr/>
          <p:nvPr/>
        </p:nvSpPr>
        <p:spPr>
          <a:xfrm flipV="1">
            <a:off x="15590519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0" name="Connector 2334"/>
          <p:cNvSpPr/>
          <p:nvPr/>
        </p:nvSpPr>
        <p:spPr>
          <a:xfrm flipV="1">
            <a:off x="16001999" y="9705847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1" name="Connector 2335"/>
          <p:cNvSpPr/>
          <p:nvPr/>
        </p:nvSpPr>
        <p:spPr>
          <a:xfrm flipV="1">
            <a:off x="16413480" y="9685653"/>
            <a:ext cx="411481" cy="2019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2" name="Connector 2336"/>
          <p:cNvSpPr/>
          <p:nvPr/>
        </p:nvSpPr>
        <p:spPr>
          <a:xfrm flipV="1">
            <a:off x="16824960" y="9678924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3" name="Connector 2337"/>
          <p:cNvSpPr/>
          <p:nvPr/>
        </p:nvSpPr>
        <p:spPr>
          <a:xfrm>
            <a:off x="17236439" y="9678923"/>
            <a:ext cx="411481" cy="67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4" name="Connector 2338"/>
          <p:cNvSpPr/>
          <p:nvPr/>
        </p:nvSpPr>
        <p:spPr>
          <a:xfrm>
            <a:off x="17647919" y="9685653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5" name="Connector 2339"/>
          <p:cNvSpPr/>
          <p:nvPr/>
        </p:nvSpPr>
        <p:spPr>
          <a:xfrm>
            <a:off x="18059399" y="9705847"/>
            <a:ext cx="411481" cy="3365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6" name="Connector 2340"/>
          <p:cNvSpPr/>
          <p:nvPr/>
        </p:nvSpPr>
        <p:spPr>
          <a:xfrm>
            <a:off x="18470880" y="973950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7" name="Connector 2341"/>
          <p:cNvSpPr/>
          <p:nvPr/>
        </p:nvSpPr>
        <p:spPr>
          <a:xfrm>
            <a:off x="18882360" y="9786619"/>
            <a:ext cx="411481" cy="60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8" name="Connector 2342"/>
          <p:cNvSpPr/>
          <p:nvPr/>
        </p:nvSpPr>
        <p:spPr>
          <a:xfrm>
            <a:off x="19293839" y="9847198"/>
            <a:ext cx="411481" cy="7404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9" name="Connector 2343"/>
          <p:cNvSpPr/>
          <p:nvPr/>
        </p:nvSpPr>
        <p:spPr>
          <a:xfrm flipV="1">
            <a:off x="17236439" y="9866755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0" name="Connector 2344"/>
          <p:cNvSpPr/>
          <p:nvPr/>
        </p:nvSpPr>
        <p:spPr>
          <a:xfrm flipV="1">
            <a:off x="17442180" y="9822180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1" name="Connector 2345"/>
          <p:cNvSpPr/>
          <p:nvPr/>
        </p:nvSpPr>
        <p:spPr>
          <a:xfrm flipV="1">
            <a:off x="17647919" y="978750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2" name="Connector 2346"/>
          <p:cNvSpPr/>
          <p:nvPr/>
        </p:nvSpPr>
        <p:spPr>
          <a:xfrm flipV="1">
            <a:off x="17853660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3" name="Connector 2347"/>
          <p:cNvSpPr/>
          <p:nvPr/>
        </p:nvSpPr>
        <p:spPr>
          <a:xfrm flipV="1">
            <a:off x="18059400" y="9747884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4" name="Connector 2348"/>
          <p:cNvSpPr/>
          <p:nvPr/>
        </p:nvSpPr>
        <p:spPr>
          <a:xfrm flipV="1">
            <a:off x="18265139" y="974293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5" name="Connector 2349"/>
          <p:cNvSpPr/>
          <p:nvPr/>
        </p:nvSpPr>
        <p:spPr>
          <a:xfrm>
            <a:off x="18470880" y="974293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6" name="Connector 2350"/>
          <p:cNvSpPr/>
          <p:nvPr/>
        </p:nvSpPr>
        <p:spPr>
          <a:xfrm>
            <a:off x="18676619" y="9747884"/>
            <a:ext cx="205741" cy="148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7" name="Connector 2351"/>
          <p:cNvSpPr/>
          <p:nvPr/>
        </p:nvSpPr>
        <p:spPr>
          <a:xfrm>
            <a:off x="18882360" y="976274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8" name="Connector 2352"/>
          <p:cNvSpPr/>
          <p:nvPr/>
        </p:nvSpPr>
        <p:spPr>
          <a:xfrm>
            <a:off x="19088099" y="978750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9" name="Connector 2353"/>
          <p:cNvSpPr/>
          <p:nvPr/>
        </p:nvSpPr>
        <p:spPr>
          <a:xfrm>
            <a:off x="19293839" y="9822178"/>
            <a:ext cx="205741" cy="44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0" name="Connector 2354"/>
          <p:cNvSpPr/>
          <p:nvPr/>
        </p:nvSpPr>
        <p:spPr>
          <a:xfrm>
            <a:off x="19499580" y="9866756"/>
            <a:ext cx="205741" cy="544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1" name="Connector 2355"/>
          <p:cNvSpPr/>
          <p:nvPr/>
        </p:nvSpPr>
        <p:spPr>
          <a:xfrm flipV="1">
            <a:off x="2423160" y="11101196"/>
            <a:ext cx="205740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2" name="Connector 2356"/>
          <p:cNvSpPr/>
          <p:nvPr/>
        </p:nvSpPr>
        <p:spPr>
          <a:xfrm flipV="1">
            <a:off x="2628899" y="11056619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3" name="Connector 2357"/>
          <p:cNvSpPr/>
          <p:nvPr/>
        </p:nvSpPr>
        <p:spPr>
          <a:xfrm flipV="1">
            <a:off x="2834639" y="110219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4" name="Connector 2358"/>
          <p:cNvSpPr/>
          <p:nvPr/>
        </p:nvSpPr>
        <p:spPr>
          <a:xfrm flipV="1">
            <a:off x="3040379" y="1099718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5" name="Connector 2359"/>
          <p:cNvSpPr/>
          <p:nvPr/>
        </p:nvSpPr>
        <p:spPr>
          <a:xfrm flipV="1">
            <a:off x="3246120" y="10982324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6" name="Connector 2360"/>
          <p:cNvSpPr/>
          <p:nvPr/>
        </p:nvSpPr>
        <p:spPr>
          <a:xfrm flipV="1">
            <a:off x="3451859" y="10977371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7" name="Connector 2361"/>
          <p:cNvSpPr/>
          <p:nvPr/>
        </p:nvSpPr>
        <p:spPr>
          <a:xfrm>
            <a:off x="3657600" y="10977371"/>
            <a:ext cx="205739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8" name="Connector 2362"/>
          <p:cNvSpPr/>
          <p:nvPr/>
        </p:nvSpPr>
        <p:spPr>
          <a:xfrm>
            <a:off x="3863338" y="10982324"/>
            <a:ext cx="205742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9" name="Connector 2363"/>
          <p:cNvSpPr/>
          <p:nvPr/>
        </p:nvSpPr>
        <p:spPr>
          <a:xfrm>
            <a:off x="4069079" y="10997183"/>
            <a:ext cx="205741" cy="2476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0" name="Connector 2364"/>
          <p:cNvSpPr/>
          <p:nvPr/>
        </p:nvSpPr>
        <p:spPr>
          <a:xfrm>
            <a:off x="4274820" y="1102194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1" name="Connector 2365"/>
          <p:cNvSpPr/>
          <p:nvPr/>
        </p:nvSpPr>
        <p:spPr>
          <a:xfrm>
            <a:off x="4480559" y="11056618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2" name="Connector 2366"/>
          <p:cNvSpPr/>
          <p:nvPr/>
        </p:nvSpPr>
        <p:spPr>
          <a:xfrm>
            <a:off x="4686299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3" name="Connector 2367"/>
          <p:cNvSpPr/>
          <p:nvPr/>
        </p:nvSpPr>
        <p:spPr>
          <a:xfrm flipV="1">
            <a:off x="2423160" y="11081638"/>
            <a:ext cx="411480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4" name="Connector 2368"/>
          <p:cNvSpPr/>
          <p:nvPr/>
        </p:nvSpPr>
        <p:spPr>
          <a:xfrm flipV="1">
            <a:off x="2834638" y="11021059"/>
            <a:ext cx="411483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5" name="Connector 2369"/>
          <p:cNvSpPr/>
          <p:nvPr/>
        </p:nvSpPr>
        <p:spPr>
          <a:xfrm flipV="1">
            <a:off x="3246120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6" name="Connector 2370"/>
          <p:cNvSpPr/>
          <p:nvPr/>
        </p:nvSpPr>
        <p:spPr>
          <a:xfrm flipV="1">
            <a:off x="365759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7" name="Connector 2371"/>
          <p:cNvSpPr/>
          <p:nvPr/>
        </p:nvSpPr>
        <p:spPr>
          <a:xfrm flipV="1">
            <a:off x="4069079" y="10920094"/>
            <a:ext cx="411480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8" name="Connector 2372"/>
          <p:cNvSpPr/>
          <p:nvPr/>
        </p:nvSpPr>
        <p:spPr>
          <a:xfrm flipV="1">
            <a:off x="4480559" y="10913365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9" name="Connector 2373"/>
          <p:cNvSpPr/>
          <p:nvPr/>
        </p:nvSpPr>
        <p:spPr>
          <a:xfrm>
            <a:off x="4892040" y="1091336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0" name="Connector 2374"/>
          <p:cNvSpPr/>
          <p:nvPr/>
        </p:nvSpPr>
        <p:spPr>
          <a:xfrm>
            <a:off x="5303520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1" name="Connector 2375"/>
          <p:cNvSpPr/>
          <p:nvPr/>
        </p:nvSpPr>
        <p:spPr>
          <a:xfrm>
            <a:off x="571499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2" name="Connector 2376"/>
          <p:cNvSpPr/>
          <p:nvPr/>
        </p:nvSpPr>
        <p:spPr>
          <a:xfrm>
            <a:off x="6126479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3" name="Connector 2377"/>
          <p:cNvSpPr/>
          <p:nvPr/>
        </p:nvSpPr>
        <p:spPr>
          <a:xfrm>
            <a:off x="6537959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4" name="Connector 2378"/>
          <p:cNvSpPr/>
          <p:nvPr/>
        </p:nvSpPr>
        <p:spPr>
          <a:xfrm>
            <a:off x="6949440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5" name="Connector 2379"/>
          <p:cNvSpPr/>
          <p:nvPr/>
        </p:nvSpPr>
        <p:spPr>
          <a:xfrm flipV="1">
            <a:off x="2423160" y="11062079"/>
            <a:ext cx="617220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6" name="Connector 2380"/>
          <p:cNvSpPr/>
          <p:nvPr/>
        </p:nvSpPr>
        <p:spPr>
          <a:xfrm flipV="1">
            <a:off x="3040378" y="10985499"/>
            <a:ext cx="617222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7" name="Connector 2381"/>
          <p:cNvSpPr/>
          <p:nvPr/>
        </p:nvSpPr>
        <p:spPr>
          <a:xfrm flipV="1">
            <a:off x="3657599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8" name="Connector 2382"/>
          <p:cNvSpPr/>
          <p:nvPr/>
        </p:nvSpPr>
        <p:spPr>
          <a:xfrm flipV="1">
            <a:off x="4274820" y="1088339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9" name="Connector 2383"/>
          <p:cNvSpPr/>
          <p:nvPr/>
        </p:nvSpPr>
        <p:spPr>
          <a:xfrm flipV="1">
            <a:off x="4892040" y="10857865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0" name="Connector 2384"/>
          <p:cNvSpPr/>
          <p:nvPr/>
        </p:nvSpPr>
        <p:spPr>
          <a:xfrm flipV="1">
            <a:off x="5509259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1" name="Connector 2385"/>
          <p:cNvSpPr/>
          <p:nvPr/>
        </p:nvSpPr>
        <p:spPr>
          <a:xfrm>
            <a:off x="6126479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2" name="Connector 2386"/>
          <p:cNvSpPr/>
          <p:nvPr/>
        </p:nvSpPr>
        <p:spPr>
          <a:xfrm>
            <a:off x="6743699" y="10857865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3" name="Connector 2387"/>
          <p:cNvSpPr/>
          <p:nvPr/>
        </p:nvSpPr>
        <p:spPr>
          <a:xfrm>
            <a:off x="7360919" y="1088339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4" name="Connector 2388"/>
          <p:cNvSpPr/>
          <p:nvPr/>
        </p:nvSpPr>
        <p:spPr>
          <a:xfrm>
            <a:off x="7978140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5" name="Connector 2389"/>
          <p:cNvSpPr/>
          <p:nvPr/>
        </p:nvSpPr>
        <p:spPr>
          <a:xfrm>
            <a:off x="8595359" y="10985500"/>
            <a:ext cx="617221" cy="76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6" name="Connector 2390"/>
          <p:cNvSpPr/>
          <p:nvPr/>
        </p:nvSpPr>
        <p:spPr>
          <a:xfrm>
            <a:off x="9212580" y="110620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7" name="Connector 2391"/>
          <p:cNvSpPr/>
          <p:nvPr/>
        </p:nvSpPr>
        <p:spPr>
          <a:xfrm flipV="1">
            <a:off x="2423160" y="11042522"/>
            <a:ext cx="822959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8" name="Connector 2392"/>
          <p:cNvSpPr/>
          <p:nvPr/>
        </p:nvSpPr>
        <p:spPr>
          <a:xfrm flipV="1">
            <a:off x="3246118" y="10949940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9" name="Connector 2393"/>
          <p:cNvSpPr/>
          <p:nvPr/>
        </p:nvSpPr>
        <p:spPr>
          <a:xfrm flipV="1">
            <a:off x="4069079" y="1087793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0" name="Connector 2394"/>
          <p:cNvSpPr/>
          <p:nvPr/>
        </p:nvSpPr>
        <p:spPr>
          <a:xfrm flipV="1">
            <a:off x="4892040" y="1082649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1" name="Connector 2395"/>
          <p:cNvSpPr/>
          <p:nvPr/>
        </p:nvSpPr>
        <p:spPr>
          <a:xfrm flipV="1">
            <a:off x="5714999" y="1079563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2" name="Connector 2396"/>
          <p:cNvSpPr/>
          <p:nvPr/>
        </p:nvSpPr>
        <p:spPr>
          <a:xfrm flipV="1">
            <a:off x="6537959" y="10785347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3" name="Connector 2397"/>
          <p:cNvSpPr/>
          <p:nvPr/>
        </p:nvSpPr>
        <p:spPr>
          <a:xfrm>
            <a:off x="7360919" y="1078534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4" name="Connector 2398"/>
          <p:cNvSpPr/>
          <p:nvPr/>
        </p:nvSpPr>
        <p:spPr>
          <a:xfrm>
            <a:off x="8183880" y="1079563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5" name="Connector 2399"/>
          <p:cNvSpPr/>
          <p:nvPr/>
        </p:nvSpPr>
        <p:spPr>
          <a:xfrm>
            <a:off x="9006840" y="1082649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6" name="Connector 2400"/>
          <p:cNvSpPr/>
          <p:nvPr/>
        </p:nvSpPr>
        <p:spPr>
          <a:xfrm>
            <a:off x="9829799" y="1087793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7" name="Connector 2401"/>
          <p:cNvSpPr/>
          <p:nvPr/>
        </p:nvSpPr>
        <p:spPr>
          <a:xfrm>
            <a:off x="10652759" y="1094994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8" name="Connector 2402"/>
          <p:cNvSpPr/>
          <p:nvPr/>
        </p:nvSpPr>
        <p:spPr>
          <a:xfrm>
            <a:off x="11475719" y="1104252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9" name="Connector 2403"/>
          <p:cNvSpPr/>
          <p:nvPr/>
        </p:nvSpPr>
        <p:spPr>
          <a:xfrm flipV="1">
            <a:off x="2423160" y="11022964"/>
            <a:ext cx="1028700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0" name="Connector 2404"/>
          <p:cNvSpPr/>
          <p:nvPr/>
        </p:nvSpPr>
        <p:spPr>
          <a:xfrm flipV="1">
            <a:off x="3451859" y="10914378"/>
            <a:ext cx="1028702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1" name="Connector 2405"/>
          <p:cNvSpPr/>
          <p:nvPr/>
        </p:nvSpPr>
        <p:spPr>
          <a:xfrm flipV="1">
            <a:off x="4480559" y="10829925"/>
            <a:ext cx="1028701" cy="844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2" name="Connector 2406"/>
          <p:cNvSpPr/>
          <p:nvPr/>
        </p:nvSpPr>
        <p:spPr>
          <a:xfrm flipV="1">
            <a:off x="5509259" y="1076959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3" name="Connector 2407"/>
          <p:cNvSpPr/>
          <p:nvPr/>
        </p:nvSpPr>
        <p:spPr>
          <a:xfrm flipV="1">
            <a:off x="6537959" y="10733405"/>
            <a:ext cx="1028700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4" name="Connector 2408"/>
          <p:cNvSpPr/>
          <p:nvPr/>
        </p:nvSpPr>
        <p:spPr>
          <a:xfrm flipV="1">
            <a:off x="7566659" y="10721340"/>
            <a:ext cx="1028702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5" name="Connector 2409"/>
          <p:cNvSpPr/>
          <p:nvPr/>
        </p:nvSpPr>
        <p:spPr>
          <a:xfrm>
            <a:off x="8595359" y="1072134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6" name="Connector 2410"/>
          <p:cNvSpPr/>
          <p:nvPr/>
        </p:nvSpPr>
        <p:spPr>
          <a:xfrm>
            <a:off x="9624059" y="1073340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7" name="Connector 2411"/>
          <p:cNvSpPr/>
          <p:nvPr/>
        </p:nvSpPr>
        <p:spPr>
          <a:xfrm>
            <a:off x="10652759" y="1076960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8" name="Connector 2412"/>
          <p:cNvSpPr/>
          <p:nvPr/>
        </p:nvSpPr>
        <p:spPr>
          <a:xfrm>
            <a:off x="11681459" y="1082992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9" name="Connector 2413"/>
          <p:cNvSpPr/>
          <p:nvPr/>
        </p:nvSpPr>
        <p:spPr>
          <a:xfrm>
            <a:off x="12710159" y="10914378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0" name="Connector 2414"/>
          <p:cNvSpPr/>
          <p:nvPr/>
        </p:nvSpPr>
        <p:spPr>
          <a:xfrm>
            <a:off x="13738859" y="11022965"/>
            <a:ext cx="1028701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1" name="Connector 2415"/>
          <p:cNvSpPr/>
          <p:nvPr/>
        </p:nvSpPr>
        <p:spPr>
          <a:xfrm flipV="1">
            <a:off x="2423160" y="11003405"/>
            <a:ext cx="1234440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2" name="Connector 2416"/>
          <p:cNvSpPr/>
          <p:nvPr/>
        </p:nvSpPr>
        <p:spPr>
          <a:xfrm flipV="1">
            <a:off x="3657598" y="10878819"/>
            <a:ext cx="1234442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3" name="Connector 2417"/>
          <p:cNvSpPr/>
          <p:nvPr/>
        </p:nvSpPr>
        <p:spPr>
          <a:xfrm flipV="1">
            <a:off x="4892040" y="10781918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4" name="Connector 2418"/>
          <p:cNvSpPr/>
          <p:nvPr/>
        </p:nvSpPr>
        <p:spPr>
          <a:xfrm flipV="1">
            <a:off x="6126479" y="1071270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5" name="Connector 2419"/>
          <p:cNvSpPr/>
          <p:nvPr/>
        </p:nvSpPr>
        <p:spPr>
          <a:xfrm flipV="1">
            <a:off x="7360919" y="10671174"/>
            <a:ext cx="1234440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6" name="Connector 2420"/>
          <p:cNvSpPr/>
          <p:nvPr/>
        </p:nvSpPr>
        <p:spPr>
          <a:xfrm flipV="1">
            <a:off x="8595359" y="10657331"/>
            <a:ext cx="1234442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7" name="Connector 2421"/>
          <p:cNvSpPr/>
          <p:nvPr/>
        </p:nvSpPr>
        <p:spPr>
          <a:xfrm>
            <a:off x="9829799" y="10657331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8" name="Connector 2422"/>
          <p:cNvSpPr/>
          <p:nvPr/>
        </p:nvSpPr>
        <p:spPr>
          <a:xfrm>
            <a:off x="11064240" y="10671175"/>
            <a:ext cx="1234441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9" name="Connector 2423"/>
          <p:cNvSpPr/>
          <p:nvPr/>
        </p:nvSpPr>
        <p:spPr>
          <a:xfrm>
            <a:off x="12298680" y="1071270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0" name="Connector 2424"/>
          <p:cNvSpPr/>
          <p:nvPr/>
        </p:nvSpPr>
        <p:spPr>
          <a:xfrm>
            <a:off x="13533119" y="10781918"/>
            <a:ext cx="1234440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1" name="Connector 2425"/>
          <p:cNvSpPr/>
          <p:nvPr/>
        </p:nvSpPr>
        <p:spPr>
          <a:xfrm>
            <a:off x="14767559" y="10878819"/>
            <a:ext cx="1234441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2" name="Connector 2426"/>
          <p:cNvSpPr/>
          <p:nvPr/>
        </p:nvSpPr>
        <p:spPr>
          <a:xfrm>
            <a:off x="16001998" y="11003406"/>
            <a:ext cx="1234442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3" name="Connector 2427"/>
          <p:cNvSpPr/>
          <p:nvPr/>
        </p:nvSpPr>
        <p:spPr>
          <a:xfrm flipV="1">
            <a:off x="2423160" y="10983848"/>
            <a:ext cx="1440179" cy="17183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4" name="Connector 2428"/>
          <p:cNvSpPr/>
          <p:nvPr/>
        </p:nvSpPr>
        <p:spPr>
          <a:xfrm flipV="1">
            <a:off x="3863338" y="10843259"/>
            <a:ext cx="1440183" cy="14058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5" name="Connector 2429"/>
          <p:cNvSpPr/>
          <p:nvPr/>
        </p:nvSpPr>
        <p:spPr>
          <a:xfrm flipV="1">
            <a:off x="5303520" y="10733914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6" name="Connector 2430"/>
          <p:cNvSpPr/>
          <p:nvPr/>
        </p:nvSpPr>
        <p:spPr>
          <a:xfrm flipV="1">
            <a:off x="6743699" y="10655807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7" name="Connector 2431"/>
          <p:cNvSpPr/>
          <p:nvPr/>
        </p:nvSpPr>
        <p:spPr>
          <a:xfrm flipV="1">
            <a:off x="8183880" y="10608944"/>
            <a:ext cx="1440181" cy="468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8" name="Connector 2432"/>
          <p:cNvSpPr/>
          <p:nvPr/>
        </p:nvSpPr>
        <p:spPr>
          <a:xfrm flipV="1">
            <a:off x="9624059" y="10593323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9" name="Connector 2433"/>
          <p:cNvSpPr/>
          <p:nvPr/>
        </p:nvSpPr>
        <p:spPr>
          <a:xfrm>
            <a:off x="11064240" y="10593323"/>
            <a:ext cx="1440181" cy="1562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0" name="Connector 2434"/>
          <p:cNvSpPr/>
          <p:nvPr/>
        </p:nvSpPr>
        <p:spPr>
          <a:xfrm>
            <a:off x="12504419" y="10608944"/>
            <a:ext cx="1440181" cy="468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1" name="Connector 2435"/>
          <p:cNvSpPr/>
          <p:nvPr/>
        </p:nvSpPr>
        <p:spPr>
          <a:xfrm>
            <a:off x="13944599" y="10655807"/>
            <a:ext cx="1440182" cy="7810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2" name="Connector 2436"/>
          <p:cNvSpPr/>
          <p:nvPr/>
        </p:nvSpPr>
        <p:spPr>
          <a:xfrm>
            <a:off x="15384780" y="10733913"/>
            <a:ext cx="1440181" cy="1093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3" name="Connector 2437"/>
          <p:cNvSpPr/>
          <p:nvPr/>
        </p:nvSpPr>
        <p:spPr>
          <a:xfrm>
            <a:off x="16824960" y="10843259"/>
            <a:ext cx="1440180" cy="14059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4" name="Connector 2438"/>
          <p:cNvSpPr/>
          <p:nvPr/>
        </p:nvSpPr>
        <p:spPr>
          <a:xfrm>
            <a:off x="18265139" y="10983848"/>
            <a:ext cx="1440182" cy="17183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5" name="Connector 2439"/>
          <p:cNvSpPr/>
          <p:nvPr/>
        </p:nvSpPr>
        <p:spPr>
          <a:xfrm flipV="1">
            <a:off x="4892040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6" name="Connector 2440"/>
          <p:cNvSpPr/>
          <p:nvPr/>
        </p:nvSpPr>
        <p:spPr>
          <a:xfrm flipV="1">
            <a:off x="5097779" y="1105661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7" name="Connector 2441"/>
          <p:cNvSpPr/>
          <p:nvPr/>
        </p:nvSpPr>
        <p:spPr>
          <a:xfrm flipV="1">
            <a:off x="5303520" y="110219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8" name="Connector 2442"/>
          <p:cNvSpPr/>
          <p:nvPr/>
        </p:nvSpPr>
        <p:spPr>
          <a:xfrm flipV="1">
            <a:off x="5509259" y="1099718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9" name="Connector 2443"/>
          <p:cNvSpPr/>
          <p:nvPr/>
        </p:nvSpPr>
        <p:spPr>
          <a:xfrm flipV="1">
            <a:off x="5715000" y="10982324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0" name="Connector 2444"/>
          <p:cNvSpPr/>
          <p:nvPr/>
        </p:nvSpPr>
        <p:spPr>
          <a:xfrm flipV="1">
            <a:off x="5920738" y="109773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1" name="Connector 2445"/>
          <p:cNvSpPr/>
          <p:nvPr/>
        </p:nvSpPr>
        <p:spPr>
          <a:xfrm>
            <a:off x="6126479" y="109773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2" name="Connector 2446"/>
          <p:cNvSpPr/>
          <p:nvPr/>
        </p:nvSpPr>
        <p:spPr>
          <a:xfrm>
            <a:off x="6332220" y="109823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3" name="Connector 2447"/>
          <p:cNvSpPr/>
          <p:nvPr/>
        </p:nvSpPr>
        <p:spPr>
          <a:xfrm>
            <a:off x="6537959" y="10997183"/>
            <a:ext cx="205741" cy="2476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4" name="Connector 2448"/>
          <p:cNvSpPr/>
          <p:nvPr/>
        </p:nvSpPr>
        <p:spPr>
          <a:xfrm>
            <a:off x="6743699" y="1102194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5" name="Connector 2449"/>
          <p:cNvSpPr/>
          <p:nvPr/>
        </p:nvSpPr>
        <p:spPr>
          <a:xfrm>
            <a:off x="6949440" y="11056618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6" name="Connector 2450"/>
          <p:cNvSpPr/>
          <p:nvPr/>
        </p:nvSpPr>
        <p:spPr>
          <a:xfrm>
            <a:off x="7155180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7" name="Connector 2451"/>
          <p:cNvSpPr/>
          <p:nvPr/>
        </p:nvSpPr>
        <p:spPr>
          <a:xfrm flipV="1">
            <a:off x="4892040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8" name="Connector 2452"/>
          <p:cNvSpPr/>
          <p:nvPr/>
        </p:nvSpPr>
        <p:spPr>
          <a:xfrm flipV="1">
            <a:off x="5303520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9" name="Connector 2453"/>
          <p:cNvSpPr/>
          <p:nvPr/>
        </p:nvSpPr>
        <p:spPr>
          <a:xfrm flipV="1">
            <a:off x="5714999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0" name="Connector 2454"/>
          <p:cNvSpPr/>
          <p:nvPr/>
        </p:nvSpPr>
        <p:spPr>
          <a:xfrm flipV="1">
            <a:off x="612647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1" name="Connector 2455"/>
          <p:cNvSpPr/>
          <p:nvPr/>
        </p:nvSpPr>
        <p:spPr>
          <a:xfrm flipV="1">
            <a:off x="6537959" y="10920094"/>
            <a:ext cx="411480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2" name="Connector 2456"/>
          <p:cNvSpPr/>
          <p:nvPr/>
        </p:nvSpPr>
        <p:spPr>
          <a:xfrm flipV="1">
            <a:off x="6949439" y="10913365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3" name="Connector 2457"/>
          <p:cNvSpPr/>
          <p:nvPr/>
        </p:nvSpPr>
        <p:spPr>
          <a:xfrm>
            <a:off x="7360919" y="1091336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4" name="Connector 2458"/>
          <p:cNvSpPr/>
          <p:nvPr/>
        </p:nvSpPr>
        <p:spPr>
          <a:xfrm>
            <a:off x="7772399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5" name="Connector 2459"/>
          <p:cNvSpPr/>
          <p:nvPr/>
        </p:nvSpPr>
        <p:spPr>
          <a:xfrm>
            <a:off x="8183878" y="10940288"/>
            <a:ext cx="411482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6" name="Connector 2460"/>
          <p:cNvSpPr/>
          <p:nvPr/>
        </p:nvSpPr>
        <p:spPr>
          <a:xfrm>
            <a:off x="8595359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7" name="Connector 2461"/>
          <p:cNvSpPr/>
          <p:nvPr/>
        </p:nvSpPr>
        <p:spPr>
          <a:xfrm>
            <a:off x="9006840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8" name="Connector 2462"/>
          <p:cNvSpPr/>
          <p:nvPr/>
        </p:nvSpPr>
        <p:spPr>
          <a:xfrm>
            <a:off x="9418319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9" name="Connector 2463"/>
          <p:cNvSpPr/>
          <p:nvPr/>
        </p:nvSpPr>
        <p:spPr>
          <a:xfrm flipV="1">
            <a:off x="4892040" y="110620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0" name="Connector 2464"/>
          <p:cNvSpPr/>
          <p:nvPr/>
        </p:nvSpPr>
        <p:spPr>
          <a:xfrm flipV="1">
            <a:off x="5509259" y="1098549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1" name="Connector 2465"/>
          <p:cNvSpPr/>
          <p:nvPr/>
        </p:nvSpPr>
        <p:spPr>
          <a:xfrm flipV="1">
            <a:off x="6126479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2" name="Connector 2466"/>
          <p:cNvSpPr/>
          <p:nvPr/>
        </p:nvSpPr>
        <p:spPr>
          <a:xfrm flipV="1">
            <a:off x="6743699" y="1088339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3" name="Connector 2467"/>
          <p:cNvSpPr/>
          <p:nvPr/>
        </p:nvSpPr>
        <p:spPr>
          <a:xfrm flipV="1">
            <a:off x="7360919" y="10857865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4" name="Connector 2468"/>
          <p:cNvSpPr/>
          <p:nvPr/>
        </p:nvSpPr>
        <p:spPr>
          <a:xfrm flipV="1">
            <a:off x="7978140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5" name="Connector 2469"/>
          <p:cNvSpPr/>
          <p:nvPr/>
        </p:nvSpPr>
        <p:spPr>
          <a:xfrm>
            <a:off x="8595359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6" name="Connector 2470"/>
          <p:cNvSpPr/>
          <p:nvPr/>
        </p:nvSpPr>
        <p:spPr>
          <a:xfrm>
            <a:off x="9212580" y="10857865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7" name="Connector 2471"/>
          <p:cNvSpPr/>
          <p:nvPr/>
        </p:nvSpPr>
        <p:spPr>
          <a:xfrm>
            <a:off x="9829799" y="1088339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8" name="Connector 2472"/>
          <p:cNvSpPr/>
          <p:nvPr/>
        </p:nvSpPr>
        <p:spPr>
          <a:xfrm>
            <a:off x="10447019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9" name="Connector 2473"/>
          <p:cNvSpPr/>
          <p:nvPr/>
        </p:nvSpPr>
        <p:spPr>
          <a:xfrm>
            <a:off x="11064240" y="10985500"/>
            <a:ext cx="617221" cy="76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0" name="Connector 2474"/>
          <p:cNvSpPr/>
          <p:nvPr/>
        </p:nvSpPr>
        <p:spPr>
          <a:xfrm>
            <a:off x="11681459" y="110620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1" name="Connector 2475"/>
          <p:cNvSpPr/>
          <p:nvPr/>
        </p:nvSpPr>
        <p:spPr>
          <a:xfrm flipV="1">
            <a:off x="4892040" y="11042522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2" name="Connector 2476"/>
          <p:cNvSpPr/>
          <p:nvPr/>
        </p:nvSpPr>
        <p:spPr>
          <a:xfrm flipV="1">
            <a:off x="5714999" y="10949940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3" name="Connector 2477"/>
          <p:cNvSpPr/>
          <p:nvPr/>
        </p:nvSpPr>
        <p:spPr>
          <a:xfrm flipV="1">
            <a:off x="6537959" y="1087793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4" name="Connector 2478"/>
          <p:cNvSpPr/>
          <p:nvPr/>
        </p:nvSpPr>
        <p:spPr>
          <a:xfrm flipV="1">
            <a:off x="7360919" y="1082649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5" name="Connector 2479"/>
          <p:cNvSpPr/>
          <p:nvPr/>
        </p:nvSpPr>
        <p:spPr>
          <a:xfrm flipV="1">
            <a:off x="8183880" y="1079563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6" name="Connector 2480"/>
          <p:cNvSpPr/>
          <p:nvPr/>
        </p:nvSpPr>
        <p:spPr>
          <a:xfrm flipV="1">
            <a:off x="9006840" y="10785347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7" name="Connector 2481"/>
          <p:cNvSpPr/>
          <p:nvPr/>
        </p:nvSpPr>
        <p:spPr>
          <a:xfrm>
            <a:off x="9829799" y="1078534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8" name="Connector 2482"/>
          <p:cNvSpPr/>
          <p:nvPr/>
        </p:nvSpPr>
        <p:spPr>
          <a:xfrm>
            <a:off x="10652759" y="1079563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9" name="Connector 2483"/>
          <p:cNvSpPr/>
          <p:nvPr/>
        </p:nvSpPr>
        <p:spPr>
          <a:xfrm>
            <a:off x="11475719" y="1082649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0" name="Connector 2484"/>
          <p:cNvSpPr/>
          <p:nvPr/>
        </p:nvSpPr>
        <p:spPr>
          <a:xfrm>
            <a:off x="12298680" y="1087793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1" name="Connector 2485"/>
          <p:cNvSpPr/>
          <p:nvPr/>
        </p:nvSpPr>
        <p:spPr>
          <a:xfrm>
            <a:off x="13121639" y="10949940"/>
            <a:ext cx="822960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2" name="Connector 2486"/>
          <p:cNvSpPr/>
          <p:nvPr/>
        </p:nvSpPr>
        <p:spPr>
          <a:xfrm>
            <a:off x="13944598" y="1104252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3" name="Connector 2487"/>
          <p:cNvSpPr/>
          <p:nvPr/>
        </p:nvSpPr>
        <p:spPr>
          <a:xfrm flipV="1">
            <a:off x="4892040" y="11022964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4" name="Connector 2488"/>
          <p:cNvSpPr/>
          <p:nvPr/>
        </p:nvSpPr>
        <p:spPr>
          <a:xfrm flipV="1">
            <a:off x="5920740" y="10914378"/>
            <a:ext cx="1028701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5" name="Connector 2489"/>
          <p:cNvSpPr/>
          <p:nvPr/>
        </p:nvSpPr>
        <p:spPr>
          <a:xfrm flipV="1">
            <a:off x="6949440" y="10829925"/>
            <a:ext cx="1028701" cy="844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6" name="Connector 2490"/>
          <p:cNvSpPr/>
          <p:nvPr/>
        </p:nvSpPr>
        <p:spPr>
          <a:xfrm flipV="1">
            <a:off x="7978140" y="1076959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7" name="Connector 2491"/>
          <p:cNvSpPr/>
          <p:nvPr/>
        </p:nvSpPr>
        <p:spPr>
          <a:xfrm flipV="1">
            <a:off x="9006840" y="1073340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8" name="Connector 2492"/>
          <p:cNvSpPr/>
          <p:nvPr/>
        </p:nvSpPr>
        <p:spPr>
          <a:xfrm flipV="1">
            <a:off x="10035540" y="1072134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9" name="Connector 2493"/>
          <p:cNvSpPr/>
          <p:nvPr/>
        </p:nvSpPr>
        <p:spPr>
          <a:xfrm>
            <a:off x="11064240" y="1072134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0" name="Connector 2494"/>
          <p:cNvSpPr/>
          <p:nvPr/>
        </p:nvSpPr>
        <p:spPr>
          <a:xfrm>
            <a:off x="12092940" y="1073340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1" name="Connector 2495"/>
          <p:cNvSpPr/>
          <p:nvPr/>
        </p:nvSpPr>
        <p:spPr>
          <a:xfrm>
            <a:off x="13121639" y="1076960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2" name="Connector 2496"/>
          <p:cNvSpPr/>
          <p:nvPr/>
        </p:nvSpPr>
        <p:spPr>
          <a:xfrm>
            <a:off x="14150339" y="1082992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3" name="Connector 2497"/>
          <p:cNvSpPr/>
          <p:nvPr/>
        </p:nvSpPr>
        <p:spPr>
          <a:xfrm>
            <a:off x="15179039" y="10914378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4" name="Connector 2498"/>
          <p:cNvSpPr/>
          <p:nvPr/>
        </p:nvSpPr>
        <p:spPr>
          <a:xfrm>
            <a:off x="16207739" y="11022965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5" name="Connector 2499"/>
          <p:cNvSpPr/>
          <p:nvPr/>
        </p:nvSpPr>
        <p:spPr>
          <a:xfrm flipV="1">
            <a:off x="4892040" y="11003405"/>
            <a:ext cx="1234441" cy="15227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6" name="Connector 2500"/>
          <p:cNvSpPr/>
          <p:nvPr/>
        </p:nvSpPr>
        <p:spPr>
          <a:xfrm flipV="1">
            <a:off x="6126479" y="10878819"/>
            <a:ext cx="1234441" cy="1245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7" name="Connector 2501"/>
          <p:cNvSpPr/>
          <p:nvPr/>
        </p:nvSpPr>
        <p:spPr>
          <a:xfrm flipV="1">
            <a:off x="7360919" y="10781918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8" name="Connector 2502"/>
          <p:cNvSpPr/>
          <p:nvPr/>
        </p:nvSpPr>
        <p:spPr>
          <a:xfrm flipV="1">
            <a:off x="8595359" y="10712704"/>
            <a:ext cx="1234441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9" name="Connector 2503"/>
          <p:cNvSpPr/>
          <p:nvPr/>
        </p:nvSpPr>
        <p:spPr>
          <a:xfrm flipV="1">
            <a:off x="9829799" y="10671174"/>
            <a:ext cx="1234441" cy="415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0" name="Connector 2504"/>
          <p:cNvSpPr/>
          <p:nvPr/>
        </p:nvSpPr>
        <p:spPr>
          <a:xfrm flipV="1">
            <a:off x="11064240" y="10657331"/>
            <a:ext cx="1234441" cy="138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1" name="Connector 2505"/>
          <p:cNvSpPr/>
          <p:nvPr/>
        </p:nvSpPr>
        <p:spPr>
          <a:xfrm>
            <a:off x="12298680" y="10657331"/>
            <a:ext cx="1234441" cy="1384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2" name="Connector 2506"/>
          <p:cNvSpPr/>
          <p:nvPr/>
        </p:nvSpPr>
        <p:spPr>
          <a:xfrm>
            <a:off x="13533119" y="10671175"/>
            <a:ext cx="1234440" cy="4153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3" name="Connector 2507"/>
          <p:cNvSpPr/>
          <p:nvPr/>
        </p:nvSpPr>
        <p:spPr>
          <a:xfrm>
            <a:off x="14767559" y="10712704"/>
            <a:ext cx="1234442" cy="692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4" name="Connector 2508"/>
          <p:cNvSpPr/>
          <p:nvPr/>
        </p:nvSpPr>
        <p:spPr>
          <a:xfrm>
            <a:off x="16001999" y="10781918"/>
            <a:ext cx="1234441" cy="9690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5" name="Connector 2509"/>
          <p:cNvSpPr/>
          <p:nvPr/>
        </p:nvSpPr>
        <p:spPr>
          <a:xfrm>
            <a:off x="17236439" y="10878819"/>
            <a:ext cx="1234441" cy="1245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6" name="Connector 2510"/>
          <p:cNvSpPr/>
          <p:nvPr/>
        </p:nvSpPr>
        <p:spPr>
          <a:xfrm>
            <a:off x="18470880" y="11003406"/>
            <a:ext cx="1234441" cy="15227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7" name="Connector 2511"/>
          <p:cNvSpPr/>
          <p:nvPr/>
        </p:nvSpPr>
        <p:spPr>
          <a:xfrm flipV="1">
            <a:off x="7360919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8" name="Connector 2512"/>
          <p:cNvSpPr/>
          <p:nvPr/>
        </p:nvSpPr>
        <p:spPr>
          <a:xfrm flipV="1">
            <a:off x="7566659" y="1105661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9" name="Connector 2513"/>
          <p:cNvSpPr/>
          <p:nvPr/>
        </p:nvSpPr>
        <p:spPr>
          <a:xfrm flipV="1">
            <a:off x="7772399" y="110219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0" name="Connector 2514"/>
          <p:cNvSpPr/>
          <p:nvPr/>
        </p:nvSpPr>
        <p:spPr>
          <a:xfrm flipV="1">
            <a:off x="7978140" y="1099718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1" name="Connector 2515"/>
          <p:cNvSpPr/>
          <p:nvPr/>
        </p:nvSpPr>
        <p:spPr>
          <a:xfrm flipV="1">
            <a:off x="8183880" y="10982324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2" name="Connector 2516"/>
          <p:cNvSpPr/>
          <p:nvPr/>
        </p:nvSpPr>
        <p:spPr>
          <a:xfrm flipV="1">
            <a:off x="8389618" y="109773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3" name="Connector 2517"/>
          <p:cNvSpPr/>
          <p:nvPr/>
        </p:nvSpPr>
        <p:spPr>
          <a:xfrm>
            <a:off x="8595359" y="109773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4" name="Connector 2518"/>
          <p:cNvSpPr/>
          <p:nvPr/>
        </p:nvSpPr>
        <p:spPr>
          <a:xfrm>
            <a:off x="8801099" y="109823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5" name="Connector 2519"/>
          <p:cNvSpPr/>
          <p:nvPr/>
        </p:nvSpPr>
        <p:spPr>
          <a:xfrm>
            <a:off x="9006840" y="10997183"/>
            <a:ext cx="205741" cy="2476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6" name="Connector 2520"/>
          <p:cNvSpPr/>
          <p:nvPr/>
        </p:nvSpPr>
        <p:spPr>
          <a:xfrm>
            <a:off x="9212580" y="1102194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7" name="Connector 2521"/>
          <p:cNvSpPr/>
          <p:nvPr/>
        </p:nvSpPr>
        <p:spPr>
          <a:xfrm>
            <a:off x="9418319" y="11056618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8" name="Connector 2522"/>
          <p:cNvSpPr/>
          <p:nvPr/>
        </p:nvSpPr>
        <p:spPr>
          <a:xfrm>
            <a:off x="9624059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9" name="Connector 2523"/>
          <p:cNvSpPr/>
          <p:nvPr/>
        </p:nvSpPr>
        <p:spPr>
          <a:xfrm flipV="1">
            <a:off x="7360919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0" name="Connector 2524"/>
          <p:cNvSpPr/>
          <p:nvPr/>
        </p:nvSpPr>
        <p:spPr>
          <a:xfrm flipV="1">
            <a:off x="7772399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1" name="Connector 2525"/>
          <p:cNvSpPr/>
          <p:nvPr/>
        </p:nvSpPr>
        <p:spPr>
          <a:xfrm flipV="1">
            <a:off x="8183878" y="10973943"/>
            <a:ext cx="411482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2" name="Connector 2526"/>
          <p:cNvSpPr/>
          <p:nvPr/>
        </p:nvSpPr>
        <p:spPr>
          <a:xfrm flipV="1">
            <a:off x="859535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3" name="Connector 2527"/>
          <p:cNvSpPr/>
          <p:nvPr/>
        </p:nvSpPr>
        <p:spPr>
          <a:xfrm flipV="1">
            <a:off x="9006840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4" name="Connector 2528"/>
          <p:cNvSpPr/>
          <p:nvPr/>
        </p:nvSpPr>
        <p:spPr>
          <a:xfrm flipV="1">
            <a:off x="9418319" y="10913365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5" name="Connector 2529"/>
          <p:cNvSpPr/>
          <p:nvPr/>
        </p:nvSpPr>
        <p:spPr>
          <a:xfrm>
            <a:off x="9829799" y="1091336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6" name="Connector 2530"/>
          <p:cNvSpPr/>
          <p:nvPr/>
        </p:nvSpPr>
        <p:spPr>
          <a:xfrm>
            <a:off x="10241280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7" name="Connector 2531"/>
          <p:cNvSpPr/>
          <p:nvPr/>
        </p:nvSpPr>
        <p:spPr>
          <a:xfrm>
            <a:off x="1065275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8" name="Connector 2532"/>
          <p:cNvSpPr/>
          <p:nvPr/>
        </p:nvSpPr>
        <p:spPr>
          <a:xfrm>
            <a:off x="11064240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9" name="Connector 2533"/>
          <p:cNvSpPr/>
          <p:nvPr/>
        </p:nvSpPr>
        <p:spPr>
          <a:xfrm>
            <a:off x="11475719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0" name="Connector 2534"/>
          <p:cNvSpPr/>
          <p:nvPr/>
        </p:nvSpPr>
        <p:spPr>
          <a:xfrm>
            <a:off x="11887199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1" name="Connector 2535"/>
          <p:cNvSpPr/>
          <p:nvPr/>
        </p:nvSpPr>
        <p:spPr>
          <a:xfrm flipV="1">
            <a:off x="7360919" y="110620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2" name="Connector 2536"/>
          <p:cNvSpPr/>
          <p:nvPr/>
        </p:nvSpPr>
        <p:spPr>
          <a:xfrm flipV="1">
            <a:off x="7978140" y="1098549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3" name="Connector 2537"/>
          <p:cNvSpPr/>
          <p:nvPr/>
        </p:nvSpPr>
        <p:spPr>
          <a:xfrm flipV="1">
            <a:off x="8595359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4" name="Connector 2538"/>
          <p:cNvSpPr/>
          <p:nvPr/>
        </p:nvSpPr>
        <p:spPr>
          <a:xfrm flipV="1">
            <a:off x="9212580" y="1088339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5" name="Connector 2539"/>
          <p:cNvSpPr/>
          <p:nvPr/>
        </p:nvSpPr>
        <p:spPr>
          <a:xfrm flipV="1">
            <a:off x="9829799" y="10857865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6" name="Connector 2540"/>
          <p:cNvSpPr/>
          <p:nvPr/>
        </p:nvSpPr>
        <p:spPr>
          <a:xfrm flipV="1">
            <a:off x="10447019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7" name="Connector 2541"/>
          <p:cNvSpPr/>
          <p:nvPr/>
        </p:nvSpPr>
        <p:spPr>
          <a:xfrm>
            <a:off x="11064240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8" name="Connector 2542"/>
          <p:cNvSpPr/>
          <p:nvPr/>
        </p:nvSpPr>
        <p:spPr>
          <a:xfrm>
            <a:off x="11681459" y="10857865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9" name="Connector 2543"/>
          <p:cNvSpPr/>
          <p:nvPr/>
        </p:nvSpPr>
        <p:spPr>
          <a:xfrm>
            <a:off x="12298680" y="1088339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0" name="Connector 2544"/>
          <p:cNvSpPr/>
          <p:nvPr/>
        </p:nvSpPr>
        <p:spPr>
          <a:xfrm>
            <a:off x="12915899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1" name="Connector 2545"/>
          <p:cNvSpPr/>
          <p:nvPr/>
        </p:nvSpPr>
        <p:spPr>
          <a:xfrm>
            <a:off x="13533119" y="10985500"/>
            <a:ext cx="617220" cy="76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2" name="Connector 2546"/>
          <p:cNvSpPr/>
          <p:nvPr/>
        </p:nvSpPr>
        <p:spPr>
          <a:xfrm>
            <a:off x="14150339" y="110620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3" name="Connector 2547"/>
          <p:cNvSpPr/>
          <p:nvPr/>
        </p:nvSpPr>
        <p:spPr>
          <a:xfrm flipV="1">
            <a:off x="7360919" y="11042522"/>
            <a:ext cx="822960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4" name="Connector 2548"/>
          <p:cNvSpPr/>
          <p:nvPr/>
        </p:nvSpPr>
        <p:spPr>
          <a:xfrm flipV="1">
            <a:off x="8183878" y="10949940"/>
            <a:ext cx="822962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5" name="Connector 2549"/>
          <p:cNvSpPr/>
          <p:nvPr/>
        </p:nvSpPr>
        <p:spPr>
          <a:xfrm flipV="1">
            <a:off x="9006840" y="1087793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6" name="Connector 2550"/>
          <p:cNvSpPr/>
          <p:nvPr/>
        </p:nvSpPr>
        <p:spPr>
          <a:xfrm flipV="1">
            <a:off x="9829799" y="1082649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7" name="Connector 2551"/>
          <p:cNvSpPr/>
          <p:nvPr/>
        </p:nvSpPr>
        <p:spPr>
          <a:xfrm flipV="1">
            <a:off x="10652759" y="1079563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8" name="Connector 2552"/>
          <p:cNvSpPr/>
          <p:nvPr/>
        </p:nvSpPr>
        <p:spPr>
          <a:xfrm flipV="1">
            <a:off x="11475719" y="10785347"/>
            <a:ext cx="822961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9" name="Connector 2553"/>
          <p:cNvSpPr/>
          <p:nvPr/>
        </p:nvSpPr>
        <p:spPr>
          <a:xfrm>
            <a:off x="12298680" y="10785347"/>
            <a:ext cx="822961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0" name="Connector 2554"/>
          <p:cNvSpPr/>
          <p:nvPr/>
        </p:nvSpPr>
        <p:spPr>
          <a:xfrm>
            <a:off x="13121639" y="1079563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1" name="Connector 2555"/>
          <p:cNvSpPr/>
          <p:nvPr/>
        </p:nvSpPr>
        <p:spPr>
          <a:xfrm>
            <a:off x="13944600" y="10826495"/>
            <a:ext cx="822959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2" name="Connector 2556"/>
          <p:cNvSpPr/>
          <p:nvPr/>
        </p:nvSpPr>
        <p:spPr>
          <a:xfrm>
            <a:off x="14767559" y="10877931"/>
            <a:ext cx="822962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3" name="Connector 2557"/>
          <p:cNvSpPr/>
          <p:nvPr/>
        </p:nvSpPr>
        <p:spPr>
          <a:xfrm>
            <a:off x="15590519" y="1094994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4" name="Connector 2558"/>
          <p:cNvSpPr/>
          <p:nvPr/>
        </p:nvSpPr>
        <p:spPr>
          <a:xfrm>
            <a:off x="16413480" y="1104252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5" name="Connector 2559"/>
          <p:cNvSpPr/>
          <p:nvPr/>
        </p:nvSpPr>
        <p:spPr>
          <a:xfrm flipV="1">
            <a:off x="7360919" y="11022964"/>
            <a:ext cx="1028701" cy="13271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6" name="Connector 2560"/>
          <p:cNvSpPr/>
          <p:nvPr/>
        </p:nvSpPr>
        <p:spPr>
          <a:xfrm flipV="1">
            <a:off x="8389619" y="10914378"/>
            <a:ext cx="1028701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7" name="Connector 2561"/>
          <p:cNvSpPr/>
          <p:nvPr/>
        </p:nvSpPr>
        <p:spPr>
          <a:xfrm flipV="1">
            <a:off x="9418319" y="10829925"/>
            <a:ext cx="1028701" cy="8445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8" name="Connector 2562"/>
          <p:cNvSpPr/>
          <p:nvPr/>
        </p:nvSpPr>
        <p:spPr>
          <a:xfrm flipV="1">
            <a:off x="10447019" y="10769599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9" name="Connector 2563"/>
          <p:cNvSpPr/>
          <p:nvPr/>
        </p:nvSpPr>
        <p:spPr>
          <a:xfrm flipV="1">
            <a:off x="11475719" y="1073340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0" name="Connector 2564"/>
          <p:cNvSpPr/>
          <p:nvPr/>
        </p:nvSpPr>
        <p:spPr>
          <a:xfrm flipV="1">
            <a:off x="12504419" y="1072134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1" name="Connector 2565"/>
          <p:cNvSpPr/>
          <p:nvPr/>
        </p:nvSpPr>
        <p:spPr>
          <a:xfrm>
            <a:off x="13533119" y="10721340"/>
            <a:ext cx="1028701" cy="120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2" name="Connector 2566"/>
          <p:cNvSpPr/>
          <p:nvPr/>
        </p:nvSpPr>
        <p:spPr>
          <a:xfrm>
            <a:off x="14561819" y="10733405"/>
            <a:ext cx="1028701" cy="3619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3" name="Connector 2567"/>
          <p:cNvSpPr/>
          <p:nvPr/>
        </p:nvSpPr>
        <p:spPr>
          <a:xfrm>
            <a:off x="15590519" y="10769600"/>
            <a:ext cx="1028701" cy="6032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4" name="Connector 2568"/>
          <p:cNvSpPr/>
          <p:nvPr/>
        </p:nvSpPr>
        <p:spPr>
          <a:xfrm>
            <a:off x="16619219" y="10829924"/>
            <a:ext cx="1028701" cy="844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5" name="Connector 2569"/>
          <p:cNvSpPr/>
          <p:nvPr/>
        </p:nvSpPr>
        <p:spPr>
          <a:xfrm>
            <a:off x="17647919" y="10914378"/>
            <a:ext cx="1028700" cy="10858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6" name="Connector 2570"/>
          <p:cNvSpPr/>
          <p:nvPr/>
        </p:nvSpPr>
        <p:spPr>
          <a:xfrm>
            <a:off x="18676619" y="11022965"/>
            <a:ext cx="1028702" cy="13271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7" name="Connector 2571"/>
          <p:cNvSpPr/>
          <p:nvPr/>
        </p:nvSpPr>
        <p:spPr>
          <a:xfrm flipV="1">
            <a:off x="9829799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8" name="Connector 2572"/>
          <p:cNvSpPr/>
          <p:nvPr/>
        </p:nvSpPr>
        <p:spPr>
          <a:xfrm flipV="1">
            <a:off x="10035540" y="1105661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9" name="Connector 2573"/>
          <p:cNvSpPr/>
          <p:nvPr/>
        </p:nvSpPr>
        <p:spPr>
          <a:xfrm flipV="1">
            <a:off x="10241280" y="110219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0" name="Connector 2574"/>
          <p:cNvSpPr/>
          <p:nvPr/>
        </p:nvSpPr>
        <p:spPr>
          <a:xfrm flipV="1">
            <a:off x="10447019" y="1099718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1" name="Connector 2575"/>
          <p:cNvSpPr/>
          <p:nvPr/>
        </p:nvSpPr>
        <p:spPr>
          <a:xfrm flipV="1">
            <a:off x="10652759" y="10982324"/>
            <a:ext cx="205741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2" name="Connector 2576"/>
          <p:cNvSpPr/>
          <p:nvPr/>
        </p:nvSpPr>
        <p:spPr>
          <a:xfrm flipV="1">
            <a:off x="10858499" y="10977371"/>
            <a:ext cx="205741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3" name="Connector 2577"/>
          <p:cNvSpPr/>
          <p:nvPr/>
        </p:nvSpPr>
        <p:spPr>
          <a:xfrm>
            <a:off x="11064240" y="109773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4" name="Connector 2578"/>
          <p:cNvSpPr/>
          <p:nvPr/>
        </p:nvSpPr>
        <p:spPr>
          <a:xfrm>
            <a:off x="11269980" y="109823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5" name="Connector 2579"/>
          <p:cNvSpPr/>
          <p:nvPr/>
        </p:nvSpPr>
        <p:spPr>
          <a:xfrm>
            <a:off x="11475719" y="10997183"/>
            <a:ext cx="205741" cy="2476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6" name="Connector 2580"/>
          <p:cNvSpPr/>
          <p:nvPr/>
        </p:nvSpPr>
        <p:spPr>
          <a:xfrm>
            <a:off x="11681459" y="1102194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7" name="Connector 2581"/>
          <p:cNvSpPr/>
          <p:nvPr/>
        </p:nvSpPr>
        <p:spPr>
          <a:xfrm>
            <a:off x="11887199" y="11056618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8" name="Connector 2582"/>
          <p:cNvSpPr/>
          <p:nvPr/>
        </p:nvSpPr>
        <p:spPr>
          <a:xfrm>
            <a:off x="12092940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9" name="Connector 2583"/>
          <p:cNvSpPr/>
          <p:nvPr/>
        </p:nvSpPr>
        <p:spPr>
          <a:xfrm flipV="1">
            <a:off x="9829799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0" name="Connector 2584"/>
          <p:cNvSpPr/>
          <p:nvPr/>
        </p:nvSpPr>
        <p:spPr>
          <a:xfrm flipV="1">
            <a:off x="10241280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1" name="Connector 2585"/>
          <p:cNvSpPr/>
          <p:nvPr/>
        </p:nvSpPr>
        <p:spPr>
          <a:xfrm flipV="1">
            <a:off x="10652759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2" name="Connector 2586"/>
          <p:cNvSpPr/>
          <p:nvPr/>
        </p:nvSpPr>
        <p:spPr>
          <a:xfrm flipV="1">
            <a:off x="11064240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3" name="Connector 2587"/>
          <p:cNvSpPr/>
          <p:nvPr/>
        </p:nvSpPr>
        <p:spPr>
          <a:xfrm flipV="1">
            <a:off x="11475719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4" name="Connector 2588"/>
          <p:cNvSpPr/>
          <p:nvPr/>
        </p:nvSpPr>
        <p:spPr>
          <a:xfrm flipV="1">
            <a:off x="11887199" y="10913365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5" name="Connector 2589"/>
          <p:cNvSpPr/>
          <p:nvPr/>
        </p:nvSpPr>
        <p:spPr>
          <a:xfrm>
            <a:off x="12298680" y="1091336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6" name="Connector 2590"/>
          <p:cNvSpPr/>
          <p:nvPr/>
        </p:nvSpPr>
        <p:spPr>
          <a:xfrm>
            <a:off x="12710159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7" name="Connector 2591"/>
          <p:cNvSpPr/>
          <p:nvPr/>
        </p:nvSpPr>
        <p:spPr>
          <a:xfrm>
            <a:off x="1312163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8" name="Connector 2592"/>
          <p:cNvSpPr/>
          <p:nvPr/>
        </p:nvSpPr>
        <p:spPr>
          <a:xfrm>
            <a:off x="13533119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9" name="Connector 2593"/>
          <p:cNvSpPr/>
          <p:nvPr/>
        </p:nvSpPr>
        <p:spPr>
          <a:xfrm>
            <a:off x="13944599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0" name="Connector 2594"/>
          <p:cNvSpPr/>
          <p:nvPr/>
        </p:nvSpPr>
        <p:spPr>
          <a:xfrm>
            <a:off x="14356078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1" name="Connector 2595"/>
          <p:cNvSpPr/>
          <p:nvPr/>
        </p:nvSpPr>
        <p:spPr>
          <a:xfrm flipV="1">
            <a:off x="9829799" y="110620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2" name="Connector 2596"/>
          <p:cNvSpPr/>
          <p:nvPr/>
        </p:nvSpPr>
        <p:spPr>
          <a:xfrm flipV="1">
            <a:off x="10447019" y="1098549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3" name="Connector 2597"/>
          <p:cNvSpPr/>
          <p:nvPr/>
        </p:nvSpPr>
        <p:spPr>
          <a:xfrm flipV="1">
            <a:off x="11064240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4" name="Connector 2598"/>
          <p:cNvSpPr/>
          <p:nvPr/>
        </p:nvSpPr>
        <p:spPr>
          <a:xfrm flipV="1">
            <a:off x="11681459" y="1088339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5" name="Connector 2599"/>
          <p:cNvSpPr/>
          <p:nvPr/>
        </p:nvSpPr>
        <p:spPr>
          <a:xfrm flipV="1">
            <a:off x="12298680" y="10857865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6" name="Connector 2600"/>
          <p:cNvSpPr/>
          <p:nvPr/>
        </p:nvSpPr>
        <p:spPr>
          <a:xfrm flipV="1">
            <a:off x="12915899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7" name="Connector 2601"/>
          <p:cNvSpPr/>
          <p:nvPr/>
        </p:nvSpPr>
        <p:spPr>
          <a:xfrm>
            <a:off x="13533119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8" name="Connector 2602"/>
          <p:cNvSpPr/>
          <p:nvPr/>
        </p:nvSpPr>
        <p:spPr>
          <a:xfrm>
            <a:off x="14150339" y="10857865"/>
            <a:ext cx="617220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9" name="Connector 2603"/>
          <p:cNvSpPr/>
          <p:nvPr/>
        </p:nvSpPr>
        <p:spPr>
          <a:xfrm>
            <a:off x="14767559" y="10883390"/>
            <a:ext cx="617222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0" name="Connector 2604"/>
          <p:cNvSpPr/>
          <p:nvPr/>
        </p:nvSpPr>
        <p:spPr>
          <a:xfrm>
            <a:off x="15384780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1" name="Connector 2605"/>
          <p:cNvSpPr/>
          <p:nvPr/>
        </p:nvSpPr>
        <p:spPr>
          <a:xfrm>
            <a:off x="16001999" y="10985500"/>
            <a:ext cx="617221" cy="76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2" name="Connector 2606"/>
          <p:cNvSpPr/>
          <p:nvPr/>
        </p:nvSpPr>
        <p:spPr>
          <a:xfrm>
            <a:off x="16619219" y="11062079"/>
            <a:ext cx="617222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3" name="Connector 2607"/>
          <p:cNvSpPr/>
          <p:nvPr/>
        </p:nvSpPr>
        <p:spPr>
          <a:xfrm flipV="1">
            <a:off x="9829799" y="11042522"/>
            <a:ext cx="822961" cy="11315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4" name="Connector 2608"/>
          <p:cNvSpPr/>
          <p:nvPr/>
        </p:nvSpPr>
        <p:spPr>
          <a:xfrm flipV="1">
            <a:off x="10652759" y="10949940"/>
            <a:ext cx="822961" cy="9258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5" name="Connector 2609"/>
          <p:cNvSpPr/>
          <p:nvPr/>
        </p:nvSpPr>
        <p:spPr>
          <a:xfrm flipV="1">
            <a:off x="11475719" y="1087793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6" name="Connector 2610"/>
          <p:cNvSpPr/>
          <p:nvPr/>
        </p:nvSpPr>
        <p:spPr>
          <a:xfrm flipV="1">
            <a:off x="12298680" y="1082649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7" name="Connector 2611"/>
          <p:cNvSpPr/>
          <p:nvPr/>
        </p:nvSpPr>
        <p:spPr>
          <a:xfrm flipV="1">
            <a:off x="13121639" y="10795634"/>
            <a:ext cx="822961" cy="3086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8" name="Connector 2612"/>
          <p:cNvSpPr/>
          <p:nvPr/>
        </p:nvSpPr>
        <p:spPr>
          <a:xfrm flipV="1">
            <a:off x="13944600" y="10785347"/>
            <a:ext cx="822959" cy="1028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9" name="Connector 2613"/>
          <p:cNvSpPr/>
          <p:nvPr/>
        </p:nvSpPr>
        <p:spPr>
          <a:xfrm>
            <a:off x="14767559" y="10785347"/>
            <a:ext cx="822962" cy="1028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0" name="Connector 2614"/>
          <p:cNvSpPr/>
          <p:nvPr/>
        </p:nvSpPr>
        <p:spPr>
          <a:xfrm>
            <a:off x="15590519" y="10795634"/>
            <a:ext cx="822961" cy="3086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1" name="Connector 2615"/>
          <p:cNvSpPr/>
          <p:nvPr/>
        </p:nvSpPr>
        <p:spPr>
          <a:xfrm>
            <a:off x="16413480" y="10826495"/>
            <a:ext cx="822961" cy="5143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2" name="Connector 2616"/>
          <p:cNvSpPr/>
          <p:nvPr/>
        </p:nvSpPr>
        <p:spPr>
          <a:xfrm>
            <a:off x="17236439" y="10877931"/>
            <a:ext cx="822961" cy="720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3" name="Connector 2617"/>
          <p:cNvSpPr/>
          <p:nvPr/>
        </p:nvSpPr>
        <p:spPr>
          <a:xfrm>
            <a:off x="18059399" y="10949940"/>
            <a:ext cx="822961" cy="9258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4" name="Connector 2618"/>
          <p:cNvSpPr/>
          <p:nvPr/>
        </p:nvSpPr>
        <p:spPr>
          <a:xfrm>
            <a:off x="18882360" y="11042522"/>
            <a:ext cx="822961" cy="11315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5" name="Connector 2619"/>
          <p:cNvSpPr/>
          <p:nvPr/>
        </p:nvSpPr>
        <p:spPr>
          <a:xfrm flipV="1">
            <a:off x="12298680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6" name="Connector 2620"/>
          <p:cNvSpPr/>
          <p:nvPr/>
        </p:nvSpPr>
        <p:spPr>
          <a:xfrm flipV="1">
            <a:off x="12504419" y="1105661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7" name="Connector 2621"/>
          <p:cNvSpPr/>
          <p:nvPr/>
        </p:nvSpPr>
        <p:spPr>
          <a:xfrm flipV="1">
            <a:off x="12710159" y="110219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8" name="Connector 2622"/>
          <p:cNvSpPr/>
          <p:nvPr/>
        </p:nvSpPr>
        <p:spPr>
          <a:xfrm flipV="1">
            <a:off x="12915899" y="1099718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9" name="Connector 2623"/>
          <p:cNvSpPr/>
          <p:nvPr/>
        </p:nvSpPr>
        <p:spPr>
          <a:xfrm flipV="1">
            <a:off x="13121639" y="10982324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0" name="Connector 2624"/>
          <p:cNvSpPr/>
          <p:nvPr/>
        </p:nvSpPr>
        <p:spPr>
          <a:xfrm flipV="1">
            <a:off x="13327378" y="109773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1" name="Connector 2625"/>
          <p:cNvSpPr/>
          <p:nvPr/>
        </p:nvSpPr>
        <p:spPr>
          <a:xfrm>
            <a:off x="13533119" y="109773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2" name="Connector 2626"/>
          <p:cNvSpPr/>
          <p:nvPr/>
        </p:nvSpPr>
        <p:spPr>
          <a:xfrm>
            <a:off x="13738860" y="109823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3" name="Connector 2627"/>
          <p:cNvSpPr/>
          <p:nvPr/>
        </p:nvSpPr>
        <p:spPr>
          <a:xfrm>
            <a:off x="13944599" y="10997183"/>
            <a:ext cx="205741" cy="2476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4" name="Connector 2628"/>
          <p:cNvSpPr/>
          <p:nvPr/>
        </p:nvSpPr>
        <p:spPr>
          <a:xfrm>
            <a:off x="14150339" y="1102194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5" name="Connector 2629"/>
          <p:cNvSpPr/>
          <p:nvPr/>
        </p:nvSpPr>
        <p:spPr>
          <a:xfrm>
            <a:off x="14356080" y="11056618"/>
            <a:ext cx="205740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6" name="Connector 2630"/>
          <p:cNvSpPr/>
          <p:nvPr/>
        </p:nvSpPr>
        <p:spPr>
          <a:xfrm>
            <a:off x="14561819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7" name="Connector 2631"/>
          <p:cNvSpPr/>
          <p:nvPr/>
        </p:nvSpPr>
        <p:spPr>
          <a:xfrm flipV="1">
            <a:off x="12298680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8" name="Connector 2632"/>
          <p:cNvSpPr/>
          <p:nvPr/>
        </p:nvSpPr>
        <p:spPr>
          <a:xfrm flipV="1">
            <a:off x="12710159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9" name="Connector 2633"/>
          <p:cNvSpPr/>
          <p:nvPr/>
        </p:nvSpPr>
        <p:spPr>
          <a:xfrm flipV="1">
            <a:off x="13121639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0" name="Connector 2634"/>
          <p:cNvSpPr/>
          <p:nvPr/>
        </p:nvSpPr>
        <p:spPr>
          <a:xfrm flipV="1">
            <a:off x="1353311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1" name="Connector 2635"/>
          <p:cNvSpPr/>
          <p:nvPr/>
        </p:nvSpPr>
        <p:spPr>
          <a:xfrm flipV="1">
            <a:off x="13944599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2" name="Connector 2636"/>
          <p:cNvSpPr/>
          <p:nvPr/>
        </p:nvSpPr>
        <p:spPr>
          <a:xfrm flipV="1">
            <a:off x="14356078" y="10913365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3" name="Connector 2637"/>
          <p:cNvSpPr/>
          <p:nvPr/>
        </p:nvSpPr>
        <p:spPr>
          <a:xfrm>
            <a:off x="14767559" y="10913364"/>
            <a:ext cx="411482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4" name="Connector 2638"/>
          <p:cNvSpPr/>
          <p:nvPr/>
        </p:nvSpPr>
        <p:spPr>
          <a:xfrm>
            <a:off x="15179039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5" name="Connector 2639"/>
          <p:cNvSpPr/>
          <p:nvPr/>
        </p:nvSpPr>
        <p:spPr>
          <a:xfrm>
            <a:off x="1559051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6" name="Connector 2640"/>
          <p:cNvSpPr/>
          <p:nvPr/>
        </p:nvSpPr>
        <p:spPr>
          <a:xfrm>
            <a:off x="16001999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7" name="Connector 2641"/>
          <p:cNvSpPr/>
          <p:nvPr/>
        </p:nvSpPr>
        <p:spPr>
          <a:xfrm>
            <a:off x="16413480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8" name="Connector 2642"/>
          <p:cNvSpPr/>
          <p:nvPr/>
        </p:nvSpPr>
        <p:spPr>
          <a:xfrm>
            <a:off x="16824960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9" name="Connector 2643"/>
          <p:cNvSpPr/>
          <p:nvPr/>
        </p:nvSpPr>
        <p:spPr>
          <a:xfrm flipV="1">
            <a:off x="12298680" y="110620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0" name="Connector 2644"/>
          <p:cNvSpPr/>
          <p:nvPr/>
        </p:nvSpPr>
        <p:spPr>
          <a:xfrm flipV="1">
            <a:off x="12915899" y="10985499"/>
            <a:ext cx="617221" cy="7658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1" name="Connector 2645"/>
          <p:cNvSpPr/>
          <p:nvPr/>
        </p:nvSpPr>
        <p:spPr>
          <a:xfrm flipV="1">
            <a:off x="13533119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2" name="Connector 2646"/>
          <p:cNvSpPr/>
          <p:nvPr/>
        </p:nvSpPr>
        <p:spPr>
          <a:xfrm flipV="1">
            <a:off x="14150339" y="10883390"/>
            <a:ext cx="617220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3" name="Connector 2647"/>
          <p:cNvSpPr/>
          <p:nvPr/>
        </p:nvSpPr>
        <p:spPr>
          <a:xfrm flipV="1">
            <a:off x="14767559" y="10857865"/>
            <a:ext cx="617222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4" name="Connector 2648"/>
          <p:cNvSpPr/>
          <p:nvPr/>
        </p:nvSpPr>
        <p:spPr>
          <a:xfrm flipV="1">
            <a:off x="15384780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5" name="Connector 2649"/>
          <p:cNvSpPr/>
          <p:nvPr/>
        </p:nvSpPr>
        <p:spPr>
          <a:xfrm>
            <a:off x="16001999" y="10849356"/>
            <a:ext cx="617221" cy="851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6" name="Connector 2650"/>
          <p:cNvSpPr/>
          <p:nvPr/>
        </p:nvSpPr>
        <p:spPr>
          <a:xfrm>
            <a:off x="16619219" y="10857865"/>
            <a:ext cx="617221" cy="2552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7" name="Connector 2651"/>
          <p:cNvSpPr/>
          <p:nvPr/>
        </p:nvSpPr>
        <p:spPr>
          <a:xfrm>
            <a:off x="17236439" y="10883390"/>
            <a:ext cx="617221" cy="4254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8" name="Connector 2652"/>
          <p:cNvSpPr/>
          <p:nvPr/>
        </p:nvSpPr>
        <p:spPr>
          <a:xfrm>
            <a:off x="17853660" y="10925936"/>
            <a:ext cx="617221" cy="5956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9" name="Connector 2653"/>
          <p:cNvSpPr/>
          <p:nvPr/>
        </p:nvSpPr>
        <p:spPr>
          <a:xfrm>
            <a:off x="18470880" y="10985500"/>
            <a:ext cx="617221" cy="7658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0" name="Connector 2654"/>
          <p:cNvSpPr/>
          <p:nvPr/>
        </p:nvSpPr>
        <p:spPr>
          <a:xfrm>
            <a:off x="19088099" y="11062079"/>
            <a:ext cx="617221" cy="9360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1" name="Connector 2655"/>
          <p:cNvSpPr/>
          <p:nvPr/>
        </p:nvSpPr>
        <p:spPr>
          <a:xfrm flipV="1">
            <a:off x="14767559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2" name="Connector 2656"/>
          <p:cNvSpPr/>
          <p:nvPr/>
        </p:nvSpPr>
        <p:spPr>
          <a:xfrm flipV="1">
            <a:off x="14973298" y="11056619"/>
            <a:ext cx="205742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3" name="Connector 2657"/>
          <p:cNvSpPr/>
          <p:nvPr/>
        </p:nvSpPr>
        <p:spPr>
          <a:xfrm flipV="1">
            <a:off x="15179039" y="110219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4" name="Connector 2658"/>
          <p:cNvSpPr/>
          <p:nvPr/>
        </p:nvSpPr>
        <p:spPr>
          <a:xfrm flipV="1">
            <a:off x="15384780" y="1099718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5" name="Connector 2659"/>
          <p:cNvSpPr/>
          <p:nvPr/>
        </p:nvSpPr>
        <p:spPr>
          <a:xfrm flipV="1">
            <a:off x="15590519" y="10982324"/>
            <a:ext cx="205740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6" name="Connector 2660"/>
          <p:cNvSpPr/>
          <p:nvPr/>
        </p:nvSpPr>
        <p:spPr>
          <a:xfrm flipV="1">
            <a:off x="15796259" y="109773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7" name="Connector 2661"/>
          <p:cNvSpPr/>
          <p:nvPr/>
        </p:nvSpPr>
        <p:spPr>
          <a:xfrm>
            <a:off x="16001999" y="109773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8" name="Connector 2662"/>
          <p:cNvSpPr/>
          <p:nvPr/>
        </p:nvSpPr>
        <p:spPr>
          <a:xfrm>
            <a:off x="16207739" y="109823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9" name="Connector 2663"/>
          <p:cNvSpPr/>
          <p:nvPr/>
        </p:nvSpPr>
        <p:spPr>
          <a:xfrm>
            <a:off x="16413480" y="10997183"/>
            <a:ext cx="205741" cy="2476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0" name="Connector 2664"/>
          <p:cNvSpPr/>
          <p:nvPr/>
        </p:nvSpPr>
        <p:spPr>
          <a:xfrm>
            <a:off x="16619219" y="1102194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1" name="Connector 2665"/>
          <p:cNvSpPr/>
          <p:nvPr/>
        </p:nvSpPr>
        <p:spPr>
          <a:xfrm>
            <a:off x="16824960" y="11056618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2" name="Connector 2666"/>
          <p:cNvSpPr/>
          <p:nvPr/>
        </p:nvSpPr>
        <p:spPr>
          <a:xfrm>
            <a:off x="17030699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3" name="Connector 2667"/>
          <p:cNvSpPr/>
          <p:nvPr/>
        </p:nvSpPr>
        <p:spPr>
          <a:xfrm flipV="1">
            <a:off x="14767559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4" name="Connector 2668"/>
          <p:cNvSpPr/>
          <p:nvPr/>
        </p:nvSpPr>
        <p:spPr>
          <a:xfrm flipV="1">
            <a:off x="15179039" y="11021059"/>
            <a:ext cx="411482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5" name="Connector 2669"/>
          <p:cNvSpPr/>
          <p:nvPr/>
        </p:nvSpPr>
        <p:spPr>
          <a:xfrm flipV="1">
            <a:off x="15590519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6" name="Connector 2670"/>
          <p:cNvSpPr/>
          <p:nvPr/>
        </p:nvSpPr>
        <p:spPr>
          <a:xfrm flipV="1">
            <a:off x="1600199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7" name="Connector 2671"/>
          <p:cNvSpPr/>
          <p:nvPr/>
        </p:nvSpPr>
        <p:spPr>
          <a:xfrm flipV="1">
            <a:off x="16413480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8" name="Connector 2672"/>
          <p:cNvSpPr/>
          <p:nvPr/>
        </p:nvSpPr>
        <p:spPr>
          <a:xfrm flipV="1">
            <a:off x="16824960" y="10913365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9" name="Connector 2673"/>
          <p:cNvSpPr/>
          <p:nvPr/>
        </p:nvSpPr>
        <p:spPr>
          <a:xfrm>
            <a:off x="17236439" y="10913364"/>
            <a:ext cx="411481" cy="673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0" name="Connector 2674"/>
          <p:cNvSpPr/>
          <p:nvPr/>
        </p:nvSpPr>
        <p:spPr>
          <a:xfrm>
            <a:off x="17647919" y="10920094"/>
            <a:ext cx="411481" cy="2019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1" name="Connector 2675"/>
          <p:cNvSpPr/>
          <p:nvPr/>
        </p:nvSpPr>
        <p:spPr>
          <a:xfrm>
            <a:off x="18059399" y="10940288"/>
            <a:ext cx="411481" cy="3365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2" name="Connector 2676"/>
          <p:cNvSpPr/>
          <p:nvPr/>
        </p:nvSpPr>
        <p:spPr>
          <a:xfrm>
            <a:off x="18470880" y="10973943"/>
            <a:ext cx="411481" cy="4711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3" name="Connector 2677"/>
          <p:cNvSpPr/>
          <p:nvPr/>
        </p:nvSpPr>
        <p:spPr>
          <a:xfrm>
            <a:off x="18882360" y="11021059"/>
            <a:ext cx="411481" cy="60579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4" name="Connector 2678"/>
          <p:cNvSpPr/>
          <p:nvPr/>
        </p:nvSpPr>
        <p:spPr>
          <a:xfrm>
            <a:off x="19293839" y="11081638"/>
            <a:ext cx="411481" cy="7404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5" name="Connector 2679"/>
          <p:cNvSpPr/>
          <p:nvPr/>
        </p:nvSpPr>
        <p:spPr>
          <a:xfrm flipV="1">
            <a:off x="17236439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6" name="Connector 2680"/>
          <p:cNvSpPr/>
          <p:nvPr/>
        </p:nvSpPr>
        <p:spPr>
          <a:xfrm flipV="1">
            <a:off x="17442180" y="11056619"/>
            <a:ext cx="205741" cy="4457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7" name="Connector 2681"/>
          <p:cNvSpPr/>
          <p:nvPr/>
        </p:nvSpPr>
        <p:spPr>
          <a:xfrm flipV="1">
            <a:off x="17647919" y="11021948"/>
            <a:ext cx="205741" cy="34672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8" name="Connector 2682"/>
          <p:cNvSpPr/>
          <p:nvPr/>
        </p:nvSpPr>
        <p:spPr>
          <a:xfrm flipV="1">
            <a:off x="17853660" y="10997183"/>
            <a:ext cx="205741" cy="24766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9" name="Connector 2683"/>
          <p:cNvSpPr/>
          <p:nvPr/>
        </p:nvSpPr>
        <p:spPr>
          <a:xfrm flipV="1">
            <a:off x="18059400" y="10982324"/>
            <a:ext cx="205739" cy="1486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0" name="Connector 2684"/>
          <p:cNvSpPr/>
          <p:nvPr/>
        </p:nvSpPr>
        <p:spPr>
          <a:xfrm flipV="1">
            <a:off x="18265139" y="10977371"/>
            <a:ext cx="205742" cy="4953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1" name="Connector 2685"/>
          <p:cNvSpPr/>
          <p:nvPr/>
        </p:nvSpPr>
        <p:spPr>
          <a:xfrm>
            <a:off x="18470880" y="10977371"/>
            <a:ext cx="205741" cy="4954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2" name="Connector 2686"/>
          <p:cNvSpPr/>
          <p:nvPr/>
        </p:nvSpPr>
        <p:spPr>
          <a:xfrm>
            <a:off x="18676619" y="10982324"/>
            <a:ext cx="205741" cy="14860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3" name="Connector 2687"/>
          <p:cNvSpPr/>
          <p:nvPr/>
        </p:nvSpPr>
        <p:spPr>
          <a:xfrm>
            <a:off x="18882360" y="10997183"/>
            <a:ext cx="205741" cy="24767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4" name="Connector 2688"/>
          <p:cNvSpPr/>
          <p:nvPr/>
        </p:nvSpPr>
        <p:spPr>
          <a:xfrm>
            <a:off x="19088099" y="11021948"/>
            <a:ext cx="205741" cy="34671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5" name="Connector 2689"/>
          <p:cNvSpPr/>
          <p:nvPr/>
        </p:nvSpPr>
        <p:spPr>
          <a:xfrm>
            <a:off x="19293839" y="11056618"/>
            <a:ext cx="205741" cy="44578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6" name="Connector 2690"/>
          <p:cNvSpPr/>
          <p:nvPr/>
        </p:nvSpPr>
        <p:spPr>
          <a:xfrm>
            <a:off x="19499580" y="11101196"/>
            <a:ext cx="205741" cy="54485"/>
          </a:xfrm>
          <a:prstGeom prst="line">
            <a:avLst/>
          </a:prstGeom>
          <a:ln w="9144">
            <a:solidFill>
              <a:srgbClr val="BBBBB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7" name="Connector 2691"/>
          <p:cNvSpPr/>
          <p:nvPr/>
        </p:nvSpPr>
        <p:spPr>
          <a:xfrm>
            <a:off x="2423160" y="2514600"/>
            <a:ext cx="51690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8" name="Connector 2692"/>
          <p:cNvSpPr/>
          <p:nvPr/>
        </p:nvSpPr>
        <p:spPr>
          <a:xfrm>
            <a:off x="2474848" y="2617468"/>
            <a:ext cx="42292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9" name="Connector 2693"/>
          <p:cNvSpPr/>
          <p:nvPr/>
        </p:nvSpPr>
        <p:spPr>
          <a:xfrm>
            <a:off x="2517139" y="2720339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0" name="Connector 2694"/>
          <p:cNvSpPr/>
          <p:nvPr/>
        </p:nvSpPr>
        <p:spPr>
          <a:xfrm>
            <a:off x="2550032" y="2823210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1" name="Connector 2695"/>
          <p:cNvSpPr/>
          <p:nvPr/>
        </p:nvSpPr>
        <p:spPr>
          <a:xfrm>
            <a:off x="2573527" y="2926079"/>
            <a:ext cx="140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2" name="Connector 2696"/>
          <p:cNvSpPr/>
          <p:nvPr/>
        </p:nvSpPr>
        <p:spPr>
          <a:xfrm>
            <a:off x="2587624" y="3028949"/>
            <a:ext cx="4701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3" name="Connector 2697"/>
          <p:cNvSpPr/>
          <p:nvPr/>
        </p:nvSpPr>
        <p:spPr>
          <a:xfrm flipH="1">
            <a:off x="2587624" y="3131820"/>
            <a:ext cx="4701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4" name="Connector 2698"/>
          <p:cNvSpPr/>
          <p:nvPr/>
        </p:nvSpPr>
        <p:spPr>
          <a:xfrm flipH="1">
            <a:off x="2573528" y="3234689"/>
            <a:ext cx="140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5" name="Connector 2699"/>
          <p:cNvSpPr/>
          <p:nvPr/>
        </p:nvSpPr>
        <p:spPr>
          <a:xfrm flipH="1">
            <a:off x="2550032" y="3337559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6" name="Connector 2700"/>
          <p:cNvSpPr/>
          <p:nvPr/>
        </p:nvSpPr>
        <p:spPr>
          <a:xfrm flipH="1">
            <a:off x="2517139" y="3440429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7" name="Connector 2701"/>
          <p:cNvSpPr/>
          <p:nvPr/>
        </p:nvSpPr>
        <p:spPr>
          <a:xfrm flipH="1">
            <a:off x="2474848" y="3543299"/>
            <a:ext cx="42292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8" name="Connector 2702"/>
          <p:cNvSpPr/>
          <p:nvPr/>
        </p:nvSpPr>
        <p:spPr>
          <a:xfrm flipH="1">
            <a:off x="2423160" y="3646170"/>
            <a:ext cx="51690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9" name="Connector 2703"/>
          <p:cNvSpPr/>
          <p:nvPr/>
        </p:nvSpPr>
        <p:spPr>
          <a:xfrm>
            <a:off x="2423160" y="2514600"/>
            <a:ext cx="68453" cy="205739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0" name="Connector 2704"/>
          <p:cNvSpPr/>
          <p:nvPr/>
        </p:nvSpPr>
        <p:spPr>
          <a:xfrm>
            <a:off x="2491612" y="2720338"/>
            <a:ext cx="56008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1" name="Connector 2705"/>
          <p:cNvSpPr/>
          <p:nvPr/>
        </p:nvSpPr>
        <p:spPr>
          <a:xfrm>
            <a:off x="2547620" y="2926079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2" name="Connector 2706"/>
          <p:cNvSpPr/>
          <p:nvPr/>
        </p:nvSpPr>
        <p:spPr>
          <a:xfrm>
            <a:off x="2591180" y="3131820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3" name="Connector 2707"/>
          <p:cNvSpPr/>
          <p:nvPr/>
        </p:nvSpPr>
        <p:spPr>
          <a:xfrm>
            <a:off x="2622295" y="3337559"/>
            <a:ext cx="18669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4" name="Connector 2708"/>
          <p:cNvSpPr/>
          <p:nvPr/>
        </p:nvSpPr>
        <p:spPr>
          <a:xfrm>
            <a:off x="2640963" y="3543300"/>
            <a:ext cx="6225" cy="205739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5" name="Connector 2709"/>
          <p:cNvSpPr/>
          <p:nvPr/>
        </p:nvSpPr>
        <p:spPr>
          <a:xfrm flipH="1">
            <a:off x="2640964" y="3749038"/>
            <a:ext cx="6224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6" name="Connector 2710"/>
          <p:cNvSpPr/>
          <p:nvPr/>
        </p:nvSpPr>
        <p:spPr>
          <a:xfrm flipH="1">
            <a:off x="2622295" y="3954779"/>
            <a:ext cx="18670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7" name="Connector 2711"/>
          <p:cNvSpPr/>
          <p:nvPr/>
        </p:nvSpPr>
        <p:spPr>
          <a:xfrm flipH="1">
            <a:off x="2591180" y="4160520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8" name="Connector 2712"/>
          <p:cNvSpPr/>
          <p:nvPr/>
        </p:nvSpPr>
        <p:spPr>
          <a:xfrm flipH="1">
            <a:off x="2547620" y="4366259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9" name="Connector 2713"/>
          <p:cNvSpPr/>
          <p:nvPr/>
        </p:nvSpPr>
        <p:spPr>
          <a:xfrm flipH="1">
            <a:off x="2491613" y="4571999"/>
            <a:ext cx="56008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0" name="Connector 2714"/>
          <p:cNvSpPr/>
          <p:nvPr/>
        </p:nvSpPr>
        <p:spPr>
          <a:xfrm flipH="1">
            <a:off x="2423160" y="4777740"/>
            <a:ext cx="68453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1" name="Connector 2715"/>
          <p:cNvSpPr/>
          <p:nvPr/>
        </p:nvSpPr>
        <p:spPr>
          <a:xfrm>
            <a:off x="2423160" y="2514600"/>
            <a:ext cx="85217" cy="30861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2" name="Connector 2716"/>
          <p:cNvSpPr/>
          <p:nvPr/>
        </p:nvSpPr>
        <p:spPr>
          <a:xfrm>
            <a:off x="2508375" y="2823209"/>
            <a:ext cx="69725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3" name="Connector 2717"/>
          <p:cNvSpPr/>
          <p:nvPr/>
        </p:nvSpPr>
        <p:spPr>
          <a:xfrm>
            <a:off x="2578100" y="3131820"/>
            <a:ext cx="54230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4" name="Connector 2718"/>
          <p:cNvSpPr/>
          <p:nvPr/>
        </p:nvSpPr>
        <p:spPr>
          <a:xfrm>
            <a:off x="2632329" y="3440429"/>
            <a:ext cx="38736" cy="30861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5" name="Connector 2719"/>
          <p:cNvSpPr/>
          <p:nvPr/>
        </p:nvSpPr>
        <p:spPr>
          <a:xfrm>
            <a:off x="2671064" y="3749038"/>
            <a:ext cx="23241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6" name="Connector 2720"/>
          <p:cNvSpPr/>
          <p:nvPr/>
        </p:nvSpPr>
        <p:spPr>
          <a:xfrm>
            <a:off x="2694303" y="4057648"/>
            <a:ext cx="7749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7" name="Connector 2721"/>
          <p:cNvSpPr/>
          <p:nvPr/>
        </p:nvSpPr>
        <p:spPr>
          <a:xfrm flipH="1">
            <a:off x="2694304" y="4366259"/>
            <a:ext cx="7748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8" name="Connector 2722"/>
          <p:cNvSpPr/>
          <p:nvPr/>
        </p:nvSpPr>
        <p:spPr>
          <a:xfrm flipH="1">
            <a:off x="2671062" y="4674870"/>
            <a:ext cx="23243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9" name="Connector 2723"/>
          <p:cNvSpPr/>
          <p:nvPr/>
        </p:nvSpPr>
        <p:spPr>
          <a:xfrm flipH="1">
            <a:off x="2632329" y="4983479"/>
            <a:ext cx="38735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0" name="Connector 2724"/>
          <p:cNvSpPr/>
          <p:nvPr/>
        </p:nvSpPr>
        <p:spPr>
          <a:xfrm flipH="1">
            <a:off x="2578099" y="5292090"/>
            <a:ext cx="54230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1" name="Connector 2725"/>
          <p:cNvSpPr/>
          <p:nvPr/>
        </p:nvSpPr>
        <p:spPr>
          <a:xfrm flipH="1">
            <a:off x="2508376" y="5600699"/>
            <a:ext cx="69724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2" name="Connector 2726"/>
          <p:cNvSpPr/>
          <p:nvPr/>
        </p:nvSpPr>
        <p:spPr>
          <a:xfrm flipH="1">
            <a:off x="2423160" y="5909309"/>
            <a:ext cx="85218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3" name="Connector 2727"/>
          <p:cNvSpPr/>
          <p:nvPr/>
        </p:nvSpPr>
        <p:spPr>
          <a:xfrm>
            <a:off x="2423160" y="2514599"/>
            <a:ext cx="101982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4" name="Connector 2728"/>
          <p:cNvSpPr/>
          <p:nvPr/>
        </p:nvSpPr>
        <p:spPr>
          <a:xfrm>
            <a:off x="2525141" y="2926078"/>
            <a:ext cx="83440" cy="41148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5" name="Connector 2729"/>
          <p:cNvSpPr/>
          <p:nvPr/>
        </p:nvSpPr>
        <p:spPr>
          <a:xfrm>
            <a:off x="2608579" y="3337559"/>
            <a:ext cx="64898" cy="41148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6" name="Connector 2730"/>
          <p:cNvSpPr/>
          <p:nvPr/>
        </p:nvSpPr>
        <p:spPr>
          <a:xfrm>
            <a:off x="2673476" y="3749038"/>
            <a:ext cx="46356" cy="411483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7" name="Connector 2731"/>
          <p:cNvSpPr/>
          <p:nvPr/>
        </p:nvSpPr>
        <p:spPr>
          <a:xfrm>
            <a:off x="2719832" y="4160520"/>
            <a:ext cx="27814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8" name="Connector 2732"/>
          <p:cNvSpPr/>
          <p:nvPr/>
        </p:nvSpPr>
        <p:spPr>
          <a:xfrm>
            <a:off x="2747645" y="4571999"/>
            <a:ext cx="9272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9" name="Connector 2733"/>
          <p:cNvSpPr/>
          <p:nvPr/>
        </p:nvSpPr>
        <p:spPr>
          <a:xfrm flipH="1">
            <a:off x="2747645" y="4983479"/>
            <a:ext cx="9272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0" name="Connector 2734"/>
          <p:cNvSpPr/>
          <p:nvPr/>
        </p:nvSpPr>
        <p:spPr>
          <a:xfrm flipH="1">
            <a:off x="2719832" y="5394959"/>
            <a:ext cx="27814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1" name="Connector 2735"/>
          <p:cNvSpPr/>
          <p:nvPr/>
        </p:nvSpPr>
        <p:spPr>
          <a:xfrm flipH="1">
            <a:off x="2673476" y="5806440"/>
            <a:ext cx="46356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2" name="Connector 2736"/>
          <p:cNvSpPr/>
          <p:nvPr/>
        </p:nvSpPr>
        <p:spPr>
          <a:xfrm flipH="1">
            <a:off x="2608579" y="6217920"/>
            <a:ext cx="64898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3" name="Connector 2737"/>
          <p:cNvSpPr/>
          <p:nvPr/>
        </p:nvSpPr>
        <p:spPr>
          <a:xfrm flipH="1">
            <a:off x="2525141" y="6629399"/>
            <a:ext cx="83440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4" name="Connector 2738"/>
          <p:cNvSpPr/>
          <p:nvPr/>
        </p:nvSpPr>
        <p:spPr>
          <a:xfrm flipH="1">
            <a:off x="2423160" y="7040880"/>
            <a:ext cx="101982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5" name="Connector 2739"/>
          <p:cNvSpPr/>
          <p:nvPr/>
        </p:nvSpPr>
        <p:spPr>
          <a:xfrm>
            <a:off x="2423160" y="2514599"/>
            <a:ext cx="118746" cy="51435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6" name="Connector 2740"/>
          <p:cNvSpPr/>
          <p:nvPr/>
        </p:nvSpPr>
        <p:spPr>
          <a:xfrm>
            <a:off x="2541904" y="3028949"/>
            <a:ext cx="97156" cy="51435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7" name="Connector 2741"/>
          <p:cNvSpPr/>
          <p:nvPr/>
        </p:nvSpPr>
        <p:spPr>
          <a:xfrm>
            <a:off x="2639060" y="3543300"/>
            <a:ext cx="7556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8" name="Connector 2742"/>
          <p:cNvSpPr/>
          <p:nvPr/>
        </p:nvSpPr>
        <p:spPr>
          <a:xfrm>
            <a:off x="2714625" y="4057650"/>
            <a:ext cx="5397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9" name="Connector 2743"/>
          <p:cNvSpPr/>
          <p:nvPr/>
        </p:nvSpPr>
        <p:spPr>
          <a:xfrm>
            <a:off x="2768599" y="4572000"/>
            <a:ext cx="3238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0" name="Connector 2744"/>
          <p:cNvSpPr/>
          <p:nvPr/>
        </p:nvSpPr>
        <p:spPr>
          <a:xfrm>
            <a:off x="2800984" y="5086350"/>
            <a:ext cx="10797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1" name="Connector 2745"/>
          <p:cNvSpPr/>
          <p:nvPr/>
        </p:nvSpPr>
        <p:spPr>
          <a:xfrm flipH="1">
            <a:off x="2800985" y="5600700"/>
            <a:ext cx="1079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2" name="Connector 2746"/>
          <p:cNvSpPr/>
          <p:nvPr/>
        </p:nvSpPr>
        <p:spPr>
          <a:xfrm flipH="1">
            <a:off x="2768599" y="6115050"/>
            <a:ext cx="3238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3" name="Connector 2747"/>
          <p:cNvSpPr/>
          <p:nvPr/>
        </p:nvSpPr>
        <p:spPr>
          <a:xfrm flipH="1">
            <a:off x="2714624" y="6629400"/>
            <a:ext cx="5397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4" name="Connector 2748"/>
          <p:cNvSpPr/>
          <p:nvPr/>
        </p:nvSpPr>
        <p:spPr>
          <a:xfrm flipH="1">
            <a:off x="2639060" y="7143750"/>
            <a:ext cx="7556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5" name="Connector 2749"/>
          <p:cNvSpPr/>
          <p:nvPr/>
        </p:nvSpPr>
        <p:spPr>
          <a:xfrm flipH="1">
            <a:off x="2541904" y="7658100"/>
            <a:ext cx="9715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6" name="Connector 2750"/>
          <p:cNvSpPr/>
          <p:nvPr/>
        </p:nvSpPr>
        <p:spPr>
          <a:xfrm flipH="1">
            <a:off x="2423160" y="8172450"/>
            <a:ext cx="11874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7" name="Connector 2751"/>
          <p:cNvSpPr/>
          <p:nvPr/>
        </p:nvSpPr>
        <p:spPr>
          <a:xfrm>
            <a:off x="2423160" y="2514599"/>
            <a:ext cx="135509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8" name="Connector 2752"/>
          <p:cNvSpPr/>
          <p:nvPr/>
        </p:nvSpPr>
        <p:spPr>
          <a:xfrm>
            <a:off x="2558668" y="3131818"/>
            <a:ext cx="110873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9" name="Connector 2753"/>
          <p:cNvSpPr/>
          <p:nvPr/>
        </p:nvSpPr>
        <p:spPr>
          <a:xfrm>
            <a:off x="2669539" y="3749038"/>
            <a:ext cx="86234" cy="617223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0" name="Connector 2754"/>
          <p:cNvSpPr/>
          <p:nvPr/>
        </p:nvSpPr>
        <p:spPr>
          <a:xfrm>
            <a:off x="2755773" y="4366259"/>
            <a:ext cx="61596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1" name="Connector 2755"/>
          <p:cNvSpPr/>
          <p:nvPr/>
        </p:nvSpPr>
        <p:spPr>
          <a:xfrm>
            <a:off x="2817367" y="4983479"/>
            <a:ext cx="36957" cy="61722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2" name="Connector 2756"/>
          <p:cNvSpPr/>
          <p:nvPr/>
        </p:nvSpPr>
        <p:spPr>
          <a:xfrm>
            <a:off x="2854324" y="5600698"/>
            <a:ext cx="12321" cy="61722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3" name="Connector 2757"/>
          <p:cNvSpPr/>
          <p:nvPr/>
        </p:nvSpPr>
        <p:spPr>
          <a:xfrm flipH="1">
            <a:off x="2854325" y="6217920"/>
            <a:ext cx="12320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4" name="Connector 2758"/>
          <p:cNvSpPr/>
          <p:nvPr/>
        </p:nvSpPr>
        <p:spPr>
          <a:xfrm flipH="1">
            <a:off x="2817367" y="6835140"/>
            <a:ext cx="36958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5" name="Connector 2759"/>
          <p:cNvSpPr/>
          <p:nvPr/>
        </p:nvSpPr>
        <p:spPr>
          <a:xfrm flipH="1">
            <a:off x="2755773" y="7452359"/>
            <a:ext cx="61596" cy="61722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6" name="Connector 2760"/>
          <p:cNvSpPr/>
          <p:nvPr/>
        </p:nvSpPr>
        <p:spPr>
          <a:xfrm flipH="1">
            <a:off x="2669539" y="8069578"/>
            <a:ext cx="86234" cy="61722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7" name="Connector 2761"/>
          <p:cNvSpPr/>
          <p:nvPr/>
        </p:nvSpPr>
        <p:spPr>
          <a:xfrm flipH="1">
            <a:off x="2558670" y="8686799"/>
            <a:ext cx="110871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8" name="Connector 2762"/>
          <p:cNvSpPr/>
          <p:nvPr/>
        </p:nvSpPr>
        <p:spPr>
          <a:xfrm flipH="1">
            <a:off x="2423160" y="9304019"/>
            <a:ext cx="135510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9" name="Connector 2763"/>
          <p:cNvSpPr/>
          <p:nvPr/>
        </p:nvSpPr>
        <p:spPr>
          <a:xfrm>
            <a:off x="2423160" y="2514600"/>
            <a:ext cx="152273" cy="72009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0" name="Connector 2764"/>
          <p:cNvSpPr/>
          <p:nvPr/>
        </p:nvSpPr>
        <p:spPr>
          <a:xfrm>
            <a:off x="2575431" y="3234688"/>
            <a:ext cx="124588" cy="72009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1" name="Connector 2765"/>
          <p:cNvSpPr/>
          <p:nvPr/>
        </p:nvSpPr>
        <p:spPr>
          <a:xfrm>
            <a:off x="2700018" y="3954779"/>
            <a:ext cx="96903" cy="72009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2" name="Connector 2766"/>
          <p:cNvSpPr/>
          <p:nvPr/>
        </p:nvSpPr>
        <p:spPr>
          <a:xfrm>
            <a:off x="2796920" y="4674870"/>
            <a:ext cx="69216" cy="72009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3" name="Connector 2767"/>
          <p:cNvSpPr/>
          <p:nvPr/>
        </p:nvSpPr>
        <p:spPr>
          <a:xfrm>
            <a:off x="2866135" y="5394959"/>
            <a:ext cx="41529" cy="72009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4" name="Connector 2768"/>
          <p:cNvSpPr/>
          <p:nvPr/>
        </p:nvSpPr>
        <p:spPr>
          <a:xfrm>
            <a:off x="2907663" y="6115048"/>
            <a:ext cx="13845" cy="72009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5" name="Connector 2769"/>
          <p:cNvSpPr/>
          <p:nvPr/>
        </p:nvSpPr>
        <p:spPr>
          <a:xfrm flipH="1">
            <a:off x="2907663" y="6835140"/>
            <a:ext cx="13845" cy="72009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6" name="Connector 2770"/>
          <p:cNvSpPr/>
          <p:nvPr/>
        </p:nvSpPr>
        <p:spPr>
          <a:xfrm flipH="1">
            <a:off x="2866135" y="7555228"/>
            <a:ext cx="41529" cy="72009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7" name="Connector 2771"/>
          <p:cNvSpPr/>
          <p:nvPr/>
        </p:nvSpPr>
        <p:spPr>
          <a:xfrm flipH="1">
            <a:off x="2796920" y="8275319"/>
            <a:ext cx="69216" cy="72009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8" name="Connector 2772"/>
          <p:cNvSpPr/>
          <p:nvPr/>
        </p:nvSpPr>
        <p:spPr>
          <a:xfrm flipH="1">
            <a:off x="2700018" y="8995409"/>
            <a:ext cx="96903" cy="72009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9" name="Connector 2773"/>
          <p:cNvSpPr/>
          <p:nvPr/>
        </p:nvSpPr>
        <p:spPr>
          <a:xfrm flipH="1">
            <a:off x="2575431" y="9715500"/>
            <a:ext cx="124588" cy="72009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0" name="Connector 2774"/>
          <p:cNvSpPr/>
          <p:nvPr/>
        </p:nvSpPr>
        <p:spPr>
          <a:xfrm flipH="1">
            <a:off x="2423160" y="10435589"/>
            <a:ext cx="152273" cy="72009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1" name="Connector 2775"/>
          <p:cNvSpPr/>
          <p:nvPr/>
        </p:nvSpPr>
        <p:spPr>
          <a:xfrm>
            <a:off x="2423160" y="3749038"/>
            <a:ext cx="51690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2" name="Connector 2776"/>
          <p:cNvSpPr/>
          <p:nvPr/>
        </p:nvSpPr>
        <p:spPr>
          <a:xfrm>
            <a:off x="2474848" y="3851909"/>
            <a:ext cx="42292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3" name="Connector 2777"/>
          <p:cNvSpPr/>
          <p:nvPr/>
        </p:nvSpPr>
        <p:spPr>
          <a:xfrm>
            <a:off x="2517139" y="3954779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4" name="Connector 2778"/>
          <p:cNvSpPr/>
          <p:nvPr/>
        </p:nvSpPr>
        <p:spPr>
          <a:xfrm>
            <a:off x="2550032" y="4057649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5" name="Connector 2779"/>
          <p:cNvSpPr/>
          <p:nvPr/>
        </p:nvSpPr>
        <p:spPr>
          <a:xfrm>
            <a:off x="2573527" y="4160520"/>
            <a:ext cx="14096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6" name="Connector 2780"/>
          <p:cNvSpPr/>
          <p:nvPr/>
        </p:nvSpPr>
        <p:spPr>
          <a:xfrm>
            <a:off x="2587624" y="4263388"/>
            <a:ext cx="4701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7" name="Connector 2781"/>
          <p:cNvSpPr/>
          <p:nvPr/>
        </p:nvSpPr>
        <p:spPr>
          <a:xfrm flipH="1">
            <a:off x="2587624" y="4366259"/>
            <a:ext cx="4701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8" name="Connector 2782"/>
          <p:cNvSpPr/>
          <p:nvPr/>
        </p:nvSpPr>
        <p:spPr>
          <a:xfrm flipH="1">
            <a:off x="2573528" y="4469129"/>
            <a:ext cx="140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9" name="Connector 2783"/>
          <p:cNvSpPr/>
          <p:nvPr/>
        </p:nvSpPr>
        <p:spPr>
          <a:xfrm flipH="1">
            <a:off x="2550032" y="4571999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0" name="Connector 2784"/>
          <p:cNvSpPr/>
          <p:nvPr/>
        </p:nvSpPr>
        <p:spPr>
          <a:xfrm flipH="1">
            <a:off x="2517139" y="4674870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1" name="Connector 2785"/>
          <p:cNvSpPr/>
          <p:nvPr/>
        </p:nvSpPr>
        <p:spPr>
          <a:xfrm flipH="1">
            <a:off x="2474848" y="4777740"/>
            <a:ext cx="42292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2" name="Connector 2786"/>
          <p:cNvSpPr/>
          <p:nvPr/>
        </p:nvSpPr>
        <p:spPr>
          <a:xfrm flipH="1">
            <a:off x="2423160" y="4880609"/>
            <a:ext cx="51690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3" name="Connector 2787"/>
          <p:cNvSpPr/>
          <p:nvPr/>
        </p:nvSpPr>
        <p:spPr>
          <a:xfrm>
            <a:off x="2423160" y="3749038"/>
            <a:ext cx="68453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4" name="Connector 2788"/>
          <p:cNvSpPr/>
          <p:nvPr/>
        </p:nvSpPr>
        <p:spPr>
          <a:xfrm>
            <a:off x="2491612" y="3954779"/>
            <a:ext cx="56008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5" name="Connector 2789"/>
          <p:cNvSpPr/>
          <p:nvPr/>
        </p:nvSpPr>
        <p:spPr>
          <a:xfrm>
            <a:off x="2547620" y="4160520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6" name="Connector 2790"/>
          <p:cNvSpPr/>
          <p:nvPr/>
        </p:nvSpPr>
        <p:spPr>
          <a:xfrm>
            <a:off x="2591180" y="4366259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7" name="Connector 2791"/>
          <p:cNvSpPr/>
          <p:nvPr/>
        </p:nvSpPr>
        <p:spPr>
          <a:xfrm>
            <a:off x="2622295" y="4571999"/>
            <a:ext cx="18669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8" name="Connector 2792"/>
          <p:cNvSpPr/>
          <p:nvPr/>
        </p:nvSpPr>
        <p:spPr>
          <a:xfrm>
            <a:off x="2640963" y="4777740"/>
            <a:ext cx="6225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9" name="Connector 2793"/>
          <p:cNvSpPr/>
          <p:nvPr/>
        </p:nvSpPr>
        <p:spPr>
          <a:xfrm flipH="1">
            <a:off x="2640964" y="4983479"/>
            <a:ext cx="6224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0" name="Connector 2794"/>
          <p:cNvSpPr/>
          <p:nvPr/>
        </p:nvSpPr>
        <p:spPr>
          <a:xfrm flipH="1">
            <a:off x="2622295" y="5189220"/>
            <a:ext cx="18670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1" name="Connector 2795"/>
          <p:cNvSpPr/>
          <p:nvPr/>
        </p:nvSpPr>
        <p:spPr>
          <a:xfrm flipH="1">
            <a:off x="2591180" y="5394959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2" name="Connector 2796"/>
          <p:cNvSpPr/>
          <p:nvPr/>
        </p:nvSpPr>
        <p:spPr>
          <a:xfrm flipH="1">
            <a:off x="2547620" y="5600699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3" name="Connector 2797"/>
          <p:cNvSpPr/>
          <p:nvPr/>
        </p:nvSpPr>
        <p:spPr>
          <a:xfrm flipH="1">
            <a:off x="2491613" y="5806440"/>
            <a:ext cx="56008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4" name="Connector 2798"/>
          <p:cNvSpPr/>
          <p:nvPr/>
        </p:nvSpPr>
        <p:spPr>
          <a:xfrm flipH="1">
            <a:off x="2423160" y="6012179"/>
            <a:ext cx="68453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5" name="Connector 2799"/>
          <p:cNvSpPr/>
          <p:nvPr/>
        </p:nvSpPr>
        <p:spPr>
          <a:xfrm>
            <a:off x="2423160" y="3749038"/>
            <a:ext cx="85217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6" name="Connector 2800"/>
          <p:cNvSpPr/>
          <p:nvPr/>
        </p:nvSpPr>
        <p:spPr>
          <a:xfrm>
            <a:off x="2508375" y="4057648"/>
            <a:ext cx="69725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7" name="Connector 2801"/>
          <p:cNvSpPr/>
          <p:nvPr/>
        </p:nvSpPr>
        <p:spPr>
          <a:xfrm>
            <a:off x="2578100" y="4366259"/>
            <a:ext cx="54230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8" name="Connector 2802"/>
          <p:cNvSpPr/>
          <p:nvPr/>
        </p:nvSpPr>
        <p:spPr>
          <a:xfrm>
            <a:off x="2632329" y="4674870"/>
            <a:ext cx="38736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9" name="Connector 2803"/>
          <p:cNvSpPr/>
          <p:nvPr/>
        </p:nvSpPr>
        <p:spPr>
          <a:xfrm>
            <a:off x="2671064" y="4983479"/>
            <a:ext cx="23241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0" name="Connector 2804"/>
          <p:cNvSpPr/>
          <p:nvPr/>
        </p:nvSpPr>
        <p:spPr>
          <a:xfrm>
            <a:off x="2694303" y="5292090"/>
            <a:ext cx="7749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1" name="Connector 2805"/>
          <p:cNvSpPr/>
          <p:nvPr/>
        </p:nvSpPr>
        <p:spPr>
          <a:xfrm flipH="1">
            <a:off x="2694304" y="5600699"/>
            <a:ext cx="7748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2" name="Connector 2806"/>
          <p:cNvSpPr/>
          <p:nvPr/>
        </p:nvSpPr>
        <p:spPr>
          <a:xfrm flipH="1">
            <a:off x="2671062" y="5909309"/>
            <a:ext cx="23243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3" name="Connector 2807"/>
          <p:cNvSpPr/>
          <p:nvPr/>
        </p:nvSpPr>
        <p:spPr>
          <a:xfrm flipH="1">
            <a:off x="2632329" y="6217920"/>
            <a:ext cx="38735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4" name="Connector 2808"/>
          <p:cNvSpPr/>
          <p:nvPr/>
        </p:nvSpPr>
        <p:spPr>
          <a:xfrm flipH="1">
            <a:off x="2578099" y="6526530"/>
            <a:ext cx="54230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5" name="Connector 2809"/>
          <p:cNvSpPr/>
          <p:nvPr/>
        </p:nvSpPr>
        <p:spPr>
          <a:xfrm flipH="1">
            <a:off x="2508376" y="6835140"/>
            <a:ext cx="69724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6" name="Connector 2810"/>
          <p:cNvSpPr/>
          <p:nvPr/>
        </p:nvSpPr>
        <p:spPr>
          <a:xfrm flipH="1">
            <a:off x="2423160" y="7143749"/>
            <a:ext cx="85218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7" name="Connector 2811"/>
          <p:cNvSpPr/>
          <p:nvPr/>
        </p:nvSpPr>
        <p:spPr>
          <a:xfrm>
            <a:off x="2423160" y="3749038"/>
            <a:ext cx="101982" cy="411483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8" name="Connector 2812"/>
          <p:cNvSpPr/>
          <p:nvPr/>
        </p:nvSpPr>
        <p:spPr>
          <a:xfrm>
            <a:off x="2525141" y="4160520"/>
            <a:ext cx="83440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9" name="Connector 2813"/>
          <p:cNvSpPr/>
          <p:nvPr/>
        </p:nvSpPr>
        <p:spPr>
          <a:xfrm>
            <a:off x="2608579" y="4571999"/>
            <a:ext cx="64898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0" name="Connector 2814"/>
          <p:cNvSpPr/>
          <p:nvPr/>
        </p:nvSpPr>
        <p:spPr>
          <a:xfrm>
            <a:off x="2673476" y="4983479"/>
            <a:ext cx="46356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1" name="Connector 2815"/>
          <p:cNvSpPr/>
          <p:nvPr/>
        </p:nvSpPr>
        <p:spPr>
          <a:xfrm>
            <a:off x="2719832" y="5394959"/>
            <a:ext cx="27814" cy="41148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2" name="Connector 2816"/>
          <p:cNvSpPr/>
          <p:nvPr/>
        </p:nvSpPr>
        <p:spPr>
          <a:xfrm>
            <a:off x="2747645" y="5806438"/>
            <a:ext cx="9272" cy="411483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3" name="Connector 2817"/>
          <p:cNvSpPr/>
          <p:nvPr/>
        </p:nvSpPr>
        <p:spPr>
          <a:xfrm flipH="1">
            <a:off x="2747645" y="6217920"/>
            <a:ext cx="9272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4" name="Connector 2818"/>
          <p:cNvSpPr/>
          <p:nvPr/>
        </p:nvSpPr>
        <p:spPr>
          <a:xfrm flipH="1">
            <a:off x="2719832" y="6629399"/>
            <a:ext cx="27814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5" name="Connector 2819"/>
          <p:cNvSpPr/>
          <p:nvPr/>
        </p:nvSpPr>
        <p:spPr>
          <a:xfrm flipH="1">
            <a:off x="2673476" y="7040880"/>
            <a:ext cx="46356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6" name="Connector 2820"/>
          <p:cNvSpPr/>
          <p:nvPr/>
        </p:nvSpPr>
        <p:spPr>
          <a:xfrm flipH="1">
            <a:off x="2608579" y="7452359"/>
            <a:ext cx="64898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7" name="Connector 2821"/>
          <p:cNvSpPr/>
          <p:nvPr/>
        </p:nvSpPr>
        <p:spPr>
          <a:xfrm flipH="1">
            <a:off x="2525141" y="7863840"/>
            <a:ext cx="83440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8" name="Connector 2822"/>
          <p:cNvSpPr/>
          <p:nvPr/>
        </p:nvSpPr>
        <p:spPr>
          <a:xfrm flipH="1">
            <a:off x="2423160" y="8275319"/>
            <a:ext cx="101982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9" name="Connector 2823"/>
          <p:cNvSpPr/>
          <p:nvPr/>
        </p:nvSpPr>
        <p:spPr>
          <a:xfrm>
            <a:off x="2423160" y="3749038"/>
            <a:ext cx="118746" cy="51435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0" name="Connector 2824"/>
          <p:cNvSpPr/>
          <p:nvPr/>
        </p:nvSpPr>
        <p:spPr>
          <a:xfrm>
            <a:off x="2541904" y="4263390"/>
            <a:ext cx="9715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1" name="Connector 2825"/>
          <p:cNvSpPr/>
          <p:nvPr/>
        </p:nvSpPr>
        <p:spPr>
          <a:xfrm>
            <a:off x="2639060" y="4777740"/>
            <a:ext cx="7556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2" name="Connector 2826"/>
          <p:cNvSpPr/>
          <p:nvPr/>
        </p:nvSpPr>
        <p:spPr>
          <a:xfrm>
            <a:off x="2714625" y="5292090"/>
            <a:ext cx="5397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3" name="Connector 2827"/>
          <p:cNvSpPr/>
          <p:nvPr/>
        </p:nvSpPr>
        <p:spPr>
          <a:xfrm>
            <a:off x="2768599" y="5806440"/>
            <a:ext cx="32386" cy="514349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4" name="Connector 2828"/>
          <p:cNvSpPr/>
          <p:nvPr/>
        </p:nvSpPr>
        <p:spPr>
          <a:xfrm>
            <a:off x="2800984" y="6320788"/>
            <a:ext cx="10797" cy="51435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5" name="Connector 2829"/>
          <p:cNvSpPr/>
          <p:nvPr/>
        </p:nvSpPr>
        <p:spPr>
          <a:xfrm flipH="1">
            <a:off x="2800985" y="6835140"/>
            <a:ext cx="1079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6" name="Connector 2830"/>
          <p:cNvSpPr/>
          <p:nvPr/>
        </p:nvSpPr>
        <p:spPr>
          <a:xfrm flipH="1">
            <a:off x="2768599" y="7349490"/>
            <a:ext cx="3238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7" name="Connector 2831"/>
          <p:cNvSpPr/>
          <p:nvPr/>
        </p:nvSpPr>
        <p:spPr>
          <a:xfrm flipH="1">
            <a:off x="2714624" y="7863840"/>
            <a:ext cx="5397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8" name="Connector 2832"/>
          <p:cNvSpPr/>
          <p:nvPr/>
        </p:nvSpPr>
        <p:spPr>
          <a:xfrm flipH="1">
            <a:off x="2639060" y="8378190"/>
            <a:ext cx="7556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9" name="Connector 2833"/>
          <p:cNvSpPr/>
          <p:nvPr/>
        </p:nvSpPr>
        <p:spPr>
          <a:xfrm flipH="1">
            <a:off x="2541904" y="8892540"/>
            <a:ext cx="9715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0" name="Connector 2834"/>
          <p:cNvSpPr/>
          <p:nvPr/>
        </p:nvSpPr>
        <p:spPr>
          <a:xfrm flipH="1">
            <a:off x="2423160" y="9406890"/>
            <a:ext cx="11874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1" name="Connector 2835"/>
          <p:cNvSpPr/>
          <p:nvPr/>
        </p:nvSpPr>
        <p:spPr>
          <a:xfrm>
            <a:off x="2423160" y="3749038"/>
            <a:ext cx="135509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2" name="Connector 2836"/>
          <p:cNvSpPr/>
          <p:nvPr/>
        </p:nvSpPr>
        <p:spPr>
          <a:xfrm>
            <a:off x="2558668" y="4366259"/>
            <a:ext cx="110873" cy="61722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3" name="Connector 2837"/>
          <p:cNvSpPr/>
          <p:nvPr/>
        </p:nvSpPr>
        <p:spPr>
          <a:xfrm>
            <a:off x="2669539" y="4983479"/>
            <a:ext cx="86234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4" name="Connector 2838"/>
          <p:cNvSpPr/>
          <p:nvPr/>
        </p:nvSpPr>
        <p:spPr>
          <a:xfrm>
            <a:off x="2755773" y="5600699"/>
            <a:ext cx="61596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5" name="Connector 2839"/>
          <p:cNvSpPr/>
          <p:nvPr/>
        </p:nvSpPr>
        <p:spPr>
          <a:xfrm>
            <a:off x="2817367" y="6217920"/>
            <a:ext cx="36957" cy="61722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6" name="Connector 2840"/>
          <p:cNvSpPr/>
          <p:nvPr/>
        </p:nvSpPr>
        <p:spPr>
          <a:xfrm>
            <a:off x="2854324" y="6835139"/>
            <a:ext cx="12321" cy="61722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7" name="Connector 2841"/>
          <p:cNvSpPr/>
          <p:nvPr/>
        </p:nvSpPr>
        <p:spPr>
          <a:xfrm flipH="1">
            <a:off x="2854325" y="7452359"/>
            <a:ext cx="12320" cy="61722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8" name="Connector 2842"/>
          <p:cNvSpPr/>
          <p:nvPr/>
        </p:nvSpPr>
        <p:spPr>
          <a:xfrm flipH="1">
            <a:off x="2817367" y="8069578"/>
            <a:ext cx="36958" cy="61722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9" name="Connector 2843"/>
          <p:cNvSpPr/>
          <p:nvPr/>
        </p:nvSpPr>
        <p:spPr>
          <a:xfrm flipH="1">
            <a:off x="2755773" y="8686799"/>
            <a:ext cx="61596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0" name="Connector 2844"/>
          <p:cNvSpPr/>
          <p:nvPr/>
        </p:nvSpPr>
        <p:spPr>
          <a:xfrm flipH="1">
            <a:off x="2669539" y="9304019"/>
            <a:ext cx="86234" cy="61722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1" name="Connector 2845"/>
          <p:cNvSpPr/>
          <p:nvPr/>
        </p:nvSpPr>
        <p:spPr>
          <a:xfrm flipH="1">
            <a:off x="2558670" y="9921240"/>
            <a:ext cx="110871" cy="61722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2" name="Connector 2846"/>
          <p:cNvSpPr/>
          <p:nvPr/>
        </p:nvSpPr>
        <p:spPr>
          <a:xfrm flipH="1">
            <a:off x="2423160" y="10538459"/>
            <a:ext cx="135510" cy="61722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3" name="Connector 2847"/>
          <p:cNvSpPr/>
          <p:nvPr/>
        </p:nvSpPr>
        <p:spPr>
          <a:xfrm>
            <a:off x="2423160" y="4983479"/>
            <a:ext cx="51690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4" name="Connector 2848"/>
          <p:cNvSpPr/>
          <p:nvPr/>
        </p:nvSpPr>
        <p:spPr>
          <a:xfrm>
            <a:off x="2474848" y="5086348"/>
            <a:ext cx="42292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5" name="Connector 2849"/>
          <p:cNvSpPr/>
          <p:nvPr/>
        </p:nvSpPr>
        <p:spPr>
          <a:xfrm>
            <a:off x="2517139" y="5189220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6" name="Connector 2850"/>
          <p:cNvSpPr/>
          <p:nvPr/>
        </p:nvSpPr>
        <p:spPr>
          <a:xfrm>
            <a:off x="2550032" y="5292090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7" name="Connector 2851"/>
          <p:cNvSpPr/>
          <p:nvPr/>
        </p:nvSpPr>
        <p:spPr>
          <a:xfrm>
            <a:off x="2573527" y="5394959"/>
            <a:ext cx="14096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8" name="Connector 2852"/>
          <p:cNvSpPr/>
          <p:nvPr/>
        </p:nvSpPr>
        <p:spPr>
          <a:xfrm>
            <a:off x="2587624" y="5497829"/>
            <a:ext cx="4701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9" name="Connector 2853"/>
          <p:cNvSpPr/>
          <p:nvPr/>
        </p:nvSpPr>
        <p:spPr>
          <a:xfrm flipH="1">
            <a:off x="2587624" y="5600699"/>
            <a:ext cx="4701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0" name="Connector 2854"/>
          <p:cNvSpPr/>
          <p:nvPr/>
        </p:nvSpPr>
        <p:spPr>
          <a:xfrm flipH="1">
            <a:off x="2573528" y="5703570"/>
            <a:ext cx="140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1" name="Connector 2855"/>
          <p:cNvSpPr/>
          <p:nvPr/>
        </p:nvSpPr>
        <p:spPr>
          <a:xfrm flipH="1">
            <a:off x="2550032" y="5806440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2" name="Connector 2856"/>
          <p:cNvSpPr/>
          <p:nvPr/>
        </p:nvSpPr>
        <p:spPr>
          <a:xfrm flipH="1">
            <a:off x="2517139" y="5909309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3" name="Connector 2857"/>
          <p:cNvSpPr/>
          <p:nvPr/>
        </p:nvSpPr>
        <p:spPr>
          <a:xfrm flipH="1">
            <a:off x="2474848" y="6012179"/>
            <a:ext cx="42292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4" name="Connector 2858"/>
          <p:cNvSpPr/>
          <p:nvPr/>
        </p:nvSpPr>
        <p:spPr>
          <a:xfrm flipH="1">
            <a:off x="2423160" y="6115049"/>
            <a:ext cx="51690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5" name="Connector 2859"/>
          <p:cNvSpPr/>
          <p:nvPr/>
        </p:nvSpPr>
        <p:spPr>
          <a:xfrm>
            <a:off x="2423160" y="4983479"/>
            <a:ext cx="68453" cy="20574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6" name="Connector 2860"/>
          <p:cNvSpPr/>
          <p:nvPr/>
        </p:nvSpPr>
        <p:spPr>
          <a:xfrm>
            <a:off x="2491612" y="5189218"/>
            <a:ext cx="56008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7" name="Connector 2861"/>
          <p:cNvSpPr/>
          <p:nvPr/>
        </p:nvSpPr>
        <p:spPr>
          <a:xfrm>
            <a:off x="2547620" y="5394959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8" name="Connector 2862"/>
          <p:cNvSpPr/>
          <p:nvPr/>
        </p:nvSpPr>
        <p:spPr>
          <a:xfrm>
            <a:off x="2591180" y="5600699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9" name="Connector 2863"/>
          <p:cNvSpPr/>
          <p:nvPr/>
        </p:nvSpPr>
        <p:spPr>
          <a:xfrm>
            <a:off x="2622295" y="5806440"/>
            <a:ext cx="18669" cy="20574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0" name="Connector 2864"/>
          <p:cNvSpPr/>
          <p:nvPr/>
        </p:nvSpPr>
        <p:spPr>
          <a:xfrm>
            <a:off x="2640963" y="6012179"/>
            <a:ext cx="6225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1" name="Connector 2865"/>
          <p:cNvSpPr/>
          <p:nvPr/>
        </p:nvSpPr>
        <p:spPr>
          <a:xfrm flipH="1">
            <a:off x="2640964" y="6217920"/>
            <a:ext cx="6224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2" name="Connector 2866"/>
          <p:cNvSpPr/>
          <p:nvPr/>
        </p:nvSpPr>
        <p:spPr>
          <a:xfrm flipH="1">
            <a:off x="2622295" y="6423659"/>
            <a:ext cx="18670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3" name="Connector 2867"/>
          <p:cNvSpPr/>
          <p:nvPr/>
        </p:nvSpPr>
        <p:spPr>
          <a:xfrm flipH="1">
            <a:off x="2591180" y="6629399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4" name="Connector 2868"/>
          <p:cNvSpPr/>
          <p:nvPr/>
        </p:nvSpPr>
        <p:spPr>
          <a:xfrm flipH="1">
            <a:off x="2547620" y="6835140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5" name="Connector 2869"/>
          <p:cNvSpPr/>
          <p:nvPr/>
        </p:nvSpPr>
        <p:spPr>
          <a:xfrm flipH="1">
            <a:off x="2491613" y="7040880"/>
            <a:ext cx="56008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6" name="Connector 2870"/>
          <p:cNvSpPr/>
          <p:nvPr/>
        </p:nvSpPr>
        <p:spPr>
          <a:xfrm flipH="1">
            <a:off x="2423160" y="7246619"/>
            <a:ext cx="68453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7" name="Connector 2871"/>
          <p:cNvSpPr/>
          <p:nvPr/>
        </p:nvSpPr>
        <p:spPr>
          <a:xfrm>
            <a:off x="2423160" y="4983479"/>
            <a:ext cx="85217" cy="30861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8" name="Connector 2872"/>
          <p:cNvSpPr/>
          <p:nvPr/>
        </p:nvSpPr>
        <p:spPr>
          <a:xfrm>
            <a:off x="2508375" y="5292088"/>
            <a:ext cx="69725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9" name="Connector 2873"/>
          <p:cNvSpPr/>
          <p:nvPr/>
        </p:nvSpPr>
        <p:spPr>
          <a:xfrm>
            <a:off x="2578100" y="5600699"/>
            <a:ext cx="54230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0" name="Connector 2874"/>
          <p:cNvSpPr/>
          <p:nvPr/>
        </p:nvSpPr>
        <p:spPr>
          <a:xfrm>
            <a:off x="2632329" y="5909309"/>
            <a:ext cx="38736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1" name="Connector 2875"/>
          <p:cNvSpPr/>
          <p:nvPr/>
        </p:nvSpPr>
        <p:spPr>
          <a:xfrm>
            <a:off x="2671064" y="6217920"/>
            <a:ext cx="23241" cy="30861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2" name="Connector 2876"/>
          <p:cNvSpPr/>
          <p:nvPr/>
        </p:nvSpPr>
        <p:spPr>
          <a:xfrm>
            <a:off x="2694303" y="6526528"/>
            <a:ext cx="7749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3" name="Connector 2877"/>
          <p:cNvSpPr/>
          <p:nvPr/>
        </p:nvSpPr>
        <p:spPr>
          <a:xfrm flipH="1">
            <a:off x="2694304" y="6835140"/>
            <a:ext cx="7748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4" name="Connector 2878"/>
          <p:cNvSpPr/>
          <p:nvPr/>
        </p:nvSpPr>
        <p:spPr>
          <a:xfrm flipH="1">
            <a:off x="2671062" y="7143749"/>
            <a:ext cx="23243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5" name="Connector 2879"/>
          <p:cNvSpPr/>
          <p:nvPr/>
        </p:nvSpPr>
        <p:spPr>
          <a:xfrm flipH="1">
            <a:off x="2632329" y="7452359"/>
            <a:ext cx="38735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6" name="Connector 2880"/>
          <p:cNvSpPr/>
          <p:nvPr/>
        </p:nvSpPr>
        <p:spPr>
          <a:xfrm flipH="1">
            <a:off x="2578099" y="7760969"/>
            <a:ext cx="54230" cy="30861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7" name="Connector 2881"/>
          <p:cNvSpPr/>
          <p:nvPr/>
        </p:nvSpPr>
        <p:spPr>
          <a:xfrm flipH="1">
            <a:off x="2508376" y="8069578"/>
            <a:ext cx="69724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8" name="Connector 2882"/>
          <p:cNvSpPr/>
          <p:nvPr/>
        </p:nvSpPr>
        <p:spPr>
          <a:xfrm flipH="1">
            <a:off x="2423160" y="8378190"/>
            <a:ext cx="85218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9" name="Connector 2883"/>
          <p:cNvSpPr/>
          <p:nvPr/>
        </p:nvSpPr>
        <p:spPr>
          <a:xfrm>
            <a:off x="2423160" y="4983479"/>
            <a:ext cx="101982" cy="41148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0" name="Connector 2884"/>
          <p:cNvSpPr/>
          <p:nvPr/>
        </p:nvSpPr>
        <p:spPr>
          <a:xfrm>
            <a:off x="2525141" y="5394959"/>
            <a:ext cx="83440" cy="41148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1" name="Connector 2885"/>
          <p:cNvSpPr/>
          <p:nvPr/>
        </p:nvSpPr>
        <p:spPr>
          <a:xfrm>
            <a:off x="2608579" y="5806440"/>
            <a:ext cx="64898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2" name="Connector 2886"/>
          <p:cNvSpPr/>
          <p:nvPr/>
        </p:nvSpPr>
        <p:spPr>
          <a:xfrm>
            <a:off x="2673476" y="6217920"/>
            <a:ext cx="46356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3" name="Connector 2887"/>
          <p:cNvSpPr/>
          <p:nvPr/>
        </p:nvSpPr>
        <p:spPr>
          <a:xfrm>
            <a:off x="2719832" y="6629399"/>
            <a:ext cx="27814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4" name="Connector 2888"/>
          <p:cNvSpPr/>
          <p:nvPr/>
        </p:nvSpPr>
        <p:spPr>
          <a:xfrm>
            <a:off x="2747645" y="7040878"/>
            <a:ext cx="9272" cy="41148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5" name="Connector 2889"/>
          <p:cNvSpPr/>
          <p:nvPr/>
        </p:nvSpPr>
        <p:spPr>
          <a:xfrm flipH="1">
            <a:off x="2747645" y="7452359"/>
            <a:ext cx="9272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6" name="Connector 2890"/>
          <p:cNvSpPr/>
          <p:nvPr/>
        </p:nvSpPr>
        <p:spPr>
          <a:xfrm flipH="1">
            <a:off x="2719832" y="7863840"/>
            <a:ext cx="27814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7" name="Connector 2891"/>
          <p:cNvSpPr/>
          <p:nvPr/>
        </p:nvSpPr>
        <p:spPr>
          <a:xfrm flipH="1">
            <a:off x="2673476" y="8275319"/>
            <a:ext cx="46356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8" name="Connector 2892"/>
          <p:cNvSpPr/>
          <p:nvPr/>
        </p:nvSpPr>
        <p:spPr>
          <a:xfrm flipH="1">
            <a:off x="2608579" y="8686799"/>
            <a:ext cx="64898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9" name="Connector 2893"/>
          <p:cNvSpPr/>
          <p:nvPr/>
        </p:nvSpPr>
        <p:spPr>
          <a:xfrm flipH="1">
            <a:off x="2525141" y="9098280"/>
            <a:ext cx="83440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0" name="Connector 2894"/>
          <p:cNvSpPr/>
          <p:nvPr/>
        </p:nvSpPr>
        <p:spPr>
          <a:xfrm flipH="1">
            <a:off x="2423160" y="9509759"/>
            <a:ext cx="101982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1" name="Connector 2895"/>
          <p:cNvSpPr/>
          <p:nvPr/>
        </p:nvSpPr>
        <p:spPr>
          <a:xfrm>
            <a:off x="2423160" y="4983479"/>
            <a:ext cx="118746" cy="514349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2" name="Connector 2896"/>
          <p:cNvSpPr/>
          <p:nvPr/>
        </p:nvSpPr>
        <p:spPr>
          <a:xfrm>
            <a:off x="2541904" y="5497829"/>
            <a:ext cx="97156" cy="51435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3" name="Connector 2897"/>
          <p:cNvSpPr/>
          <p:nvPr/>
        </p:nvSpPr>
        <p:spPr>
          <a:xfrm>
            <a:off x="2639060" y="6012179"/>
            <a:ext cx="7556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4" name="Connector 2898"/>
          <p:cNvSpPr/>
          <p:nvPr/>
        </p:nvSpPr>
        <p:spPr>
          <a:xfrm>
            <a:off x="2714625" y="6526530"/>
            <a:ext cx="5397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5" name="Connector 2899"/>
          <p:cNvSpPr/>
          <p:nvPr/>
        </p:nvSpPr>
        <p:spPr>
          <a:xfrm>
            <a:off x="2768599" y="7040880"/>
            <a:ext cx="32386" cy="514349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6" name="Connector 2900"/>
          <p:cNvSpPr/>
          <p:nvPr/>
        </p:nvSpPr>
        <p:spPr>
          <a:xfrm>
            <a:off x="2800984" y="7555228"/>
            <a:ext cx="10797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7" name="Connector 2901"/>
          <p:cNvSpPr/>
          <p:nvPr/>
        </p:nvSpPr>
        <p:spPr>
          <a:xfrm flipH="1">
            <a:off x="2800985" y="8069578"/>
            <a:ext cx="10796" cy="51435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8" name="Connector 2902"/>
          <p:cNvSpPr/>
          <p:nvPr/>
        </p:nvSpPr>
        <p:spPr>
          <a:xfrm flipH="1">
            <a:off x="2768599" y="8583930"/>
            <a:ext cx="3238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9" name="Connector 2903"/>
          <p:cNvSpPr/>
          <p:nvPr/>
        </p:nvSpPr>
        <p:spPr>
          <a:xfrm flipH="1">
            <a:off x="2714624" y="9098280"/>
            <a:ext cx="5397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0" name="Connector 2904"/>
          <p:cNvSpPr/>
          <p:nvPr/>
        </p:nvSpPr>
        <p:spPr>
          <a:xfrm flipH="1">
            <a:off x="2639060" y="9612630"/>
            <a:ext cx="75566" cy="51435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1" name="Connector 2905"/>
          <p:cNvSpPr/>
          <p:nvPr/>
        </p:nvSpPr>
        <p:spPr>
          <a:xfrm flipH="1">
            <a:off x="2541904" y="10126980"/>
            <a:ext cx="97156" cy="514349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2" name="Connector 2906"/>
          <p:cNvSpPr/>
          <p:nvPr/>
        </p:nvSpPr>
        <p:spPr>
          <a:xfrm flipH="1">
            <a:off x="2423160" y="10641328"/>
            <a:ext cx="118746" cy="51435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3" name="Connector 2907"/>
          <p:cNvSpPr/>
          <p:nvPr/>
        </p:nvSpPr>
        <p:spPr>
          <a:xfrm>
            <a:off x="2423160" y="6217920"/>
            <a:ext cx="51690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4" name="Connector 2908"/>
          <p:cNvSpPr/>
          <p:nvPr/>
        </p:nvSpPr>
        <p:spPr>
          <a:xfrm>
            <a:off x="2474848" y="6320788"/>
            <a:ext cx="42292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5" name="Connector 2909"/>
          <p:cNvSpPr/>
          <p:nvPr/>
        </p:nvSpPr>
        <p:spPr>
          <a:xfrm>
            <a:off x="2517139" y="6423659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6" name="Connector 2910"/>
          <p:cNvSpPr/>
          <p:nvPr/>
        </p:nvSpPr>
        <p:spPr>
          <a:xfrm>
            <a:off x="2550032" y="6526530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7" name="Connector 2911"/>
          <p:cNvSpPr/>
          <p:nvPr/>
        </p:nvSpPr>
        <p:spPr>
          <a:xfrm>
            <a:off x="2573527" y="6629400"/>
            <a:ext cx="14096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8" name="Connector 2912"/>
          <p:cNvSpPr/>
          <p:nvPr/>
        </p:nvSpPr>
        <p:spPr>
          <a:xfrm>
            <a:off x="2587624" y="6732268"/>
            <a:ext cx="4701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9" name="Connector 2913"/>
          <p:cNvSpPr/>
          <p:nvPr/>
        </p:nvSpPr>
        <p:spPr>
          <a:xfrm flipH="1">
            <a:off x="2587624" y="6835140"/>
            <a:ext cx="4701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0" name="Connector 2914"/>
          <p:cNvSpPr/>
          <p:nvPr/>
        </p:nvSpPr>
        <p:spPr>
          <a:xfrm flipH="1">
            <a:off x="2573528" y="6938009"/>
            <a:ext cx="140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1" name="Connector 2915"/>
          <p:cNvSpPr/>
          <p:nvPr/>
        </p:nvSpPr>
        <p:spPr>
          <a:xfrm flipH="1">
            <a:off x="2550032" y="7040880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2" name="Connector 2916"/>
          <p:cNvSpPr/>
          <p:nvPr/>
        </p:nvSpPr>
        <p:spPr>
          <a:xfrm flipH="1">
            <a:off x="2517139" y="7143749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3" name="Connector 2917"/>
          <p:cNvSpPr/>
          <p:nvPr/>
        </p:nvSpPr>
        <p:spPr>
          <a:xfrm flipH="1">
            <a:off x="2474848" y="7246619"/>
            <a:ext cx="42292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4" name="Connector 2918"/>
          <p:cNvSpPr/>
          <p:nvPr/>
        </p:nvSpPr>
        <p:spPr>
          <a:xfrm flipH="1">
            <a:off x="2423160" y="7349490"/>
            <a:ext cx="51690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5" name="Connector 2919"/>
          <p:cNvSpPr/>
          <p:nvPr/>
        </p:nvSpPr>
        <p:spPr>
          <a:xfrm>
            <a:off x="2423160" y="6217920"/>
            <a:ext cx="68453" cy="20574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6" name="Connector 2920"/>
          <p:cNvSpPr/>
          <p:nvPr/>
        </p:nvSpPr>
        <p:spPr>
          <a:xfrm>
            <a:off x="2491612" y="6423659"/>
            <a:ext cx="56008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7" name="Connector 2921"/>
          <p:cNvSpPr/>
          <p:nvPr/>
        </p:nvSpPr>
        <p:spPr>
          <a:xfrm>
            <a:off x="2547620" y="6629399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8" name="Connector 2922"/>
          <p:cNvSpPr/>
          <p:nvPr/>
        </p:nvSpPr>
        <p:spPr>
          <a:xfrm>
            <a:off x="2591180" y="6835140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9" name="Connector 2923"/>
          <p:cNvSpPr/>
          <p:nvPr/>
        </p:nvSpPr>
        <p:spPr>
          <a:xfrm>
            <a:off x="2622295" y="7040880"/>
            <a:ext cx="18669" cy="20574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0" name="Connector 2924"/>
          <p:cNvSpPr/>
          <p:nvPr/>
        </p:nvSpPr>
        <p:spPr>
          <a:xfrm>
            <a:off x="2640963" y="7246618"/>
            <a:ext cx="6225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1" name="Connector 2925"/>
          <p:cNvSpPr/>
          <p:nvPr/>
        </p:nvSpPr>
        <p:spPr>
          <a:xfrm flipH="1">
            <a:off x="2640964" y="7452359"/>
            <a:ext cx="6224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2" name="Connector 2926"/>
          <p:cNvSpPr/>
          <p:nvPr/>
        </p:nvSpPr>
        <p:spPr>
          <a:xfrm flipH="1">
            <a:off x="2622295" y="7658099"/>
            <a:ext cx="18670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3" name="Connector 2927"/>
          <p:cNvSpPr/>
          <p:nvPr/>
        </p:nvSpPr>
        <p:spPr>
          <a:xfrm flipH="1">
            <a:off x="2591180" y="7863840"/>
            <a:ext cx="31116" cy="20574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4" name="Connector 2928"/>
          <p:cNvSpPr/>
          <p:nvPr/>
        </p:nvSpPr>
        <p:spPr>
          <a:xfrm flipH="1">
            <a:off x="2547620" y="8069578"/>
            <a:ext cx="43562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5" name="Connector 2929"/>
          <p:cNvSpPr/>
          <p:nvPr/>
        </p:nvSpPr>
        <p:spPr>
          <a:xfrm flipH="1">
            <a:off x="2491613" y="8275319"/>
            <a:ext cx="56008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6" name="Connector 2930"/>
          <p:cNvSpPr/>
          <p:nvPr/>
        </p:nvSpPr>
        <p:spPr>
          <a:xfrm flipH="1">
            <a:off x="2423160" y="8481059"/>
            <a:ext cx="68453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7" name="Connector 2931"/>
          <p:cNvSpPr/>
          <p:nvPr/>
        </p:nvSpPr>
        <p:spPr>
          <a:xfrm>
            <a:off x="2423160" y="6217920"/>
            <a:ext cx="85217" cy="30861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8" name="Connector 2932"/>
          <p:cNvSpPr/>
          <p:nvPr/>
        </p:nvSpPr>
        <p:spPr>
          <a:xfrm>
            <a:off x="2508375" y="6526528"/>
            <a:ext cx="69725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9" name="Connector 2933"/>
          <p:cNvSpPr/>
          <p:nvPr/>
        </p:nvSpPr>
        <p:spPr>
          <a:xfrm>
            <a:off x="2578100" y="6835140"/>
            <a:ext cx="54230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0" name="Connector 2934"/>
          <p:cNvSpPr/>
          <p:nvPr/>
        </p:nvSpPr>
        <p:spPr>
          <a:xfrm>
            <a:off x="2632329" y="7143749"/>
            <a:ext cx="38736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1" name="Connector 2935"/>
          <p:cNvSpPr/>
          <p:nvPr/>
        </p:nvSpPr>
        <p:spPr>
          <a:xfrm>
            <a:off x="2671064" y="7452359"/>
            <a:ext cx="23241" cy="30861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2" name="Connector 2936"/>
          <p:cNvSpPr/>
          <p:nvPr/>
        </p:nvSpPr>
        <p:spPr>
          <a:xfrm>
            <a:off x="2694303" y="7760968"/>
            <a:ext cx="7749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3" name="Connector 2937"/>
          <p:cNvSpPr/>
          <p:nvPr/>
        </p:nvSpPr>
        <p:spPr>
          <a:xfrm flipH="1">
            <a:off x="2694304" y="8069578"/>
            <a:ext cx="7748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4" name="Connector 2938"/>
          <p:cNvSpPr/>
          <p:nvPr/>
        </p:nvSpPr>
        <p:spPr>
          <a:xfrm flipH="1">
            <a:off x="2671062" y="8378190"/>
            <a:ext cx="23243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5" name="Connector 2939"/>
          <p:cNvSpPr/>
          <p:nvPr/>
        </p:nvSpPr>
        <p:spPr>
          <a:xfrm flipH="1">
            <a:off x="2632329" y="8686799"/>
            <a:ext cx="38735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6" name="Connector 2940"/>
          <p:cNvSpPr/>
          <p:nvPr/>
        </p:nvSpPr>
        <p:spPr>
          <a:xfrm flipH="1">
            <a:off x="2578099" y="8995409"/>
            <a:ext cx="54230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7" name="Connector 2941"/>
          <p:cNvSpPr/>
          <p:nvPr/>
        </p:nvSpPr>
        <p:spPr>
          <a:xfrm flipH="1">
            <a:off x="2508376" y="9304019"/>
            <a:ext cx="69724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8" name="Connector 2942"/>
          <p:cNvSpPr/>
          <p:nvPr/>
        </p:nvSpPr>
        <p:spPr>
          <a:xfrm flipH="1">
            <a:off x="2423160" y="9612630"/>
            <a:ext cx="85218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9" name="Connector 2943"/>
          <p:cNvSpPr/>
          <p:nvPr/>
        </p:nvSpPr>
        <p:spPr>
          <a:xfrm>
            <a:off x="2423160" y="6217920"/>
            <a:ext cx="101982" cy="41148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0" name="Connector 2944"/>
          <p:cNvSpPr/>
          <p:nvPr/>
        </p:nvSpPr>
        <p:spPr>
          <a:xfrm>
            <a:off x="2525141" y="6629399"/>
            <a:ext cx="83440" cy="41148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1" name="Connector 2945"/>
          <p:cNvSpPr/>
          <p:nvPr/>
        </p:nvSpPr>
        <p:spPr>
          <a:xfrm>
            <a:off x="2608579" y="7040880"/>
            <a:ext cx="64898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2" name="Connector 2946"/>
          <p:cNvSpPr/>
          <p:nvPr/>
        </p:nvSpPr>
        <p:spPr>
          <a:xfrm>
            <a:off x="2673476" y="7452359"/>
            <a:ext cx="46356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3" name="Connector 2947"/>
          <p:cNvSpPr/>
          <p:nvPr/>
        </p:nvSpPr>
        <p:spPr>
          <a:xfrm>
            <a:off x="2719832" y="7863840"/>
            <a:ext cx="27814" cy="41148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4" name="Connector 2948"/>
          <p:cNvSpPr/>
          <p:nvPr/>
        </p:nvSpPr>
        <p:spPr>
          <a:xfrm>
            <a:off x="2747645" y="8275318"/>
            <a:ext cx="9272" cy="41148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5" name="Connector 2949"/>
          <p:cNvSpPr/>
          <p:nvPr/>
        </p:nvSpPr>
        <p:spPr>
          <a:xfrm flipH="1">
            <a:off x="2747645" y="8686799"/>
            <a:ext cx="9272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6" name="Connector 2950"/>
          <p:cNvSpPr/>
          <p:nvPr/>
        </p:nvSpPr>
        <p:spPr>
          <a:xfrm flipH="1">
            <a:off x="2719832" y="9098280"/>
            <a:ext cx="27814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7" name="Connector 2951"/>
          <p:cNvSpPr/>
          <p:nvPr/>
        </p:nvSpPr>
        <p:spPr>
          <a:xfrm flipH="1">
            <a:off x="2673476" y="9509759"/>
            <a:ext cx="46356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8" name="Connector 2952"/>
          <p:cNvSpPr/>
          <p:nvPr/>
        </p:nvSpPr>
        <p:spPr>
          <a:xfrm flipH="1">
            <a:off x="2608579" y="9921240"/>
            <a:ext cx="64898" cy="41148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9" name="Connector 2953"/>
          <p:cNvSpPr/>
          <p:nvPr/>
        </p:nvSpPr>
        <p:spPr>
          <a:xfrm flipH="1">
            <a:off x="2525141" y="10332719"/>
            <a:ext cx="83440" cy="41148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0" name="Connector 2954"/>
          <p:cNvSpPr/>
          <p:nvPr/>
        </p:nvSpPr>
        <p:spPr>
          <a:xfrm flipH="1">
            <a:off x="2423160" y="10744199"/>
            <a:ext cx="101982" cy="41148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1" name="Connector 2955"/>
          <p:cNvSpPr/>
          <p:nvPr/>
        </p:nvSpPr>
        <p:spPr>
          <a:xfrm>
            <a:off x="2423160" y="7452359"/>
            <a:ext cx="51690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2" name="Connector 2956"/>
          <p:cNvSpPr/>
          <p:nvPr/>
        </p:nvSpPr>
        <p:spPr>
          <a:xfrm>
            <a:off x="2474848" y="7555228"/>
            <a:ext cx="42292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3" name="Connector 2957"/>
          <p:cNvSpPr/>
          <p:nvPr/>
        </p:nvSpPr>
        <p:spPr>
          <a:xfrm>
            <a:off x="2517139" y="7658099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4" name="Connector 2958"/>
          <p:cNvSpPr/>
          <p:nvPr/>
        </p:nvSpPr>
        <p:spPr>
          <a:xfrm>
            <a:off x="2550032" y="7760969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5" name="Connector 2959"/>
          <p:cNvSpPr/>
          <p:nvPr/>
        </p:nvSpPr>
        <p:spPr>
          <a:xfrm>
            <a:off x="2573527" y="7863840"/>
            <a:ext cx="14096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6" name="Connector 2960"/>
          <p:cNvSpPr/>
          <p:nvPr/>
        </p:nvSpPr>
        <p:spPr>
          <a:xfrm>
            <a:off x="2587624" y="7966709"/>
            <a:ext cx="4701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7" name="Connector 2961"/>
          <p:cNvSpPr/>
          <p:nvPr/>
        </p:nvSpPr>
        <p:spPr>
          <a:xfrm flipH="1">
            <a:off x="2587624" y="8069578"/>
            <a:ext cx="4701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8" name="Connector 2962"/>
          <p:cNvSpPr/>
          <p:nvPr/>
        </p:nvSpPr>
        <p:spPr>
          <a:xfrm flipH="1">
            <a:off x="2573528" y="8172449"/>
            <a:ext cx="140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9" name="Connector 2963"/>
          <p:cNvSpPr/>
          <p:nvPr/>
        </p:nvSpPr>
        <p:spPr>
          <a:xfrm flipH="1">
            <a:off x="2550032" y="8275319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0" name="Connector 2964"/>
          <p:cNvSpPr/>
          <p:nvPr/>
        </p:nvSpPr>
        <p:spPr>
          <a:xfrm flipH="1">
            <a:off x="2517139" y="8378190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1" name="Connector 2965"/>
          <p:cNvSpPr/>
          <p:nvPr/>
        </p:nvSpPr>
        <p:spPr>
          <a:xfrm flipH="1">
            <a:off x="2474848" y="8481059"/>
            <a:ext cx="42292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2" name="Connector 2966"/>
          <p:cNvSpPr/>
          <p:nvPr/>
        </p:nvSpPr>
        <p:spPr>
          <a:xfrm flipH="1">
            <a:off x="2423160" y="8583930"/>
            <a:ext cx="51690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3" name="Connector 2967"/>
          <p:cNvSpPr/>
          <p:nvPr/>
        </p:nvSpPr>
        <p:spPr>
          <a:xfrm>
            <a:off x="2423160" y="7452359"/>
            <a:ext cx="68453" cy="20574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4" name="Connector 2968"/>
          <p:cNvSpPr/>
          <p:nvPr/>
        </p:nvSpPr>
        <p:spPr>
          <a:xfrm>
            <a:off x="2491612" y="7658099"/>
            <a:ext cx="56008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5" name="Connector 2969"/>
          <p:cNvSpPr/>
          <p:nvPr/>
        </p:nvSpPr>
        <p:spPr>
          <a:xfrm>
            <a:off x="2547620" y="7863840"/>
            <a:ext cx="43562" cy="20574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6" name="Connector 2970"/>
          <p:cNvSpPr/>
          <p:nvPr/>
        </p:nvSpPr>
        <p:spPr>
          <a:xfrm>
            <a:off x="2591180" y="8069578"/>
            <a:ext cx="31116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7" name="Connector 2971"/>
          <p:cNvSpPr/>
          <p:nvPr/>
        </p:nvSpPr>
        <p:spPr>
          <a:xfrm>
            <a:off x="2622295" y="8275319"/>
            <a:ext cx="18669" cy="20574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8" name="Connector 2972"/>
          <p:cNvSpPr/>
          <p:nvPr/>
        </p:nvSpPr>
        <p:spPr>
          <a:xfrm>
            <a:off x="2640963" y="8481059"/>
            <a:ext cx="6225" cy="20574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9" name="Connector 2973"/>
          <p:cNvSpPr/>
          <p:nvPr/>
        </p:nvSpPr>
        <p:spPr>
          <a:xfrm flipH="1">
            <a:off x="2640964" y="8686799"/>
            <a:ext cx="6224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0" name="Connector 2974"/>
          <p:cNvSpPr/>
          <p:nvPr/>
        </p:nvSpPr>
        <p:spPr>
          <a:xfrm flipH="1">
            <a:off x="2622295" y="8892540"/>
            <a:ext cx="18670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1" name="Connector 2975"/>
          <p:cNvSpPr/>
          <p:nvPr/>
        </p:nvSpPr>
        <p:spPr>
          <a:xfrm flipH="1">
            <a:off x="2591180" y="9098280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2" name="Connector 2976"/>
          <p:cNvSpPr/>
          <p:nvPr/>
        </p:nvSpPr>
        <p:spPr>
          <a:xfrm flipH="1">
            <a:off x="2547620" y="9304019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3" name="Connector 2977"/>
          <p:cNvSpPr/>
          <p:nvPr/>
        </p:nvSpPr>
        <p:spPr>
          <a:xfrm flipH="1">
            <a:off x="2491613" y="9509759"/>
            <a:ext cx="56008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4" name="Connector 2978"/>
          <p:cNvSpPr/>
          <p:nvPr/>
        </p:nvSpPr>
        <p:spPr>
          <a:xfrm flipH="1">
            <a:off x="2423160" y="9715499"/>
            <a:ext cx="68453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5" name="Connector 2979"/>
          <p:cNvSpPr/>
          <p:nvPr/>
        </p:nvSpPr>
        <p:spPr>
          <a:xfrm>
            <a:off x="2423160" y="7452359"/>
            <a:ext cx="85217" cy="30861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6" name="Connector 2980"/>
          <p:cNvSpPr/>
          <p:nvPr/>
        </p:nvSpPr>
        <p:spPr>
          <a:xfrm>
            <a:off x="2508375" y="7760968"/>
            <a:ext cx="69725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7" name="Connector 2981"/>
          <p:cNvSpPr/>
          <p:nvPr/>
        </p:nvSpPr>
        <p:spPr>
          <a:xfrm>
            <a:off x="2578100" y="8069580"/>
            <a:ext cx="54230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8" name="Connector 2982"/>
          <p:cNvSpPr/>
          <p:nvPr/>
        </p:nvSpPr>
        <p:spPr>
          <a:xfrm>
            <a:off x="2632329" y="8378190"/>
            <a:ext cx="38736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9" name="Connector 2983"/>
          <p:cNvSpPr/>
          <p:nvPr/>
        </p:nvSpPr>
        <p:spPr>
          <a:xfrm>
            <a:off x="2671064" y="8686800"/>
            <a:ext cx="23241" cy="30861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0" name="Connector 2984"/>
          <p:cNvSpPr/>
          <p:nvPr/>
        </p:nvSpPr>
        <p:spPr>
          <a:xfrm>
            <a:off x="2694303" y="8995409"/>
            <a:ext cx="7749" cy="30861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1" name="Connector 2985"/>
          <p:cNvSpPr/>
          <p:nvPr/>
        </p:nvSpPr>
        <p:spPr>
          <a:xfrm flipH="1">
            <a:off x="2694304" y="9304019"/>
            <a:ext cx="7748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2" name="Connector 2986"/>
          <p:cNvSpPr/>
          <p:nvPr/>
        </p:nvSpPr>
        <p:spPr>
          <a:xfrm flipH="1">
            <a:off x="2671062" y="9612630"/>
            <a:ext cx="23243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3" name="Connector 2987"/>
          <p:cNvSpPr/>
          <p:nvPr/>
        </p:nvSpPr>
        <p:spPr>
          <a:xfrm flipH="1">
            <a:off x="2632329" y="9921240"/>
            <a:ext cx="38735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4" name="Connector 2988"/>
          <p:cNvSpPr/>
          <p:nvPr/>
        </p:nvSpPr>
        <p:spPr>
          <a:xfrm flipH="1">
            <a:off x="2578099" y="10229849"/>
            <a:ext cx="54230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5" name="Connector 2989"/>
          <p:cNvSpPr/>
          <p:nvPr/>
        </p:nvSpPr>
        <p:spPr>
          <a:xfrm flipH="1">
            <a:off x="2508376" y="10538459"/>
            <a:ext cx="69724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6" name="Connector 2990"/>
          <p:cNvSpPr/>
          <p:nvPr/>
        </p:nvSpPr>
        <p:spPr>
          <a:xfrm flipH="1">
            <a:off x="2423160" y="10847069"/>
            <a:ext cx="85218" cy="30861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7" name="Connector 2991"/>
          <p:cNvSpPr/>
          <p:nvPr/>
        </p:nvSpPr>
        <p:spPr>
          <a:xfrm>
            <a:off x="2423160" y="8686800"/>
            <a:ext cx="51690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8" name="Connector 2992"/>
          <p:cNvSpPr/>
          <p:nvPr/>
        </p:nvSpPr>
        <p:spPr>
          <a:xfrm>
            <a:off x="2474848" y="8789668"/>
            <a:ext cx="42292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9" name="Connector 2993"/>
          <p:cNvSpPr/>
          <p:nvPr/>
        </p:nvSpPr>
        <p:spPr>
          <a:xfrm>
            <a:off x="2517139" y="8892540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0" name="Connector 2994"/>
          <p:cNvSpPr/>
          <p:nvPr/>
        </p:nvSpPr>
        <p:spPr>
          <a:xfrm>
            <a:off x="2550032" y="8995409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1" name="Connector 2995"/>
          <p:cNvSpPr/>
          <p:nvPr/>
        </p:nvSpPr>
        <p:spPr>
          <a:xfrm>
            <a:off x="2573527" y="9098280"/>
            <a:ext cx="14096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2" name="Connector 2996"/>
          <p:cNvSpPr/>
          <p:nvPr/>
        </p:nvSpPr>
        <p:spPr>
          <a:xfrm>
            <a:off x="2587624" y="9201149"/>
            <a:ext cx="4701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3" name="Connector 2997"/>
          <p:cNvSpPr/>
          <p:nvPr/>
        </p:nvSpPr>
        <p:spPr>
          <a:xfrm flipH="1">
            <a:off x="2587624" y="9304019"/>
            <a:ext cx="4701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4" name="Connector 2998"/>
          <p:cNvSpPr/>
          <p:nvPr/>
        </p:nvSpPr>
        <p:spPr>
          <a:xfrm flipH="1">
            <a:off x="2573528" y="9406890"/>
            <a:ext cx="140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5" name="Connector 2999"/>
          <p:cNvSpPr/>
          <p:nvPr/>
        </p:nvSpPr>
        <p:spPr>
          <a:xfrm flipH="1">
            <a:off x="2550032" y="9509759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6" name="Connector 3000"/>
          <p:cNvSpPr/>
          <p:nvPr/>
        </p:nvSpPr>
        <p:spPr>
          <a:xfrm flipH="1">
            <a:off x="2517139" y="9612630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7" name="Connector 3001"/>
          <p:cNvSpPr/>
          <p:nvPr/>
        </p:nvSpPr>
        <p:spPr>
          <a:xfrm flipH="1">
            <a:off x="2474848" y="9715499"/>
            <a:ext cx="42292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8" name="Connector 3002"/>
          <p:cNvSpPr/>
          <p:nvPr/>
        </p:nvSpPr>
        <p:spPr>
          <a:xfrm flipH="1">
            <a:off x="2423160" y="9818369"/>
            <a:ext cx="51690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9" name="Connector 3003"/>
          <p:cNvSpPr/>
          <p:nvPr/>
        </p:nvSpPr>
        <p:spPr>
          <a:xfrm>
            <a:off x="2423160" y="8686799"/>
            <a:ext cx="68453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0" name="Connector 3004"/>
          <p:cNvSpPr/>
          <p:nvPr/>
        </p:nvSpPr>
        <p:spPr>
          <a:xfrm>
            <a:off x="2491612" y="8892540"/>
            <a:ext cx="56008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1" name="Connector 3005"/>
          <p:cNvSpPr/>
          <p:nvPr/>
        </p:nvSpPr>
        <p:spPr>
          <a:xfrm>
            <a:off x="2547620" y="9098280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2" name="Connector 3006"/>
          <p:cNvSpPr/>
          <p:nvPr/>
        </p:nvSpPr>
        <p:spPr>
          <a:xfrm>
            <a:off x="2591180" y="9304019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3" name="Connector 3007"/>
          <p:cNvSpPr/>
          <p:nvPr/>
        </p:nvSpPr>
        <p:spPr>
          <a:xfrm>
            <a:off x="2622295" y="9509759"/>
            <a:ext cx="18669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4" name="Connector 3008"/>
          <p:cNvSpPr/>
          <p:nvPr/>
        </p:nvSpPr>
        <p:spPr>
          <a:xfrm>
            <a:off x="2640963" y="9715499"/>
            <a:ext cx="6225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5" name="Connector 3009"/>
          <p:cNvSpPr/>
          <p:nvPr/>
        </p:nvSpPr>
        <p:spPr>
          <a:xfrm flipH="1">
            <a:off x="2640964" y="9921240"/>
            <a:ext cx="6224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6" name="Connector 3010"/>
          <p:cNvSpPr/>
          <p:nvPr/>
        </p:nvSpPr>
        <p:spPr>
          <a:xfrm flipH="1">
            <a:off x="2622295" y="10126980"/>
            <a:ext cx="18670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7" name="Connector 3011"/>
          <p:cNvSpPr/>
          <p:nvPr/>
        </p:nvSpPr>
        <p:spPr>
          <a:xfrm flipH="1">
            <a:off x="2591180" y="10332719"/>
            <a:ext cx="31116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8" name="Connector 3012"/>
          <p:cNvSpPr/>
          <p:nvPr/>
        </p:nvSpPr>
        <p:spPr>
          <a:xfrm flipH="1">
            <a:off x="2547620" y="10538459"/>
            <a:ext cx="43562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9" name="Connector 3013"/>
          <p:cNvSpPr/>
          <p:nvPr/>
        </p:nvSpPr>
        <p:spPr>
          <a:xfrm flipH="1">
            <a:off x="2491613" y="10744199"/>
            <a:ext cx="56008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0" name="Connector 3014"/>
          <p:cNvSpPr/>
          <p:nvPr/>
        </p:nvSpPr>
        <p:spPr>
          <a:xfrm flipH="1">
            <a:off x="2423160" y="10949940"/>
            <a:ext cx="68453" cy="20574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1" name="Connector 3015"/>
          <p:cNvSpPr/>
          <p:nvPr/>
        </p:nvSpPr>
        <p:spPr>
          <a:xfrm>
            <a:off x="2423160" y="9921240"/>
            <a:ext cx="51690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2" name="Connector 3016"/>
          <p:cNvSpPr/>
          <p:nvPr/>
        </p:nvSpPr>
        <p:spPr>
          <a:xfrm>
            <a:off x="2474848" y="10024109"/>
            <a:ext cx="42292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3" name="Connector 3017"/>
          <p:cNvSpPr/>
          <p:nvPr/>
        </p:nvSpPr>
        <p:spPr>
          <a:xfrm>
            <a:off x="2517139" y="10126980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4" name="Connector 3018"/>
          <p:cNvSpPr/>
          <p:nvPr/>
        </p:nvSpPr>
        <p:spPr>
          <a:xfrm>
            <a:off x="2550032" y="10229849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5" name="Connector 3019"/>
          <p:cNvSpPr/>
          <p:nvPr/>
        </p:nvSpPr>
        <p:spPr>
          <a:xfrm>
            <a:off x="2573527" y="10332719"/>
            <a:ext cx="14096" cy="102870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6" name="Connector 3020"/>
          <p:cNvSpPr/>
          <p:nvPr/>
        </p:nvSpPr>
        <p:spPr>
          <a:xfrm>
            <a:off x="2587624" y="10435589"/>
            <a:ext cx="4701" cy="102872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7" name="Connector 3021"/>
          <p:cNvSpPr/>
          <p:nvPr/>
        </p:nvSpPr>
        <p:spPr>
          <a:xfrm flipH="1">
            <a:off x="2587624" y="10538459"/>
            <a:ext cx="4701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8" name="Connector 3022"/>
          <p:cNvSpPr/>
          <p:nvPr/>
        </p:nvSpPr>
        <p:spPr>
          <a:xfrm flipH="1">
            <a:off x="2573528" y="10641330"/>
            <a:ext cx="140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9" name="Connector 3023"/>
          <p:cNvSpPr/>
          <p:nvPr/>
        </p:nvSpPr>
        <p:spPr>
          <a:xfrm flipH="1">
            <a:off x="2550032" y="10744199"/>
            <a:ext cx="23496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0" name="Connector 3024"/>
          <p:cNvSpPr/>
          <p:nvPr/>
        </p:nvSpPr>
        <p:spPr>
          <a:xfrm flipH="1">
            <a:off x="2517139" y="10847069"/>
            <a:ext cx="32894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1" name="Connector 3025"/>
          <p:cNvSpPr/>
          <p:nvPr/>
        </p:nvSpPr>
        <p:spPr>
          <a:xfrm flipH="1">
            <a:off x="2474848" y="10949940"/>
            <a:ext cx="42292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2" name="Connector 3026"/>
          <p:cNvSpPr/>
          <p:nvPr/>
        </p:nvSpPr>
        <p:spPr>
          <a:xfrm flipH="1">
            <a:off x="2423160" y="11052809"/>
            <a:ext cx="51690" cy="102871"/>
          </a:xfrm>
          <a:prstGeom prst="line">
            <a:avLst/>
          </a:prstGeom>
          <a:ln w="2103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3" name="Connector 3027"/>
          <p:cNvSpPr/>
          <p:nvPr/>
        </p:nvSpPr>
        <p:spPr>
          <a:xfrm>
            <a:off x="4892040" y="2514600"/>
            <a:ext cx="51690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4" name="Connector 3028"/>
          <p:cNvSpPr/>
          <p:nvPr/>
        </p:nvSpPr>
        <p:spPr>
          <a:xfrm>
            <a:off x="4943728" y="2617468"/>
            <a:ext cx="42292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5" name="Connector 3029"/>
          <p:cNvSpPr/>
          <p:nvPr/>
        </p:nvSpPr>
        <p:spPr>
          <a:xfrm>
            <a:off x="4986020" y="2720339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6" name="Connector 3030"/>
          <p:cNvSpPr/>
          <p:nvPr/>
        </p:nvSpPr>
        <p:spPr>
          <a:xfrm>
            <a:off x="5018913" y="2823210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7" name="Connector 3031"/>
          <p:cNvSpPr/>
          <p:nvPr/>
        </p:nvSpPr>
        <p:spPr>
          <a:xfrm>
            <a:off x="5042408" y="2926079"/>
            <a:ext cx="14098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8" name="Connector 3032"/>
          <p:cNvSpPr/>
          <p:nvPr/>
        </p:nvSpPr>
        <p:spPr>
          <a:xfrm>
            <a:off x="5056504" y="3028949"/>
            <a:ext cx="470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9" name="Connector 3033"/>
          <p:cNvSpPr/>
          <p:nvPr/>
        </p:nvSpPr>
        <p:spPr>
          <a:xfrm flipH="1">
            <a:off x="5056504" y="3131820"/>
            <a:ext cx="470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0" name="Connector 3034"/>
          <p:cNvSpPr/>
          <p:nvPr/>
        </p:nvSpPr>
        <p:spPr>
          <a:xfrm flipH="1">
            <a:off x="5042408" y="3234689"/>
            <a:ext cx="14098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1" name="Connector 3035"/>
          <p:cNvSpPr/>
          <p:nvPr/>
        </p:nvSpPr>
        <p:spPr>
          <a:xfrm flipH="1">
            <a:off x="5018913" y="3337559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2" name="Connector 3036"/>
          <p:cNvSpPr/>
          <p:nvPr/>
        </p:nvSpPr>
        <p:spPr>
          <a:xfrm flipH="1">
            <a:off x="4986020" y="3440429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3" name="Connector 3037"/>
          <p:cNvSpPr/>
          <p:nvPr/>
        </p:nvSpPr>
        <p:spPr>
          <a:xfrm flipH="1">
            <a:off x="4943728" y="3543299"/>
            <a:ext cx="42292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4" name="Connector 3038"/>
          <p:cNvSpPr/>
          <p:nvPr/>
        </p:nvSpPr>
        <p:spPr>
          <a:xfrm flipH="1">
            <a:off x="4892040" y="3646170"/>
            <a:ext cx="51690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5" name="Connector 3039"/>
          <p:cNvSpPr/>
          <p:nvPr/>
        </p:nvSpPr>
        <p:spPr>
          <a:xfrm>
            <a:off x="4892040" y="2514600"/>
            <a:ext cx="68453" cy="205739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6" name="Connector 3040"/>
          <p:cNvSpPr/>
          <p:nvPr/>
        </p:nvSpPr>
        <p:spPr>
          <a:xfrm>
            <a:off x="4960492" y="2720338"/>
            <a:ext cx="56008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7" name="Connector 3041"/>
          <p:cNvSpPr/>
          <p:nvPr/>
        </p:nvSpPr>
        <p:spPr>
          <a:xfrm>
            <a:off x="5016499" y="2926079"/>
            <a:ext cx="4356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8" name="Connector 3042"/>
          <p:cNvSpPr/>
          <p:nvPr/>
        </p:nvSpPr>
        <p:spPr>
          <a:xfrm>
            <a:off x="5060060" y="3131820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9" name="Connector 3043"/>
          <p:cNvSpPr/>
          <p:nvPr/>
        </p:nvSpPr>
        <p:spPr>
          <a:xfrm>
            <a:off x="5091176" y="3337559"/>
            <a:ext cx="18669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0" name="Connector 3044"/>
          <p:cNvSpPr/>
          <p:nvPr/>
        </p:nvSpPr>
        <p:spPr>
          <a:xfrm>
            <a:off x="5109843" y="3543300"/>
            <a:ext cx="6225" cy="205739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1" name="Connector 3045"/>
          <p:cNvSpPr/>
          <p:nvPr/>
        </p:nvSpPr>
        <p:spPr>
          <a:xfrm flipH="1">
            <a:off x="5109843" y="3749038"/>
            <a:ext cx="6225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2" name="Connector 3046"/>
          <p:cNvSpPr/>
          <p:nvPr/>
        </p:nvSpPr>
        <p:spPr>
          <a:xfrm flipH="1">
            <a:off x="5091176" y="3954779"/>
            <a:ext cx="18669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3" name="Connector 3047"/>
          <p:cNvSpPr/>
          <p:nvPr/>
        </p:nvSpPr>
        <p:spPr>
          <a:xfrm flipH="1">
            <a:off x="5060060" y="4160520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4" name="Connector 3048"/>
          <p:cNvSpPr/>
          <p:nvPr/>
        </p:nvSpPr>
        <p:spPr>
          <a:xfrm flipH="1">
            <a:off x="5016500" y="4366259"/>
            <a:ext cx="43562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5" name="Connector 3049"/>
          <p:cNvSpPr/>
          <p:nvPr/>
        </p:nvSpPr>
        <p:spPr>
          <a:xfrm flipH="1">
            <a:off x="4960493" y="4571999"/>
            <a:ext cx="56008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6" name="Connector 3050"/>
          <p:cNvSpPr/>
          <p:nvPr/>
        </p:nvSpPr>
        <p:spPr>
          <a:xfrm flipH="1">
            <a:off x="4892040" y="4777740"/>
            <a:ext cx="6845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7" name="Connector 3051"/>
          <p:cNvSpPr/>
          <p:nvPr/>
        </p:nvSpPr>
        <p:spPr>
          <a:xfrm>
            <a:off x="4892040" y="2514600"/>
            <a:ext cx="85218" cy="30861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8" name="Connector 3052"/>
          <p:cNvSpPr/>
          <p:nvPr/>
        </p:nvSpPr>
        <p:spPr>
          <a:xfrm>
            <a:off x="4977257" y="2823209"/>
            <a:ext cx="69724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9" name="Connector 3053"/>
          <p:cNvSpPr/>
          <p:nvPr/>
        </p:nvSpPr>
        <p:spPr>
          <a:xfrm>
            <a:off x="5046979" y="3131820"/>
            <a:ext cx="54230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0" name="Connector 3054"/>
          <p:cNvSpPr/>
          <p:nvPr/>
        </p:nvSpPr>
        <p:spPr>
          <a:xfrm>
            <a:off x="5101209" y="3440429"/>
            <a:ext cx="38736" cy="30861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1" name="Connector 3055"/>
          <p:cNvSpPr/>
          <p:nvPr/>
        </p:nvSpPr>
        <p:spPr>
          <a:xfrm>
            <a:off x="5139944" y="3749038"/>
            <a:ext cx="23241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2" name="Connector 3056"/>
          <p:cNvSpPr/>
          <p:nvPr/>
        </p:nvSpPr>
        <p:spPr>
          <a:xfrm>
            <a:off x="5163184" y="4057648"/>
            <a:ext cx="7749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3" name="Connector 3057"/>
          <p:cNvSpPr/>
          <p:nvPr/>
        </p:nvSpPr>
        <p:spPr>
          <a:xfrm flipH="1">
            <a:off x="5163184" y="4366259"/>
            <a:ext cx="774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4" name="Connector 3058"/>
          <p:cNvSpPr/>
          <p:nvPr/>
        </p:nvSpPr>
        <p:spPr>
          <a:xfrm flipH="1">
            <a:off x="5139942" y="4674870"/>
            <a:ext cx="23243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5" name="Connector 3059"/>
          <p:cNvSpPr/>
          <p:nvPr/>
        </p:nvSpPr>
        <p:spPr>
          <a:xfrm flipH="1">
            <a:off x="5101209" y="4983479"/>
            <a:ext cx="38735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6" name="Connector 3060"/>
          <p:cNvSpPr/>
          <p:nvPr/>
        </p:nvSpPr>
        <p:spPr>
          <a:xfrm flipH="1">
            <a:off x="5046979" y="5292090"/>
            <a:ext cx="54230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7" name="Connector 3061"/>
          <p:cNvSpPr/>
          <p:nvPr/>
        </p:nvSpPr>
        <p:spPr>
          <a:xfrm flipH="1">
            <a:off x="4977257" y="5600699"/>
            <a:ext cx="69724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8" name="Connector 3062"/>
          <p:cNvSpPr/>
          <p:nvPr/>
        </p:nvSpPr>
        <p:spPr>
          <a:xfrm flipH="1">
            <a:off x="4892040" y="5909309"/>
            <a:ext cx="8521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9" name="Connector 3063"/>
          <p:cNvSpPr/>
          <p:nvPr/>
        </p:nvSpPr>
        <p:spPr>
          <a:xfrm>
            <a:off x="4892040" y="2514599"/>
            <a:ext cx="101982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0" name="Connector 3064"/>
          <p:cNvSpPr/>
          <p:nvPr/>
        </p:nvSpPr>
        <p:spPr>
          <a:xfrm>
            <a:off x="4994021" y="2926078"/>
            <a:ext cx="83440" cy="41148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1" name="Connector 3065"/>
          <p:cNvSpPr/>
          <p:nvPr/>
        </p:nvSpPr>
        <p:spPr>
          <a:xfrm>
            <a:off x="5077459" y="3337559"/>
            <a:ext cx="64898" cy="41148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2" name="Connector 3066"/>
          <p:cNvSpPr/>
          <p:nvPr/>
        </p:nvSpPr>
        <p:spPr>
          <a:xfrm>
            <a:off x="5142357" y="3749038"/>
            <a:ext cx="46356" cy="411483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3" name="Connector 3067"/>
          <p:cNvSpPr/>
          <p:nvPr/>
        </p:nvSpPr>
        <p:spPr>
          <a:xfrm>
            <a:off x="5188711" y="4160520"/>
            <a:ext cx="27814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4" name="Connector 3068"/>
          <p:cNvSpPr/>
          <p:nvPr/>
        </p:nvSpPr>
        <p:spPr>
          <a:xfrm>
            <a:off x="5216524" y="4571999"/>
            <a:ext cx="9273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5" name="Connector 3069"/>
          <p:cNvSpPr/>
          <p:nvPr/>
        </p:nvSpPr>
        <p:spPr>
          <a:xfrm flipH="1">
            <a:off x="5216525" y="4983479"/>
            <a:ext cx="9272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6" name="Connector 3070"/>
          <p:cNvSpPr/>
          <p:nvPr/>
        </p:nvSpPr>
        <p:spPr>
          <a:xfrm flipH="1">
            <a:off x="5188711" y="5394959"/>
            <a:ext cx="27814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7" name="Connector 3071"/>
          <p:cNvSpPr/>
          <p:nvPr/>
        </p:nvSpPr>
        <p:spPr>
          <a:xfrm flipH="1">
            <a:off x="5142357" y="5806440"/>
            <a:ext cx="46356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8" name="Connector 3072"/>
          <p:cNvSpPr/>
          <p:nvPr/>
        </p:nvSpPr>
        <p:spPr>
          <a:xfrm flipH="1">
            <a:off x="5077459" y="6217920"/>
            <a:ext cx="64898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9" name="Connector 3073"/>
          <p:cNvSpPr/>
          <p:nvPr/>
        </p:nvSpPr>
        <p:spPr>
          <a:xfrm flipH="1">
            <a:off x="4994021" y="6629399"/>
            <a:ext cx="83440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0" name="Connector 3074"/>
          <p:cNvSpPr/>
          <p:nvPr/>
        </p:nvSpPr>
        <p:spPr>
          <a:xfrm flipH="1">
            <a:off x="4892040" y="7040880"/>
            <a:ext cx="101982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1" name="Connector 3075"/>
          <p:cNvSpPr/>
          <p:nvPr/>
        </p:nvSpPr>
        <p:spPr>
          <a:xfrm>
            <a:off x="4892040" y="2514599"/>
            <a:ext cx="118746" cy="51435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2" name="Connector 3076"/>
          <p:cNvSpPr/>
          <p:nvPr/>
        </p:nvSpPr>
        <p:spPr>
          <a:xfrm>
            <a:off x="5010784" y="3028949"/>
            <a:ext cx="97156" cy="51435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3" name="Connector 3077"/>
          <p:cNvSpPr/>
          <p:nvPr/>
        </p:nvSpPr>
        <p:spPr>
          <a:xfrm>
            <a:off x="5107940" y="3543300"/>
            <a:ext cx="7556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4" name="Connector 3078"/>
          <p:cNvSpPr/>
          <p:nvPr/>
        </p:nvSpPr>
        <p:spPr>
          <a:xfrm>
            <a:off x="5183504" y="4057650"/>
            <a:ext cx="5397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5" name="Connector 3079"/>
          <p:cNvSpPr/>
          <p:nvPr/>
        </p:nvSpPr>
        <p:spPr>
          <a:xfrm>
            <a:off x="5237479" y="4572000"/>
            <a:ext cx="32385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6" name="Connector 3080"/>
          <p:cNvSpPr/>
          <p:nvPr/>
        </p:nvSpPr>
        <p:spPr>
          <a:xfrm>
            <a:off x="5269863" y="5086350"/>
            <a:ext cx="10797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7" name="Connector 3081"/>
          <p:cNvSpPr/>
          <p:nvPr/>
        </p:nvSpPr>
        <p:spPr>
          <a:xfrm flipH="1">
            <a:off x="5269863" y="5600700"/>
            <a:ext cx="10797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8" name="Connector 3082"/>
          <p:cNvSpPr/>
          <p:nvPr/>
        </p:nvSpPr>
        <p:spPr>
          <a:xfrm flipH="1">
            <a:off x="5237479" y="6115050"/>
            <a:ext cx="32385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9" name="Connector 3083"/>
          <p:cNvSpPr/>
          <p:nvPr/>
        </p:nvSpPr>
        <p:spPr>
          <a:xfrm flipH="1">
            <a:off x="5183504" y="6629400"/>
            <a:ext cx="5397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0" name="Connector 3084"/>
          <p:cNvSpPr/>
          <p:nvPr/>
        </p:nvSpPr>
        <p:spPr>
          <a:xfrm flipH="1">
            <a:off x="5107940" y="7143750"/>
            <a:ext cx="7556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1" name="Connector 3085"/>
          <p:cNvSpPr/>
          <p:nvPr/>
        </p:nvSpPr>
        <p:spPr>
          <a:xfrm flipH="1">
            <a:off x="5010784" y="7658100"/>
            <a:ext cx="9715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2" name="Connector 3086"/>
          <p:cNvSpPr/>
          <p:nvPr/>
        </p:nvSpPr>
        <p:spPr>
          <a:xfrm flipH="1">
            <a:off x="4892040" y="8172450"/>
            <a:ext cx="11874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3" name="Connector 3087"/>
          <p:cNvSpPr/>
          <p:nvPr/>
        </p:nvSpPr>
        <p:spPr>
          <a:xfrm>
            <a:off x="4892040" y="2514599"/>
            <a:ext cx="135510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4" name="Connector 3088"/>
          <p:cNvSpPr/>
          <p:nvPr/>
        </p:nvSpPr>
        <p:spPr>
          <a:xfrm>
            <a:off x="5027548" y="3131818"/>
            <a:ext cx="110871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5" name="Connector 3089"/>
          <p:cNvSpPr/>
          <p:nvPr/>
        </p:nvSpPr>
        <p:spPr>
          <a:xfrm>
            <a:off x="5138420" y="3749038"/>
            <a:ext cx="86234" cy="617223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6" name="Connector 3090"/>
          <p:cNvSpPr/>
          <p:nvPr/>
        </p:nvSpPr>
        <p:spPr>
          <a:xfrm>
            <a:off x="5224653" y="4366259"/>
            <a:ext cx="61596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7" name="Connector 3091"/>
          <p:cNvSpPr/>
          <p:nvPr/>
        </p:nvSpPr>
        <p:spPr>
          <a:xfrm>
            <a:off x="5286247" y="4983479"/>
            <a:ext cx="36957" cy="61722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8" name="Connector 3092"/>
          <p:cNvSpPr/>
          <p:nvPr/>
        </p:nvSpPr>
        <p:spPr>
          <a:xfrm>
            <a:off x="5323204" y="5600698"/>
            <a:ext cx="12321" cy="61722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9" name="Connector 3093"/>
          <p:cNvSpPr/>
          <p:nvPr/>
        </p:nvSpPr>
        <p:spPr>
          <a:xfrm flipH="1">
            <a:off x="5323204" y="6217920"/>
            <a:ext cx="12320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0" name="Connector 3094"/>
          <p:cNvSpPr/>
          <p:nvPr/>
        </p:nvSpPr>
        <p:spPr>
          <a:xfrm flipH="1">
            <a:off x="5286247" y="6835140"/>
            <a:ext cx="36958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1" name="Connector 3095"/>
          <p:cNvSpPr/>
          <p:nvPr/>
        </p:nvSpPr>
        <p:spPr>
          <a:xfrm flipH="1">
            <a:off x="5224653" y="7452359"/>
            <a:ext cx="61596" cy="61722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2" name="Connector 3096"/>
          <p:cNvSpPr/>
          <p:nvPr/>
        </p:nvSpPr>
        <p:spPr>
          <a:xfrm flipH="1">
            <a:off x="5138420" y="8069578"/>
            <a:ext cx="86234" cy="61722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3" name="Connector 3097"/>
          <p:cNvSpPr/>
          <p:nvPr/>
        </p:nvSpPr>
        <p:spPr>
          <a:xfrm flipH="1">
            <a:off x="5027549" y="8686799"/>
            <a:ext cx="110871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4" name="Connector 3098"/>
          <p:cNvSpPr/>
          <p:nvPr/>
        </p:nvSpPr>
        <p:spPr>
          <a:xfrm flipH="1">
            <a:off x="4892040" y="9304019"/>
            <a:ext cx="135510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5" name="Connector 3099"/>
          <p:cNvSpPr/>
          <p:nvPr/>
        </p:nvSpPr>
        <p:spPr>
          <a:xfrm>
            <a:off x="4892040" y="2514600"/>
            <a:ext cx="152274" cy="72009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6" name="Connector 3100"/>
          <p:cNvSpPr/>
          <p:nvPr/>
        </p:nvSpPr>
        <p:spPr>
          <a:xfrm>
            <a:off x="5044313" y="3234688"/>
            <a:ext cx="124588" cy="72009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7" name="Connector 3101"/>
          <p:cNvSpPr/>
          <p:nvPr/>
        </p:nvSpPr>
        <p:spPr>
          <a:xfrm>
            <a:off x="5168899" y="3954779"/>
            <a:ext cx="96903" cy="72009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8" name="Connector 3102"/>
          <p:cNvSpPr/>
          <p:nvPr/>
        </p:nvSpPr>
        <p:spPr>
          <a:xfrm>
            <a:off x="5265801" y="4674870"/>
            <a:ext cx="69216" cy="72009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9" name="Connector 3103"/>
          <p:cNvSpPr/>
          <p:nvPr/>
        </p:nvSpPr>
        <p:spPr>
          <a:xfrm>
            <a:off x="5335015" y="5394959"/>
            <a:ext cx="41529" cy="72009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0" name="Connector 3104"/>
          <p:cNvSpPr/>
          <p:nvPr/>
        </p:nvSpPr>
        <p:spPr>
          <a:xfrm>
            <a:off x="5376543" y="6115048"/>
            <a:ext cx="13845" cy="72009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1" name="Connector 3105"/>
          <p:cNvSpPr/>
          <p:nvPr/>
        </p:nvSpPr>
        <p:spPr>
          <a:xfrm flipH="1">
            <a:off x="5376543" y="6835140"/>
            <a:ext cx="13845" cy="72009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2" name="Connector 3106"/>
          <p:cNvSpPr/>
          <p:nvPr/>
        </p:nvSpPr>
        <p:spPr>
          <a:xfrm flipH="1">
            <a:off x="5335015" y="7555228"/>
            <a:ext cx="41529" cy="72009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3" name="Connector 3107"/>
          <p:cNvSpPr/>
          <p:nvPr/>
        </p:nvSpPr>
        <p:spPr>
          <a:xfrm flipH="1">
            <a:off x="5265801" y="8275319"/>
            <a:ext cx="69216" cy="72009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4" name="Connector 3108"/>
          <p:cNvSpPr/>
          <p:nvPr/>
        </p:nvSpPr>
        <p:spPr>
          <a:xfrm flipH="1">
            <a:off x="5168900" y="8995409"/>
            <a:ext cx="96902" cy="72009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5" name="Connector 3109"/>
          <p:cNvSpPr/>
          <p:nvPr/>
        </p:nvSpPr>
        <p:spPr>
          <a:xfrm flipH="1">
            <a:off x="5044313" y="9715500"/>
            <a:ext cx="124588" cy="72009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6" name="Connector 3110"/>
          <p:cNvSpPr/>
          <p:nvPr/>
        </p:nvSpPr>
        <p:spPr>
          <a:xfrm flipH="1">
            <a:off x="4892040" y="10435589"/>
            <a:ext cx="152274" cy="72009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7" name="Connector 3111"/>
          <p:cNvSpPr/>
          <p:nvPr/>
        </p:nvSpPr>
        <p:spPr>
          <a:xfrm>
            <a:off x="4892040" y="3749038"/>
            <a:ext cx="5169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8" name="Connector 3112"/>
          <p:cNvSpPr/>
          <p:nvPr/>
        </p:nvSpPr>
        <p:spPr>
          <a:xfrm>
            <a:off x="4943728" y="3851909"/>
            <a:ext cx="42292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9" name="Connector 3113"/>
          <p:cNvSpPr/>
          <p:nvPr/>
        </p:nvSpPr>
        <p:spPr>
          <a:xfrm>
            <a:off x="4986020" y="3954779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0" name="Connector 3114"/>
          <p:cNvSpPr/>
          <p:nvPr/>
        </p:nvSpPr>
        <p:spPr>
          <a:xfrm>
            <a:off x="5018913" y="4057649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1" name="Connector 3115"/>
          <p:cNvSpPr/>
          <p:nvPr/>
        </p:nvSpPr>
        <p:spPr>
          <a:xfrm>
            <a:off x="5042408" y="4160520"/>
            <a:ext cx="14098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2" name="Connector 3116"/>
          <p:cNvSpPr/>
          <p:nvPr/>
        </p:nvSpPr>
        <p:spPr>
          <a:xfrm>
            <a:off x="5056504" y="4263388"/>
            <a:ext cx="4700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3" name="Connector 3117"/>
          <p:cNvSpPr/>
          <p:nvPr/>
        </p:nvSpPr>
        <p:spPr>
          <a:xfrm flipH="1">
            <a:off x="5056504" y="4366259"/>
            <a:ext cx="470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4" name="Connector 3118"/>
          <p:cNvSpPr/>
          <p:nvPr/>
        </p:nvSpPr>
        <p:spPr>
          <a:xfrm flipH="1">
            <a:off x="5042408" y="4469129"/>
            <a:ext cx="14098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5" name="Connector 3119"/>
          <p:cNvSpPr/>
          <p:nvPr/>
        </p:nvSpPr>
        <p:spPr>
          <a:xfrm flipH="1">
            <a:off x="5018913" y="4571999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6" name="Connector 3120"/>
          <p:cNvSpPr/>
          <p:nvPr/>
        </p:nvSpPr>
        <p:spPr>
          <a:xfrm flipH="1">
            <a:off x="4986020" y="4674870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7" name="Connector 3121"/>
          <p:cNvSpPr/>
          <p:nvPr/>
        </p:nvSpPr>
        <p:spPr>
          <a:xfrm flipH="1">
            <a:off x="4943728" y="4777740"/>
            <a:ext cx="42292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8" name="Connector 3122"/>
          <p:cNvSpPr/>
          <p:nvPr/>
        </p:nvSpPr>
        <p:spPr>
          <a:xfrm flipH="1">
            <a:off x="4892040" y="4880609"/>
            <a:ext cx="5169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9" name="Connector 3123"/>
          <p:cNvSpPr/>
          <p:nvPr/>
        </p:nvSpPr>
        <p:spPr>
          <a:xfrm>
            <a:off x="4892040" y="3749038"/>
            <a:ext cx="6845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0" name="Connector 3124"/>
          <p:cNvSpPr/>
          <p:nvPr/>
        </p:nvSpPr>
        <p:spPr>
          <a:xfrm>
            <a:off x="4960492" y="3954779"/>
            <a:ext cx="56008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1" name="Connector 3125"/>
          <p:cNvSpPr/>
          <p:nvPr/>
        </p:nvSpPr>
        <p:spPr>
          <a:xfrm>
            <a:off x="5016499" y="4160520"/>
            <a:ext cx="4356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2" name="Connector 3126"/>
          <p:cNvSpPr/>
          <p:nvPr/>
        </p:nvSpPr>
        <p:spPr>
          <a:xfrm>
            <a:off x="5060060" y="4366259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3" name="Connector 3127"/>
          <p:cNvSpPr/>
          <p:nvPr/>
        </p:nvSpPr>
        <p:spPr>
          <a:xfrm>
            <a:off x="5091176" y="4571999"/>
            <a:ext cx="18669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4" name="Connector 3128"/>
          <p:cNvSpPr/>
          <p:nvPr/>
        </p:nvSpPr>
        <p:spPr>
          <a:xfrm>
            <a:off x="5109843" y="4777740"/>
            <a:ext cx="6225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5" name="Connector 3129"/>
          <p:cNvSpPr/>
          <p:nvPr/>
        </p:nvSpPr>
        <p:spPr>
          <a:xfrm flipH="1">
            <a:off x="5109843" y="4983479"/>
            <a:ext cx="6225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6" name="Connector 3130"/>
          <p:cNvSpPr/>
          <p:nvPr/>
        </p:nvSpPr>
        <p:spPr>
          <a:xfrm flipH="1">
            <a:off x="5091176" y="5189220"/>
            <a:ext cx="18669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7" name="Connector 3131"/>
          <p:cNvSpPr/>
          <p:nvPr/>
        </p:nvSpPr>
        <p:spPr>
          <a:xfrm flipH="1">
            <a:off x="5060060" y="5394959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8" name="Connector 3132"/>
          <p:cNvSpPr/>
          <p:nvPr/>
        </p:nvSpPr>
        <p:spPr>
          <a:xfrm flipH="1">
            <a:off x="5016500" y="5600699"/>
            <a:ext cx="43562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9" name="Connector 3133"/>
          <p:cNvSpPr/>
          <p:nvPr/>
        </p:nvSpPr>
        <p:spPr>
          <a:xfrm flipH="1">
            <a:off x="4960493" y="5806440"/>
            <a:ext cx="56008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0" name="Connector 3134"/>
          <p:cNvSpPr/>
          <p:nvPr/>
        </p:nvSpPr>
        <p:spPr>
          <a:xfrm flipH="1">
            <a:off x="4892040" y="6012179"/>
            <a:ext cx="6845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1" name="Connector 3135"/>
          <p:cNvSpPr/>
          <p:nvPr/>
        </p:nvSpPr>
        <p:spPr>
          <a:xfrm>
            <a:off x="4892040" y="3749038"/>
            <a:ext cx="8521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2" name="Connector 3136"/>
          <p:cNvSpPr/>
          <p:nvPr/>
        </p:nvSpPr>
        <p:spPr>
          <a:xfrm>
            <a:off x="4977257" y="4057648"/>
            <a:ext cx="69724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3" name="Connector 3137"/>
          <p:cNvSpPr/>
          <p:nvPr/>
        </p:nvSpPr>
        <p:spPr>
          <a:xfrm>
            <a:off x="5046979" y="4366259"/>
            <a:ext cx="54230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4" name="Connector 3138"/>
          <p:cNvSpPr/>
          <p:nvPr/>
        </p:nvSpPr>
        <p:spPr>
          <a:xfrm>
            <a:off x="5101209" y="4674870"/>
            <a:ext cx="38736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5" name="Connector 3139"/>
          <p:cNvSpPr/>
          <p:nvPr/>
        </p:nvSpPr>
        <p:spPr>
          <a:xfrm>
            <a:off x="5139944" y="4983479"/>
            <a:ext cx="23241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6" name="Connector 3140"/>
          <p:cNvSpPr/>
          <p:nvPr/>
        </p:nvSpPr>
        <p:spPr>
          <a:xfrm>
            <a:off x="5163184" y="5292090"/>
            <a:ext cx="7749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7" name="Connector 3141"/>
          <p:cNvSpPr/>
          <p:nvPr/>
        </p:nvSpPr>
        <p:spPr>
          <a:xfrm flipH="1">
            <a:off x="5163184" y="5600699"/>
            <a:ext cx="774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8" name="Connector 3142"/>
          <p:cNvSpPr/>
          <p:nvPr/>
        </p:nvSpPr>
        <p:spPr>
          <a:xfrm flipH="1">
            <a:off x="5139942" y="5909309"/>
            <a:ext cx="23243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9" name="Connector 3143"/>
          <p:cNvSpPr/>
          <p:nvPr/>
        </p:nvSpPr>
        <p:spPr>
          <a:xfrm flipH="1">
            <a:off x="5101209" y="6217920"/>
            <a:ext cx="38735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0" name="Connector 3144"/>
          <p:cNvSpPr/>
          <p:nvPr/>
        </p:nvSpPr>
        <p:spPr>
          <a:xfrm flipH="1">
            <a:off x="5046979" y="6526530"/>
            <a:ext cx="54230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1" name="Connector 3145"/>
          <p:cNvSpPr/>
          <p:nvPr/>
        </p:nvSpPr>
        <p:spPr>
          <a:xfrm flipH="1">
            <a:off x="4977257" y="6835140"/>
            <a:ext cx="69724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2" name="Connector 3146"/>
          <p:cNvSpPr/>
          <p:nvPr/>
        </p:nvSpPr>
        <p:spPr>
          <a:xfrm flipH="1">
            <a:off x="4892040" y="7143749"/>
            <a:ext cx="8521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3" name="Connector 3147"/>
          <p:cNvSpPr/>
          <p:nvPr/>
        </p:nvSpPr>
        <p:spPr>
          <a:xfrm>
            <a:off x="4892040" y="3749038"/>
            <a:ext cx="101982" cy="411483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4" name="Connector 3148"/>
          <p:cNvSpPr/>
          <p:nvPr/>
        </p:nvSpPr>
        <p:spPr>
          <a:xfrm>
            <a:off x="4994021" y="4160520"/>
            <a:ext cx="83440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5" name="Connector 3149"/>
          <p:cNvSpPr/>
          <p:nvPr/>
        </p:nvSpPr>
        <p:spPr>
          <a:xfrm>
            <a:off x="5077459" y="4571999"/>
            <a:ext cx="64898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6" name="Connector 3150"/>
          <p:cNvSpPr/>
          <p:nvPr/>
        </p:nvSpPr>
        <p:spPr>
          <a:xfrm>
            <a:off x="5142357" y="4983479"/>
            <a:ext cx="46356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7" name="Connector 3151"/>
          <p:cNvSpPr/>
          <p:nvPr/>
        </p:nvSpPr>
        <p:spPr>
          <a:xfrm>
            <a:off x="5188711" y="5394959"/>
            <a:ext cx="27814" cy="41148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8" name="Connector 3152"/>
          <p:cNvSpPr/>
          <p:nvPr/>
        </p:nvSpPr>
        <p:spPr>
          <a:xfrm>
            <a:off x="5216524" y="5806438"/>
            <a:ext cx="9273" cy="411483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9" name="Connector 3153"/>
          <p:cNvSpPr/>
          <p:nvPr/>
        </p:nvSpPr>
        <p:spPr>
          <a:xfrm flipH="1">
            <a:off x="5216525" y="6217920"/>
            <a:ext cx="9272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0" name="Connector 3154"/>
          <p:cNvSpPr/>
          <p:nvPr/>
        </p:nvSpPr>
        <p:spPr>
          <a:xfrm flipH="1">
            <a:off x="5188711" y="6629399"/>
            <a:ext cx="27814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1" name="Connector 3155"/>
          <p:cNvSpPr/>
          <p:nvPr/>
        </p:nvSpPr>
        <p:spPr>
          <a:xfrm flipH="1">
            <a:off x="5142357" y="7040880"/>
            <a:ext cx="46356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2" name="Connector 3156"/>
          <p:cNvSpPr/>
          <p:nvPr/>
        </p:nvSpPr>
        <p:spPr>
          <a:xfrm flipH="1">
            <a:off x="5077459" y="7452359"/>
            <a:ext cx="64898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3" name="Connector 3157"/>
          <p:cNvSpPr/>
          <p:nvPr/>
        </p:nvSpPr>
        <p:spPr>
          <a:xfrm flipH="1">
            <a:off x="4994021" y="7863840"/>
            <a:ext cx="83440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4" name="Connector 3158"/>
          <p:cNvSpPr/>
          <p:nvPr/>
        </p:nvSpPr>
        <p:spPr>
          <a:xfrm flipH="1">
            <a:off x="4892040" y="8275319"/>
            <a:ext cx="101982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5" name="Connector 3159"/>
          <p:cNvSpPr/>
          <p:nvPr/>
        </p:nvSpPr>
        <p:spPr>
          <a:xfrm>
            <a:off x="4892040" y="3749038"/>
            <a:ext cx="118746" cy="51435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6" name="Connector 3160"/>
          <p:cNvSpPr/>
          <p:nvPr/>
        </p:nvSpPr>
        <p:spPr>
          <a:xfrm>
            <a:off x="5010784" y="4263390"/>
            <a:ext cx="9715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7" name="Connector 3161"/>
          <p:cNvSpPr/>
          <p:nvPr/>
        </p:nvSpPr>
        <p:spPr>
          <a:xfrm>
            <a:off x="5107940" y="4777740"/>
            <a:ext cx="7556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8" name="Connector 3162"/>
          <p:cNvSpPr/>
          <p:nvPr/>
        </p:nvSpPr>
        <p:spPr>
          <a:xfrm>
            <a:off x="5183504" y="5292090"/>
            <a:ext cx="5397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9" name="Connector 3163"/>
          <p:cNvSpPr/>
          <p:nvPr/>
        </p:nvSpPr>
        <p:spPr>
          <a:xfrm>
            <a:off x="5237479" y="5806440"/>
            <a:ext cx="32385" cy="514349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0" name="Connector 3164"/>
          <p:cNvSpPr/>
          <p:nvPr/>
        </p:nvSpPr>
        <p:spPr>
          <a:xfrm>
            <a:off x="5269863" y="6320788"/>
            <a:ext cx="10797" cy="51435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1" name="Connector 3165"/>
          <p:cNvSpPr/>
          <p:nvPr/>
        </p:nvSpPr>
        <p:spPr>
          <a:xfrm flipH="1">
            <a:off x="5269863" y="6835140"/>
            <a:ext cx="10797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2" name="Connector 3166"/>
          <p:cNvSpPr/>
          <p:nvPr/>
        </p:nvSpPr>
        <p:spPr>
          <a:xfrm flipH="1">
            <a:off x="5237479" y="7349490"/>
            <a:ext cx="32385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3" name="Connector 3167"/>
          <p:cNvSpPr/>
          <p:nvPr/>
        </p:nvSpPr>
        <p:spPr>
          <a:xfrm flipH="1">
            <a:off x="5183504" y="7863840"/>
            <a:ext cx="5397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4" name="Connector 3168"/>
          <p:cNvSpPr/>
          <p:nvPr/>
        </p:nvSpPr>
        <p:spPr>
          <a:xfrm flipH="1">
            <a:off x="5107940" y="8378190"/>
            <a:ext cx="7556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5" name="Connector 3169"/>
          <p:cNvSpPr/>
          <p:nvPr/>
        </p:nvSpPr>
        <p:spPr>
          <a:xfrm flipH="1">
            <a:off x="5010784" y="8892540"/>
            <a:ext cx="9715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6" name="Connector 3170"/>
          <p:cNvSpPr/>
          <p:nvPr/>
        </p:nvSpPr>
        <p:spPr>
          <a:xfrm flipH="1">
            <a:off x="4892040" y="9406890"/>
            <a:ext cx="11874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7" name="Connector 3171"/>
          <p:cNvSpPr/>
          <p:nvPr/>
        </p:nvSpPr>
        <p:spPr>
          <a:xfrm>
            <a:off x="4892040" y="3749038"/>
            <a:ext cx="135510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8" name="Connector 3172"/>
          <p:cNvSpPr/>
          <p:nvPr/>
        </p:nvSpPr>
        <p:spPr>
          <a:xfrm>
            <a:off x="5027548" y="4366259"/>
            <a:ext cx="110871" cy="61722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9" name="Connector 3173"/>
          <p:cNvSpPr/>
          <p:nvPr/>
        </p:nvSpPr>
        <p:spPr>
          <a:xfrm>
            <a:off x="5138420" y="4983479"/>
            <a:ext cx="86234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0" name="Connector 3174"/>
          <p:cNvSpPr/>
          <p:nvPr/>
        </p:nvSpPr>
        <p:spPr>
          <a:xfrm>
            <a:off x="5224653" y="5600699"/>
            <a:ext cx="61596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1" name="Connector 3175"/>
          <p:cNvSpPr/>
          <p:nvPr/>
        </p:nvSpPr>
        <p:spPr>
          <a:xfrm>
            <a:off x="5286247" y="6217920"/>
            <a:ext cx="36957" cy="61722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2" name="Connector 3176"/>
          <p:cNvSpPr/>
          <p:nvPr/>
        </p:nvSpPr>
        <p:spPr>
          <a:xfrm>
            <a:off x="5323204" y="6835139"/>
            <a:ext cx="12321" cy="61722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3" name="Connector 3177"/>
          <p:cNvSpPr/>
          <p:nvPr/>
        </p:nvSpPr>
        <p:spPr>
          <a:xfrm flipH="1">
            <a:off x="5323204" y="7452359"/>
            <a:ext cx="12320" cy="61722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4" name="Connector 3178"/>
          <p:cNvSpPr/>
          <p:nvPr/>
        </p:nvSpPr>
        <p:spPr>
          <a:xfrm flipH="1">
            <a:off x="5286247" y="8069578"/>
            <a:ext cx="36958" cy="61722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5" name="Connector 3179"/>
          <p:cNvSpPr/>
          <p:nvPr/>
        </p:nvSpPr>
        <p:spPr>
          <a:xfrm flipH="1">
            <a:off x="5224653" y="8686799"/>
            <a:ext cx="61596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6" name="Connector 3180"/>
          <p:cNvSpPr/>
          <p:nvPr/>
        </p:nvSpPr>
        <p:spPr>
          <a:xfrm flipH="1">
            <a:off x="5138420" y="9304019"/>
            <a:ext cx="86234" cy="61722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7" name="Connector 3181"/>
          <p:cNvSpPr/>
          <p:nvPr/>
        </p:nvSpPr>
        <p:spPr>
          <a:xfrm flipH="1">
            <a:off x="5027549" y="9921240"/>
            <a:ext cx="110871" cy="61722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8" name="Connector 3182"/>
          <p:cNvSpPr/>
          <p:nvPr/>
        </p:nvSpPr>
        <p:spPr>
          <a:xfrm flipH="1">
            <a:off x="4892040" y="10538459"/>
            <a:ext cx="135510" cy="61722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9" name="Connector 3183"/>
          <p:cNvSpPr/>
          <p:nvPr/>
        </p:nvSpPr>
        <p:spPr>
          <a:xfrm>
            <a:off x="4892040" y="4983479"/>
            <a:ext cx="51690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0" name="Connector 3184"/>
          <p:cNvSpPr/>
          <p:nvPr/>
        </p:nvSpPr>
        <p:spPr>
          <a:xfrm>
            <a:off x="4943728" y="5086348"/>
            <a:ext cx="42292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1" name="Connector 3185"/>
          <p:cNvSpPr/>
          <p:nvPr/>
        </p:nvSpPr>
        <p:spPr>
          <a:xfrm>
            <a:off x="4986020" y="5189220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2" name="Connector 3186"/>
          <p:cNvSpPr/>
          <p:nvPr/>
        </p:nvSpPr>
        <p:spPr>
          <a:xfrm>
            <a:off x="5018913" y="5292090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3" name="Connector 3187"/>
          <p:cNvSpPr/>
          <p:nvPr/>
        </p:nvSpPr>
        <p:spPr>
          <a:xfrm>
            <a:off x="5042408" y="5394959"/>
            <a:ext cx="14098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4" name="Connector 3188"/>
          <p:cNvSpPr/>
          <p:nvPr/>
        </p:nvSpPr>
        <p:spPr>
          <a:xfrm>
            <a:off x="5056504" y="5497829"/>
            <a:ext cx="4700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5" name="Connector 3189"/>
          <p:cNvSpPr/>
          <p:nvPr/>
        </p:nvSpPr>
        <p:spPr>
          <a:xfrm flipH="1">
            <a:off x="5056504" y="5600699"/>
            <a:ext cx="470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6" name="Connector 3190"/>
          <p:cNvSpPr/>
          <p:nvPr/>
        </p:nvSpPr>
        <p:spPr>
          <a:xfrm flipH="1">
            <a:off x="5042408" y="5703570"/>
            <a:ext cx="14098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7" name="Connector 3191"/>
          <p:cNvSpPr/>
          <p:nvPr/>
        </p:nvSpPr>
        <p:spPr>
          <a:xfrm flipH="1">
            <a:off x="5018913" y="5806440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8" name="Connector 3192"/>
          <p:cNvSpPr/>
          <p:nvPr/>
        </p:nvSpPr>
        <p:spPr>
          <a:xfrm flipH="1">
            <a:off x="4986020" y="5909309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9" name="Connector 3193"/>
          <p:cNvSpPr/>
          <p:nvPr/>
        </p:nvSpPr>
        <p:spPr>
          <a:xfrm flipH="1">
            <a:off x="4943728" y="6012179"/>
            <a:ext cx="42292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0" name="Connector 3194"/>
          <p:cNvSpPr/>
          <p:nvPr/>
        </p:nvSpPr>
        <p:spPr>
          <a:xfrm flipH="1">
            <a:off x="4892040" y="6115049"/>
            <a:ext cx="5169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1" name="Connector 3195"/>
          <p:cNvSpPr/>
          <p:nvPr/>
        </p:nvSpPr>
        <p:spPr>
          <a:xfrm>
            <a:off x="4892040" y="4983479"/>
            <a:ext cx="68453" cy="20574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2" name="Connector 3196"/>
          <p:cNvSpPr/>
          <p:nvPr/>
        </p:nvSpPr>
        <p:spPr>
          <a:xfrm>
            <a:off x="4960492" y="5189218"/>
            <a:ext cx="56008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3" name="Connector 3197"/>
          <p:cNvSpPr/>
          <p:nvPr/>
        </p:nvSpPr>
        <p:spPr>
          <a:xfrm>
            <a:off x="5016499" y="5394959"/>
            <a:ext cx="4356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4" name="Connector 3198"/>
          <p:cNvSpPr/>
          <p:nvPr/>
        </p:nvSpPr>
        <p:spPr>
          <a:xfrm>
            <a:off x="5060060" y="5600699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5" name="Connector 3199"/>
          <p:cNvSpPr/>
          <p:nvPr/>
        </p:nvSpPr>
        <p:spPr>
          <a:xfrm>
            <a:off x="5091176" y="5806440"/>
            <a:ext cx="18669" cy="20574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6" name="Connector 3200"/>
          <p:cNvSpPr/>
          <p:nvPr/>
        </p:nvSpPr>
        <p:spPr>
          <a:xfrm>
            <a:off x="5109843" y="6012179"/>
            <a:ext cx="6225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7" name="Connector 3201"/>
          <p:cNvSpPr/>
          <p:nvPr/>
        </p:nvSpPr>
        <p:spPr>
          <a:xfrm flipH="1">
            <a:off x="5109843" y="6217920"/>
            <a:ext cx="6225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8" name="Connector 3202"/>
          <p:cNvSpPr/>
          <p:nvPr/>
        </p:nvSpPr>
        <p:spPr>
          <a:xfrm flipH="1">
            <a:off x="5091176" y="6423659"/>
            <a:ext cx="18669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9" name="Connector 3203"/>
          <p:cNvSpPr/>
          <p:nvPr/>
        </p:nvSpPr>
        <p:spPr>
          <a:xfrm flipH="1">
            <a:off x="5060060" y="6629399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0" name="Connector 3204"/>
          <p:cNvSpPr/>
          <p:nvPr/>
        </p:nvSpPr>
        <p:spPr>
          <a:xfrm flipH="1">
            <a:off x="5016500" y="6835140"/>
            <a:ext cx="43562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1" name="Connector 3205"/>
          <p:cNvSpPr/>
          <p:nvPr/>
        </p:nvSpPr>
        <p:spPr>
          <a:xfrm flipH="1">
            <a:off x="4960493" y="7040880"/>
            <a:ext cx="56008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2" name="Connector 3206"/>
          <p:cNvSpPr/>
          <p:nvPr/>
        </p:nvSpPr>
        <p:spPr>
          <a:xfrm flipH="1">
            <a:off x="4892040" y="7246619"/>
            <a:ext cx="6845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3" name="Connector 3207"/>
          <p:cNvSpPr/>
          <p:nvPr/>
        </p:nvSpPr>
        <p:spPr>
          <a:xfrm>
            <a:off x="4892040" y="4983479"/>
            <a:ext cx="85218" cy="30861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4" name="Connector 3208"/>
          <p:cNvSpPr/>
          <p:nvPr/>
        </p:nvSpPr>
        <p:spPr>
          <a:xfrm>
            <a:off x="4977257" y="5292088"/>
            <a:ext cx="69724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5" name="Connector 3209"/>
          <p:cNvSpPr/>
          <p:nvPr/>
        </p:nvSpPr>
        <p:spPr>
          <a:xfrm>
            <a:off x="5046979" y="5600699"/>
            <a:ext cx="54230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6" name="Connector 3210"/>
          <p:cNvSpPr/>
          <p:nvPr/>
        </p:nvSpPr>
        <p:spPr>
          <a:xfrm>
            <a:off x="5101209" y="5909309"/>
            <a:ext cx="38736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7" name="Connector 3211"/>
          <p:cNvSpPr/>
          <p:nvPr/>
        </p:nvSpPr>
        <p:spPr>
          <a:xfrm>
            <a:off x="5139944" y="6217920"/>
            <a:ext cx="23241" cy="30861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8" name="Connector 3212"/>
          <p:cNvSpPr/>
          <p:nvPr/>
        </p:nvSpPr>
        <p:spPr>
          <a:xfrm>
            <a:off x="5163184" y="6526528"/>
            <a:ext cx="7749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9" name="Connector 3213"/>
          <p:cNvSpPr/>
          <p:nvPr/>
        </p:nvSpPr>
        <p:spPr>
          <a:xfrm flipH="1">
            <a:off x="5163184" y="6835140"/>
            <a:ext cx="774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0" name="Connector 3214"/>
          <p:cNvSpPr/>
          <p:nvPr/>
        </p:nvSpPr>
        <p:spPr>
          <a:xfrm flipH="1">
            <a:off x="5139942" y="7143749"/>
            <a:ext cx="23243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1" name="Connector 3215"/>
          <p:cNvSpPr/>
          <p:nvPr/>
        </p:nvSpPr>
        <p:spPr>
          <a:xfrm flipH="1">
            <a:off x="5101209" y="7452359"/>
            <a:ext cx="38735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2" name="Connector 3216"/>
          <p:cNvSpPr/>
          <p:nvPr/>
        </p:nvSpPr>
        <p:spPr>
          <a:xfrm flipH="1">
            <a:off x="5046979" y="7760969"/>
            <a:ext cx="54230" cy="30861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3" name="Connector 3217"/>
          <p:cNvSpPr/>
          <p:nvPr/>
        </p:nvSpPr>
        <p:spPr>
          <a:xfrm flipH="1">
            <a:off x="4977257" y="8069578"/>
            <a:ext cx="69724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4" name="Connector 3218"/>
          <p:cNvSpPr/>
          <p:nvPr/>
        </p:nvSpPr>
        <p:spPr>
          <a:xfrm flipH="1">
            <a:off x="4892040" y="8378190"/>
            <a:ext cx="8521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5" name="Connector 3219"/>
          <p:cNvSpPr/>
          <p:nvPr/>
        </p:nvSpPr>
        <p:spPr>
          <a:xfrm>
            <a:off x="4892040" y="4983479"/>
            <a:ext cx="101982" cy="41148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6" name="Connector 3220"/>
          <p:cNvSpPr/>
          <p:nvPr/>
        </p:nvSpPr>
        <p:spPr>
          <a:xfrm>
            <a:off x="4994021" y="5394959"/>
            <a:ext cx="83440" cy="41148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7" name="Connector 3221"/>
          <p:cNvSpPr/>
          <p:nvPr/>
        </p:nvSpPr>
        <p:spPr>
          <a:xfrm>
            <a:off x="5077459" y="5806440"/>
            <a:ext cx="64898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8" name="Connector 3222"/>
          <p:cNvSpPr/>
          <p:nvPr/>
        </p:nvSpPr>
        <p:spPr>
          <a:xfrm>
            <a:off x="5142357" y="6217920"/>
            <a:ext cx="46356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9" name="Connector 3223"/>
          <p:cNvSpPr/>
          <p:nvPr/>
        </p:nvSpPr>
        <p:spPr>
          <a:xfrm>
            <a:off x="5188711" y="6629399"/>
            <a:ext cx="27814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0" name="Connector 3224"/>
          <p:cNvSpPr/>
          <p:nvPr/>
        </p:nvSpPr>
        <p:spPr>
          <a:xfrm>
            <a:off x="5216524" y="7040878"/>
            <a:ext cx="9273" cy="41148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1" name="Connector 3225"/>
          <p:cNvSpPr/>
          <p:nvPr/>
        </p:nvSpPr>
        <p:spPr>
          <a:xfrm flipH="1">
            <a:off x="5216525" y="7452359"/>
            <a:ext cx="9272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2" name="Connector 3226"/>
          <p:cNvSpPr/>
          <p:nvPr/>
        </p:nvSpPr>
        <p:spPr>
          <a:xfrm flipH="1">
            <a:off x="5188711" y="7863840"/>
            <a:ext cx="27814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3" name="Connector 3227"/>
          <p:cNvSpPr/>
          <p:nvPr/>
        </p:nvSpPr>
        <p:spPr>
          <a:xfrm flipH="1">
            <a:off x="5142357" y="8275319"/>
            <a:ext cx="46356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4" name="Connector 3228"/>
          <p:cNvSpPr/>
          <p:nvPr/>
        </p:nvSpPr>
        <p:spPr>
          <a:xfrm flipH="1">
            <a:off x="5077459" y="8686799"/>
            <a:ext cx="64898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5" name="Connector 3229"/>
          <p:cNvSpPr/>
          <p:nvPr/>
        </p:nvSpPr>
        <p:spPr>
          <a:xfrm flipH="1">
            <a:off x="4994021" y="9098280"/>
            <a:ext cx="83440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6" name="Connector 3230"/>
          <p:cNvSpPr/>
          <p:nvPr/>
        </p:nvSpPr>
        <p:spPr>
          <a:xfrm flipH="1">
            <a:off x="4892040" y="9509759"/>
            <a:ext cx="101982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7" name="Connector 3231"/>
          <p:cNvSpPr/>
          <p:nvPr/>
        </p:nvSpPr>
        <p:spPr>
          <a:xfrm>
            <a:off x="4892040" y="4983479"/>
            <a:ext cx="118746" cy="514349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8" name="Connector 3232"/>
          <p:cNvSpPr/>
          <p:nvPr/>
        </p:nvSpPr>
        <p:spPr>
          <a:xfrm>
            <a:off x="5010784" y="5497829"/>
            <a:ext cx="97156" cy="51435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9" name="Connector 3233"/>
          <p:cNvSpPr/>
          <p:nvPr/>
        </p:nvSpPr>
        <p:spPr>
          <a:xfrm>
            <a:off x="5107940" y="6012179"/>
            <a:ext cx="7556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0" name="Connector 3234"/>
          <p:cNvSpPr/>
          <p:nvPr/>
        </p:nvSpPr>
        <p:spPr>
          <a:xfrm>
            <a:off x="5183504" y="6526530"/>
            <a:ext cx="5397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1" name="Connector 3235"/>
          <p:cNvSpPr/>
          <p:nvPr/>
        </p:nvSpPr>
        <p:spPr>
          <a:xfrm>
            <a:off x="5237479" y="7040880"/>
            <a:ext cx="32385" cy="514349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2" name="Connector 3236"/>
          <p:cNvSpPr/>
          <p:nvPr/>
        </p:nvSpPr>
        <p:spPr>
          <a:xfrm>
            <a:off x="5269863" y="7555228"/>
            <a:ext cx="10797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3" name="Connector 3237"/>
          <p:cNvSpPr/>
          <p:nvPr/>
        </p:nvSpPr>
        <p:spPr>
          <a:xfrm flipH="1">
            <a:off x="5269863" y="8069578"/>
            <a:ext cx="10797" cy="51435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4" name="Connector 3238"/>
          <p:cNvSpPr/>
          <p:nvPr/>
        </p:nvSpPr>
        <p:spPr>
          <a:xfrm flipH="1">
            <a:off x="5237479" y="8583930"/>
            <a:ext cx="32385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5" name="Connector 3239"/>
          <p:cNvSpPr/>
          <p:nvPr/>
        </p:nvSpPr>
        <p:spPr>
          <a:xfrm flipH="1">
            <a:off x="5183504" y="9098280"/>
            <a:ext cx="5397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6" name="Connector 3240"/>
          <p:cNvSpPr/>
          <p:nvPr/>
        </p:nvSpPr>
        <p:spPr>
          <a:xfrm flipH="1">
            <a:off x="5107940" y="9612630"/>
            <a:ext cx="75566" cy="51435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7" name="Connector 3241"/>
          <p:cNvSpPr/>
          <p:nvPr/>
        </p:nvSpPr>
        <p:spPr>
          <a:xfrm flipH="1">
            <a:off x="5010784" y="10126980"/>
            <a:ext cx="97156" cy="514349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8" name="Connector 3242"/>
          <p:cNvSpPr/>
          <p:nvPr/>
        </p:nvSpPr>
        <p:spPr>
          <a:xfrm flipH="1">
            <a:off x="4892040" y="10641328"/>
            <a:ext cx="118746" cy="51435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9" name="Connector 3243"/>
          <p:cNvSpPr/>
          <p:nvPr/>
        </p:nvSpPr>
        <p:spPr>
          <a:xfrm>
            <a:off x="4892040" y="6217920"/>
            <a:ext cx="51690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0" name="Connector 3244"/>
          <p:cNvSpPr/>
          <p:nvPr/>
        </p:nvSpPr>
        <p:spPr>
          <a:xfrm>
            <a:off x="4943728" y="6320788"/>
            <a:ext cx="42292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1" name="Connector 3245"/>
          <p:cNvSpPr/>
          <p:nvPr/>
        </p:nvSpPr>
        <p:spPr>
          <a:xfrm>
            <a:off x="4986020" y="6423659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2" name="Connector 3246"/>
          <p:cNvSpPr/>
          <p:nvPr/>
        </p:nvSpPr>
        <p:spPr>
          <a:xfrm>
            <a:off x="5018913" y="6526530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3" name="Connector 3247"/>
          <p:cNvSpPr/>
          <p:nvPr/>
        </p:nvSpPr>
        <p:spPr>
          <a:xfrm>
            <a:off x="5042408" y="6629400"/>
            <a:ext cx="14098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4" name="Connector 3248"/>
          <p:cNvSpPr/>
          <p:nvPr/>
        </p:nvSpPr>
        <p:spPr>
          <a:xfrm>
            <a:off x="5056504" y="6732268"/>
            <a:ext cx="4700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5" name="Connector 3249"/>
          <p:cNvSpPr/>
          <p:nvPr/>
        </p:nvSpPr>
        <p:spPr>
          <a:xfrm flipH="1">
            <a:off x="5056504" y="6835140"/>
            <a:ext cx="470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6" name="Connector 3250"/>
          <p:cNvSpPr/>
          <p:nvPr/>
        </p:nvSpPr>
        <p:spPr>
          <a:xfrm flipH="1">
            <a:off x="5042408" y="6938009"/>
            <a:ext cx="14098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7" name="Connector 3251"/>
          <p:cNvSpPr/>
          <p:nvPr/>
        </p:nvSpPr>
        <p:spPr>
          <a:xfrm flipH="1">
            <a:off x="5018913" y="7040880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8" name="Connector 3252"/>
          <p:cNvSpPr/>
          <p:nvPr/>
        </p:nvSpPr>
        <p:spPr>
          <a:xfrm flipH="1">
            <a:off x="4986020" y="7143749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9" name="Connector 3253"/>
          <p:cNvSpPr/>
          <p:nvPr/>
        </p:nvSpPr>
        <p:spPr>
          <a:xfrm flipH="1">
            <a:off x="4943728" y="7246619"/>
            <a:ext cx="42292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0" name="Connector 3254"/>
          <p:cNvSpPr/>
          <p:nvPr/>
        </p:nvSpPr>
        <p:spPr>
          <a:xfrm flipH="1">
            <a:off x="4892040" y="7349490"/>
            <a:ext cx="5169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1" name="Connector 3255"/>
          <p:cNvSpPr/>
          <p:nvPr/>
        </p:nvSpPr>
        <p:spPr>
          <a:xfrm>
            <a:off x="4892040" y="6217920"/>
            <a:ext cx="68453" cy="20574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2" name="Connector 3256"/>
          <p:cNvSpPr/>
          <p:nvPr/>
        </p:nvSpPr>
        <p:spPr>
          <a:xfrm>
            <a:off x="4960492" y="6423659"/>
            <a:ext cx="56008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3" name="Connector 3257"/>
          <p:cNvSpPr/>
          <p:nvPr/>
        </p:nvSpPr>
        <p:spPr>
          <a:xfrm>
            <a:off x="5016499" y="6629399"/>
            <a:ext cx="4356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4" name="Connector 3258"/>
          <p:cNvSpPr/>
          <p:nvPr/>
        </p:nvSpPr>
        <p:spPr>
          <a:xfrm>
            <a:off x="5060060" y="6835140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5" name="Connector 3259"/>
          <p:cNvSpPr/>
          <p:nvPr/>
        </p:nvSpPr>
        <p:spPr>
          <a:xfrm>
            <a:off x="5091176" y="7040880"/>
            <a:ext cx="18669" cy="20574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6" name="Connector 3260"/>
          <p:cNvSpPr/>
          <p:nvPr/>
        </p:nvSpPr>
        <p:spPr>
          <a:xfrm>
            <a:off x="5109843" y="7246618"/>
            <a:ext cx="6225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7" name="Connector 3261"/>
          <p:cNvSpPr/>
          <p:nvPr/>
        </p:nvSpPr>
        <p:spPr>
          <a:xfrm flipH="1">
            <a:off x="5109843" y="7452359"/>
            <a:ext cx="6225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8" name="Connector 3262"/>
          <p:cNvSpPr/>
          <p:nvPr/>
        </p:nvSpPr>
        <p:spPr>
          <a:xfrm flipH="1">
            <a:off x="5091176" y="7658099"/>
            <a:ext cx="18669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9" name="Connector 3263"/>
          <p:cNvSpPr/>
          <p:nvPr/>
        </p:nvSpPr>
        <p:spPr>
          <a:xfrm flipH="1">
            <a:off x="5060060" y="7863840"/>
            <a:ext cx="31116" cy="20574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0" name="Connector 3264"/>
          <p:cNvSpPr/>
          <p:nvPr/>
        </p:nvSpPr>
        <p:spPr>
          <a:xfrm flipH="1">
            <a:off x="5016500" y="8069578"/>
            <a:ext cx="43562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1" name="Connector 3265"/>
          <p:cNvSpPr/>
          <p:nvPr/>
        </p:nvSpPr>
        <p:spPr>
          <a:xfrm flipH="1">
            <a:off x="4960493" y="8275319"/>
            <a:ext cx="56008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2" name="Connector 3266"/>
          <p:cNvSpPr/>
          <p:nvPr/>
        </p:nvSpPr>
        <p:spPr>
          <a:xfrm flipH="1">
            <a:off x="4892040" y="8481059"/>
            <a:ext cx="6845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3" name="Connector 3267"/>
          <p:cNvSpPr/>
          <p:nvPr/>
        </p:nvSpPr>
        <p:spPr>
          <a:xfrm>
            <a:off x="4892040" y="6217920"/>
            <a:ext cx="85218" cy="30861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4" name="Connector 3268"/>
          <p:cNvSpPr/>
          <p:nvPr/>
        </p:nvSpPr>
        <p:spPr>
          <a:xfrm>
            <a:off x="4977257" y="6526528"/>
            <a:ext cx="69724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5" name="Connector 3269"/>
          <p:cNvSpPr/>
          <p:nvPr/>
        </p:nvSpPr>
        <p:spPr>
          <a:xfrm>
            <a:off x="5046979" y="6835140"/>
            <a:ext cx="54230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6" name="Connector 3270"/>
          <p:cNvSpPr/>
          <p:nvPr/>
        </p:nvSpPr>
        <p:spPr>
          <a:xfrm>
            <a:off x="5101209" y="7143749"/>
            <a:ext cx="38736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7" name="Connector 3271"/>
          <p:cNvSpPr/>
          <p:nvPr/>
        </p:nvSpPr>
        <p:spPr>
          <a:xfrm>
            <a:off x="5139944" y="7452359"/>
            <a:ext cx="23241" cy="30861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8" name="Connector 3272"/>
          <p:cNvSpPr/>
          <p:nvPr/>
        </p:nvSpPr>
        <p:spPr>
          <a:xfrm>
            <a:off x="5163184" y="7760968"/>
            <a:ext cx="7749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9" name="Connector 3273"/>
          <p:cNvSpPr/>
          <p:nvPr/>
        </p:nvSpPr>
        <p:spPr>
          <a:xfrm flipH="1">
            <a:off x="5163184" y="8069578"/>
            <a:ext cx="7748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0" name="Connector 3274"/>
          <p:cNvSpPr/>
          <p:nvPr/>
        </p:nvSpPr>
        <p:spPr>
          <a:xfrm flipH="1">
            <a:off x="5139942" y="8378190"/>
            <a:ext cx="23243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1" name="Connector 3275"/>
          <p:cNvSpPr/>
          <p:nvPr/>
        </p:nvSpPr>
        <p:spPr>
          <a:xfrm flipH="1">
            <a:off x="5101209" y="8686799"/>
            <a:ext cx="38735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2" name="Connector 3276"/>
          <p:cNvSpPr/>
          <p:nvPr/>
        </p:nvSpPr>
        <p:spPr>
          <a:xfrm flipH="1">
            <a:off x="5046979" y="8995409"/>
            <a:ext cx="54230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3" name="Connector 3277"/>
          <p:cNvSpPr/>
          <p:nvPr/>
        </p:nvSpPr>
        <p:spPr>
          <a:xfrm flipH="1">
            <a:off x="4977257" y="9304019"/>
            <a:ext cx="69724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4" name="Connector 3278"/>
          <p:cNvSpPr/>
          <p:nvPr/>
        </p:nvSpPr>
        <p:spPr>
          <a:xfrm flipH="1">
            <a:off x="4892040" y="9612630"/>
            <a:ext cx="8521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5" name="Connector 3279"/>
          <p:cNvSpPr/>
          <p:nvPr/>
        </p:nvSpPr>
        <p:spPr>
          <a:xfrm>
            <a:off x="4892040" y="6217920"/>
            <a:ext cx="101982" cy="41148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6" name="Connector 3280"/>
          <p:cNvSpPr/>
          <p:nvPr/>
        </p:nvSpPr>
        <p:spPr>
          <a:xfrm>
            <a:off x="4994021" y="6629399"/>
            <a:ext cx="83440" cy="41148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7" name="Connector 3281"/>
          <p:cNvSpPr/>
          <p:nvPr/>
        </p:nvSpPr>
        <p:spPr>
          <a:xfrm>
            <a:off x="5077459" y="7040880"/>
            <a:ext cx="64898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8" name="Connector 3282"/>
          <p:cNvSpPr/>
          <p:nvPr/>
        </p:nvSpPr>
        <p:spPr>
          <a:xfrm>
            <a:off x="5142357" y="7452359"/>
            <a:ext cx="46356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9" name="Connector 3283"/>
          <p:cNvSpPr/>
          <p:nvPr/>
        </p:nvSpPr>
        <p:spPr>
          <a:xfrm>
            <a:off x="5188711" y="7863840"/>
            <a:ext cx="27814" cy="41148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0" name="Connector 3284"/>
          <p:cNvSpPr/>
          <p:nvPr/>
        </p:nvSpPr>
        <p:spPr>
          <a:xfrm>
            <a:off x="5216524" y="8275318"/>
            <a:ext cx="9273" cy="41148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1" name="Connector 3285"/>
          <p:cNvSpPr/>
          <p:nvPr/>
        </p:nvSpPr>
        <p:spPr>
          <a:xfrm flipH="1">
            <a:off x="5216525" y="8686799"/>
            <a:ext cx="9272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2" name="Connector 3286"/>
          <p:cNvSpPr/>
          <p:nvPr/>
        </p:nvSpPr>
        <p:spPr>
          <a:xfrm flipH="1">
            <a:off x="5188711" y="9098280"/>
            <a:ext cx="27814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3" name="Connector 3287"/>
          <p:cNvSpPr/>
          <p:nvPr/>
        </p:nvSpPr>
        <p:spPr>
          <a:xfrm flipH="1">
            <a:off x="5142357" y="9509759"/>
            <a:ext cx="46356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4" name="Connector 3288"/>
          <p:cNvSpPr/>
          <p:nvPr/>
        </p:nvSpPr>
        <p:spPr>
          <a:xfrm flipH="1">
            <a:off x="5077459" y="9921240"/>
            <a:ext cx="64898" cy="41148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5" name="Connector 3289"/>
          <p:cNvSpPr/>
          <p:nvPr/>
        </p:nvSpPr>
        <p:spPr>
          <a:xfrm flipH="1">
            <a:off x="4994021" y="10332719"/>
            <a:ext cx="83440" cy="41148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6" name="Connector 3290"/>
          <p:cNvSpPr/>
          <p:nvPr/>
        </p:nvSpPr>
        <p:spPr>
          <a:xfrm flipH="1">
            <a:off x="4892040" y="10744199"/>
            <a:ext cx="101982" cy="41148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7" name="Connector 3291"/>
          <p:cNvSpPr/>
          <p:nvPr/>
        </p:nvSpPr>
        <p:spPr>
          <a:xfrm>
            <a:off x="4892040" y="7452359"/>
            <a:ext cx="51690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8" name="Connector 3292"/>
          <p:cNvSpPr/>
          <p:nvPr/>
        </p:nvSpPr>
        <p:spPr>
          <a:xfrm>
            <a:off x="4943728" y="7555228"/>
            <a:ext cx="42292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9" name="Connector 3293"/>
          <p:cNvSpPr/>
          <p:nvPr/>
        </p:nvSpPr>
        <p:spPr>
          <a:xfrm>
            <a:off x="4986020" y="7658099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0" name="Connector 3294"/>
          <p:cNvSpPr/>
          <p:nvPr/>
        </p:nvSpPr>
        <p:spPr>
          <a:xfrm>
            <a:off x="5018913" y="7760969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1" name="Connector 3295"/>
          <p:cNvSpPr/>
          <p:nvPr/>
        </p:nvSpPr>
        <p:spPr>
          <a:xfrm>
            <a:off x="5042408" y="7863840"/>
            <a:ext cx="14098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2" name="Connector 3296"/>
          <p:cNvSpPr/>
          <p:nvPr/>
        </p:nvSpPr>
        <p:spPr>
          <a:xfrm>
            <a:off x="5056504" y="7966709"/>
            <a:ext cx="470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3" name="Connector 3297"/>
          <p:cNvSpPr/>
          <p:nvPr/>
        </p:nvSpPr>
        <p:spPr>
          <a:xfrm flipH="1">
            <a:off x="5056504" y="8069578"/>
            <a:ext cx="4700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4" name="Connector 3298"/>
          <p:cNvSpPr/>
          <p:nvPr/>
        </p:nvSpPr>
        <p:spPr>
          <a:xfrm flipH="1">
            <a:off x="5042408" y="8172449"/>
            <a:ext cx="14098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5" name="Connector 3299"/>
          <p:cNvSpPr/>
          <p:nvPr/>
        </p:nvSpPr>
        <p:spPr>
          <a:xfrm flipH="1">
            <a:off x="5018913" y="8275319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6" name="Connector 3300"/>
          <p:cNvSpPr/>
          <p:nvPr/>
        </p:nvSpPr>
        <p:spPr>
          <a:xfrm flipH="1">
            <a:off x="4986020" y="8378190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7" name="Connector 3301"/>
          <p:cNvSpPr/>
          <p:nvPr/>
        </p:nvSpPr>
        <p:spPr>
          <a:xfrm flipH="1">
            <a:off x="4943728" y="8481059"/>
            <a:ext cx="42292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8" name="Connector 3302"/>
          <p:cNvSpPr/>
          <p:nvPr/>
        </p:nvSpPr>
        <p:spPr>
          <a:xfrm flipH="1">
            <a:off x="4892040" y="8583930"/>
            <a:ext cx="5169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9" name="Connector 3303"/>
          <p:cNvSpPr/>
          <p:nvPr/>
        </p:nvSpPr>
        <p:spPr>
          <a:xfrm>
            <a:off x="4892040" y="7452359"/>
            <a:ext cx="68453" cy="20574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0" name="Connector 3304"/>
          <p:cNvSpPr/>
          <p:nvPr/>
        </p:nvSpPr>
        <p:spPr>
          <a:xfrm>
            <a:off x="4960492" y="7658099"/>
            <a:ext cx="56008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1" name="Connector 3305"/>
          <p:cNvSpPr/>
          <p:nvPr/>
        </p:nvSpPr>
        <p:spPr>
          <a:xfrm>
            <a:off x="5016499" y="7863840"/>
            <a:ext cx="43563" cy="20574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2" name="Connector 3306"/>
          <p:cNvSpPr/>
          <p:nvPr/>
        </p:nvSpPr>
        <p:spPr>
          <a:xfrm>
            <a:off x="5060060" y="8069578"/>
            <a:ext cx="31116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3" name="Connector 3307"/>
          <p:cNvSpPr/>
          <p:nvPr/>
        </p:nvSpPr>
        <p:spPr>
          <a:xfrm>
            <a:off x="5091176" y="8275319"/>
            <a:ext cx="18669" cy="20574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4" name="Connector 3308"/>
          <p:cNvSpPr/>
          <p:nvPr/>
        </p:nvSpPr>
        <p:spPr>
          <a:xfrm>
            <a:off x="5109843" y="8481059"/>
            <a:ext cx="6225" cy="20574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5" name="Connector 3309"/>
          <p:cNvSpPr/>
          <p:nvPr/>
        </p:nvSpPr>
        <p:spPr>
          <a:xfrm flipH="1">
            <a:off x="5109843" y="8686799"/>
            <a:ext cx="6225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6" name="Connector 3310"/>
          <p:cNvSpPr/>
          <p:nvPr/>
        </p:nvSpPr>
        <p:spPr>
          <a:xfrm flipH="1">
            <a:off x="5091176" y="8892540"/>
            <a:ext cx="18669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7" name="Connector 3311"/>
          <p:cNvSpPr/>
          <p:nvPr/>
        </p:nvSpPr>
        <p:spPr>
          <a:xfrm flipH="1">
            <a:off x="5060060" y="9098280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8" name="Connector 3312"/>
          <p:cNvSpPr/>
          <p:nvPr/>
        </p:nvSpPr>
        <p:spPr>
          <a:xfrm flipH="1">
            <a:off x="5016500" y="9304019"/>
            <a:ext cx="43562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9" name="Connector 3313"/>
          <p:cNvSpPr/>
          <p:nvPr/>
        </p:nvSpPr>
        <p:spPr>
          <a:xfrm flipH="1">
            <a:off x="4960493" y="9509759"/>
            <a:ext cx="56008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0" name="Connector 3314"/>
          <p:cNvSpPr/>
          <p:nvPr/>
        </p:nvSpPr>
        <p:spPr>
          <a:xfrm flipH="1">
            <a:off x="4892040" y="9715499"/>
            <a:ext cx="6845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1" name="Connector 3315"/>
          <p:cNvSpPr/>
          <p:nvPr/>
        </p:nvSpPr>
        <p:spPr>
          <a:xfrm>
            <a:off x="4892040" y="7452359"/>
            <a:ext cx="85218" cy="30861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2" name="Connector 3316"/>
          <p:cNvSpPr/>
          <p:nvPr/>
        </p:nvSpPr>
        <p:spPr>
          <a:xfrm>
            <a:off x="4977257" y="7760968"/>
            <a:ext cx="69724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3" name="Connector 3317"/>
          <p:cNvSpPr/>
          <p:nvPr/>
        </p:nvSpPr>
        <p:spPr>
          <a:xfrm>
            <a:off x="5046979" y="8069580"/>
            <a:ext cx="54230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4" name="Connector 3318"/>
          <p:cNvSpPr/>
          <p:nvPr/>
        </p:nvSpPr>
        <p:spPr>
          <a:xfrm>
            <a:off x="5101209" y="8378190"/>
            <a:ext cx="38736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5" name="Connector 3319"/>
          <p:cNvSpPr/>
          <p:nvPr/>
        </p:nvSpPr>
        <p:spPr>
          <a:xfrm>
            <a:off x="5139944" y="8686800"/>
            <a:ext cx="23241" cy="30861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6" name="Connector 3320"/>
          <p:cNvSpPr/>
          <p:nvPr/>
        </p:nvSpPr>
        <p:spPr>
          <a:xfrm>
            <a:off x="5163184" y="8995409"/>
            <a:ext cx="7749" cy="30861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7" name="Connector 3321"/>
          <p:cNvSpPr/>
          <p:nvPr/>
        </p:nvSpPr>
        <p:spPr>
          <a:xfrm flipH="1">
            <a:off x="5163184" y="9304019"/>
            <a:ext cx="774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8" name="Connector 3322"/>
          <p:cNvSpPr/>
          <p:nvPr/>
        </p:nvSpPr>
        <p:spPr>
          <a:xfrm flipH="1">
            <a:off x="5139942" y="9612630"/>
            <a:ext cx="23243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9" name="Connector 3323"/>
          <p:cNvSpPr/>
          <p:nvPr/>
        </p:nvSpPr>
        <p:spPr>
          <a:xfrm flipH="1">
            <a:off x="5101209" y="9921240"/>
            <a:ext cx="38735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0" name="Connector 3324"/>
          <p:cNvSpPr/>
          <p:nvPr/>
        </p:nvSpPr>
        <p:spPr>
          <a:xfrm flipH="1">
            <a:off x="5046979" y="10229849"/>
            <a:ext cx="54230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1" name="Connector 3325"/>
          <p:cNvSpPr/>
          <p:nvPr/>
        </p:nvSpPr>
        <p:spPr>
          <a:xfrm flipH="1">
            <a:off x="4977257" y="10538459"/>
            <a:ext cx="69724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2" name="Connector 3326"/>
          <p:cNvSpPr/>
          <p:nvPr/>
        </p:nvSpPr>
        <p:spPr>
          <a:xfrm flipH="1">
            <a:off x="4892040" y="10847069"/>
            <a:ext cx="85218" cy="30861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3" name="Connector 3327"/>
          <p:cNvSpPr/>
          <p:nvPr/>
        </p:nvSpPr>
        <p:spPr>
          <a:xfrm>
            <a:off x="4892040" y="8686800"/>
            <a:ext cx="51690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4" name="Connector 3328"/>
          <p:cNvSpPr/>
          <p:nvPr/>
        </p:nvSpPr>
        <p:spPr>
          <a:xfrm>
            <a:off x="4943728" y="8789668"/>
            <a:ext cx="42292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5" name="Connector 3329"/>
          <p:cNvSpPr/>
          <p:nvPr/>
        </p:nvSpPr>
        <p:spPr>
          <a:xfrm>
            <a:off x="4986020" y="8892540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6" name="Connector 3330"/>
          <p:cNvSpPr/>
          <p:nvPr/>
        </p:nvSpPr>
        <p:spPr>
          <a:xfrm>
            <a:off x="5018913" y="8995409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7" name="Connector 3331"/>
          <p:cNvSpPr/>
          <p:nvPr/>
        </p:nvSpPr>
        <p:spPr>
          <a:xfrm>
            <a:off x="5042408" y="9098280"/>
            <a:ext cx="14098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8" name="Connector 3332"/>
          <p:cNvSpPr/>
          <p:nvPr/>
        </p:nvSpPr>
        <p:spPr>
          <a:xfrm>
            <a:off x="5056504" y="9201149"/>
            <a:ext cx="4700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9" name="Connector 3333"/>
          <p:cNvSpPr/>
          <p:nvPr/>
        </p:nvSpPr>
        <p:spPr>
          <a:xfrm flipH="1">
            <a:off x="5056504" y="9304019"/>
            <a:ext cx="470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0" name="Connector 3334"/>
          <p:cNvSpPr/>
          <p:nvPr/>
        </p:nvSpPr>
        <p:spPr>
          <a:xfrm flipH="1">
            <a:off x="5042408" y="9406890"/>
            <a:ext cx="14098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1" name="Connector 3335"/>
          <p:cNvSpPr/>
          <p:nvPr/>
        </p:nvSpPr>
        <p:spPr>
          <a:xfrm flipH="1">
            <a:off x="5018913" y="9509759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2" name="Connector 3336"/>
          <p:cNvSpPr/>
          <p:nvPr/>
        </p:nvSpPr>
        <p:spPr>
          <a:xfrm flipH="1">
            <a:off x="4986020" y="9612630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3" name="Connector 3337"/>
          <p:cNvSpPr/>
          <p:nvPr/>
        </p:nvSpPr>
        <p:spPr>
          <a:xfrm flipH="1">
            <a:off x="4943728" y="9715499"/>
            <a:ext cx="42292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4" name="Connector 3338"/>
          <p:cNvSpPr/>
          <p:nvPr/>
        </p:nvSpPr>
        <p:spPr>
          <a:xfrm flipH="1">
            <a:off x="4892040" y="9818369"/>
            <a:ext cx="5169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5" name="Connector 3339"/>
          <p:cNvSpPr/>
          <p:nvPr/>
        </p:nvSpPr>
        <p:spPr>
          <a:xfrm>
            <a:off x="4892040" y="8686799"/>
            <a:ext cx="6845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6" name="Connector 3340"/>
          <p:cNvSpPr/>
          <p:nvPr/>
        </p:nvSpPr>
        <p:spPr>
          <a:xfrm>
            <a:off x="4960492" y="8892540"/>
            <a:ext cx="56008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7" name="Connector 3341"/>
          <p:cNvSpPr/>
          <p:nvPr/>
        </p:nvSpPr>
        <p:spPr>
          <a:xfrm>
            <a:off x="5016499" y="9098280"/>
            <a:ext cx="4356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8" name="Connector 3342"/>
          <p:cNvSpPr/>
          <p:nvPr/>
        </p:nvSpPr>
        <p:spPr>
          <a:xfrm>
            <a:off x="5060060" y="9304019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9" name="Connector 3343"/>
          <p:cNvSpPr/>
          <p:nvPr/>
        </p:nvSpPr>
        <p:spPr>
          <a:xfrm>
            <a:off x="5091176" y="9509759"/>
            <a:ext cx="18669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0" name="Connector 3344"/>
          <p:cNvSpPr/>
          <p:nvPr/>
        </p:nvSpPr>
        <p:spPr>
          <a:xfrm>
            <a:off x="5109843" y="9715499"/>
            <a:ext cx="6225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1" name="Connector 3345"/>
          <p:cNvSpPr/>
          <p:nvPr/>
        </p:nvSpPr>
        <p:spPr>
          <a:xfrm flipH="1">
            <a:off x="5109843" y="9921240"/>
            <a:ext cx="6225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2" name="Connector 3346"/>
          <p:cNvSpPr/>
          <p:nvPr/>
        </p:nvSpPr>
        <p:spPr>
          <a:xfrm flipH="1">
            <a:off x="5091176" y="10126980"/>
            <a:ext cx="18669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3" name="Connector 3347"/>
          <p:cNvSpPr/>
          <p:nvPr/>
        </p:nvSpPr>
        <p:spPr>
          <a:xfrm flipH="1">
            <a:off x="5060060" y="10332719"/>
            <a:ext cx="31116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4" name="Connector 3348"/>
          <p:cNvSpPr/>
          <p:nvPr/>
        </p:nvSpPr>
        <p:spPr>
          <a:xfrm flipH="1">
            <a:off x="5016500" y="10538459"/>
            <a:ext cx="43562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5" name="Connector 3349"/>
          <p:cNvSpPr/>
          <p:nvPr/>
        </p:nvSpPr>
        <p:spPr>
          <a:xfrm flipH="1">
            <a:off x="4960493" y="10744199"/>
            <a:ext cx="56008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6" name="Connector 3350"/>
          <p:cNvSpPr/>
          <p:nvPr/>
        </p:nvSpPr>
        <p:spPr>
          <a:xfrm flipH="1">
            <a:off x="4892040" y="10949940"/>
            <a:ext cx="68453" cy="20574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7" name="Connector 3351"/>
          <p:cNvSpPr/>
          <p:nvPr/>
        </p:nvSpPr>
        <p:spPr>
          <a:xfrm>
            <a:off x="4892040" y="9921240"/>
            <a:ext cx="51690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8" name="Connector 3352"/>
          <p:cNvSpPr/>
          <p:nvPr/>
        </p:nvSpPr>
        <p:spPr>
          <a:xfrm>
            <a:off x="4943728" y="10024109"/>
            <a:ext cx="42292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9" name="Connector 3353"/>
          <p:cNvSpPr/>
          <p:nvPr/>
        </p:nvSpPr>
        <p:spPr>
          <a:xfrm>
            <a:off x="4986020" y="10126980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0" name="Connector 3354"/>
          <p:cNvSpPr/>
          <p:nvPr/>
        </p:nvSpPr>
        <p:spPr>
          <a:xfrm>
            <a:off x="5018913" y="10229849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1" name="Connector 3355"/>
          <p:cNvSpPr/>
          <p:nvPr/>
        </p:nvSpPr>
        <p:spPr>
          <a:xfrm>
            <a:off x="5042408" y="10332719"/>
            <a:ext cx="14098" cy="102870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2" name="Connector 3356"/>
          <p:cNvSpPr/>
          <p:nvPr/>
        </p:nvSpPr>
        <p:spPr>
          <a:xfrm>
            <a:off x="5056504" y="10435589"/>
            <a:ext cx="4700" cy="102872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3" name="Connector 3357"/>
          <p:cNvSpPr/>
          <p:nvPr/>
        </p:nvSpPr>
        <p:spPr>
          <a:xfrm flipH="1">
            <a:off x="5056504" y="10538459"/>
            <a:ext cx="470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4" name="Connector 3358"/>
          <p:cNvSpPr/>
          <p:nvPr/>
        </p:nvSpPr>
        <p:spPr>
          <a:xfrm flipH="1">
            <a:off x="5042408" y="10641330"/>
            <a:ext cx="14098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5" name="Connector 3359"/>
          <p:cNvSpPr/>
          <p:nvPr/>
        </p:nvSpPr>
        <p:spPr>
          <a:xfrm flipH="1">
            <a:off x="5018913" y="10744199"/>
            <a:ext cx="23496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6" name="Connector 3360"/>
          <p:cNvSpPr/>
          <p:nvPr/>
        </p:nvSpPr>
        <p:spPr>
          <a:xfrm flipH="1">
            <a:off x="4986020" y="10847069"/>
            <a:ext cx="32894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7" name="Connector 3361"/>
          <p:cNvSpPr/>
          <p:nvPr/>
        </p:nvSpPr>
        <p:spPr>
          <a:xfrm flipH="1">
            <a:off x="4943728" y="10949940"/>
            <a:ext cx="42292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8" name="Connector 3362"/>
          <p:cNvSpPr/>
          <p:nvPr/>
        </p:nvSpPr>
        <p:spPr>
          <a:xfrm flipH="1">
            <a:off x="4892040" y="11052809"/>
            <a:ext cx="51690" cy="102871"/>
          </a:xfrm>
          <a:prstGeom prst="line">
            <a:avLst/>
          </a:prstGeom>
          <a:ln w="2103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9" name="Connector 3363"/>
          <p:cNvSpPr/>
          <p:nvPr/>
        </p:nvSpPr>
        <p:spPr>
          <a:xfrm>
            <a:off x="7360919" y="2514600"/>
            <a:ext cx="51690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0" name="Connector 3364"/>
          <p:cNvSpPr/>
          <p:nvPr/>
        </p:nvSpPr>
        <p:spPr>
          <a:xfrm>
            <a:off x="7412608" y="2617468"/>
            <a:ext cx="42292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1" name="Connector 3365"/>
          <p:cNvSpPr/>
          <p:nvPr/>
        </p:nvSpPr>
        <p:spPr>
          <a:xfrm>
            <a:off x="7454900" y="2720339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2" name="Connector 3366"/>
          <p:cNvSpPr/>
          <p:nvPr/>
        </p:nvSpPr>
        <p:spPr>
          <a:xfrm>
            <a:off x="7487793" y="2823210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3" name="Connector 3367"/>
          <p:cNvSpPr/>
          <p:nvPr/>
        </p:nvSpPr>
        <p:spPr>
          <a:xfrm>
            <a:off x="7511288" y="2926079"/>
            <a:ext cx="140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4" name="Connector 3368"/>
          <p:cNvSpPr/>
          <p:nvPr/>
        </p:nvSpPr>
        <p:spPr>
          <a:xfrm>
            <a:off x="7525384" y="3028949"/>
            <a:ext cx="4700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5" name="Connector 3369"/>
          <p:cNvSpPr/>
          <p:nvPr/>
        </p:nvSpPr>
        <p:spPr>
          <a:xfrm flipH="1">
            <a:off x="7525384" y="3131820"/>
            <a:ext cx="4699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6" name="Connector 3370"/>
          <p:cNvSpPr/>
          <p:nvPr/>
        </p:nvSpPr>
        <p:spPr>
          <a:xfrm flipH="1">
            <a:off x="7511288" y="3234689"/>
            <a:ext cx="14098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7" name="Connector 3371"/>
          <p:cNvSpPr/>
          <p:nvPr/>
        </p:nvSpPr>
        <p:spPr>
          <a:xfrm flipH="1">
            <a:off x="7487793" y="3337559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8" name="Connector 3372"/>
          <p:cNvSpPr/>
          <p:nvPr/>
        </p:nvSpPr>
        <p:spPr>
          <a:xfrm flipH="1">
            <a:off x="7454900" y="3440429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9" name="Connector 3373"/>
          <p:cNvSpPr/>
          <p:nvPr/>
        </p:nvSpPr>
        <p:spPr>
          <a:xfrm flipH="1">
            <a:off x="7412608" y="3543299"/>
            <a:ext cx="42292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0" name="Connector 3374"/>
          <p:cNvSpPr/>
          <p:nvPr/>
        </p:nvSpPr>
        <p:spPr>
          <a:xfrm flipH="1">
            <a:off x="7360919" y="3646170"/>
            <a:ext cx="51690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1" name="Connector 3375"/>
          <p:cNvSpPr/>
          <p:nvPr/>
        </p:nvSpPr>
        <p:spPr>
          <a:xfrm>
            <a:off x="7360919" y="2514600"/>
            <a:ext cx="68454" cy="205739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2" name="Connector 3376"/>
          <p:cNvSpPr/>
          <p:nvPr/>
        </p:nvSpPr>
        <p:spPr>
          <a:xfrm>
            <a:off x="7429372" y="2720338"/>
            <a:ext cx="56007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3" name="Connector 3377"/>
          <p:cNvSpPr/>
          <p:nvPr/>
        </p:nvSpPr>
        <p:spPr>
          <a:xfrm>
            <a:off x="7485378" y="2926079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4" name="Connector 3378"/>
          <p:cNvSpPr/>
          <p:nvPr/>
        </p:nvSpPr>
        <p:spPr>
          <a:xfrm>
            <a:off x="7528941" y="3131820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5" name="Connector 3379"/>
          <p:cNvSpPr/>
          <p:nvPr/>
        </p:nvSpPr>
        <p:spPr>
          <a:xfrm>
            <a:off x="7560056" y="3337559"/>
            <a:ext cx="18669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6" name="Connector 3380"/>
          <p:cNvSpPr/>
          <p:nvPr/>
        </p:nvSpPr>
        <p:spPr>
          <a:xfrm>
            <a:off x="7578724" y="3543300"/>
            <a:ext cx="6225" cy="205739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7" name="Connector 3381"/>
          <p:cNvSpPr/>
          <p:nvPr/>
        </p:nvSpPr>
        <p:spPr>
          <a:xfrm flipH="1">
            <a:off x="7578724" y="3749038"/>
            <a:ext cx="6225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8" name="Connector 3382"/>
          <p:cNvSpPr/>
          <p:nvPr/>
        </p:nvSpPr>
        <p:spPr>
          <a:xfrm flipH="1">
            <a:off x="7560056" y="3954779"/>
            <a:ext cx="18669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9" name="Connector 3383"/>
          <p:cNvSpPr/>
          <p:nvPr/>
        </p:nvSpPr>
        <p:spPr>
          <a:xfrm flipH="1">
            <a:off x="7528941" y="4160520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0" name="Connector 3384"/>
          <p:cNvSpPr/>
          <p:nvPr/>
        </p:nvSpPr>
        <p:spPr>
          <a:xfrm flipH="1">
            <a:off x="7485378" y="4366259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1" name="Connector 3385"/>
          <p:cNvSpPr/>
          <p:nvPr/>
        </p:nvSpPr>
        <p:spPr>
          <a:xfrm flipH="1">
            <a:off x="7429372" y="4571999"/>
            <a:ext cx="56007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2" name="Connector 3386"/>
          <p:cNvSpPr/>
          <p:nvPr/>
        </p:nvSpPr>
        <p:spPr>
          <a:xfrm flipH="1">
            <a:off x="7360919" y="4777740"/>
            <a:ext cx="68454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3" name="Connector 3387"/>
          <p:cNvSpPr/>
          <p:nvPr/>
        </p:nvSpPr>
        <p:spPr>
          <a:xfrm>
            <a:off x="7360919" y="2514600"/>
            <a:ext cx="85218" cy="30861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4" name="Connector 3388"/>
          <p:cNvSpPr/>
          <p:nvPr/>
        </p:nvSpPr>
        <p:spPr>
          <a:xfrm>
            <a:off x="7446136" y="2823209"/>
            <a:ext cx="69724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5" name="Connector 3389"/>
          <p:cNvSpPr/>
          <p:nvPr/>
        </p:nvSpPr>
        <p:spPr>
          <a:xfrm>
            <a:off x="7515859" y="3131820"/>
            <a:ext cx="54230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6" name="Connector 3390"/>
          <p:cNvSpPr/>
          <p:nvPr/>
        </p:nvSpPr>
        <p:spPr>
          <a:xfrm>
            <a:off x="7570089" y="3440429"/>
            <a:ext cx="38736" cy="30861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7" name="Connector 3391"/>
          <p:cNvSpPr/>
          <p:nvPr/>
        </p:nvSpPr>
        <p:spPr>
          <a:xfrm>
            <a:off x="7608823" y="3749038"/>
            <a:ext cx="23241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8" name="Connector 3392"/>
          <p:cNvSpPr/>
          <p:nvPr/>
        </p:nvSpPr>
        <p:spPr>
          <a:xfrm>
            <a:off x="7632064" y="4057648"/>
            <a:ext cx="7749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9" name="Connector 3393"/>
          <p:cNvSpPr/>
          <p:nvPr/>
        </p:nvSpPr>
        <p:spPr>
          <a:xfrm flipH="1">
            <a:off x="7632065" y="4366259"/>
            <a:ext cx="774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0" name="Connector 3394"/>
          <p:cNvSpPr/>
          <p:nvPr/>
        </p:nvSpPr>
        <p:spPr>
          <a:xfrm flipH="1">
            <a:off x="7608823" y="4674870"/>
            <a:ext cx="23242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1" name="Connector 3395"/>
          <p:cNvSpPr/>
          <p:nvPr/>
        </p:nvSpPr>
        <p:spPr>
          <a:xfrm flipH="1">
            <a:off x="7570089" y="4983479"/>
            <a:ext cx="38736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2" name="Connector 3396"/>
          <p:cNvSpPr/>
          <p:nvPr/>
        </p:nvSpPr>
        <p:spPr>
          <a:xfrm flipH="1">
            <a:off x="7515859" y="5292090"/>
            <a:ext cx="54230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3" name="Connector 3397"/>
          <p:cNvSpPr/>
          <p:nvPr/>
        </p:nvSpPr>
        <p:spPr>
          <a:xfrm flipH="1">
            <a:off x="7446136" y="5600699"/>
            <a:ext cx="69724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4" name="Connector 3398"/>
          <p:cNvSpPr/>
          <p:nvPr/>
        </p:nvSpPr>
        <p:spPr>
          <a:xfrm flipH="1">
            <a:off x="7360919" y="5909309"/>
            <a:ext cx="8521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5" name="Connector 3399"/>
          <p:cNvSpPr/>
          <p:nvPr/>
        </p:nvSpPr>
        <p:spPr>
          <a:xfrm>
            <a:off x="7360919" y="2514599"/>
            <a:ext cx="10198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6" name="Connector 3400"/>
          <p:cNvSpPr/>
          <p:nvPr/>
        </p:nvSpPr>
        <p:spPr>
          <a:xfrm>
            <a:off x="7462901" y="2926078"/>
            <a:ext cx="83440" cy="41148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7" name="Connector 3401"/>
          <p:cNvSpPr/>
          <p:nvPr/>
        </p:nvSpPr>
        <p:spPr>
          <a:xfrm>
            <a:off x="7546340" y="3337559"/>
            <a:ext cx="64898" cy="41148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8" name="Connector 3402"/>
          <p:cNvSpPr/>
          <p:nvPr/>
        </p:nvSpPr>
        <p:spPr>
          <a:xfrm>
            <a:off x="7611236" y="3749038"/>
            <a:ext cx="46356" cy="411483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9" name="Connector 3403"/>
          <p:cNvSpPr/>
          <p:nvPr/>
        </p:nvSpPr>
        <p:spPr>
          <a:xfrm>
            <a:off x="7657592" y="4160520"/>
            <a:ext cx="2781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0" name="Connector 3404"/>
          <p:cNvSpPr/>
          <p:nvPr/>
        </p:nvSpPr>
        <p:spPr>
          <a:xfrm>
            <a:off x="7685403" y="4571999"/>
            <a:ext cx="927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1" name="Connector 3405"/>
          <p:cNvSpPr/>
          <p:nvPr/>
        </p:nvSpPr>
        <p:spPr>
          <a:xfrm flipH="1">
            <a:off x="7685403" y="4983479"/>
            <a:ext cx="927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2" name="Connector 3406"/>
          <p:cNvSpPr/>
          <p:nvPr/>
        </p:nvSpPr>
        <p:spPr>
          <a:xfrm flipH="1">
            <a:off x="7657593" y="5394959"/>
            <a:ext cx="2781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3" name="Connector 3407"/>
          <p:cNvSpPr/>
          <p:nvPr/>
        </p:nvSpPr>
        <p:spPr>
          <a:xfrm flipH="1">
            <a:off x="7611236" y="5806440"/>
            <a:ext cx="46356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4" name="Connector 3408"/>
          <p:cNvSpPr/>
          <p:nvPr/>
        </p:nvSpPr>
        <p:spPr>
          <a:xfrm flipH="1">
            <a:off x="7546340" y="6217920"/>
            <a:ext cx="64898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5" name="Connector 3409"/>
          <p:cNvSpPr/>
          <p:nvPr/>
        </p:nvSpPr>
        <p:spPr>
          <a:xfrm flipH="1">
            <a:off x="7462901" y="6629399"/>
            <a:ext cx="83440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6" name="Connector 3410"/>
          <p:cNvSpPr/>
          <p:nvPr/>
        </p:nvSpPr>
        <p:spPr>
          <a:xfrm flipH="1">
            <a:off x="7360919" y="7040880"/>
            <a:ext cx="10198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7" name="Connector 3411"/>
          <p:cNvSpPr/>
          <p:nvPr/>
        </p:nvSpPr>
        <p:spPr>
          <a:xfrm>
            <a:off x="7360919" y="2514599"/>
            <a:ext cx="118745" cy="51435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8" name="Connector 3412"/>
          <p:cNvSpPr/>
          <p:nvPr/>
        </p:nvSpPr>
        <p:spPr>
          <a:xfrm>
            <a:off x="7479664" y="3028949"/>
            <a:ext cx="97157" cy="51435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9" name="Connector 3413"/>
          <p:cNvSpPr/>
          <p:nvPr/>
        </p:nvSpPr>
        <p:spPr>
          <a:xfrm>
            <a:off x="7576819" y="3543300"/>
            <a:ext cx="7556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0" name="Connector 3414"/>
          <p:cNvSpPr/>
          <p:nvPr/>
        </p:nvSpPr>
        <p:spPr>
          <a:xfrm>
            <a:off x="7652384" y="4057649"/>
            <a:ext cx="53976" cy="51435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1" name="Connector 3415"/>
          <p:cNvSpPr/>
          <p:nvPr/>
        </p:nvSpPr>
        <p:spPr>
          <a:xfrm>
            <a:off x="7706359" y="4572000"/>
            <a:ext cx="32385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2" name="Connector 3416"/>
          <p:cNvSpPr/>
          <p:nvPr/>
        </p:nvSpPr>
        <p:spPr>
          <a:xfrm>
            <a:off x="7738743" y="5086349"/>
            <a:ext cx="10797" cy="51435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3" name="Connector 3417"/>
          <p:cNvSpPr/>
          <p:nvPr/>
        </p:nvSpPr>
        <p:spPr>
          <a:xfrm flipH="1">
            <a:off x="7738743" y="5600699"/>
            <a:ext cx="10797" cy="51435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4" name="Connector 3418"/>
          <p:cNvSpPr/>
          <p:nvPr/>
        </p:nvSpPr>
        <p:spPr>
          <a:xfrm flipH="1">
            <a:off x="7706359" y="6115050"/>
            <a:ext cx="32385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5" name="Connector 3419"/>
          <p:cNvSpPr/>
          <p:nvPr/>
        </p:nvSpPr>
        <p:spPr>
          <a:xfrm flipH="1">
            <a:off x="7652384" y="6629400"/>
            <a:ext cx="5397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6" name="Connector 3420"/>
          <p:cNvSpPr/>
          <p:nvPr/>
        </p:nvSpPr>
        <p:spPr>
          <a:xfrm flipH="1">
            <a:off x="7576819" y="7143750"/>
            <a:ext cx="7556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7" name="Connector 3421"/>
          <p:cNvSpPr/>
          <p:nvPr/>
        </p:nvSpPr>
        <p:spPr>
          <a:xfrm flipH="1">
            <a:off x="7479664" y="7658100"/>
            <a:ext cx="97157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8" name="Connector 3422"/>
          <p:cNvSpPr/>
          <p:nvPr/>
        </p:nvSpPr>
        <p:spPr>
          <a:xfrm flipH="1">
            <a:off x="7360919" y="8172450"/>
            <a:ext cx="118745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9" name="Connector 3423"/>
          <p:cNvSpPr/>
          <p:nvPr/>
        </p:nvSpPr>
        <p:spPr>
          <a:xfrm>
            <a:off x="7360919" y="2514599"/>
            <a:ext cx="135510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0" name="Connector 3424"/>
          <p:cNvSpPr/>
          <p:nvPr/>
        </p:nvSpPr>
        <p:spPr>
          <a:xfrm>
            <a:off x="7496429" y="3131818"/>
            <a:ext cx="110871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1" name="Connector 3425"/>
          <p:cNvSpPr/>
          <p:nvPr/>
        </p:nvSpPr>
        <p:spPr>
          <a:xfrm>
            <a:off x="7607300" y="3749038"/>
            <a:ext cx="86234" cy="617223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2" name="Connector 3426"/>
          <p:cNvSpPr/>
          <p:nvPr/>
        </p:nvSpPr>
        <p:spPr>
          <a:xfrm>
            <a:off x="7693532" y="4366259"/>
            <a:ext cx="61596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3" name="Connector 3427"/>
          <p:cNvSpPr/>
          <p:nvPr/>
        </p:nvSpPr>
        <p:spPr>
          <a:xfrm>
            <a:off x="7755128" y="4983479"/>
            <a:ext cx="36957" cy="61722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4" name="Connector 3428"/>
          <p:cNvSpPr/>
          <p:nvPr/>
        </p:nvSpPr>
        <p:spPr>
          <a:xfrm>
            <a:off x="7792084" y="5600698"/>
            <a:ext cx="12321" cy="61722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5" name="Connector 3429"/>
          <p:cNvSpPr/>
          <p:nvPr/>
        </p:nvSpPr>
        <p:spPr>
          <a:xfrm flipH="1">
            <a:off x="7792084" y="6217920"/>
            <a:ext cx="12320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6" name="Connector 3430"/>
          <p:cNvSpPr/>
          <p:nvPr/>
        </p:nvSpPr>
        <p:spPr>
          <a:xfrm flipH="1">
            <a:off x="7755128" y="6835140"/>
            <a:ext cx="36958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7" name="Connector 3431"/>
          <p:cNvSpPr/>
          <p:nvPr/>
        </p:nvSpPr>
        <p:spPr>
          <a:xfrm flipH="1">
            <a:off x="7693532" y="7452359"/>
            <a:ext cx="61596" cy="61722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8" name="Connector 3432"/>
          <p:cNvSpPr/>
          <p:nvPr/>
        </p:nvSpPr>
        <p:spPr>
          <a:xfrm flipH="1">
            <a:off x="7607299" y="8069578"/>
            <a:ext cx="86234" cy="61722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9" name="Connector 3433"/>
          <p:cNvSpPr/>
          <p:nvPr/>
        </p:nvSpPr>
        <p:spPr>
          <a:xfrm flipH="1">
            <a:off x="7496430" y="8686799"/>
            <a:ext cx="110871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0" name="Connector 3434"/>
          <p:cNvSpPr/>
          <p:nvPr/>
        </p:nvSpPr>
        <p:spPr>
          <a:xfrm flipH="1">
            <a:off x="7360919" y="9304019"/>
            <a:ext cx="135510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1" name="Connector 3435"/>
          <p:cNvSpPr/>
          <p:nvPr/>
        </p:nvSpPr>
        <p:spPr>
          <a:xfrm>
            <a:off x="7360919" y="2514600"/>
            <a:ext cx="152274" cy="72009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2" name="Connector 3436"/>
          <p:cNvSpPr/>
          <p:nvPr/>
        </p:nvSpPr>
        <p:spPr>
          <a:xfrm>
            <a:off x="7513193" y="3234688"/>
            <a:ext cx="124588" cy="72009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3" name="Connector 3437"/>
          <p:cNvSpPr/>
          <p:nvPr/>
        </p:nvSpPr>
        <p:spPr>
          <a:xfrm>
            <a:off x="7637780" y="3954779"/>
            <a:ext cx="96902" cy="72009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4" name="Connector 3438"/>
          <p:cNvSpPr/>
          <p:nvPr/>
        </p:nvSpPr>
        <p:spPr>
          <a:xfrm>
            <a:off x="7734681" y="4674870"/>
            <a:ext cx="69216" cy="72009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5" name="Connector 3439"/>
          <p:cNvSpPr/>
          <p:nvPr/>
        </p:nvSpPr>
        <p:spPr>
          <a:xfrm>
            <a:off x="7803895" y="5394959"/>
            <a:ext cx="41529" cy="72009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6" name="Connector 3440"/>
          <p:cNvSpPr/>
          <p:nvPr/>
        </p:nvSpPr>
        <p:spPr>
          <a:xfrm>
            <a:off x="7845424" y="6115048"/>
            <a:ext cx="13845" cy="72009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7" name="Connector 3441"/>
          <p:cNvSpPr/>
          <p:nvPr/>
        </p:nvSpPr>
        <p:spPr>
          <a:xfrm flipH="1">
            <a:off x="7845425" y="6835140"/>
            <a:ext cx="13844" cy="72009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8" name="Connector 3442"/>
          <p:cNvSpPr/>
          <p:nvPr/>
        </p:nvSpPr>
        <p:spPr>
          <a:xfrm flipH="1">
            <a:off x="7803895" y="7555228"/>
            <a:ext cx="41530" cy="72009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9" name="Connector 3443"/>
          <p:cNvSpPr/>
          <p:nvPr/>
        </p:nvSpPr>
        <p:spPr>
          <a:xfrm flipH="1">
            <a:off x="7734681" y="8275319"/>
            <a:ext cx="69216" cy="72009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0" name="Connector 3444"/>
          <p:cNvSpPr/>
          <p:nvPr/>
        </p:nvSpPr>
        <p:spPr>
          <a:xfrm flipH="1">
            <a:off x="7637780" y="8995409"/>
            <a:ext cx="96902" cy="72009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1" name="Connector 3445"/>
          <p:cNvSpPr/>
          <p:nvPr/>
        </p:nvSpPr>
        <p:spPr>
          <a:xfrm flipH="1">
            <a:off x="7513193" y="9715500"/>
            <a:ext cx="124588" cy="72009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2" name="Connector 3446"/>
          <p:cNvSpPr/>
          <p:nvPr/>
        </p:nvSpPr>
        <p:spPr>
          <a:xfrm flipH="1">
            <a:off x="7360919" y="10435589"/>
            <a:ext cx="152274" cy="72009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3" name="Connector 3447"/>
          <p:cNvSpPr/>
          <p:nvPr/>
        </p:nvSpPr>
        <p:spPr>
          <a:xfrm>
            <a:off x="7360919" y="3749038"/>
            <a:ext cx="51690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4" name="Connector 3448"/>
          <p:cNvSpPr/>
          <p:nvPr/>
        </p:nvSpPr>
        <p:spPr>
          <a:xfrm>
            <a:off x="7412608" y="3851909"/>
            <a:ext cx="42292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5" name="Connector 3449"/>
          <p:cNvSpPr/>
          <p:nvPr/>
        </p:nvSpPr>
        <p:spPr>
          <a:xfrm>
            <a:off x="7454900" y="3954779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6" name="Connector 3450"/>
          <p:cNvSpPr/>
          <p:nvPr/>
        </p:nvSpPr>
        <p:spPr>
          <a:xfrm>
            <a:off x="7487793" y="4057649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7" name="Connector 3451"/>
          <p:cNvSpPr/>
          <p:nvPr/>
        </p:nvSpPr>
        <p:spPr>
          <a:xfrm>
            <a:off x="7511288" y="4160520"/>
            <a:ext cx="14096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8" name="Connector 3452"/>
          <p:cNvSpPr/>
          <p:nvPr/>
        </p:nvSpPr>
        <p:spPr>
          <a:xfrm>
            <a:off x="7525384" y="4263388"/>
            <a:ext cx="4700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9" name="Connector 3453"/>
          <p:cNvSpPr/>
          <p:nvPr/>
        </p:nvSpPr>
        <p:spPr>
          <a:xfrm flipH="1">
            <a:off x="7525384" y="4366259"/>
            <a:ext cx="4699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0" name="Connector 3454"/>
          <p:cNvSpPr/>
          <p:nvPr/>
        </p:nvSpPr>
        <p:spPr>
          <a:xfrm flipH="1">
            <a:off x="7511288" y="4469129"/>
            <a:ext cx="14098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1" name="Connector 3455"/>
          <p:cNvSpPr/>
          <p:nvPr/>
        </p:nvSpPr>
        <p:spPr>
          <a:xfrm flipH="1">
            <a:off x="7487793" y="4571999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2" name="Connector 3456"/>
          <p:cNvSpPr/>
          <p:nvPr/>
        </p:nvSpPr>
        <p:spPr>
          <a:xfrm flipH="1">
            <a:off x="7454900" y="4674870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3" name="Connector 3457"/>
          <p:cNvSpPr/>
          <p:nvPr/>
        </p:nvSpPr>
        <p:spPr>
          <a:xfrm flipH="1">
            <a:off x="7412608" y="4777740"/>
            <a:ext cx="42292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4" name="Connector 3458"/>
          <p:cNvSpPr/>
          <p:nvPr/>
        </p:nvSpPr>
        <p:spPr>
          <a:xfrm flipH="1">
            <a:off x="7360919" y="4880609"/>
            <a:ext cx="51690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5" name="Connector 3459"/>
          <p:cNvSpPr/>
          <p:nvPr/>
        </p:nvSpPr>
        <p:spPr>
          <a:xfrm>
            <a:off x="7360919" y="3749038"/>
            <a:ext cx="68454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6" name="Connector 3460"/>
          <p:cNvSpPr/>
          <p:nvPr/>
        </p:nvSpPr>
        <p:spPr>
          <a:xfrm>
            <a:off x="7429372" y="3954779"/>
            <a:ext cx="56007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7" name="Connector 3461"/>
          <p:cNvSpPr/>
          <p:nvPr/>
        </p:nvSpPr>
        <p:spPr>
          <a:xfrm>
            <a:off x="7485378" y="4160520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8" name="Connector 3462"/>
          <p:cNvSpPr/>
          <p:nvPr/>
        </p:nvSpPr>
        <p:spPr>
          <a:xfrm>
            <a:off x="7528941" y="4366259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9" name="Connector 3463"/>
          <p:cNvSpPr/>
          <p:nvPr/>
        </p:nvSpPr>
        <p:spPr>
          <a:xfrm>
            <a:off x="7560056" y="4571999"/>
            <a:ext cx="18669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0" name="Connector 3464"/>
          <p:cNvSpPr/>
          <p:nvPr/>
        </p:nvSpPr>
        <p:spPr>
          <a:xfrm>
            <a:off x="7578724" y="4777740"/>
            <a:ext cx="6225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1" name="Connector 3465"/>
          <p:cNvSpPr/>
          <p:nvPr/>
        </p:nvSpPr>
        <p:spPr>
          <a:xfrm flipH="1">
            <a:off x="7578724" y="4983479"/>
            <a:ext cx="6225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2" name="Connector 3466"/>
          <p:cNvSpPr/>
          <p:nvPr/>
        </p:nvSpPr>
        <p:spPr>
          <a:xfrm flipH="1">
            <a:off x="7560056" y="5189220"/>
            <a:ext cx="18669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3" name="Connector 3467"/>
          <p:cNvSpPr/>
          <p:nvPr/>
        </p:nvSpPr>
        <p:spPr>
          <a:xfrm flipH="1">
            <a:off x="7528941" y="5394959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4" name="Connector 3468"/>
          <p:cNvSpPr/>
          <p:nvPr/>
        </p:nvSpPr>
        <p:spPr>
          <a:xfrm flipH="1">
            <a:off x="7485378" y="5600699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5" name="Connector 3469"/>
          <p:cNvSpPr/>
          <p:nvPr/>
        </p:nvSpPr>
        <p:spPr>
          <a:xfrm flipH="1">
            <a:off x="7429372" y="5806440"/>
            <a:ext cx="56007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6" name="Connector 3470"/>
          <p:cNvSpPr/>
          <p:nvPr/>
        </p:nvSpPr>
        <p:spPr>
          <a:xfrm flipH="1">
            <a:off x="7360919" y="6012179"/>
            <a:ext cx="68454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7" name="Connector 3471"/>
          <p:cNvSpPr/>
          <p:nvPr/>
        </p:nvSpPr>
        <p:spPr>
          <a:xfrm>
            <a:off x="7360919" y="3749038"/>
            <a:ext cx="8521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8" name="Connector 3472"/>
          <p:cNvSpPr/>
          <p:nvPr/>
        </p:nvSpPr>
        <p:spPr>
          <a:xfrm>
            <a:off x="7446136" y="4057648"/>
            <a:ext cx="69724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9" name="Connector 3473"/>
          <p:cNvSpPr/>
          <p:nvPr/>
        </p:nvSpPr>
        <p:spPr>
          <a:xfrm>
            <a:off x="7515859" y="4366259"/>
            <a:ext cx="54230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0" name="Connector 3474"/>
          <p:cNvSpPr/>
          <p:nvPr/>
        </p:nvSpPr>
        <p:spPr>
          <a:xfrm>
            <a:off x="7570089" y="4674870"/>
            <a:ext cx="38736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1" name="Connector 3475"/>
          <p:cNvSpPr/>
          <p:nvPr/>
        </p:nvSpPr>
        <p:spPr>
          <a:xfrm>
            <a:off x="7608823" y="4983479"/>
            <a:ext cx="23241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2" name="Connector 3476"/>
          <p:cNvSpPr/>
          <p:nvPr/>
        </p:nvSpPr>
        <p:spPr>
          <a:xfrm>
            <a:off x="7632064" y="5292090"/>
            <a:ext cx="7749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3" name="Connector 3477"/>
          <p:cNvSpPr/>
          <p:nvPr/>
        </p:nvSpPr>
        <p:spPr>
          <a:xfrm flipH="1">
            <a:off x="7632065" y="5600699"/>
            <a:ext cx="774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4" name="Connector 3478"/>
          <p:cNvSpPr/>
          <p:nvPr/>
        </p:nvSpPr>
        <p:spPr>
          <a:xfrm flipH="1">
            <a:off x="7608823" y="5909309"/>
            <a:ext cx="23242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5" name="Connector 3479"/>
          <p:cNvSpPr/>
          <p:nvPr/>
        </p:nvSpPr>
        <p:spPr>
          <a:xfrm flipH="1">
            <a:off x="7570089" y="6217920"/>
            <a:ext cx="38736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6" name="Connector 3480"/>
          <p:cNvSpPr/>
          <p:nvPr/>
        </p:nvSpPr>
        <p:spPr>
          <a:xfrm flipH="1">
            <a:off x="7515859" y="6526530"/>
            <a:ext cx="54230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7" name="Connector 3481"/>
          <p:cNvSpPr/>
          <p:nvPr/>
        </p:nvSpPr>
        <p:spPr>
          <a:xfrm flipH="1">
            <a:off x="7446136" y="6835140"/>
            <a:ext cx="69724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8" name="Connector 3482"/>
          <p:cNvSpPr/>
          <p:nvPr/>
        </p:nvSpPr>
        <p:spPr>
          <a:xfrm flipH="1">
            <a:off x="7360919" y="7143749"/>
            <a:ext cx="8521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9" name="Connector 3483"/>
          <p:cNvSpPr/>
          <p:nvPr/>
        </p:nvSpPr>
        <p:spPr>
          <a:xfrm>
            <a:off x="7360919" y="3749038"/>
            <a:ext cx="101982" cy="411483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0" name="Connector 3484"/>
          <p:cNvSpPr/>
          <p:nvPr/>
        </p:nvSpPr>
        <p:spPr>
          <a:xfrm>
            <a:off x="7462901" y="4160520"/>
            <a:ext cx="83440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1" name="Connector 3485"/>
          <p:cNvSpPr/>
          <p:nvPr/>
        </p:nvSpPr>
        <p:spPr>
          <a:xfrm>
            <a:off x="7546340" y="4571999"/>
            <a:ext cx="64898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2" name="Connector 3486"/>
          <p:cNvSpPr/>
          <p:nvPr/>
        </p:nvSpPr>
        <p:spPr>
          <a:xfrm>
            <a:off x="7611236" y="4983479"/>
            <a:ext cx="46356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3" name="Connector 3487"/>
          <p:cNvSpPr/>
          <p:nvPr/>
        </p:nvSpPr>
        <p:spPr>
          <a:xfrm>
            <a:off x="7657592" y="5394959"/>
            <a:ext cx="27812" cy="41148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4" name="Connector 3488"/>
          <p:cNvSpPr/>
          <p:nvPr/>
        </p:nvSpPr>
        <p:spPr>
          <a:xfrm>
            <a:off x="7685403" y="5806438"/>
            <a:ext cx="9272" cy="411483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5" name="Connector 3489"/>
          <p:cNvSpPr/>
          <p:nvPr/>
        </p:nvSpPr>
        <p:spPr>
          <a:xfrm flipH="1">
            <a:off x="7685403" y="6217920"/>
            <a:ext cx="927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6" name="Connector 3490"/>
          <p:cNvSpPr/>
          <p:nvPr/>
        </p:nvSpPr>
        <p:spPr>
          <a:xfrm flipH="1">
            <a:off x="7657593" y="6629399"/>
            <a:ext cx="2781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7" name="Connector 3491"/>
          <p:cNvSpPr/>
          <p:nvPr/>
        </p:nvSpPr>
        <p:spPr>
          <a:xfrm flipH="1">
            <a:off x="7611236" y="7040880"/>
            <a:ext cx="46356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8" name="Connector 3492"/>
          <p:cNvSpPr/>
          <p:nvPr/>
        </p:nvSpPr>
        <p:spPr>
          <a:xfrm flipH="1">
            <a:off x="7546340" y="7452359"/>
            <a:ext cx="64898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9" name="Connector 3493"/>
          <p:cNvSpPr/>
          <p:nvPr/>
        </p:nvSpPr>
        <p:spPr>
          <a:xfrm flipH="1">
            <a:off x="7462901" y="7863840"/>
            <a:ext cx="83440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0" name="Connector 3494"/>
          <p:cNvSpPr/>
          <p:nvPr/>
        </p:nvSpPr>
        <p:spPr>
          <a:xfrm flipH="1">
            <a:off x="7360919" y="8275319"/>
            <a:ext cx="10198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1" name="Connector 3495"/>
          <p:cNvSpPr/>
          <p:nvPr/>
        </p:nvSpPr>
        <p:spPr>
          <a:xfrm>
            <a:off x="7360919" y="3749038"/>
            <a:ext cx="118745" cy="51435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2" name="Connector 3496"/>
          <p:cNvSpPr/>
          <p:nvPr/>
        </p:nvSpPr>
        <p:spPr>
          <a:xfrm>
            <a:off x="7479664" y="4263390"/>
            <a:ext cx="97157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3" name="Connector 3497"/>
          <p:cNvSpPr/>
          <p:nvPr/>
        </p:nvSpPr>
        <p:spPr>
          <a:xfrm>
            <a:off x="7576819" y="4777740"/>
            <a:ext cx="7556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4" name="Connector 3498"/>
          <p:cNvSpPr/>
          <p:nvPr/>
        </p:nvSpPr>
        <p:spPr>
          <a:xfrm>
            <a:off x="7652384" y="5292090"/>
            <a:ext cx="5397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5" name="Connector 3499"/>
          <p:cNvSpPr/>
          <p:nvPr/>
        </p:nvSpPr>
        <p:spPr>
          <a:xfrm>
            <a:off x="7706359" y="5806440"/>
            <a:ext cx="32385" cy="514349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6" name="Connector 3500"/>
          <p:cNvSpPr/>
          <p:nvPr/>
        </p:nvSpPr>
        <p:spPr>
          <a:xfrm>
            <a:off x="7738743" y="6320788"/>
            <a:ext cx="10797" cy="51435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7" name="Connector 3501"/>
          <p:cNvSpPr/>
          <p:nvPr/>
        </p:nvSpPr>
        <p:spPr>
          <a:xfrm flipH="1">
            <a:off x="7738743" y="6835140"/>
            <a:ext cx="10797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8" name="Connector 3502"/>
          <p:cNvSpPr/>
          <p:nvPr/>
        </p:nvSpPr>
        <p:spPr>
          <a:xfrm flipH="1">
            <a:off x="7706359" y="7349490"/>
            <a:ext cx="32385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9" name="Connector 3503"/>
          <p:cNvSpPr/>
          <p:nvPr/>
        </p:nvSpPr>
        <p:spPr>
          <a:xfrm flipH="1">
            <a:off x="7652384" y="7863840"/>
            <a:ext cx="5397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0" name="Connector 3504"/>
          <p:cNvSpPr/>
          <p:nvPr/>
        </p:nvSpPr>
        <p:spPr>
          <a:xfrm flipH="1">
            <a:off x="7576819" y="8378190"/>
            <a:ext cx="7556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1" name="Connector 3505"/>
          <p:cNvSpPr/>
          <p:nvPr/>
        </p:nvSpPr>
        <p:spPr>
          <a:xfrm flipH="1">
            <a:off x="7479664" y="8892540"/>
            <a:ext cx="97157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2" name="Connector 3506"/>
          <p:cNvSpPr/>
          <p:nvPr/>
        </p:nvSpPr>
        <p:spPr>
          <a:xfrm flipH="1">
            <a:off x="7360919" y="9406890"/>
            <a:ext cx="118745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3" name="Connector 3507"/>
          <p:cNvSpPr/>
          <p:nvPr/>
        </p:nvSpPr>
        <p:spPr>
          <a:xfrm>
            <a:off x="7360919" y="3749038"/>
            <a:ext cx="135510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4" name="Connector 3508"/>
          <p:cNvSpPr/>
          <p:nvPr/>
        </p:nvSpPr>
        <p:spPr>
          <a:xfrm>
            <a:off x="7496429" y="4366259"/>
            <a:ext cx="110871" cy="61722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5" name="Connector 3509"/>
          <p:cNvSpPr/>
          <p:nvPr/>
        </p:nvSpPr>
        <p:spPr>
          <a:xfrm>
            <a:off x="7607300" y="4983479"/>
            <a:ext cx="86234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6" name="Connector 3510"/>
          <p:cNvSpPr/>
          <p:nvPr/>
        </p:nvSpPr>
        <p:spPr>
          <a:xfrm>
            <a:off x="7693532" y="5600699"/>
            <a:ext cx="61596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7" name="Connector 3511"/>
          <p:cNvSpPr/>
          <p:nvPr/>
        </p:nvSpPr>
        <p:spPr>
          <a:xfrm>
            <a:off x="7755128" y="6217920"/>
            <a:ext cx="36957" cy="61722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8" name="Connector 3512"/>
          <p:cNvSpPr/>
          <p:nvPr/>
        </p:nvSpPr>
        <p:spPr>
          <a:xfrm>
            <a:off x="7792084" y="6835139"/>
            <a:ext cx="12321" cy="61722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9" name="Connector 3513"/>
          <p:cNvSpPr/>
          <p:nvPr/>
        </p:nvSpPr>
        <p:spPr>
          <a:xfrm flipH="1">
            <a:off x="7792084" y="7452359"/>
            <a:ext cx="12320" cy="61722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0" name="Connector 3514"/>
          <p:cNvSpPr/>
          <p:nvPr/>
        </p:nvSpPr>
        <p:spPr>
          <a:xfrm flipH="1">
            <a:off x="7755128" y="8069578"/>
            <a:ext cx="36958" cy="61722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1" name="Connector 3515"/>
          <p:cNvSpPr/>
          <p:nvPr/>
        </p:nvSpPr>
        <p:spPr>
          <a:xfrm flipH="1">
            <a:off x="7693532" y="8686799"/>
            <a:ext cx="61596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2" name="Connector 3516"/>
          <p:cNvSpPr/>
          <p:nvPr/>
        </p:nvSpPr>
        <p:spPr>
          <a:xfrm flipH="1">
            <a:off x="7607299" y="9304019"/>
            <a:ext cx="86234" cy="61722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3" name="Connector 3517"/>
          <p:cNvSpPr/>
          <p:nvPr/>
        </p:nvSpPr>
        <p:spPr>
          <a:xfrm flipH="1">
            <a:off x="7496430" y="9921240"/>
            <a:ext cx="110871" cy="61722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4" name="Connector 3518"/>
          <p:cNvSpPr/>
          <p:nvPr/>
        </p:nvSpPr>
        <p:spPr>
          <a:xfrm flipH="1">
            <a:off x="7360919" y="10538459"/>
            <a:ext cx="135510" cy="61722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5" name="Connector 3519"/>
          <p:cNvSpPr/>
          <p:nvPr/>
        </p:nvSpPr>
        <p:spPr>
          <a:xfrm>
            <a:off x="7360919" y="4983479"/>
            <a:ext cx="51690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6" name="Connector 3520"/>
          <p:cNvSpPr/>
          <p:nvPr/>
        </p:nvSpPr>
        <p:spPr>
          <a:xfrm>
            <a:off x="7412608" y="5086348"/>
            <a:ext cx="42292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7" name="Connector 3521"/>
          <p:cNvSpPr/>
          <p:nvPr/>
        </p:nvSpPr>
        <p:spPr>
          <a:xfrm>
            <a:off x="7454900" y="5189220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8" name="Connector 3522"/>
          <p:cNvSpPr/>
          <p:nvPr/>
        </p:nvSpPr>
        <p:spPr>
          <a:xfrm>
            <a:off x="7487793" y="5292090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9" name="Connector 3523"/>
          <p:cNvSpPr/>
          <p:nvPr/>
        </p:nvSpPr>
        <p:spPr>
          <a:xfrm>
            <a:off x="7511288" y="5394959"/>
            <a:ext cx="14096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0" name="Connector 3524"/>
          <p:cNvSpPr/>
          <p:nvPr/>
        </p:nvSpPr>
        <p:spPr>
          <a:xfrm>
            <a:off x="7525384" y="5497829"/>
            <a:ext cx="4700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1" name="Connector 3525"/>
          <p:cNvSpPr/>
          <p:nvPr/>
        </p:nvSpPr>
        <p:spPr>
          <a:xfrm flipH="1">
            <a:off x="7525384" y="5600699"/>
            <a:ext cx="4699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2" name="Connector 3526"/>
          <p:cNvSpPr/>
          <p:nvPr/>
        </p:nvSpPr>
        <p:spPr>
          <a:xfrm flipH="1">
            <a:off x="7511288" y="5703570"/>
            <a:ext cx="14098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3" name="Connector 3527"/>
          <p:cNvSpPr/>
          <p:nvPr/>
        </p:nvSpPr>
        <p:spPr>
          <a:xfrm flipH="1">
            <a:off x="7487793" y="5806440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4" name="Connector 3528"/>
          <p:cNvSpPr/>
          <p:nvPr/>
        </p:nvSpPr>
        <p:spPr>
          <a:xfrm flipH="1">
            <a:off x="7454900" y="5909309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5" name="Connector 3529"/>
          <p:cNvSpPr/>
          <p:nvPr/>
        </p:nvSpPr>
        <p:spPr>
          <a:xfrm flipH="1">
            <a:off x="7412608" y="6012179"/>
            <a:ext cx="42292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6" name="Connector 3530"/>
          <p:cNvSpPr/>
          <p:nvPr/>
        </p:nvSpPr>
        <p:spPr>
          <a:xfrm flipH="1">
            <a:off x="7360919" y="6115049"/>
            <a:ext cx="51690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7" name="Connector 3531"/>
          <p:cNvSpPr/>
          <p:nvPr/>
        </p:nvSpPr>
        <p:spPr>
          <a:xfrm>
            <a:off x="7360919" y="4983479"/>
            <a:ext cx="68454" cy="20574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8" name="Connector 3532"/>
          <p:cNvSpPr/>
          <p:nvPr/>
        </p:nvSpPr>
        <p:spPr>
          <a:xfrm>
            <a:off x="7429372" y="5189218"/>
            <a:ext cx="56007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9" name="Connector 3533"/>
          <p:cNvSpPr/>
          <p:nvPr/>
        </p:nvSpPr>
        <p:spPr>
          <a:xfrm>
            <a:off x="7485378" y="5394959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0" name="Connector 3534"/>
          <p:cNvSpPr/>
          <p:nvPr/>
        </p:nvSpPr>
        <p:spPr>
          <a:xfrm>
            <a:off x="7528941" y="5600699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1" name="Connector 3535"/>
          <p:cNvSpPr/>
          <p:nvPr/>
        </p:nvSpPr>
        <p:spPr>
          <a:xfrm>
            <a:off x="7560056" y="5806440"/>
            <a:ext cx="18669" cy="20574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2" name="Connector 3536"/>
          <p:cNvSpPr/>
          <p:nvPr/>
        </p:nvSpPr>
        <p:spPr>
          <a:xfrm>
            <a:off x="7578724" y="6012179"/>
            <a:ext cx="6225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3" name="Connector 3537"/>
          <p:cNvSpPr/>
          <p:nvPr/>
        </p:nvSpPr>
        <p:spPr>
          <a:xfrm flipH="1">
            <a:off x="7578724" y="6217920"/>
            <a:ext cx="6225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4" name="Connector 3538"/>
          <p:cNvSpPr/>
          <p:nvPr/>
        </p:nvSpPr>
        <p:spPr>
          <a:xfrm flipH="1">
            <a:off x="7560056" y="6423659"/>
            <a:ext cx="18669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5" name="Connector 3539"/>
          <p:cNvSpPr/>
          <p:nvPr/>
        </p:nvSpPr>
        <p:spPr>
          <a:xfrm flipH="1">
            <a:off x="7528941" y="6629399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6" name="Connector 3540"/>
          <p:cNvSpPr/>
          <p:nvPr/>
        </p:nvSpPr>
        <p:spPr>
          <a:xfrm flipH="1">
            <a:off x="7485378" y="6835140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7" name="Connector 3541"/>
          <p:cNvSpPr/>
          <p:nvPr/>
        </p:nvSpPr>
        <p:spPr>
          <a:xfrm flipH="1">
            <a:off x="7429372" y="7040880"/>
            <a:ext cx="56007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8" name="Connector 3542"/>
          <p:cNvSpPr/>
          <p:nvPr/>
        </p:nvSpPr>
        <p:spPr>
          <a:xfrm flipH="1">
            <a:off x="7360919" y="7246619"/>
            <a:ext cx="68454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9" name="Connector 3543"/>
          <p:cNvSpPr/>
          <p:nvPr/>
        </p:nvSpPr>
        <p:spPr>
          <a:xfrm>
            <a:off x="7360919" y="4983479"/>
            <a:ext cx="85218" cy="30861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0" name="Connector 3544"/>
          <p:cNvSpPr/>
          <p:nvPr/>
        </p:nvSpPr>
        <p:spPr>
          <a:xfrm>
            <a:off x="7446136" y="5292088"/>
            <a:ext cx="69724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1" name="Connector 3545"/>
          <p:cNvSpPr/>
          <p:nvPr/>
        </p:nvSpPr>
        <p:spPr>
          <a:xfrm>
            <a:off x="7515859" y="5600699"/>
            <a:ext cx="54230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2" name="Connector 3546"/>
          <p:cNvSpPr/>
          <p:nvPr/>
        </p:nvSpPr>
        <p:spPr>
          <a:xfrm>
            <a:off x="7570089" y="5909309"/>
            <a:ext cx="38736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3" name="Connector 3547"/>
          <p:cNvSpPr/>
          <p:nvPr/>
        </p:nvSpPr>
        <p:spPr>
          <a:xfrm>
            <a:off x="7608823" y="6217920"/>
            <a:ext cx="23241" cy="30861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4" name="Connector 3548"/>
          <p:cNvSpPr/>
          <p:nvPr/>
        </p:nvSpPr>
        <p:spPr>
          <a:xfrm>
            <a:off x="7632064" y="6526528"/>
            <a:ext cx="7749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5" name="Connector 3549"/>
          <p:cNvSpPr/>
          <p:nvPr/>
        </p:nvSpPr>
        <p:spPr>
          <a:xfrm flipH="1">
            <a:off x="7632065" y="6835140"/>
            <a:ext cx="774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6" name="Connector 3550"/>
          <p:cNvSpPr/>
          <p:nvPr/>
        </p:nvSpPr>
        <p:spPr>
          <a:xfrm flipH="1">
            <a:off x="7608823" y="7143749"/>
            <a:ext cx="23242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7" name="Connector 3551"/>
          <p:cNvSpPr/>
          <p:nvPr/>
        </p:nvSpPr>
        <p:spPr>
          <a:xfrm flipH="1">
            <a:off x="7570089" y="7452359"/>
            <a:ext cx="38736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8" name="Connector 3552"/>
          <p:cNvSpPr/>
          <p:nvPr/>
        </p:nvSpPr>
        <p:spPr>
          <a:xfrm flipH="1">
            <a:off x="7515859" y="7760969"/>
            <a:ext cx="54230" cy="30861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9" name="Connector 3553"/>
          <p:cNvSpPr/>
          <p:nvPr/>
        </p:nvSpPr>
        <p:spPr>
          <a:xfrm flipH="1">
            <a:off x="7446136" y="8069578"/>
            <a:ext cx="69724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0" name="Connector 3554"/>
          <p:cNvSpPr/>
          <p:nvPr/>
        </p:nvSpPr>
        <p:spPr>
          <a:xfrm flipH="1">
            <a:off x="7360919" y="8378190"/>
            <a:ext cx="8521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1" name="Connector 3555"/>
          <p:cNvSpPr/>
          <p:nvPr/>
        </p:nvSpPr>
        <p:spPr>
          <a:xfrm>
            <a:off x="7360919" y="4983479"/>
            <a:ext cx="101982" cy="41148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2" name="Connector 3556"/>
          <p:cNvSpPr/>
          <p:nvPr/>
        </p:nvSpPr>
        <p:spPr>
          <a:xfrm>
            <a:off x="7462901" y="5394959"/>
            <a:ext cx="83440" cy="41148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3" name="Connector 3557"/>
          <p:cNvSpPr/>
          <p:nvPr/>
        </p:nvSpPr>
        <p:spPr>
          <a:xfrm>
            <a:off x="7546340" y="5806440"/>
            <a:ext cx="64898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4" name="Connector 3558"/>
          <p:cNvSpPr/>
          <p:nvPr/>
        </p:nvSpPr>
        <p:spPr>
          <a:xfrm>
            <a:off x="7611236" y="6217920"/>
            <a:ext cx="46356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5" name="Connector 3559"/>
          <p:cNvSpPr/>
          <p:nvPr/>
        </p:nvSpPr>
        <p:spPr>
          <a:xfrm>
            <a:off x="7657592" y="6629399"/>
            <a:ext cx="2781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6" name="Connector 3560"/>
          <p:cNvSpPr/>
          <p:nvPr/>
        </p:nvSpPr>
        <p:spPr>
          <a:xfrm>
            <a:off x="7685403" y="7040878"/>
            <a:ext cx="9272" cy="41148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7" name="Connector 3561"/>
          <p:cNvSpPr/>
          <p:nvPr/>
        </p:nvSpPr>
        <p:spPr>
          <a:xfrm flipH="1">
            <a:off x="7685403" y="7452359"/>
            <a:ext cx="927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8" name="Connector 3562"/>
          <p:cNvSpPr/>
          <p:nvPr/>
        </p:nvSpPr>
        <p:spPr>
          <a:xfrm flipH="1">
            <a:off x="7657593" y="7863840"/>
            <a:ext cx="2781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9" name="Connector 3563"/>
          <p:cNvSpPr/>
          <p:nvPr/>
        </p:nvSpPr>
        <p:spPr>
          <a:xfrm flipH="1">
            <a:off x="7611236" y="8275319"/>
            <a:ext cx="46356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0" name="Connector 3564"/>
          <p:cNvSpPr/>
          <p:nvPr/>
        </p:nvSpPr>
        <p:spPr>
          <a:xfrm flipH="1">
            <a:off x="7546340" y="8686799"/>
            <a:ext cx="64898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1" name="Connector 3565"/>
          <p:cNvSpPr/>
          <p:nvPr/>
        </p:nvSpPr>
        <p:spPr>
          <a:xfrm flipH="1">
            <a:off x="7462901" y="9098280"/>
            <a:ext cx="83440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2" name="Connector 3566"/>
          <p:cNvSpPr/>
          <p:nvPr/>
        </p:nvSpPr>
        <p:spPr>
          <a:xfrm flipH="1">
            <a:off x="7360919" y="9509759"/>
            <a:ext cx="10198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3" name="Connector 3567"/>
          <p:cNvSpPr/>
          <p:nvPr/>
        </p:nvSpPr>
        <p:spPr>
          <a:xfrm>
            <a:off x="7360919" y="4983479"/>
            <a:ext cx="118745" cy="514349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4" name="Connector 3568"/>
          <p:cNvSpPr/>
          <p:nvPr/>
        </p:nvSpPr>
        <p:spPr>
          <a:xfrm>
            <a:off x="7479664" y="5497829"/>
            <a:ext cx="97157" cy="51435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5" name="Connector 3569"/>
          <p:cNvSpPr/>
          <p:nvPr/>
        </p:nvSpPr>
        <p:spPr>
          <a:xfrm>
            <a:off x="7576819" y="6012179"/>
            <a:ext cx="7556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6" name="Connector 3570"/>
          <p:cNvSpPr/>
          <p:nvPr/>
        </p:nvSpPr>
        <p:spPr>
          <a:xfrm>
            <a:off x="7652384" y="6526530"/>
            <a:ext cx="5397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7" name="Connector 3571"/>
          <p:cNvSpPr/>
          <p:nvPr/>
        </p:nvSpPr>
        <p:spPr>
          <a:xfrm>
            <a:off x="7706359" y="7040880"/>
            <a:ext cx="32385" cy="514349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8" name="Connector 3572"/>
          <p:cNvSpPr/>
          <p:nvPr/>
        </p:nvSpPr>
        <p:spPr>
          <a:xfrm>
            <a:off x="7738743" y="7555228"/>
            <a:ext cx="10797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9" name="Connector 3573"/>
          <p:cNvSpPr/>
          <p:nvPr/>
        </p:nvSpPr>
        <p:spPr>
          <a:xfrm flipH="1">
            <a:off x="7738743" y="8069578"/>
            <a:ext cx="10797" cy="51435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0" name="Connector 3574"/>
          <p:cNvSpPr/>
          <p:nvPr/>
        </p:nvSpPr>
        <p:spPr>
          <a:xfrm flipH="1">
            <a:off x="7706359" y="8583930"/>
            <a:ext cx="32385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1" name="Connector 3575"/>
          <p:cNvSpPr/>
          <p:nvPr/>
        </p:nvSpPr>
        <p:spPr>
          <a:xfrm flipH="1">
            <a:off x="7652384" y="9098280"/>
            <a:ext cx="5397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2" name="Connector 3576"/>
          <p:cNvSpPr/>
          <p:nvPr/>
        </p:nvSpPr>
        <p:spPr>
          <a:xfrm flipH="1">
            <a:off x="7576819" y="9612630"/>
            <a:ext cx="75566" cy="51435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3" name="Connector 3577"/>
          <p:cNvSpPr/>
          <p:nvPr/>
        </p:nvSpPr>
        <p:spPr>
          <a:xfrm flipH="1">
            <a:off x="7479664" y="10126980"/>
            <a:ext cx="97157" cy="514349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4" name="Connector 3578"/>
          <p:cNvSpPr/>
          <p:nvPr/>
        </p:nvSpPr>
        <p:spPr>
          <a:xfrm flipH="1">
            <a:off x="7360919" y="10641328"/>
            <a:ext cx="118745" cy="51435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5" name="Connector 3579"/>
          <p:cNvSpPr/>
          <p:nvPr/>
        </p:nvSpPr>
        <p:spPr>
          <a:xfrm>
            <a:off x="7360919" y="6217920"/>
            <a:ext cx="51690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6" name="Connector 3580"/>
          <p:cNvSpPr/>
          <p:nvPr/>
        </p:nvSpPr>
        <p:spPr>
          <a:xfrm>
            <a:off x="7412608" y="6320788"/>
            <a:ext cx="42292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7" name="Connector 3581"/>
          <p:cNvSpPr/>
          <p:nvPr/>
        </p:nvSpPr>
        <p:spPr>
          <a:xfrm>
            <a:off x="7454900" y="6423659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8" name="Connector 3582"/>
          <p:cNvSpPr/>
          <p:nvPr/>
        </p:nvSpPr>
        <p:spPr>
          <a:xfrm>
            <a:off x="7487793" y="6526530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9" name="Connector 3583"/>
          <p:cNvSpPr/>
          <p:nvPr/>
        </p:nvSpPr>
        <p:spPr>
          <a:xfrm>
            <a:off x="7511288" y="6629400"/>
            <a:ext cx="14096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0" name="Connector 3584"/>
          <p:cNvSpPr/>
          <p:nvPr/>
        </p:nvSpPr>
        <p:spPr>
          <a:xfrm>
            <a:off x="7525384" y="6732268"/>
            <a:ext cx="4700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1" name="Connector 3585"/>
          <p:cNvSpPr/>
          <p:nvPr/>
        </p:nvSpPr>
        <p:spPr>
          <a:xfrm flipH="1">
            <a:off x="7525384" y="6835140"/>
            <a:ext cx="4699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2" name="Connector 3586"/>
          <p:cNvSpPr/>
          <p:nvPr/>
        </p:nvSpPr>
        <p:spPr>
          <a:xfrm flipH="1">
            <a:off x="7511288" y="6938009"/>
            <a:ext cx="14098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3" name="Connector 3587"/>
          <p:cNvSpPr/>
          <p:nvPr/>
        </p:nvSpPr>
        <p:spPr>
          <a:xfrm flipH="1">
            <a:off x="7487793" y="7040880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4" name="Connector 3588"/>
          <p:cNvSpPr/>
          <p:nvPr/>
        </p:nvSpPr>
        <p:spPr>
          <a:xfrm flipH="1">
            <a:off x="7454900" y="7143749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5" name="Connector 3589"/>
          <p:cNvSpPr/>
          <p:nvPr/>
        </p:nvSpPr>
        <p:spPr>
          <a:xfrm flipH="1">
            <a:off x="7412608" y="7246619"/>
            <a:ext cx="42292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6" name="Connector 3590"/>
          <p:cNvSpPr/>
          <p:nvPr/>
        </p:nvSpPr>
        <p:spPr>
          <a:xfrm flipH="1">
            <a:off x="7360919" y="7349490"/>
            <a:ext cx="51690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7" name="Connector 3591"/>
          <p:cNvSpPr/>
          <p:nvPr/>
        </p:nvSpPr>
        <p:spPr>
          <a:xfrm>
            <a:off x="7360919" y="6217920"/>
            <a:ext cx="68454" cy="20574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8" name="Connector 3592"/>
          <p:cNvSpPr/>
          <p:nvPr/>
        </p:nvSpPr>
        <p:spPr>
          <a:xfrm>
            <a:off x="7429372" y="6423659"/>
            <a:ext cx="56007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9" name="Connector 3593"/>
          <p:cNvSpPr/>
          <p:nvPr/>
        </p:nvSpPr>
        <p:spPr>
          <a:xfrm>
            <a:off x="7485378" y="6629399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0" name="Connector 3594"/>
          <p:cNvSpPr/>
          <p:nvPr/>
        </p:nvSpPr>
        <p:spPr>
          <a:xfrm>
            <a:off x="7528941" y="6835140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1" name="Connector 3595"/>
          <p:cNvSpPr/>
          <p:nvPr/>
        </p:nvSpPr>
        <p:spPr>
          <a:xfrm>
            <a:off x="7560056" y="7040880"/>
            <a:ext cx="18669" cy="20574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2" name="Connector 3596"/>
          <p:cNvSpPr/>
          <p:nvPr/>
        </p:nvSpPr>
        <p:spPr>
          <a:xfrm>
            <a:off x="7578724" y="7246618"/>
            <a:ext cx="6225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3" name="Connector 3597"/>
          <p:cNvSpPr/>
          <p:nvPr/>
        </p:nvSpPr>
        <p:spPr>
          <a:xfrm flipH="1">
            <a:off x="7578724" y="7452359"/>
            <a:ext cx="6225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4" name="Connector 3598"/>
          <p:cNvSpPr/>
          <p:nvPr/>
        </p:nvSpPr>
        <p:spPr>
          <a:xfrm flipH="1">
            <a:off x="7560056" y="7658099"/>
            <a:ext cx="18669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5" name="Connector 3599"/>
          <p:cNvSpPr/>
          <p:nvPr/>
        </p:nvSpPr>
        <p:spPr>
          <a:xfrm flipH="1">
            <a:off x="7528941" y="7863840"/>
            <a:ext cx="31116" cy="20574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6" name="Connector 3600"/>
          <p:cNvSpPr/>
          <p:nvPr/>
        </p:nvSpPr>
        <p:spPr>
          <a:xfrm flipH="1">
            <a:off x="7485378" y="8069578"/>
            <a:ext cx="43563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7" name="Connector 3601"/>
          <p:cNvSpPr/>
          <p:nvPr/>
        </p:nvSpPr>
        <p:spPr>
          <a:xfrm flipH="1">
            <a:off x="7429372" y="8275319"/>
            <a:ext cx="56007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8" name="Connector 3602"/>
          <p:cNvSpPr/>
          <p:nvPr/>
        </p:nvSpPr>
        <p:spPr>
          <a:xfrm flipH="1">
            <a:off x="7360919" y="8481059"/>
            <a:ext cx="68454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9" name="Connector 3603"/>
          <p:cNvSpPr/>
          <p:nvPr/>
        </p:nvSpPr>
        <p:spPr>
          <a:xfrm>
            <a:off x="7360919" y="6217920"/>
            <a:ext cx="85218" cy="30861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0" name="Connector 3604"/>
          <p:cNvSpPr/>
          <p:nvPr/>
        </p:nvSpPr>
        <p:spPr>
          <a:xfrm>
            <a:off x="7446136" y="6526528"/>
            <a:ext cx="69724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1" name="Connector 3605"/>
          <p:cNvSpPr/>
          <p:nvPr/>
        </p:nvSpPr>
        <p:spPr>
          <a:xfrm>
            <a:off x="7515859" y="6835140"/>
            <a:ext cx="54230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2" name="Connector 3606"/>
          <p:cNvSpPr/>
          <p:nvPr/>
        </p:nvSpPr>
        <p:spPr>
          <a:xfrm>
            <a:off x="7570089" y="7143749"/>
            <a:ext cx="38736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3" name="Connector 3607"/>
          <p:cNvSpPr/>
          <p:nvPr/>
        </p:nvSpPr>
        <p:spPr>
          <a:xfrm>
            <a:off x="7608823" y="7452359"/>
            <a:ext cx="23241" cy="30861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4" name="Connector 3608"/>
          <p:cNvSpPr/>
          <p:nvPr/>
        </p:nvSpPr>
        <p:spPr>
          <a:xfrm>
            <a:off x="7632064" y="7760968"/>
            <a:ext cx="7749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5" name="Connector 3609"/>
          <p:cNvSpPr/>
          <p:nvPr/>
        </p:nvSpPr>
        <p:spPr>
          <a:xfrm flipH="1">
            <a:off x="7632065" y="8069578"/>
            <a:ext cx="7748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6" name="Connector 3610"/>
          <p:cNvSpPr/>
          <p:nvPr/>
        </p:nvSpPr>
        <p:spPr>
          <a:xfrm flipH="1">
            <a:off x="7608823" y="8378190"/>
            <a:ext cx="23242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7" name="Connector 3611"/>
          <p:cNvSpPr/>
          <p:nvPr/>
        </p:nvSpPr>
        <p:spPr>
          <a:xfrm flipH="1">
            <a:off x="7570089" y="8686799"/>
            <a:ext cx="38736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8" name="Connector 3612"/>
          <p:cNvSpPr/>
          <p:nvPr/>
        </p:nvSpPr>
        <p:spPr>
          <a:xfrm flipH="1">
            <a:off x="7515859" y="8995409"/>
            <a:ext cx="54230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9" name="Connector 3613"/>
          <p:cNvSpPr/>
          <p:nvPr/>
        </p:nvSpPr>
        <p:spPr>
          <a:xfrm flipH="1">
            <a:off x="7446136" y="9304019"/>
            <a:ext cx="69724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0" name="Connector 3614"/>
          <p:cNvSpPr/>
          <p:nvPr/>
        </p:nvSpPr>
        <p:spPr>
          <a:xfrm flipH="1">
            <a:off x="7360919" y="9612630"/>
            <a:ext cx="8521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1" name="Connector 3615"/>
          <p:cNvSpPr/>
          <p:nvPr/>
        </p:nvSpPr>
        <p:spPr>
          <a:xfrm>
            <a:off x="7360919" y="6217920"/>
            <a:ext cx="101982" cy="41148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2" name="Connector 3616"/>
          <p:cNvSpPr/>
          <p:nvPr/>
        </p:nvSpPr>
        <p:spPr>
          <a:xfrm>
            <a:off x="7462901" y="6629399"/>
            <a:ext cx="83440" cy="41148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3" name="Connector 3617"/>
          <p:cNvSpPr/>
          <p:nvPr/>
        </p:nvSpPr>
        <p:spPr>
          <a:xfrm>
            <a:off x="7546340" y="7040880"/>
            <a:ext cx="64898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4" name="Connector 3618"/>
          <p:cNvSpPr/>
          <p:nvPr/>
        </p:nvSpPr>
        <p:spPr>
          <a:xfrm>
            <a:off x="7611236" y="7452359"/>
            <a:ext cx="46356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5" name="Connector 3619"/>
          <p:cNvSpPr/>
          <p:nvPr/>
        </p:nvSpPr>
        <p:spPr>
          <a:xfrm>
            <a:off x="7657592" y="7863840"/>
            <a:ext cx="27812" cy="41148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6" name="Connector 3620"/>
          <p:cNvSpPr/>
          <p:nvPr/>
        </p:nvSpPr>
        <p:spPr>
          <a:xfrm>
            <a:off x="7685403" y="8275318"/>
            <a:ext cx="9272" cy="41148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7" name="Connector 3621"/>
          <p:cNvSpPr/>
          <p:nvPr/>
        </p:nvSpPr>
        <p:spPr>
          <a:xfrm flipH="1">
            <a:off x="7685403" y="8686799"/>
            <a:ext cx="927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8" name="Connector 3622"/>
          <p:cNvSpPr/>
          <p:nvPr/>
        </p:nvSpPr>
        <p:spPr>
          <a:xfrm flipH="1">
            <a:off x="7657593" y="9098280"/>
            <a:ext cx="27812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9" name="Connector 3623"/>
          <p:cNvSpPr/>
          <p:nvPr/>
        </p:nvSpPr>
        <p:spPr>
          <a:xfrm flipH="1">
            <a:off x="7611236" y="9509759"/>
            <a:ext cx="46356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0" name="Connector 3624"/>
          <p:cNvSpPr/>
          <p:nvPr/>
        </p:nvSpPr>
        <p:spPr>
          <a:xfrm flipH="1">
            <a:off x="7546340" y="9921240"/>
            <a:ext cx="64898" cy="41148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1" name="Connector 3625"/>
          <p:cNvSpPr/>
          <p:nvPr/>
        </p:nvSpPr>
        <p:spPr>
          <a:xfrm flipH="1">
            <a:off x="7462901" y="10332719"/>
            <a:ext cx="83440" cy="41148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2" name="Connector 3626"/>
          <p:cNvSpPr/>
          <p:nvPr/>
        </p:nvSpPr>
        <p:spPr>
          <a:xfrm flipH="1">
            <a:off x="7360919" y="10744199"/>
            <a:ext cx="101982" cy="41148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3" name="Connector 3627"/>
          <p:cNvSpPr/>
          <p:nvPr/>
        </p:nvSpPr>
        <p:spPr>
          <a:xfrm>
            <a:off x="7360919" y="7452359"/>
            <a:ext cx="51690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4" name="Connector 3628"/>
          <p:cNvSpPr/>
          <p:nvPr/>
        </p:nvSpPr>
        <p:spPr>
          <a:xfrm>
            <a:off x="7412608" y="7555228"/>
            <a:ext cx="42292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5" name="Connector 3629"/>
          <p:cNvSpPr/>
          <p:nvPr/>
        </p:nvSpPr>
        <p:spPr>
          <a:xfrm>
            <a:off x="7454900" y="7658099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6" name="Connector 3630"/>
          <p:cNvSpPr/>
          <p:nvPr/>
        </p:nvSpPr>
        <p:spPr>
          <a:xfrm>
            <a:off x="7487793" y="7760969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7" name="Connector 3631"/>
          <p:cNvSpPr/>
          <p:nvPr/>
        </p:nvSpPr>
        <p:spPr>
          <a:xfrm>
            <a:off x="7511288" y="7863840"/>
            <a:ext cx="14096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8" name="Connector 3632"/>
          <p:cNvSpPr/>
          <p:nvPr/>
        </p:nvSpPr>
        <p:spPr>
          <a:xfrm>
            <a:off x="7525384" y="7966709"/>
            <a:ext cx="4700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9" name="Connector 3633"/>
          <p:cNvSpPr/>
          <p:nvPr/>
        </p:nvSpPr>
        <p:spPr>
          <a:xfrm flipH="1">
            <a:off x="7525384" y="8069578"/>
            <a:ext cx="4699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0" name="Connector 3634"/>
          <p:cNvSpPr/>
          <p:nvPr/>
        </p:nvSpPr>
        <p:spPr>
          <a:xfrm flipH="1">
            <a:off x="7511288" y="8172449"/>
            <a:ext cx="14098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1" name="Connector 3635"/>
          <p:cNvSpPr/>
          <p:nvPr/>
        </p:nvSpPr>
        <p:spPr>
          <a:xfrm flipH="1">
            <a:off x="7487793" y="8275319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2" name="Connector 3636"/>
          <p:cNvSpPr/>
          <p:nvPr/>
        </p:nvSpPr>
        <p:spPr>
          <a:xfrm flipH="1">
            <a:off x="7454900" y="8378190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3" name="Connector 3637"/>
          <p:cNvSpPr/>
          <p:nvPr/>
        </p:nvSpPr>
        <p:spPr>
          <a:xfrm flipH="1">
            <a:off x="7412608" y="8481059"/>
            <a:ext cx="42292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4" name="Connector 3638"/>
          <p:cNvSpPr/>
          <p:nvPr/>
        </p:nvSpPr>
        <p:spPr>
          <a:xfrm flipH="1">
            <a:off x="7360919" y="8583930"/>
            <a:ext cx="51690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5" name="Connector 3639"/>
          <p:cNvSpPr/>
          <p:nvPr/>
        </p:nvSpPr>
        <p:spPr>
          <a:xfrm>
            <a:off x="7360919" y="7452359"/>
            <a:ext cx="68454" cy="20574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6" name="Connector 3640"/>
          <p:cNvSpPr/>
          <p:nvPr/>
        </p:nvSpPr>
        <p:spPr>
          <a:xfrm>
            <a:off x="7429372" y="7658099"/>
            <a:ext cx="56007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7" name="Connector 3641"/>
          <p:cNvSpPr/>
          <p:nvPr/>
        </p:nvSpPr>
        <p:spPr>
          <a:xfrm>
            <a:off x="7485378" y="7863840"/>
            <a:ext cx="43563" cy="20574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8" name="Connector 3642"/>
          <p:cNvSpPr/>
          <p:nvPr/>
        </p:nvSpPr>
        <p:spPr>
          <a:xfrm>
            <a:off x="7528941" y="8069578"/>
            <a:ext cx="31116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9" name="Connector 3643"/>
          <p:cNvSpPr/>
          <p:nvPr/>
        </p:nvSpPr>
        <p:spPr>
          <a:xfrm>
            <a:off x="7560056" y="8275319"/>
            <a:ext cx="18669" cy="20574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0" name="Connector 3644"/>
          <p:cNvSpPr/>
          <p:nvPr/>
        </p:nvSpPr>
        <p:spPr>
          <a:xfrm>
            <a:off x="7578724" y="8481059"/>
            <a:ext cx="6225" cy="20574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1" name="Connector 3645"/>
          <p:cNvSpPr/>
          <p:nvPr/>
        </p:nvSpPr>
        <p:spPr>
          <a:xfrm flipH="1">
            <a:off x="7578724" y="8686799"/>
            <a:ext cx="6225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2" name="Connector 3646"/>
          <p:cNvSpPr/>
          <p:nvPr/>
        </p:nvSpPr>
        <p:spPr>
          <a:xfrm flipH="1">
            <a:off x="7560056" y="8892540"/>
            <a:ext cx="18669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3" name="Connector 3647"/>
          <p:cNvSpPr/>
          <p:nvPr/>
        </p:nvSpPr>
        <p:spPr>
          <a:xfrm flipH="1">
            <a:off x="7528941" y="9098280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4" name="Connector 3648"/>
          <p:cNvSpPr/>
          <p:nvPr/>
        </p:nvSpPr>
        <p:spPr>
          <a:xfrm flipH="1">
            <a:off x="7485378" y="9304019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5" name="Connector 3649"/>
          <p:cNvSpPr/>
          <p:nvPr/>
        </p:nvSpPr>
        <p:spPr>
          <a:xfrm flipH="1">
            <a:off x="7429372" y="9509759"/>
            <a:ext cx="56007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6" name="Connector 3650"/>
          <p:cNvSpPr/>
          <p:nvPr/>
        </p:nvSpPr>
        <p:spPr>
          <a:xfrm flipH="1">
            <a:off x="7360919" y="9715499"/>
            <a:ext cx="68454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7" name="Connector 3651"/>
          <p:cNvSpPr/>
          <p:nvPr/>
        </p:nvSpPr>
        <p:spPr>
          <a:xfrm>
            <a:off x="7360919" y="7452359"/>
            <a:ext cx="85218" cy="30861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8" name="Connector 3652"/>
          <p:cNvSpPr/>
          <p:nvPr/>
        </p:nvSpPr>
        <p:spPr>
          <a:xfrm>
            <a:off x="7446136" y="7760968"/>
            <a:ext cx="69724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9" name="Connector 3653"/>
          <p:cNvSpPr/>
          <p:nvPr/>
        </p:nvSpPr>
        <p:spPr>
          <a:xfrm>
            <a:off x="7515859" y="8069580"/>
            <a:ext cx="54230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0" name="Connector 3654"/>
          <p:cNvSpPr/>
          <p:nvPr/>
        </p:nvSpPr>
        <p:spPr>
          <a:xfrm>
            <a:off x="7570089" y="8378190"/>
            <a:ext cx="38736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1" name="Connector 3655"/>
          <p:cNvSpPr/>
          <p:nvPr/>
        </p:nvSpPr>
        <p:spPr>
          <a:xfrm>
            <a:off x="7608823" y="8686800"/>
            <a:ext cx="23241" cy="30861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2" name="Connector 3656"/>
          <p:cNvSpPr/>
          <p:nvPr/>
        </p:nvSpPr>
        <p:spPr>
          <a:xfrm>
            <a:off x="7632064" y="8995409"/>
            <a:ext cx="7749" cy="30861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3" name="Connector 3657"/>
          <p:cNvSpPr/>
          <p:nvPr/>
        </p:nvSpPr>
        <p:spPr>
          <a:xfrm flipH="1">
            <a:off x="7632065" y="9304019"/>
            <a:ext cx="774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4" name="Connector 3658"/>
          <p:cNvSpPr/>
          <p:nvPr/>
        </p:nvSpPr>
        <p:spPr>
          <a:xfrm flipH="1">
            <a:off x="7608823" y="9612630"/>
            <a:ext cx="23242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5" name="Connector 3659"/>
          <p:cNvSpPr/>
          <p:nvPr/>
        </p:nvSpPr>
        <p:spPr>
          <a:xfrm flipH="1">
            <a:off x="7570089" y="9921240"/>
            <a:ext cx="38736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6" name="Connector 3660"/>
          <p:cNvSpPr/>
          <p:nvPr/>
        </p:nvSpPr>
        <p:spPr>
          <a:xfrm flipH="1">
            <a:off x="7515859" y="10229849"/>
            <a:ext cx="54230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7" name="Connector 3661"/>
          <p:cNvSpPr/>
          <p:nvPr/>
        </p:nvSpPr>
        <p:spPr>
          <a:xfrm flipH="1">
            <a:off x="7446136" y="10538459"/>
            <a:ext cx="69724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8" name="Connector 3662"/>
          <p:cNvSpPr/>
          <p:nvPr/>
        </p:nvSpPr>
        <p:spPr>
          <a:xfrm flipH="1">
            <a:off x="7360919" y="10847069"/>
            <a:ext cx="85218" cy="30861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9" name="Connector 3663"/>
          <p:cNvSpPr/>
          <p:nvPr/>
        </p:nvSpPr>
        <p:spPr>
          <a:xfrm>
            <a:off x="7360919" y="8686800"/>
            <a:ext cx="51690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0" name="Connector 3664"/>
          <p:cNvSpPr/>
          <p:nvPr/>
        </p:nvSpPr>
        <p:spPr>
          <a:xfrm>
            <a:off x="7412608" y="8789668"/>
            <a:ext cx="42292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1" name="Connector 3665"/>
          <p:cNvSpPr/>
          <p:nvPr/>
        </p:nvSpPr>
        <p:spPr>
          <a:xfrm>
            <a:off x="7454900" y="8892540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2" name="Connector 3666"/>
          <p:cNvSpPr/>
          <p:nvPr/>
        </p:nvSpPr>
        <p:spPr>
          <a:xfrm>
            <a:off x="7487793" y="8995409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3" name="Connector 3667"/>
          <p:cNvSpPr/>
          <p:nvPr/>
        </p:nvSpPr>
        <p:spPr>
          <a:xfrm>
            <a:off x="7511288" y="9098280"/>
            <a:ext cx="14096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4" name="Connector 3668"/>
          <p:cNvSpPr/>
          <p:nvPr/>
        </p:nvSpPr>
        <p:spPr>
          <a:xfrm>
            <a:off x="7525384" y="9201149"/>
            <a:ext cx="4700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5" name="Connector 3669"/>
          <p:cNvSpPr/>
          <p:nvPr/>
        </p:nvSpPr>
        <p:spPr>
          <a:xfrm flipH="1">
            <a:off x="7525384" y="9304019"/>
            <a:ext cx="4699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6" name="Connector 3670"/>
          <p:cNvSpPr/>
          <p:nvPr/>
        </p:nvSpPr>
        <p:spPr>
          <a:xfrm flipH="1">
            <a:off x="7511288" y="9406890"/>
            <a:ext cx="14098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7" name="Connector 3671"/>
          <p:cNvSpPr/>
          <p:nvPr/>
        </p:nvSpPr>
        <p:spPr>
          <a:xfrm flipH="1">
            <a:off x="7487793" y="9509759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8" name="Connector 3672"/>
          <p:cNvSpPr/>
          <p:nvPr/>
        </p:nvSpPr>
        <p:spPr>
          <a:xfrm flipH="1">
            <a:off x="7454900" y="9612630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9" name="Connector 3673"/>
          <p:cNvSpPr/>
          <p:nvPr/>
        </p:nvSpPr>
        <p:spPr>
          <a:xfrm flipH="1">
            <a:off x="7412608" y="9715499"/>
            <a:ext cx="42292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0" name="Connector 3674"/>
          <p:cNvSpPr/>
          <p:nvPr/>
        </p:nvSpPr>
        <p:spPr>
          <a:xfrm flipH="1">
            <a:off x="7360919" y="9818369"/>
            <a:ext cx="51690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1" name="Connector 3675"/>
          <p:cNvSpPr/>
          <p:nvPr/>
        </p:nvSpPr>
        <p:spPr>
          <a:xfrm>
            <a:off x="7360919" y="8686799"/>
            <a:ext cx="68454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2" name="Connector 3676"/>
          <p:cNvSpPr/>
          <p:nvPr/>
        </p:nvSpPr>
        <p:spPr>
          <a:xfrm>
            <a:off x="7429372" y="8892540"/>
            <a:ext cx="56007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3" name="Connector 3677"/>
          <p:cNvSpPr/>
          <p:nvPr/>
        </p:nvSpPr>
        <p:spPr>
          <a:xfrm>
            <a:off x="7485378" y="9098280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4" name="Connector 3678"/>
          <p:cNvSpPr/>
          <p:nvPr/>
        </p:nvSpPr>
        <p:spPr>
          <a:xfrm>
            <a:off x="7528941" y="9304019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5" name="Connector 3679"/>
          <p:cNvSpPr/>
          <p:nvPr/>
        </p:nvSpPr>
        <p:spPr>
          <a:xfrm>
            <a:off x="7560056" y="9509759"/>
            <a:ext cx="18669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6" name="Connector 3680"/>
          <p:cNvSpPr/>
          <p:nvPr/>
        </p:nvSpPr>
        <p:spPr>
          <a:xfrm>
            <a:off x="7578724" y="9715499"/>
            <a:ext cx="6225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7" name="Connector 3681"/>
          <p:cNvSpPr/>
          <p:nvPr/>
        </p:nvSpPr>
        <p:spPr>
          <a:xfrm flipH="1">
            <a:off x="7578724" y="9921240"/>
            <a:ext cx="6225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8" name="Connector 3682"/>
          <p:cNvSpPr/>
          <p:nvPr/>
        </p:nvSpPr>
        <p:spPr>
          <a:xfrm flipH="1">
            <a:off x="7560056" y="10126980"/>
            <a:ext cx="18669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9" name="Connector 3683"/>
          <p:cNvSpPr/>
          <p:nvPr/>
        </p:nvSpPr>
        <p:spPr>
          <a:xfrm flipH="1">
            <a:off x="7528941" y="10332719"/>
            <a:ext cx="31116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0" name="Connector 3684"/>
          <p:cNvSpPr/>
          <p:nvPr/>
        </p:nvSpPr>
        <p:spPr>
          <a:xfrm flipH="1">
            <a:off x="7485378" y="10538459"/>
            <a:ext cx="43563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1" name="Connector 3685"/>
          <p:cNvSpPr/>
          <p:nvPr/>
        </p:nvSpPr>
        <p:spPr>
          <a:xfrm flipH="1">
            <a:off x="7429372" y="10744199"/>
            <a:ext cx="56007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2" name="Connector 3686"/>
          <p:cNvSpPr/>
          <p:nvPr/>
        </p:nvSpPr>
        <p:spPr>
          <a:xfrm flipH="1">
            <a:off x="7360919" y="10949940"/>
            <a:ext cx="68454" cy="20574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3" name="Connector 3687"/>
          <p:cNvSpPr/>
          <p:nvPr/>
        </p:nvSpPr>
        <p:spPr>
          <a:xfrm>
            <a:off x="7360919" y="9921240"/>
            <a:ext cx="51690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4" name="Connector 3688"/>
          <p:cNvSpPr/>
          <p:nvPr/>
        </p:nvSpPr>
        <p:spPr>
          <a:xfrm>
            <a:off x="7412608" y="10024109"/>
            <a:ext cx="42292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5" name="Connector 3689"/>
          <p:cNvSpPr/>
          <p:nvPr/>
        </p:nvSpPr>
        <p:spPr>
          <a:xfrm>
            <a:off x="7454900" y="10126980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6" name="Connector 3690"/>
          <p:cNvSpPr/>
          <p:nvPr/>
        </p:nvSpPr>
        <p:spPr>
          <a:xfrm>
            <a:off x="7487793" y="10229849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7" name="Connector 3691"/>
          <p:cNvSpPr/>
          <p:nvPr/>
        </p:nvSpPr>
        <p:spPr>
          <a:xfrm>
            <a:off x="7511288" y="10332719"/>
            <a:ext cx="14096" cy="102870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8" name="Connector 3692"/>
          <p:cNvSpPr/>
          <p:nvPr/>
        </p:nvSpPr>
        <p:spPr>
          <a:xfrm>
            <a:off x="7525384" y="10435589"/>
            <a:ext cx="4700" cy="102872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9" name="Connector 3693"/>
          <p:cNvSpPr/>
          <p:nvPr/>
        </p:nvSpPr>
        <p:spPr>
          <a:xfrm flipH="1">
            <a:off x="7525384" y="10538459"/>
            <a:ext cx="4699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0" name="Connector 3694"/>
          <p:cNvSpPr/>
          <p:nvPr/>
        </p:nvSpPr>
        <p:spPr>
          <a:xfrm flipH="1">
            <a:off x="7511288" y="10641330"/>
            <a:ext cx="14098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1" name="Connector 3695"/>
          <p:cNvSpPr/>
          <p:nvPr/>
        </p:nvSpPr>
        <p:spPr>
          <a:xfrm flipH="1">
            <a:off x="7487793" y="10744199"/>
            <a:ext cx="23496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2" name="Connector 3696"/>
          <p:cNvSpPr/>
          <p:nvPr/>
        </p:nvSpPr>
        <p:spPr>
          <a:xfrm flipH="1">
            <a:off x="7454900" y="10847069"/>
            <a:ext cx="32893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3" name="Connector 3697"/>
          <p:cNvSpPr/>
          <p:nvPr/>
        </p:nvSpPr>
        <p:spPr>
          <a:xfrm flipH="1">
            <a:off x="7412608" y="10949940"/>
            <a:ext cx="42292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4" name="Connector 3698"/>
          <p:cNvSpPr/>
          <p:nvPr/>
        </p:nvSpPr>
        <p:spPr>
          <a:xfrm flipH="1">
            <a:off x="7360919" y="11052809"/>
            <a:ext cx="51690" cy="102871"/>
          </a:xfrm>
          <a:prstGeom prst="line">
            <a:avLst/>
          </a:prstGeom>
          <a:ln w="2103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5" name="Connector 3699"/>
          <p:cNvSpPr/>
          <p:nvPr/>
        </p:nvSpPr>
        <p:spPr>
          <a:xfrm>
            <a:off x="9829799" y="2514600"/>
            <a:ext cx="51689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6" name="Connector 3700"/>
          <p:cNvSpPr/>
          <p:nvPr/>
        </p:nvSpPr>
        <p:spPr>
          <a:xfrm>
            <a:off x="9881488" y="2617468"/>
            <a:ext cx="42293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7" name="Connector 3701"/>
          <p:cNvSpPr/>
          <p:nvPr/>
        </p:nvSpPr>
        <p:spPr>
          <a:xfrm>
            <a:off x="9923780" y="2720339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8" name="Connector 3702"/>
          <p:cNvSpPr/>
          <p:nvPr/>
        </p:nvSpPr>
        <p:spPr>
          <a:xfrm>
            <a:off x="9956672" y="2823210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9" name="Connector 3703"/>
          <p:cNvSpPr/>
          <p:nvPr/>
        </p:nvSpPr>
        <p:spPr>
          <a:xfrm>
            <a:off x="9980168" y="2926079"/>
            <a:ext cx="140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0" name="Connector 3704"/>
          <p:cNvSpPr/>
          <p:nvPr/>
        </p:nvSpPr>
        <p:spPr>
          <a:xfrm>
            <a:off x="9994264" y="3028949"/>
            <a:ext cx="4701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1" name="Connector 3705"/>
          <p:cNvSpPr/>
          <p:nvPr/>
        </p:nvSpPr>
        <p:spPr>
          <a:xfrm flipH="1">
            <a:off x="9994265" y="3131820"/>
            <a:ext cx="470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2" name="Connector 3706"/>
          <p:cNvSpPr/>
          <p:nvPr/>
        </p:nvSpPr>
        <p:spPr>
          <a:xfrm flipH="1">
            <a:off x="9980168" y="3234689"/>
            <a:ext cx="14098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3" name="Connector 3707"/>
          <p:cNvSpPr/>
          <p:nvPr/>
        </p:nvSpPr>
        <p:spPr>
          <a:xfrm flipH="1">
            <a:off x="9956672" y="3337559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4" name="Connector 3708"/>
          <p:cNvSpPr/>
          <p:nvPr/>
        </p:nvSpPr>
        <p:spPr>
          <a:xfrm flipH="1">
            <a:off x="9923780" y="3440429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5" name="Connector 3709"/>
          <p:cNvSpPr/>
          <p:nvPr/>
        </p:nvSpPr>
        <p:spPr>
          <a:xfrm flipH="1">
            <a:off x="9881489" y="3543299"/>
            <a:ext cx="42292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6" name="Connector 3710"/>
          <p:cNvSpPr/>
          <p:nvPr/>
        </p:nvSpPr>
        <p:spPr>
          <a:xfrm flipH="1">
            <a:off x="9829800" y="3646170"/>
            <a:ext cx="51690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7" name="Connector 3711"/>
          <p:cNvSpPr/>
          <p:nvPr/>
        </p:nvSpPr>
        <p:spPr>
          <a:xfrm>
            <a:off x="9829800" y="2514600"/>
            <a:ext cx="68454" cy="205739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8" name="Connector 3712"/>
          <p:cNvSpPr/>
          <p:nvPr/>
        </p:nvSpPr>
        <p:spPr>
          <a:xfrm>
            <a:off x="9898253" y="2720338"/>
            <a:ext cx="56008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9" name="Connector 3713"/>
          <p:cNvSpPr/>
          <p:nvPr/>
        </p:nvSpPr>
        <p:spPr>
          <a:xfrm>
            <a:off x="9954259" y="2926079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0" name="Connector 3714"/>
          <p:cNvSpPr/>
          <p:nvPr/>
        </p:nvSpPr>
        <p:spPr>
          <a:xfrm>
            <a:off x="9997820" y="3131820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1" name="Connector 3715"/>
          <p:cNvSpPr/>
          <p:nvPr/>
        </p:nvSpPr>
        <p:spPr>
          <a:xfrm>
            <a:off x="10028935" y="3337559"/>
            <a:ext cx="18670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2" name="Connector 3716"/>
          <p:cNvSpPr/>
          <p:nvPr/>
        </p:nvSpPr>
        <p:spPr>
          <a:xfrm>
            <a:off x="10047605" y="3543300"/>
            <a:ext cx="6224" cy="205739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3" name="Connector 3717"/>
          <p:cNvSpPr/>
          <p:nvPr/>
        </p:nvSpPr>
        <p:spPr>
          <a:xfrm flipH="1">
            <a:off x="10047605" y="3749038"/>
            <a:ext cx="6224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4" name="Connector 3718"/>
          <p:cNvSpPr/>
          <p:nvPr/>
        </p:nvSpPr>
        <p:spPr>
          <a:xfrm flipH="1">
            <a:off x="10028935" y="3954779"/>
            <a:ext cx="18670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5" name="Connector 3719"/>
          <p:cNvSpPr/>
          <p:nvPr/>
        </p:nvSpPr>
        <p:spPr>
          <a:xfrm flipH="1">
            <a:off x="9997820" y="4160520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6" name="Connector 3720"/>
          <p:cNvSpPr/>
          <p:nvPr/>
        </p:nvSpPr>
        <p:spPr>
          <a:xfrm flipH="1">
            <a:off x="9954259" y="4366259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7" name="Connector 3721"/>
          <p:cNvSpPr/>
          <p:nvPr/>
        </p:nvSpPr>
        <p:spPr>
          <a:xfrm flipH="1">
            <a:off x="9898253" y="4571999"/>
            <a:ext cx="56008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8" name="Connector 3722"/>
          <p:cNvSpPr/>
          <p:nvPr/>
        </p:nvSpPr>
        <p:spPr>
          <a:xfrm flipH="1">
            <a:off x="9829799" y="4777740"/>
            <a:ext cx="6845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9" name="Connector 3723"/>
          <p:cNvSpPr/>
          <p:nvPr/>
        </p:nvSpPr>
        <p:spPr>
          <a:xfrm>
            <a:off x="9829799" y="2514600"/>
            <a:ext cx="85218" cy="30861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0" name="Connector 3724"/>
          <p:cNvSpPr/>
          <p:nvPr/>
        </p:nvSpPr>
        <p:spPr>
          <a:xfrm>
            <a:off x="9915015" y="2823209"/>
            <a:ext cx="69725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1" name="Connector 3725"/>
          <p:cNvSpPr/>
          <p:nvPr/>
        </p:nvSpPr>
        <p:spPr>
          <a:xfrm>
            <a:off x="9984740" y="3131820"/>
            <a:ext cx="54230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2" name="Connector 3726"/>
          <p:cNvSpPr/>
          <p:nvPr/>
        </p:nvSpPr>
        <p:spPr>
          <a:xfrm>
            <a:off x="10038968" y="3440429"/>
            <a:ext cx="38736" cy="30861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3" name="Connector 3727"/>
          <p:cNvSpPr/>
          <p:nvPr/>
        </p:nvSpPr>
        <p:spPr>
          <a:xfrm>
            <a:off x="10077704" y="3749038"/>
            <a:ext cx="23242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4" name="Connector 3728"/>
          <p:cNvSpPr/>
          <p:nvPr/>
        </p:nvSpPr>
        <p:spPr>
          <a:xfrm>
            <a:off x="10100944" y="4057648"/>
            <a:ext cx="7748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5" name="Connector 3729"/>
          <p:cNvSpPr/>
          <p:nvPr/>
        </p:nvSpPr>
        <p:spPr>
          <a:xfrm flipH="1">
            <a:off x="10100944" y="4366259"/>
            <a:ext cx="7748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6" name="Connector 3730"/>
          <p:cNvSpPr/>
          <p:nvPr/>
        </p:nvSpPr>
        <p:spPr>
          <a:xfrm flipH="1">
            <a:off x="10077704" y="4674870"/>
            <a:ext cx="23242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7" name="Connector 3731"/>
          <p:cNvSpPr/>
          <p:nvPr/>
        </p:nvSpPr>
        <p:spPr>
          <a:xfrm flipH="1">
            <a:off x="10038968" y="4983479"/>
            <a:ext cx="38736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8" name="Connector 3732"/>
          <p:cNvSpPr/>
          <p:nvPr/>
        </p:nvSpPr>
        <p:spPr>
          <a:xfrm flipH="1">
            <a:off x="9984740" y="5292090"/>
            <a:ext cx="54230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9" name="Connector 3733"/>
          <p:cNvSpPr/>
          <p:nvPr/>
        </p:nvSpPr>
        <p:spPr>
          <a:xfrm flipH="1">
            <a:off x="9915015" y="5600699"/>
            <a:ext cx="69725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0" name="Connector 3734"/>
          <p:cNvSpPr/>
          <p:nvPr/>
        </p:nvSpPr>
        <p:spPr>
          <a:xfrm flipH="1">
            <a:off x="9829800" y="5909309"/>
            <a:ext cx="85217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1" name="Connector 3735"/>
          <p:cNvSpPr/>
          <p:nvPr/>
        </p:nvSpPr>
        <p:spPr>
          <a:xfrm>
            <a:off x="9829799" y="2514599"/>
            <a:ext cx="101981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2" name="Connector 3736"/>
          <p:cNvSpPr/>
          <p:nvPr/>
        </p:nvSpPr>
        <p:spPr>
          <a:xfrm>
            <a:off x="9931779" y="2926078"/>
            <a:ext cx="83441" cy="41148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3" name="Connector 3737"/>
          <p:cNvSpPr/>
          <p:nvPr/>
        </p:nvSpPr>
        <p:spPr>
          <a:xfrm>
            <a:off x="10015219" y="3337559"/>
            <a:ext cx="64898" cy="41148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4" name="Connector 3738"/>
          <p:cNvSpPr/>
          <p:nvPr/>
        </p:nvSpPr>
        <p:spPr>
          <a:xfrm>
            <a:off x="10080117" y="3749038"/>
            <a:ext cx="46356" cy="411483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5" name="Connector 3739"/>
          <p:cNvSpPr/>
          <p:nvPr/>
        </p:nvSpPr>
        <p:spPr>
          <a:xfrm>
            <a:off x="10126471" y="4160520"/>
            <a:ext cx="27812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6" name="Connector 3740"/>
          <p:cNvSpPr/>
          <p:nvPr/>
        </p:nvSpPr>
        <p:spPr>
          <a:xfrm>
            <a:off x="10154284" y="4571999"/>
            <a:ext cx="9273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7" name="Connector 3741"/>
          <p:cNvSpPr/>
          <p:nvPr/>
        </p:nvSpPr>
        <p:spPr>
          <a:xfrm flipH="1">
            <a:off x="10154284" y="4983479"/>
            <a:ext cx="9272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8" name="Connector 3742"/>
          <p:cNvSpPr/>
          <p:nvPr/>
        </p:nvSpPr>
        <p:spPr>
          <a:xfrm flipH="1">
            <a:off x="10126471" y="5394959"/>
            <a:ext cx="27814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9" name="Connector 3743"/>
          <p:cNvSpPr/>
          <p:nvPr/>
        </p:nvSpPr>
        <p:spPr>
          <a:xfrm flipH="1">
            <a:off x="10080117" y="5806440"/>
            <a:ext cx="46356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0" name="Connector 3744"/>
          <p:cNvSpPr/>
          <p:nvPr/>
        </p:nvSpPr>
        <p:spPr>
          <a:xfrm flipH="1">
            <a:off x="10015219" y="6217920"/>
            <a:ext cx="64898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1" name="Connector 3745"/>
          <p:cNvSpPr/>
          <p:nvPr/>
        </p:nvSpPr>
        <p:spPr>
          <a:xfrm flipH="1">
            <a:off x="9931781" y="6629399"/>
            <a:ext cx="83440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2" name="Connector 3746"/>
          <p:cNvSpPr/>
          <p:nvPr/>
        </p:nvSpPr>
        <p:spPr>
          <a:xfrm flipH="1">
            <a:off x="9829800" y="7040880"/>
            <a:ext cx="101981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3" name="Connector 3747"/>
          <p:cNvSpPr/>
          <p:nvPr/>
        </p:nvSpPr>
        <p:spPr>
          <a:xfrm>
            <a:off x="9829799" y="2514599"/>
            <a:ext cx="118746" cy="51435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4" name="Connector 3748"/>
          <p:cNvSpPr/>
          <p:nvPr/>
        </p:nvSpPr>
        <p:spPr>
          <a:xfrm>
            <a:off x="9948544" y="3028949"/>
            <a:ext cx="97156" cy="51435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5" name="Connector 3749"/>
          <p:cNvSpPr/>
          <p:nvPr/>
        </p:nvSpPr>
        <p:spPr>
          <a:xfrm>
            <a:off x="10045700" y="3543300"/>
            <a:ext cx="75565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6" name="Connector 3750"/>
          <p:cNvSpPr/>
          <p:nvPr/>
        </p:nvSpPr>
        <p:spPr>
          <a:xfrm>
            <a:off x="10121265" y="4057649"/>
            <a:ext cx="53976" cy="51435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7" name="Connector 3751"/>
          <p:cNvSpPr/>
          <p:nvPr/>
        </p:nvSpPr>
        <p:spPr>
          <a:xfrm>
            <a:off x="10175240" y="4572000"/>
            <a:ext cx="32385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8" name="Connector 3752"/>
          <p:cNvSpPr/>
          <p:nvPr/>
        </p:nvSpPr>
        <p:spPr>
          <a:xfrm>
            <a:off x="10207624" y="5086349"/>
            <a:ext cx="10797" cy="51435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9" name="Connector 3753"/>
          <p:cNvSpPr/>
          <p:nvPr/>
        </p:nvSpPr>
        <p:spPr>
          <a:xfrm flipH="1">
            <a:off x="10207624" y="5600699"/>
            <a:ext cx="10797" cy="51435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0" name="Connector 3754"/>
          <p:cNvSpPr/>
          <p:nvPr/>
        </p:nvSpPr>
        <p:spPr>
          <a:xfrm flipH="1">
            <a:off x="10175240" y="6115050"/>
            <a:ext cx="32385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1" name="Connector 3755"/>
          <p:cNvSpPr/>
          <p:nvPr/>
        </p:nvSpPr>
        <p:spPr>
          <a:xfrm flipH="1">
            <a:off x="10121265" y="6629400"/>
            <a:ext cx="5397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2" name="Connector 3756"/>
          <p:cNvSpPr/>
          <p:nvPr/>
        </p:nvSpPr>
        <p:spPr>
          <a:xfrm flipH="1">
            <a:off x="10045699" y="7143750"/>
            <a:ext cx="7556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3" name="Connector 3757"/>
          <p:cNvSpPr/>
          <p:nvPr/>
        </p:nvSpPr>
        <p:spPr>
          <a:xfrm flipH="1">
            <a:off x="9948544" y="7658100"/>
            <a:ext cx="9715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4" name="Connector 3758"/>
          <p:cNvSpPr/>
          <p:nvPr/>
        </p:nvSpPr>
        <p:spPr>
          <a:xfrm flipH="1">
            <a:off x="9829800" y="8172450"/>
            <a:ext cx="11874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5" name="Connector 3759"/>
          <p:cNvSpPr/>
          <p:nvPr/>
        </p:nvSpPr>
        <p:spPr>
          <a:xfrm>
            <a:off x="9829799" y="2514599"/>
            <a:ext cx="135511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6" name="Connector 3760"/>
          <p:cNvSpPr/>
          <p:nvPr/>
        </p:nvSpPr>
        <p:spPr>
          <a:xfrm>
            <a:off x="9965308" y="3131818"/>
            <a:ext cx="110871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7" name="Connector 3761"/>
          <p:cNvSpPr/>
          <p:nvPr/>
        </p:nvSpPr>
        <p:spPr>
          <a:xfrm>
            <a:off x="10076180" y="3749038"/>
            <a:ext cx="86234" cy="617223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8" name="Connector 3762"/>
          <p:cNvSpPr/>
          <p:nvPr/>
        </p:nvSpPr>
        <p:spPr>
          <a:xfrm>
            <a:off x="10162413" y="4366259"/>
            <a:ext cx="61596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9" name="Connector 3763"/>
          <p:cNvSpPr/>
          <p:nvPr/>
        </p:nvSpPr>
        <p:spPr>
          <a:xfrm>
            <a:off x="10224007" y="4983479"/>
            <a:ext cx="36958" cy="61722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0" name="Connector 3764"/>
          <p:cNvSpPr/>
          <p:nvPr/>
        </p:nvSpPr>
        <p:spPr>
          <a:xfrm>
            <a:off x="10260965" y="5600698"/>
            <a:ext cx="12320" cy="61722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1" name="Connector 3765"/>
          <p:cNvSpPr/>
          <p:nvPr/>
        </p:nvSpPr>
        <p:spPr>
          <a:xfrm flipH="1">
            <a:off x="10260965" y="6217920"/>
            <a:ext cx="12320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2" name="Connector 3766"/>
          <p:cNvSpPr/>
          <p:nvPr/>
        </p:nvSpPr>
        <p:spPr>
          <a:xfrm flipH="1">
            <a:off x="10224007" y="6835140"/>
            <a:ext cx="36958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3" name="Connector 3767"/>
          <p:cNvSpPr/>
          <p:nvPr/>
        </p:nvSpPr>
        <p:spPr>
          <a:xfrm flipH="1">
            <a:off x="10162413" y="7452359"/>
            <a:ext cx="61596" cy="61722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4" name="Connector 3768"/>
          <p:cNvSpPr/>
          <p:nvPr/>
        </p:nvSpPr>
        <p:spPr>
          <a:xfrm flipH="1">
            <a:off x="10076180" y="8069578"/>
            <a:ext cx="86234" cy="61722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5" name="Connector 3769"/>
          <p:cNvSpPr/>
          <p:nvPr/>
        </p:nvSpPr>
        <p:spPr>
          <a:xfrm flipH="1">
            <a:off x="9965309" y="8686799"/>
            <a:ext cx="110871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6" name="Connector 3770"/>
          <p:cNvSpPr/>
          <p:nvPr/>
        </p:nvSpPr>
        <p:spPr>
          <a:xfrm flipH="1">
            <a:off x="9829799" y="9304019"/>
            <a:ext cx="135511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7" name="Connector 3771"/>
          <p:cNvSpPr/>
          <p:nvPr/>
        </p:nvSpPr>
        <p:spPr>
          <a:xfrm>
            <a:off x="9829799" y="2514600"/>
            <a:ext cx="152274" cy="72009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8" name="Connector 3772"/>
          <p:cNvSpPr/>
          <p:nvPr/>
        </p:nvSpPr>
        <p:spPr>
          <a:xfrm>
            <a:off x="9982072" y="3234688"/>
            <a:ext cx="124589" cy="72009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9" name="Connector 3773"/>
          <p:cNvSpPr/>
          <p:nvPr/>
        </p:nvSpPr>
        <p:spPr>
          <a:xfrm>
            <a:off x="10106659" y="3954779"/>
            <a:ext cx="96902" cy="72009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0" name="Connector 3774"/>
          <p:cNvSpPr/>
          <p:nvPr/>
        </p:nvSpPr>
        <p:spPr>
          <a:xfrm>
            <a:off x="10203560" y="4674870"/>
            <a:ext cx="69216" cy="72009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1" name="Connector 3775"/>
          <p:cNvSpPr/>
          <p:nvPr/>
        </p:nvSpPr>
        <p:spPr>
          <a:xfrm>
            <a:off x="10272776" y="5394959"/>
            <a:ext cx="41529" cy="72009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2" name="Connector 3776"/>
          <p:cNvSpPr/>
          <p:nvPr/>
        </p:nvSpPr>
        <p:spPr>
          <a:xfrm>
            <a:off x="10314303" y="6115048"/>
            <a:ext cx="13845" cy="72009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3" name="Connector 3777"/>
          <p:cNvSpPr/>
          <p:nvPr/>
        </p:nvSpPr>
        <p:spPr>
          <a:xfrm flipH="1">
            <a:off x="10314305" y="6835140"/>
            <a:ext cx="13844" cy="72009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4" name="Connector 3778"/>
          <p:cNvSpPr/>
          <p:nvPr/>
        </p:nvSpPr>
        <p:spPr>
          <a:xfrm flipH="1">
            <a:off x="10272776" y="7555228"/>
            <a:ext cx="41530" cy="72009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5" name="Connector 3779"/>
          <p:cNvSpPr/>
          <p:nvPr/>
        </p:nvSpPr>
        <p:spPr>
          <a:xfrm flipH="1">
            <a:off x="10203560" y="8275319"/>
            <a:ext cx="69216" cy="72009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6" name="Connector 3780"/>
          <p:cNvSpPr/>
          <p:nvPr/>
        </p:nvSpPr>
        <p:spPr>
          <a:xfrm flipH="1">
            <a:off x="10106659" y="8995409"/>
            <a:ext cx="96902" cy="72009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7" name="Connector 3781"/>
          <p:cNvSpPr/>
          <p:nvPr/>
        </p:nvSpPr>
        <p:spPr>
          <a:xfrm flipH="1">
            <a:off x="9982072" y="9715500"/>
            <a:ext cx="124588" cy="72009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8" name="Connector 3782"/>
          <p:cNvSpPr/>
          <p:nvPr/>
        </p:nvSpPr>
        <p:spPr>
          <a:xfrm flipH="1">
            <a:off x="9829799" y="10435589"/>
            <a:ext cx="152274" cy="72009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9" name="Connector 3783"/>
          <p:cNvSpPr/>
          <p:nvPr/>
        </p:nvSpPr>
        <p:spPr>
          <a:xfrm>
            <a:off x="9829799" y="3749038"/>
            <a:ext cx="51689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0" name="Connector 3784"/>
          <p:cNvSpPr/>
          <p:nvPr/>
        </p:nvSpPr>
        <p:spPr>
          <a:xfrm>
            <a:off x="9881488" y="3851909"/>
            <a:ext cx="42293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1" name="Connector 3785"/>
          <p:cNvSpPr/>
          <p:nvPr/>
        </p:nvSpPr>
        <p:spPr>
          <a:xfrm>
            <a:off x="9923780" y="3954779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2" name="Connector 3786"/>
          <p:cNvSpPr/>
          <p:nvPr/>
        </p:nvSpPr>
        <p:spPr>
          <a:xfrm>
            <a:off x="9956672" y="4057649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3" name="Connector 3787"/>
          <p:cNvSpPr/>
          <p:nvPr/>
        </p:nvSpPr>
        <p:spPr>
          <a:xfrm>
            <a:off x="9980168" y="4160520"/>
            <a:ext cx="14096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4" name="Connector 3788"/>
          <p:cNvSpPr/>
          <p:nvPr/>
        </p:nvSpPr>
        <p:spPr>
          <a:xfrm>
            <a:off x="9994264" y="4263388"/>
            <a:ext cx="4701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5" name="Connector 3789"/>
          <p:cNvSpPr/>
          <p:nvPr/>
        </p:nvSpPr>
        <p:spPr>
          <a:xfrm flipH="1">
            <a:off x="9994265" y="4366259"/>
            <a:ext cx="470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6" name="Connector 3790"/>
          <p:cNvSpPr/>
          <p:nvPr/>
        </p:nvSpPr>
        <p:spPr>
          <a:xfrm flipH="1">
            <a:off x="9980168" y="4469129"/>
            <a:ext cx="14098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7" name="Connector 3791"/>
          <p:cNvSpPr/>
          <p:nvPr/>
        </p:nvSpPr>
        <p:spPr>
          <a:xfrm flipH="1">
            <a:off x="9956672" y="4571999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8" name="Connector 3792"/>
          <p:cNvSpPr/>
          <p:nvPr/>
        </p:nvSpPr>
        <p:spPr>
          <a:xfrm flipH="1">
            <a:off x="9923780" y="4674870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9" name="Connector 3793"/>
          <p:cNvSpPr/>
          <p:nvPr/>
        </p:nvSpPr>
        <p:spPr>
          <a:xfrm flipH="1">
            <a:off x="9881489" y="4777740"/>
            <a:ext cx="42292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0" name="Connector 3794"/>
          <p:cNvSpPr/>
          <p:nvPr/>
        </p:nvSpPr>
        <p:spPr>
          <a:xfrm flipH="1">
            <a:off x="9829800" y="4880609"/>
            <a:ext cx="5169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1" name="Connector 3795"/>
          <p:cNvSpPr/>
          <p:nvPr/>
        </p:nvSpPr>
        <p:spPr>
          <a:xfrm>
            <a:off x="9829800" y="3749038"/>
            <a:ext cx="6845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2" name="Connector 3796"/>
          <p:cNvSpPr/>
          <p:nvPr/>
        </p:nvSpPr>
        <p:spPr>
          <a:xfrm>
            <a:off x="9898253" y="3954779"/>
            <a:ext cx="56008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3" name="Connector 3797"/>
          <p:cNvSpPr/>
          <p:nvPr/>
        </p:nvSpPr>
        <p:spPr>
          <a:xfrm>
            <a:off x="9954259" y="4160520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4" name="Connector 3798"/>
          <p:cNvSpPr/>
          <p:nvPr/>
        </p:nvSpPr>
        <p:spPr>
          <a:xfrm>
            <a:off x="9997820" y="4366259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5" name="Connector 3799"/>
          <p:cNvSpPr/>
          <p:nvPr/>
        </p:nvSpPr>
        <p:spPr>
          <a:xfrm>
            <a:off x="10028935" y="4571999"/>
            <a:ext cx="18670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6" name="Connector 3800"/>
          <p:cNvSpPr/>
          <p:nvPr/>
        </p:nvSpPr>
        <p:spPr>
          <a:xfrm>
            <a:off x="10047605" y="4777740"/>
            <a:ext cx="622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7" name="Connector 3801"/>
          <p:cNvSpPr/>
          <p:nvPr/>
        </p:nvSpPr>
        <p:spPr>
          <a:xfrm flipH="1">
            <a:off x="10047605" y="4983479"/>
            <a:ext cx="622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8" name="Connector 3802"/>
          <p:cNvSpPr/>
          <p:nvPr/>
        </p:nvSpPr>
        <p:spPr>
          <a:xfrm flipH="1">
            <a:off x="10028935" y="5189220"/>
            <a:ext cx="18670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9" name="Connector 3803"/>
          <p:cNvSpPr/>
          <p:nvPr/>
        </p:nvSpPr>
        <p:spPr>
          <a:xfrm flipH="1">
            <a:off x="9997820" y="5394959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0" name="Connector 3804"/>
          <p:cNvSpPr/>
          <p:nvPr/>
        </p:nvSpPr>
        <p:spPr>
          <a:xfrm flipH="1">
            <a:off x="9954259" y="5600699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1" name="Connector 3805"/>
          <p:cNvSpPr/>
          <p:nvPr/>
        </p:nvSpPr>
        <p:spPr>
          <a:xfrm flipH="1">
            <a:off x="9898253" y="5806440"/>
            <a:ext cx="56008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2" name="Connector 3806"/>
          <p:cNvSpPr/>
          <p:nvPr/>
        </p:nvSpPr>
        <p:spPr>
          <a:xfrm flipH="1">
            <a:off x="9829799" y="6012179"/>
            <a:ext cx="6845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3" name="Connector 3807"/>
          <p:cNvSpPr/>
          <p:nvPr/>
        </p:nvSpPr>
        <p:spPr>
          <a:xfrm>
            <a:off x="9829799" y="3749038"/>
            <a:ext cx="85218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4" name="Connector 3808"/>
          <p:cNvSpPr/>
          <p:nvPr/>
        </p:nvSpPr>
        <p:spPr>
          <a:xfrm>
            <a:off x="9915015" y="4057648"/>
            <a:ext cx="69725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5" name="Connector 3809"/>
          <p:cNvSpPr/>
          <p:nvPr/>
        </p:nvSpPr>
        <p:spPr>
          <a:xfrm>
            <a:off x="9984740" y="4366259"/>
            <a:ext cx="54230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6" name="Connector 3810"/>
          <p:cNvSpPr/>
          <p:nvPr/>
        </p:nvSpPr>
        <p:spPr>
          <a:xfrm>
            <a:off x="10038968" y="4674870"/>
            <a:ext cx="38736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7" name="Connector 3811"/>
          <p:cNvSpPr/>
          <p:nvPr/>
        </p:nvSpPr>
        <p:spPr>
          <a:xfrm>
            <a:off x="10077704" y="4983479"/>
            <a:ext cx="23242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8" name="Connector 3812"/>
          <p:cNvSpPr/>
          <p:nvPr/>
        </p:nvSpPr>
        <p:spPr>
          <a:xfrm>
            <a:off x="10100944" y="5292090"/>
            <a:ext cx="7748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9" name="Connector 3813"/>
          <p:cNvSpPr/>
          <p:nvPr/>
        </p:nvSpPr>
        <p:spPr>
          <a:xfrm flipH="1">
            <a:off x="10100944" y="5600699"/>
            <a:ext cx="7748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0" name="Connector 3814"/>
          <p:cNvSpPr/>
          <p:nvPr/>
        </p:nvSpPr>
        <p:spPr>
          <a:xfrm flipH="1">
            <a:off x="10077704" y="5909309"/>
            <a:ext cx="23242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1" name="Connector 3815"/>
          <p:cNvSpPr/>
          <p:nvPr/>
        </p:nvSpPr>
        <p:spPr>
          <a:xfrm flipH="1">
            <a:off x="10038968" y="6217920"/>
            <a:ext cx="38736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2" name="Connector 3816"/>
          <p:cNvSpPr/>
          <p:nvPr/>
        </p:nvSpPr>
        <p:spPr>
          <a:xfrm flipH="1">
            <a:off x="9984740" y="6526530"/>
            <a:ext cx="54230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3" name="Connector 3817"/>
          <p:cNvSpPr/>
          <p:nvPr/>
        </p:nvSpPr>
        <p:spPr>
          <a:xfrm flipH="1">
            <a:off x="9915015" y="6835140"/>
            <a:ext cx="69725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4" name="Connector 3818"/>
          <p:cNvSpPr/>
          <p:nvPr/>
        </p:nvSpPr>
        <p:spPr>
          <a:xfrm flipH="1">
            <a:off x="9829800" y="7143749"/>
            <a:ext cx="85217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5" name="Connector 3819"/>
          <p:cNvSpPr/>
          <p:nvPr/>
        </p:nvSpPr>
        <p:spPr>
          <a:xfrm>
            <a:off x="9829799" y="3749038"/>
            <a:ext cx="101981" cy="411483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6" name="Connector 3820"/>
          <p:cNvSpPr/>
          <p:nvPr/>
        </p:nvSpPr>
        <p:spPr>
          <a:xfrm>
            <a:off x="9931779" y="4160520"/>
            <a:ext cx="83441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7" name="Connector 3821"/>
          <p:cNvSpPr/>
          <p:nvPr/>
        </p:nvSpPr>
        <p:spPr>
          <a:xfrm>
            <a:off x="10015219" y="4571999"/>
            <a:ext cx="64898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8" name="Connector 3822"/>
          <p:cNvSpPr/>
          <p:nvPr/>
        </p:nvSpPr>
        <p:spPr>
          <a:xfrm>
            <a:off x="10080117" y="4983479"/>
            <a:ext cx="46356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9" name="Connector 3823"/>
          <p:cNvSpPr/>
          <p:nvPr/>
        </p:nvSpPr>
        <p:spPr>
          <a:xfrm>
            <a:off x="10126471" y="5394959"/>
            <a:ext cx="27812" cy="41148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0" name="Connector 3824"/>
          <p:cNvSpPr/>
          <p:nvPr/>
        </p:nvSpPr>
        <p:spPr>
          <a:xfrm>
            <a:off x="10154284" y="5806438"/>
            <a:ext cx="9273" cy="411483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1" name="Connector 3825"/>
          <p:cNvSpPr/>
          <p:nvPr/>
        </p:nvSpPr>
        <p:spPr>
          <a:xfrm flipH="1">
            <a:off x="10154284" y="6217920"/>
            <a:ext cx="9272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2" name="Connector 3826"/>
          <p:cNvSpPr/>
          <p:nvPr/>
        </p:nvSpPr>
        <p:spPr>
          <a:xfrm flipH="1">
            <a:off x="10126471" y="6629399"/>
            <a:ext cx="27814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3" name="Connector 3827"/>
          <p:cNvSpPr/>
          <p:nvPr/>
        </p:nvSpPr>
        <p:spPr>
          <a:xfrm flipH="1">
            <a:off x="10080117" y="7040880"/>
            <a:ext cx="46356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4" name="Connector 3828"/>
          <p:cNvSpPr/>
          <p:nvPr/>
        </p:nvSpPr>
        <p:spPr>
          <a:xfrm flipH="1">
            <a:off x="10015219" y="7452359"/>
            <a:ext cx="64898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5" name="Connector 3829"/>
          <p:cNvSpPr/>
          <p:nvPr/>
        </p:nvSpPr>
        <p:spPr>
          <a:xfrm flipH="1">
            <a:off x="9931781" y="7863840"/>
            <a:ext cx="83440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6" name="Connector 3830"/>
          <p:cNvSpPr/>
          <p:nvPr/>
        </p:nvSpPr>
        <p:spPr>
          <a:xfrm flipH="1">
            <a:off x="9829800" y="8275319"/>
            <a:ext cx="101981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7" name="Connector 3831"/>
          <p:cNvSpPr/>
          <p:nvPr/>
        </p:nvSpPr>
        <p:spPr>
          <a:xfrm>
            <a:off x="9829799" y="3749038"/>
            <a:ext cx="118746" cy="51435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8" name="Connector 3832"/>
          <p:cNvSpPr/>
          <p:nvPr/>
        </p:nvSpPr>
        <p:spPr>
          <a:xfrm>
            <a:off x="9948544" y="4263390"/>
            <a:ext cx="9715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9" name="Connector 3833"/>
          <p:cNvSpPr/>
          <p:nvPr/>
        </p:nvSpPr>
        <p:spPr>
          <a:xfrm>
            <a:off x="10045700" y="4777740"/>
            <a:ext cx="75565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0" name="Connector 3834"/>
          <p:cNvSpPr/>
          <p:nvPr/>
        </p:nvSpPr>
        <p:spPr>
          <a:xfrm>
            <a:off x="10121265" y="5292090"/>
            <a:ext cx="5397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1" name="Connector 3835"/>
          <p:cNvSpPr/>
          <p:nvPr/>
        </p:nvSpPr>
        <p:spPr>
          <a:xfrm>
            <a:off x="10175240" y="5806440"/>
            <a:ext cx="32385" cy="514349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2" name="Connector 3836"/>
          <p:cNvSpPr/>
          <p:nvPr/>
        </p:nvSpPr>
        <p:spPr>
          <a:xfrm>
            <a:off x="10207624" y="6320788"/>
            <a:ext cx="10797" cy="51435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3" name="Connector 3837"/>
          <p:cNvSpPr/>
          <p:nvPr/>
        </p:nvSpPr>
        <p:spPr>
          <a:xfrm flipH="1">
            <a:off x="10207624" y="6835140"/>
            <a:ext cx="10797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4" name="Connector 3838"/>
          <p:cNvSpPr/>
          <p:nvPr/>
        </p:nvSpPr>
        <p:spPr>
          <a:xfrm flipH="1">
            <a:off x="10175240" y="7349490"/>
            <a:ext cx="32385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5" name="Connector 3839"/>
          <p:cNvSpPr/>
          <p:nvPr/>
        </p:nvSpPr>
        <p:spPr>
          <a:xfrm flipH="1">
            <a:off x="10121265" y="7863840"/>
            <a:ext cx="5397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6" name="Connector 3840"/>
          <p:cNvSpPr/>
          <p:nvPr/>
        </p:nvSpPr>
        <p:spPr>
          <a:xfrm flipH="1">
            <a:off x="10045699" y="8378190"/>
            <a:ext cx="7556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7" name="Connector 3841"/>
          <p:cNvSpPr/>
          <p:nvPr/>
        </p:nvSpPr>
        <p:spPr>
          <a:xfrm flipH="1">
            <a:off x="9948544" y="8892540"/>
            <a:ext cx="9715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8" name="Connector 3842"/>
          <p:cNvSpPr/>
          <p:nvPr/>
        </p:nvSpPr>
        <p:spPr>
          <a:xfrm flipH="1">
            <a:off x="9829800" y="9406890"/>
            <a:ext cx="11874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9" name="Connector 3843"/>
          <p:cNvSpPr/>
          <p:nvPr/>
        </p:nvSpPr>
        <p:spPr>
          <a:xfrm>
            <a:off x="9829799" y="3749038"/>
            <a:ext cx="135511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0" name="Connector 3844"/>
          <p:cNvSpPr/>
          <p:nvPr/>
        </p:nvSpPr>
        <p:spPr>
          <a:xfrm>
            <a:off x="9965308" y="4366259"/>
            <a:ext cx="110871" cy="61722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1" name="Connector 3845"/>
          <p:cNvSpPr/>
          <p:nvPr/>
        </p:nvSpPr>
        <p:spPr>
          <a:xfrm>
            <a:off x="10076180" y="4983479"/>
            <a:ext cx="86234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2" name="Connector 3846"/>
          <p:cNvSpPr/>
          <p:nvPr/>
        </p:nvSpPr>
        <p:spPr>
          <a:xfrm>
            <a:off x="10162413" y="5600699"/>
            <a:ext cx="61596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3" name="Connector 3847"/>
          <p:cNvSpPr/>
          <p:nvPr/>
        </p:nvSpPr>
        <p:spPr>
          <a:xfrm>
            <a:off x="10224007" y="6217920"/>
            <a:ext cx="36958" cy="61722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4" name="Connector 3848"/>
          <p:cNvSpPr/>
          <p:nvPr/>
        </p:nvSpPr>
        <p:spPr>
          <a:xfrm>
            <a:off x="10260965" y="6835139"/>
            <a:ext cx="12320" cy="61722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5" name="Connector 3849"/>
          <p:cNvSpPr/>
          <p:nvPr/>
        </p:nvSpPr>
        <p:spPr>
          <a:xfrm flipH="1">
            <a:off x="10260965" y="7452359"/>
            <a:ext cx="12320" cy="61722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6" name="Connector 3850"/>
          <p:cNvSpPr/>
          <p:nvPr/>
        </p:nvSpPr>
        <p:spPr>
          <a:xfrm flipH="1">
            <a:off x="10224007" y="8069578"/>
            <a:ext cx="36958" cy="61722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7" name="Connector 3851"/>
          <p:cNvSpPr/>
          <p:nvPr/>
        </p:nvSpPr>
        <p:spPr>
          <a:xfrm flipH="1">
            <a:off x="10162413" y="8686799"/>
            <a:ext cx="61596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8" name="Connector 3852"/>
          <p:cNvSpPr/>
          <p:nvPr/>
        </p:nvSpPr>
        <p:spPr>
          <a:xfrm flipH="1">
            <a:off x="10076180" y="9304019"/>
            <a:ext cx="86234" cy="61722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9" name="Connector 3853"/>
          <p:cNvSpPr/>
          <p:nvPr/>
        </p:nvSpPr>
        <p:spPr>
          <a:xfrm flipH="1">
            <a:off x="9965309" y="9921240"/>
            <a:ext cx="110871" cy="61722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0" name="Connector 3854"/>
          <p:cNvSpPr/>
          <p:nvPr/>
        </p:nvSpPr>
        <p:spPr>
          <a:xfrm flipH="1">
            <a:off x="9829799" y="10538459"/>
            <a:ext cx="135511" cy="61722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1" name="Connector 3855"/>
          <p:cNvSpPr/>
          <p:nvPr/>
        </p:nvSpPr>
        <p:spPr>
          <a:xfrm>
            <a:off x="9829799" y="4983479"/>
            <a:ext cx="51689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2" name="Connector 3856"/>
          <p:cNvSpPr/>
          <p:nvPr/>
        </p:nvSpPr>
        <p:spPr>
          <a:xfrm>
            <a:off x="9881488" y="5086348"/>
            <a:ext cx="42293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3" name="Connector 3857"/>
          <p:cNvSpPr/>
          <p:nvPr/>
        </p:nvSpPr>
        <p:spPr>
          <a:xfrm>
            <a:off x="9923780" y="5189220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4" name="Connector 3858"/>
          <p:cNvSpPr/>
          <p:nvPr/>
        </p:nvSpPr>
        <p:spPr>
          <a:xfrm>
            <a:off x="9956672" y="5292090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5" name="Connector 3859"/>
          <p:cNvSpPr/>
          <p:nvPr/>
        </p:nvSpPr>
        <p:spPr>
          <a:xfrm>
            <a:off x="9980168" y="5394959"/>
            <a:ext cx="14096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6" name="Connector 3860"/>
          <p:cNvSpPr/>
          <p:nvPr/>
        </p:nvSpPr>
        <p:spPr>
          <a:xfrm>
            <a:off x="9994264" y="5497829"/>
            <a:ext cx="4701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7" name="Connector 3861"/>
          <p:cNvSpPr/>
          <p:nvPr/>
        </p:nvSpPr>
        <p:spPr>
          <a:xfrm flipH="1">
            <a:off x="9994265" y="5600699"/>
            <a:ext cx="470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8" name="Connector 3862"/>
          <p:cNvSpPr/>
          <p:nvPr/>
        </p:nvSpPr>
        <p:spPr>
          <a:xfrm flipH="1">
            <a:off x="9980168" y="5703570"/>
            <a:ext cx="14098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9" name="Connector 3863"/>
          <p:cNvSpPr/>
          <p:nvPr/>
        </p:nvSpPr>
        <p:spPr>
          <a:xfrm flipH="1">
            <a:off x="9956672" y="5806440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0" name="Connector 3864"/>
          <p:cNvSpPr/>
          <p:nvPr/>
        </p:nvSpPr>
        <p:spPr>
          <a:xfrm flipH="1">
            <a:off x="9923780" y="5909309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1" name="Connector 3865"/>
          <p:cNvSpPr/>
          <p:nvPr/>
        </p:nvSpPr>
        <p:spPr>
          <a:xfrm flipH="1">
            <a:off x="9881489" y="6012179"/>
            <a:ext cx="42292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2" name="Connector 3866"/>
          <p:cNvSpPr/>
          <p:nvPr/>
        </p:nvSpPr>
        <p:spPr>
          <a:xfrm flipH="1">
            <a:off x="9829800" y="6115049"/>
            <a:ext cx="5169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3" name="Connector 3867"/>
          <p:cNvSpPr/>
          <p:nvPr/>
        </p:nvSpPr>
        <p:spPr>
          <a:xfrm>
            <a:off x="9829800" y="4983479"/>
            <a:ext cx="68454" cy="20574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4" name="Connector 3868"/>
          <p:cNvSpPr/>
          <p:nvPr/>
        </p:nvSpPr>
        <p:spPr>
          <a:xfrm>
            <a:off x="9898253" y="5189218"/>
            <a:ext cx="56008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5" name="Connector 3869"/>
          <p:cNvSpPr/>
          <p:nvPr/>
        </p:nvSpPr>
        <p:spPr>
          <a:xfrm>
            <a:off x="9954259" y="5394959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6" name="Connector 3870"/>
          <p:cNvSpPr/>
          <p:nvPr/>
        </p:nvSpPr>
        <p:spPr>
          <a:xfrm>
            <a:off x="9997820" y="5600699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7" name="Connector 3871"/>
          <p:cNvSpPr/>
          <p:nvPr/>
        </p:nvSpPr>
        <p:spPr>
          <a:xfrm>
            <a:off x="10028935" y="5806440"/>
            <a:ext cx="18670" cy="20574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8" name="Connector 3872"/>
          <p:cNvSpPr/>
          <p:nvPr/>
        </p:nvSpPr>
        <p:spPr>
          <a:xfrm>
            <a:off x="10047605" y="6012179"/>
            <a:ext cx="6224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9" name="Connector 3873"/>
          <p:cNvSpPr/>
          <p:nvPr/>
        </p:nvSpPr>
        <p:spPr>
          <a:xfrm flipH="1">
            <a:off x="10047605" y="6217920"/>
            <a:ext cx="622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0" name="Connector 3874"/>
          <p:cNvSpPr/>
          <p:nvPr/>
        </p:nvSpPr>
        <p:spPr>
          <a:xfrm flipH="1">
            <a:off x="10028935" y="6423659"/>
            <a:ext cx="18670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1" name="Connector 3875"/>
          <p:cNvSpPr/>
          <p:nvPr/>
        </p:nvSpPr>
        <p:spPr>
          <a:xfrm flipH="1">
            <a:off x="9997820" y="6629399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2" name="Connector 3876"/>
          <p:cNvSpPr/>
          <p:nvPr/>
        </p:nvSpPr>
        <p:spPr>
          <a:xfrm flipH="1">
            <a:off x="9954259" y="6835140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3" name="Connector 3877"/>
          <p:cNvSpPr/>
          <p:nvPr/>
        </p:nvSpPr>
        <p:spPr>
          <a:xfrm flipH="1">
            <a:off x="9898253" y="7040880"/>
            <a:ext cx="56008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4" name="Connector 3878"/>
          <p:cNvSpPr/>
          <p:nvPr/>
        </p:nvSpPr>
        <p:spPr>
          <a:xfrm flipH="1">
            <a:off x="9829799" y="7246619"/>
            <a:ext cx="6845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5" name="Connector 3879"/>
          <p:cNvSpPr/>
          <p:nvPr/>
        </p:nvSpPr>
        <p:spPr>
          <a:xfrm>
            <a:off x="9829799" y="4983479"/>
            <a:ext cx="85218" cy="30861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6" name="Connector 3880"/>
          <p:cNvSpPr/>
          <p:nvPr/>
        </p:nvSpPr>
        <p:spPr>
          <a:xfrm>
            <a:off x="9915015" y="5292088"/>
            <a:ext cx="69725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7" name="Connector 3881"/>
          <p:cNvSpPr/>
          <p:nvPr/>
        </p:nvSpPr>
        <p:spPr>
          <a:xfrm>
            <a:off x="9984740" y="5600699"/>
            <a:ext cx="54230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8" name="Connector 3882"/>
          <p:cNvSpPr/>
          <p:nvPr/>
        </p:nvSpPr>
        <p:spPr>
          <a:xfrm>
            <a:off x="10038968" y="5909309"/>
            <a:ext cx="38736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9" name="Connector 3883"/>
          <p:cNvSpPr/>
          <p:nvPr/>
        </p:nvSpPr>
        <p:spPr>
          <a:xfrm>
            <a:off x="10077704" y="6217920"/>
            <a:ext cx="23242" cy="30861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0" name="Connector 3884"/>
          <p:cNvSpPr/>
          <p:nvPr/>
        </p:nvSpPr>
        <p:spPr>
          <a:xfrm>
            <a:off x="10100944" y="6526528"/>
            <a:ext cx="7748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1" name="Connector 3885"/>
          <p:cNvSpPr/>
          <p:nvPr/>
        </p:nvSpPr>
        <p:spPr>
          <a:xfrm flipH="1">
            <a:off x="10100944" y="6835140"/>
            <a:ext cx="7748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2" name="Connector 3886"/>
          <p:cNvSpPr/>
          <p:nvPr/>
        </p:nvSpPr>
        <p:spPr>
          <a:xfrm flipH="1">
            <a:off x="10077704" y="7143749"/>
            <a:ext cx="23242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3" name="Connector 3887"/>
          <p:cNvSpPr/>
          <p:nvPr/>
        </p:nvSpPr>
        <p:spPr>
          <a:xfrm flipH="1">
            <a:off x="10038968" y="7452359"/>
            <a:ext cx="38736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4" name="Connector 3888"/>
          <p:cNvSpPr/>
          <p:nvPr/>
        </p:nvSpPr>
        <p:spPr>
          <a:xfrm flipH="1">
            <a:off x="9984740" y="7760969"/>
            <a:ext cx="54230" cy="30861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5" name="Connector 3889"/>
          <p:cNvSpPr/>
          <p:nvPr/>
        </p:nvSpPr>
        <p:spPr>
          <a:xfrm flipH="1">
            <a:off x="9915015" y="8069578"/>
            <a:ext cx="69725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6" name="Connector 3890"/>
          <p:cNvSpPr/>
          <p:nvPr/>
        </p:nvSpPr>
        <p:spPr>
          <a:xfrm flipH="1">
            <a:off x="9829800" y="8378190"/>
            <a:ext cx="85217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7" name="Connector 3891"/>
          <p:cNvSpPr/>
          <p:nvPr/>
        </p:nvSpPr>
        <p:spPr>
          <a:xfrm>
            <a:off x="9829799" y="4983479"/>
            <a:ext cx="101981" cy="41148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8" name="Connector 3892"/>
          <p:cNvSpPr/>
          <p:nvPr/>
        </p:nvSpPr>
        <p:spPr>
          <a:xfrm>
            <a:off x="9931779" y="5394959"/>
            <a:ext cx="83441" cy="41148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9" name="Connector 3893"/>
          <p:cNvSpPr/>
          <p:nvPr/>
        </p:nvSpPr>
        <p:spPr>
          <a:xfrm>
            <a:off x="10015219" y="5806440"/>
            <a:ext cx="64898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0" name="Connector 3894"/>
          <p:cNvSpPr/>
          <p:nvPr/>
        </p:nvSpPr>
        <p:spPr>
          <a:xfrm>
            <a:off x="10080117" y="6217920"/>
            <a:ext cx="46356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1" name="Connector 3895"/>
          <p:cNvSpPr/>
          <p:nvPr/>
        </p:nvSpPr>
        <p:spPr>
          <a:xfrm>
            <a:off x="10126471" y="6629399"/>
            <a:ext cx="27812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2" name="Connector 3896"/>
          <p:cNvSpPr/>
          <p:nvPr/>
        </p:nvSpPr>
        <p:spPr>
          <a:xfrm>
            <a:off x="10154284" y="7040878"/>
            <a:ext cx="9273" cy="41148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3" name="Connector 3897"/>
          <p:cNvSpPr/>
          <p:nvPr/>
        </p:nvSpPr>
        <p:spPr>
          <a:xfrm flipH="1">
            <a:off x="10154284" y="7452359"/>
            <a:ext cx="9272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4" name="Connector 3898"/>
          <p:cNvSpPr/>
          <p:nvPr/>
        </p:nvSpPr>
        <p:spPr>
          <a:xfrm flipH="1">
            <a:off x="10126471" y="7863840"/>
            <a:ext cx="27814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5" name="Connector 3899"/>
          <p:cNvSpPr/>
          <p:nvPr/>
        </p:nvSpPr>
        <p:spPr>
          <a:xfrm flipH="1">
            <a:off x="10080117" y="8275319"/>
            <a:ext cx="46356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6" name="Connector 3900"/>
          <p:cNvSpPr/>
          <p:nvPr/>
        </p:nvSpPr>
        <p:spPr>
          <a:xfrm flipH="1">
            <a:off x="10015219" y="8686799"/>
            <a:ext cx="64898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7" name="Connector 3901"/>
          <p:cNvSpPr/>
          <p:nvPr/>
        </p:nvSpPr>
        <p:spPr>
          <a:xfrm flipH="1">
            <a:off x="9931781" y="9098280"/>
            <a:ext cx="83440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8" name="Connector 3902"/>
          <p:cNvSpPr/>
          <p:nvPr/>
        </p:nvSpPr>
        <p:spPr>
          <a:xfrm flipH="1">
            <a:off x="9829800" y="9509759"/>
            <a:ext cx="101981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9" name="Connector 3903"/>
          <p:cNvSpPr/>
          <p:nvPr/>
        </p:nvSpPr>
        <p:spPr>
          <a:xfrm>
            <a:off x="9829799" y="4983479"/>
            <a:ext cx="118746" cy="514349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0" name="Connector 3904"/>
          <p:cNvSpPr/>
          <p:nvPr/>
        </p:nvSpPr>
        <p:spPr>
          <a:xfrm>
            <a:off x="9948544" y="5497829"/>
            <a:ext cx="97156" cy="51435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1" name="Connector 3905"/>
          <p:cNvSpPr/>
          <p:nvPr/>
        </p:nvSpPr>
        <p:spPr>
          <a:xfrm>
            <a:off x="10045700" y="6012179"/>
            <a:ext cx="75565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2" name="Connector 3906"/>
          <p:cNvSpPr/>
          <p:nvPr/>
        </p:nvSpPr>
        <p:spPr>
          <a:xfrm>
            <a:off x="10121265" y="6526530"/>
            <a:ext cx="5397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3" name="Connector 3907"/>
          <p:cNvSpPr/>
          <p:nvPr/>
        </p:nvSpPr>
        <p:spPr>
          <a:xfrm>
            <a:off x="10175240" y="7040880"/>
            <a:ext cx="32385" cy="514349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4" name="Connector 3908"/>
          <p:cNvSpPr/>
          <p:nvPr/>
        </p:nvSpPr>
        <p:spPr>
          <a:xfrm>
            <a:off x="10207624" y="7555228"/>
            <a:ext cx="10797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5" name="Connector 3909"/>
          <p:cNvSpPr/>
          <p:nvPr/>
        </p:nvSpPr>
        <p:spPr>
          <a:xfrm flipH="1">
            <a:off x="10207624" y="8069578"/>
            <a:ext cx="10797" cy="51435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6" name="Connector 3910"/>
          <p:cNvSpPr/>
          <p:nvPr/>
        </p:nvSpPr>
        <p:spPr>
          <a:xfrm flipH="1">
            <a:off x="10175240" y="8583930"/>
            <a:ext cx="32385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7" name="Connector 3911"/>
          <p:cNvSpPr/>
          <p:nvPr/>
        </p:nvSpPr>
        <p:spPr>
          <a:xfrm flipH="1">
            <a:off x="10121265" y="9098280"/>
            <a:ext cx="5397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8" name="Connector 3912"/>
          <p:cNvSpPr/>
          <p:nvPr/>
        </p:nvSpPr>
        <p:spPr>
          <a:xfrm flipH="1">
            <a:off x="10045699" y="9612630"/>
            <a:ext cx="75566" cy="51435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9" name="Connector 3913"/>
          <p:cNvSpPr/>
          <p:nvPr/>
        </p:nvSpPr>
        <p:spPr>
          <a:xfrm flipH="1">
            <a:off x="9948544" y="10126980"/>
            <a:ext cx="97156" cy="514349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0" name="Connector 3914"/>
          <p:cNvSpPr/>
          <p:nvPr/>
        </p:nvSpPr>
        <p:spPr>
          <a:xfrm flipH="1">
            <a:off x="9829800" y="10641328"/>
            <a:ext cx="118746" cy="51435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1" name="Connector 3915"/>
          <p:cNvSpPr/>
          <p:nvPr/>
        </p:nvSpPr>
        <p:spPr>
          <a:xfrm>
            <a:off x="9829799" y="6217920"/>
            <a:ext cx="51689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2" name="Connector 3916"/>
          <p:cNvSpPr/>
          <p:nvPr/>
        </p:nvSpPr>
        <p:spPr>
          <a:xfrm>
            <a:off x="9881488" y="6320788"/>
            <a:ext cx="42293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3" name="Connector 3917"/>
          <p:cNvSpPr/>
          <p:nvPr/>
        </p:nvSpPr>
        <p:spPr>
          <a:xfrm>
            <a:off x="9923780" y="6423659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4" name="Connector 3918"/>
          <p:cNvSpPr/>
          <p:nvPr/>
        </p:nvSpPr>
        <p:spPr>
          <a:xfrm>
            <a:off x="9956672" y="6526530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5" name="Connector 3919"/>
          <p:cNvSpPr/>
          <p:nvPr/>
        </p:nvSpPr>
        <p:spPr>
          <a:xfrm>
            <a:off x="9980168" y="6629400"/>
            <a:ext cx="14096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6" name="Connector 3920"/>
          <p:cNvSpPr/>
          <p:nvPr/>
        </p:nvSpPr>
        <p:spPr>
          <a:xfrm>
            <a:off x="9994264" y="6732268"/>
            <a:ext cx="4701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7" name="Connector 3921"/>
          <p:cNvSpPr/>
          <p:nvPr/>
        </p:nvSpPr>
        <p:spPr>
          <a:xfrm flipH="1">
            <a:off x="9994265" y="6835140"/>
            <a:ext cx="470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8" name="Connector 3922"/>
          <p:cNvSpPr/>
          <p:nvPr/>
        </p:nvSpPr>
        <p:spPr>
          <a:xfrm flipH="1">
            <a:off x="9980168" y="6938009"/>
            <a:ext cx="14098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9" name="Connector 3923"/>
          <p:cNvSpPr/>
          <p:nvPr/>
        </p:nvSpPr>
        <p:spPr>
          <a:xfrm flipH="1">
            <a:off x="9956672" y="7040880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0" name="Connector 3924"/>
          <p:cNvSpPr/>
          <p:nvPr/>
        </p:nvSpPr>
        <p:spPr>
          <a:xfrm flipH="1">
            <a:off x="9923780" y="7143749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1" name="Connector 3925"/>
          <p:cNvSpPr/>
          <p:nvPr/>
        </p:nvSpPr>
        <p:spPr>
          <a:xfrm flipH="1">
            <a:off x="9881489" y="7246619"/>
            <a:ext cx="42292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2" name="Connector 3926"/>
          <p:cNvSpPr/>
          <p:nvPr/>
        </p:nvSpPr>
        <p:spPr>
          <a:xfrm flipH="1">
            <a:off x="9829800" y="7349490"/>
            <a:ext cx="5169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3" name="Connector 3927"/>
          <p:cNvSpPr/>
          <p:nvPr/>
        </p:nvSpPr>
        <p:spPr>
          <a:xfrm>
            <a:off x="9829800" y="6217920"/>
            <a:ext cx="68454" cy="20574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4" name="Connector 3928"/>
          <p:cNvSpPr/>
          <p:nvPr/>
        </p:nvSpPr>
        <p:spPr>
          <a:xfrm>
            <a:off x="9898253" y="6423659"/>
            <a:ext cx="56008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5" name="Connector 3929"/>
          <p:cNvSpPr/>
          <p:nvPr/>
        </p:nvSpPr>
        <p:spPr>
          <a:xfrm>
            <a:off x="9954259" y="6629399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6" name="Connector 3930"/>
          <p:cNvSpPr/>
          <p:nvPr/>
        </p:nvSpPr>
        <p:spPr>
          <a:xfrm>
            <a:off x="9997820" y="6835140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7" name="Connector 3931"/>
          <p:cNvSpPr/>
          <p:nvPr/>
        </p:nvSpPr>
        <p:spPr>
          <a:xfrm>
            <a:off x="10028935" y="7040880"/>
            <a:ext cx="18670" cy="20574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8" name="Connector 3932"/>
          <p:cNvSpPr/>
          <p:nvPr/>
        </p:nvSpPr>
        <p:spPr>
          <a:xfrm>
            <a:off x="10047605" y="7246618"/>
            <a:ext cx="6224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9" name="Connector 3933"/>
          <p:cNvSpPr/>
          <p:nvPr/>
        </p:nvSpPr>
        <p:spPr>
          <a:xfrm flipH="1">
            <a:off x="10047605" y="7452359"/>
            <a:ext cx="622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0" name="Connector 3934"/>
          <p:cNvSpPr/>
          <p:nvPr/>
        </p:nvSpPr>
        <p:spPr>
          <a:xfrm flipH="1">
            <a:off x="10028935" y="7658099"/>
            <a:ext cx="18670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1" name="Connector 3935"/>
          <p:cNvSpPr/>
          <p:nvPr/>
        </p:nvSpPr>
        <p:spPr>
          <a:xfrm flipH="1">
            <a:off x="9997820" y="7863840"/>
            <a:ext cx="31116" cy="20574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2" name="Connector 3936"/>
          <p:cNvSpPr/>
          <p:nvPr/>
        </p:nvSpPr>
        <p:spPr>
          <a:xfrm flipH="1">
            <a:off x="9954259" y="8069578"/>
            <a:ext cx="43562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3" name="Connector 3937"/>
          <p:cNvSpPr/>
          <p:nvPr/>
        </p:nvSpPr>
        <p:spPr>
          <a:xfrm flipH="1">
            <a:off x="9898253" y="8275319"/>
            <a:ext cx="56008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4" name="Connector 3938"/>
          <p:cNvSpPr/>
          <p:nvPr/>
        </p:nvSpPr>
        <p:spPr>
          <a:xfrm flipH="1">
            <a:off x="9829799" y="8481059"/>
            <a:ext cx="6845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5" name="Connector 3939"/>
          <p:cNvSpPr/>
          <p:nvPr/>
        </p:nvSpPr>
        <p:spPr>
          <a:xfrm>
            <a:off x="9829799" y="6217920"/>
            <a:ext cx="85218" cy="30861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6" name="Connector 3940"/>
          <p:cNvSpPr/>
          <p:nvPr/>
        </p:nvSpPr>
        <p:spPr>
          <a:xfrm>
            <a:off x="9915015" y="6526528"/>
            <a:ext cx="69725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7" name="Connector 3941"/>
          <p:cNvSpPr/>
          <p:nvPr/>
        </p:nvSpPr>
        <p:spPr>
          <a:xfrm>
            <a:off x="9984740" y="6835140"/>
            <a:ext cx="54230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8" name="Connector 3942"/>
          <p:cNvSpPr/>
          <p:nvPr/>
        </p:nvSpPr>
        <p:spPr>
          <a:xfrm>
            <a:off x="10038968" y="7143749"/>
            <a:ext cx="38736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9" name="Connector 3943"/>
          <p:cNvSpPr/>
          <p:nvPr/>
        </p:nvSpPr>
        <p:spPr>
          <a:xfrm>
            <a:off x="10077704" y="7452359"/>
            <a:ext cx="23242" cy="30861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0" name="Connector 3944"/>
          <p:cNvSpPr/>
          <p:nvPr/>
        </p:nvSpPr>
        <p:spPr>
          <a:xfrm>
            <a:off x="10100944" y="7760968"/>
            <a:ext cx="7748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1" name="Connector 3945"/>
          <p:cNvSpPr/>
          <p:nvPr/>
        </p:nvSpPr>
        <p:spPr>
          <a:xfrm flipH="1">
            <a:off x="10100944" y="8069578"/>
            <a:ext cx="7748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2" name="Connector 3946"/>
          <p:cNvSpPr/>
          <p:nvPr/>
        </p:nvSpPr>
        <p:spPr>
          <a:xfrm flipH="1">
            <a:off x="10077704" y="8378190"/>
            <a:ext cx="23242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3" name="Connector 3947"/>
          <p:cNvSpPr/>
          <p:nvPr/>
        </p:nvSpPr>
        <p:spPr>
          <a:xfrm flipH="1">
            <a:off x="10038968" y="8686799"/>
            <a:ext cx="38736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4" name="Connector 3948"/>
          <p:cNvSpPr/>
          <p:nvPr/>
        </p:nvSpPr>
        <p:spPr>
          <a:xfrm flipH="1">
            <a:off x="9984740" y="8995409"/>
            <a:ext cx="54230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5" name="Connector 3949"/>
          <p:cNvSpPr/>
          <p:nvPr/>
        </p:nvSpPr>
        <p:spPr>
          <a:xfrm flipH="1">
            <a:off x="9915015" y="9304019"/>
            <a:ext cx="69725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6" name="Connector 3950"/>
          <p:cNvSpPr/>
          <p:nvPr/>
        </p:nvSpPr>
        <p:spPr>
          <a:xfrm flipH="1">
            <a:off x="9829800" y="9612630"/>
            <a:ext cx="85217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7" name="Connector 3951"/>
          <p:cNvSpPr/>
          <p:nvPr/>
        </p:nvSpPr>
        <p:spPr>
          <a:xfrm>
            <a:off x="9829799" y="6217920"/>
            <a:ext cx="101981" cy="41148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8" name="Connector 3952"/>
          <p:cNvSpPr/>
          <p:nvPr/>
        </p:nvSpPr>
        <p:spPr>
          <a:xfrm>
            <a:off x="9931779" y="6629399"/>
            <a:ext cx="83441" cy="41148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9" name="Connector 3953"/>
          <p:cNvSpPr/>
          <p:nvPr/>
        </p:nvSpPr>
        <p:spPr>
          <a:xfrm>
            <a:off x="10015219" y="7040880"/>
            <a:ext cx="64898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0" name="Connector 3954"/>
          <p:cNvSpPr/>
          <p:nvPr/>
        </p:nvSpPr>
        <p:spPr>
          <a:xfrm>
            <a:off x="10080117" y="7452359"/>
            <a:ext cx="46356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1" name="Connector 3955"/>
          <p:cNvSpPr/>
          <p:nvPr/>
        </p:nvSpPr>
        <p:spPr>
          <a:xfrm>
            <a:off x="10126471" y="7863840"/>
            <a:ext cx="27812" cy="41148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2" name="Connector 3956"/>
          <p:cNvSpPr/>
          <p:nvPr/>
        </p:nvSpPr>
        <p:spPr>
          <a:xfrm>
            <a:off x="10154284" y="8275318"/>
            <a:ext cx="9273" cy="41148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3" name="Connector 3957"/>
          <p:cNvSpPr/>
          <p:nvPr/>
        </p:nvSpPr>
        <p:spPr>
          <a:xfrm flipH="1">
            <a:off x="10154284" y="8686799"/>
            <a:ext cx="9272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4" name="Connector 3958"/>
          <p:cNvSpPr/>
          <p:nvPr/>
        </p:nvSpPr>
        <p:spPr>
          <a:xfrm flipH="1">
            <a:off x="10126471" y="9098280"/>
            <a:ext cx="27814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5" name="Connector 3959"/>
          <p:cNvSpPr/>
          <p:nvPr/>
        </p:nvSpPr>
        <p:spPr>
          <a:xfrm flipH="1">
            <a:off x="10080117" y="9509759"/>
            <a:ext cx="46356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6" name="Connector 3960"/>
          <p:cNvSpPr/>
          <p:nvPr/>
        </p:nvSpPr>
        <p:spPr>
          <a:xfrm flipH="1">
            <a:off x="10015219" y="9921240"/>
            <a:ext cx="64898" cy="41148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7" name="Connector 3961"/>
          <p:cNvSpPr/>
          <p:nvPr/>
        </p:nvSpPr>
        <p:spPr>
          <a:xfrm flipH="1">
            <a:off x="9931781" y="10332719"/>
            <a:ext cx="83440" cy="41148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8" name="Connector 3962"/>
          <p:cNvSpPr/>
          <p:nvPr/>
        </p:nvSpPr>
        <p:spPr>
          <a:xfrm flipH="1">
            <a:off x="9829800" y="10744199"/>
            <a:ext cx="101981" cy="41148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9" name="Connector 3963"/>
          <p:cNvSpPr/>
          <p:nvPr/>
        </p:nvSpPr>
        <p:spPr>
          <a:xfrm>
            <a:off x="9829799" y="7452359"/>
            <a:ext cx="51689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0" name="Connector 3964"/>
          <p:cNvSpPr/>
          <p:nvPr/>
        </p:nvSpPr>
        <p:spPr>
          <a:xfrm>
            <a:off x="9881488" y="7555228"/>
            <a:ext cx="42293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1" name="Connector 3965"/>
          <p:cNvSpPr/>
          <p:nvPr/>
        </p:nvSpPr>
        <p:spPr>
          <a:xfrm>
            <a:off x="9923780" y="7658099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2" name="Connector 3966"/>
          <p:cNvSpPr/>
          <p:nvPr/>
        </p:nvSpPr>
        <p:spPr>
          <a:xfrm>
            <a:off x="9956672" y="7760969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3" name="Connector 3967"/>
          <p:cNvSpPr/>
          <p:nvPr/>
        </p:nvSpPr>
        <p:spPr>
          <a:xfrm>
            <a:off x="9980168" y="7863840"/>
            <a:ext cx="14096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4" name="Connector 3968"/>
          <p:cNvSpPr/>
          <p:nvPr/>
        </p:nvSpPr>
        <p:spPr>
          <a:xfrm>
            <a:off x="9994264" y="7966709"/>
            <a:ext cx="4701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5" name="Connector 3969"/>
          <p:cNvSpPr/>
          <p:nvPr/>
        </p:nvSpPr>
        <p:spPr>
          <a:xfrm flipH="1">
            <a:off x="9994265" y="8069578"/>
            <a:ext cx="4700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6" name="Connector 3970"/>
          <p:cNvSpPr/>
          <p:nvPr/>
        </p:nvSpPr>
        <p:spPr>
          <a:xfrm flipH="1">
            <a:off x="9980168" y="8172449"/>
            <a:ext cx="14098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7" name="Connector 3971"/>
          <p:cNvSpPr/>
          <p:nvPr/>
        </p:nvSpPr>
        <p:spPr>
          <a:xfrm flipH="1">
            <a:off x="9956672" y="8275319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8" name="Connector 3972"/>
          <p:cNvSpPr/>
          <p:nvPr/>
        </p:nvSpPr>
        <p:spPr>
          <a:xfrm flipH="1">
            <a:off x="9923780" y="8378190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9" name="Connector 3973"/>
          <p:cNvSpPr/>
          <p:nvPr/>
        </p:nvSpPr>
        <p:spPr>
          <a:xfrm flipH="1">
            <a:off x="9881489" y="8481059"/>
            <a:ext cx="42292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0" name="Connector 3974"/>
          <p:cNvSpPr/>
          <p:nvPr/>
        </p:nvSpPr>
        <p:spPr>
          <a:xfrm flipH="1">
            <a:off x="9829800" y="8583930"/>
            <a:ext cx="5169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1" name="Connector 3975"/>
          <p:cNvSpPr/>
          <p:nvPr/>
        </p:nvSpPr>
        <p:spPr>
          <a:xfrm>
            <a:off x="9829800" y="7452359"/>
            <a:ext cx="68454" cy="20574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2" name="Connector 3976"/>
          <p:cNvSpPr/>
          <p:nvPr/>
        </p:nvSpPr>
        <p:spPr>
          <a:xfrm>
            <a:off x="9898253" y="7658099"/>
            <a:ext cx="56008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3" name="Connector 3977"/>
          <p:cNvSpPr/>
          <p:nvPr/>
        </p:nvSpPr>
        <p:spPr>
          <a:xfrm>
            <a:off x="9954259" y="7863840"/>
            <a:ext cx="43562" cy="20574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4" name="Connector 3978"/>
          <p:cNvSpPr/>
          <p:nvPr/>
        </p:nvSpPr>
        <p:spPr>
          <a:xfrm>
            <a:off x="9997820" y="8069578"/>
            <a:ext cx="31116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5" name="Connector 3979"/>
          <p:cNvSpPr/>
          <p:nvPr/>
        </p:nvSpPr>
        <p:spPr>
          <a:xfrm>
            <a:off x="10028935" y="8275319"/>
            <a:ext cx="18670" cy="20574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6" name="Connector 3980"/>
          <p:cNvSpPr/>
          <p:nvPr/>
        </p:nvSpPr>
        <p:spPr>
          <a:xfrm>
            <a:off x="10047605" y="8481059"/>
            <a:ext cx="6224" cy="20574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7" name="Connector 3981"/>
          <p:cNvSpPr/>
          <p:nvPr/>
        </p:nvSpPr>
        <p:spPr>
          <a:xfrm flipH="1">
            <a:off x="10047605" y="8686799"/>
            <a:ext cx="622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8" name="Connector 3982"/>
          <p:cNvSpPr/>
          <p:nvPr/>
        </p:nvSpPr>
        <p:spPr>
          <a:xfrm flipH="1">
            <a:off x="10028935" y="8892540"/>
            <a:ext cx="18670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9" name="Connector 3983"/>
          <p:cNvSpPr/>
          <p:nvPr/>
        </p:nvSpPr>
        <p:spPr>
          <a:xfrm flipH="1">
            <a:off x="9997820" y="9098280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0" name="Connector 3984"/>
          <p:cNvSpPr/>
          <p:nvPr/>
        </p:nvSpPr>
        <p:spPr>
          <a:xfrm flipH="1">
            <a:off x="9954259" y="9304019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1" name="Connector 3985"/>
          <p:cNvSpPr/>
          <p:nvPr/>
        </p:nvSpPr>
        <p:spPr>
          <a:xfrm flipH="1">
            <a:off x="9898253" y="9509759"/>
            <a:ext cx="56008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2" name="Connector 3986"/>
          <p:cNvSpPr/>
          <p:nvPr/>
        </p:nvSpPr>
        <p:spPr>
          <a:xfrm flipH="1">
            <a:off x="9829799" y="9715499"/>
            <a:ext cx="6845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3" name="Connector 3987"/>
          <p:cNvSpPr/>
          <p:nvPr/>
        </p:nvSpPr>
        <p:spPr>
          <a:xfrm>
            <a:off x="9829799" y="7452359"/>
            <a:ext cx="85218" cy="30861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4" name="Connector 3988"/>
          <p:cNvSpPr/>
          <p:nvPr/>
        </p:nvSpPr>
        <p:spPr>
          <a:xfrm>
            <a:off x="9915015" y="7760968"/>
            <a:ext cx="69725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5" name="Connector 3989"/>
          <p:cNvSpPr/>
          <p:nvPr/>
        </p:nvSpPr>
        <p:spPr>
          <a:xfrm>
            <a:off x="9984740" y="8069580"/>
            <a:ext cx="54230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6" name="Connector 3990"/>
          <p:cNvSpPr/>
          <p:nvPr/>
        </p:nvSpPr>
        <p:spPr>
          <a:xfrm>
            <a:off x="10038968" y="8378190"/>
            <a:ext cx="38736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7" name="Connector 3991"/>
          <p:cNvSpPr/>
          <p:nvPr/>
        </p:nvSpPr>
        <p:spPr>
          <a:xfrm>
            <a:off x="10077704" y="8686800"/>
            <a:ext cx="23242" cy="30861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8" name="Connector 3992"/>
          <p:cNvSpPr/>
          <p:nvPr/>
        </p:nvSpPr>
        <p:spPr>
          <a:xfrm>
            <a:off x="10100944" y="8995409"/>
            <a:ext cx="7748" cy="30861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9" name="Connector 3993"/>
          <p:cNvSpPr/>
          <p:nvPr/>
        </p:nvSpPr>
        <p:spPr>
          <a:xfrm flipH="1">
            <a:off x="10100944" y="9304019"/>
            <a:ext cx="7748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0" name="Connector 3994"/>
          <p:cNvSpPr/>
          <p:nvPr/>
        </p:nvSpPr>
        <p:spPr>
          <a:xfrm flipH="1">
            <a:off x="10077704" y="9612630"/>
            <a:ext cx="23242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1" name="Connector 3995"/>
          <p:cNvSpPr/>
          <p:nvPr/>
        </p:nvSpPr>
        <p:spPr>
          <a:xfrm flipH="1">
            <a:off x="10038968" y="9921240"/>
            <a:ext cx="38736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2" name="Connector 3996"/>
          <p:cNvSpPr/>
          <p:nvPr/>
        </p:nvSpPr>
        <p:spPr>
          <a:xfrm flipH="1">
            <a:off x="9984740" y="10229849"/>
            <a:ext cx="54230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3" name="Connector 3997"/>
          <p:cNvSpPr/>
          <p:nvPr/>
        </p:nvSpPr>
        <p:spPr>
          <a:xfrm flipH="1">
            <a:off x="9915015" y="10538459"/>
            <a:ext cx="69725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4" name="Connector 3998"/>
          <p:cNvSpPr/>
          <p:nvPr/>
        </p:nvSpPr>
        <p:spPr>
          <a:xfrm flipH="1">
            <a:off x="9829800" y="10847069"/>
            <a:ext cx="85217" cy="30861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5" name="Connector 3999"/>
          <p:cNvSpPr/>
          <p:nvPr/>
        </p:nvSpPr>
        <p:spPr>
          <a:xfrm>
            <a:off x="9829799" y="8686800"/>
            <a:ext cx="51689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6" name="Connector 4000"/>
          <p:cNvSpPr/>
          <p:nvPr/>
        </p:nvSpPr>
        <p:spPr>
          <a:xfrm>
            <a:off x="9881488" y="8789668"/>
            <a:ext cx="42293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7" name="Connector 4001"/>
          <p:cNvSpPr/>
          <p:nvPr/>
        </p:nvSpPr>
        <p:spPr>
          <a:xfrm>
            <a:off x="9923780" y="8892540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8" name="Connector 4002"/>
          <p:cNvSpPr/>
          <p:nvPr/>
        </p:nvSpPr>
        <p:spPr>
          <a:xfrm>
            <a:off x="9956672" y="8995409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9" name="Connector 4003"/>
          <p:cNvSpPr/>
          <p:nvPr/>
        </p:nvSpPr>
        <p:spPr>
          <a:xfrm>
            <a:off x="9980168" y="9098280"/>
            <a:ext cx="14096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0" name="Connector 4004"/>
          <p:cNvSpPr/>
          <p:nvPr/>
        </p:nvSpPr>
        <p:spPr>
          <a:xfrm>
            <a:off x="9994264" y="9201149"/>
            <a:ext cx="4701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1" name="Connector 4005"/>
          <p:cNvSpPr/>
          <p:nvPr/>
        </p:nvSpPr>
        <p:spPr>
          <a:xfrm flipH="1">
            <a:off x="9994265" y="9304019"/>
            <a:ext cx="470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2" name="Connector 4006"/>
          <p:cNvSpPr/>
          <p:nvPr/>
        </p:nvSpPr>
        <p:spPr>
          <a:xfrm flipH="1">
            <a:off x="9980168" y="9406890"/>
            <a:ext cx="14098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3" name="Connector 4007"/>
          <p:cNvSpPr/>
          <p:nvPr/>
        </p:nvSpPr>
        <p:spPr>
          <a:xfrm flipH="1">
            <a:off x="9956672" y="9509759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4" name="Connector 4008"/>
          <p:cNvSpPr/>
          <p:nvPr/>
        </p:nvSpPr>
        <p:spPr>
          <a:xfrm flipH="1">
            <a:off x="9923780" y="9612630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5" name="Connector 4009"/>
          <p:cNvSpPr/>
          <p:nvPr/>
        </p:nvSpPr>
        <p:spPr>
          <a:xfrm flipH="1">
            <a:off x="9881489" y="9715499"/>
            <a:ext cx="42292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6" name="Connector 4010"/>
          <p:cNvSpPr/>
          <p:nvPr/>
        </p:nvSpPr>
        <p:spPr>
          <a:xfrm flipH="1">
            <a:off x="9829800" y="9818369"/>
            <a:ext cx="5169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7" name="Connector 4011"/>
          <p:cNvSpPr/>
          <p:nvPr/>
        </p:nvSpPr>
        <p:spPr>
          <a:xfrm>
            <a:off x="9829800" y="8686799"/>
            <a:ext cx="6845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8" name="Connector 4012"/>
          <p:cNvSpPr/>
          <p:nvPr/>
        </p:nvSpPr>
        <p:spPr>
          <a:xfrm>
            <a:off x="9898253" y="8892540"/>
            <a:ext cx="56008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9" name="Connector 4013"/>
          <p:cNvSpPr/>
          <p:nvPr/>
        </p:nvSpPr>
        <p:spPr>
          <a:xfrm>
            <a:off x="9954259" y="9098280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0" name="Connector 4014"/>
          <p:cNvSpPr/>
          <p:nvPr/>
        </p:nvSpPr>
        <p:spPr>
          <a:xfrm>
            <a:off x="9997820" y="9304019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1" name="Connector 4015"/>
          <p:cNvSpPr/>
          <p:nvPr/>
        </p:nvSpPr>
        <p:spPr>
          <a:xfrm>
            <a:off x="10028935" y="9509759"/>
            <a:ext cx="18670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2" name="Connector 4016"/>
          <p:cNvSpPr/>
          <p:nvPr/>
        </p:nvSpPr>
        <p:spPr>
          <a:xfrm>
            <a:off x="10047605" y="9715499"/>
            <a:ext cx="622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3" name="Connector 4017"/>
          <p:cNvSpPr/>
          <p:nvPr/>
        </p:nvSpPr>
        <p:spPr>
          <a:xfrm flipH="1">
            <a:off x="10047605" y="9921240"/>
            <a:ext cx="622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4" name="Connector 4018"/>
          <p:cNvSpPr/>
          <p:nvPr/>
        </p:nvSpPr>
        <p:spPr>
          <a:xfrm flipH="1">
            <a:off x="10028935" y="10126980"/>
            <a:ext cx="18670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5" name="Connector 4019"/>
          <p:cNvSpPr/>
          <p:nvPr/>
        </p:nvSpPr>
        <p:spPr>
          <a:xfrm flipH="1">
            <a:off x="9997820" y="10332719"/>
            <a:ext cx="31116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6" name="Connector 4020"/>
          <p:cNvSpPr/>
          <p:nvPr/>
        </p:nvSpPr>
        <p:spPr>
          <a:xfrm flipH="1">
            <a:off x="9954259" y="10538459"/>
            <a:ext cx="43562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7" name="Connector 4021"/>
          <p:cNvSpPr/>
          <p:nvPr/>
        </p:nvSpPr>
        <p:spPr>
          <a:xfrm flipH="1">
            <a:off x="9898253" y="10744199"/>
            <a:ext cx="56008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8" name="Connector 4022"/>
          <p:cNvSpPr/>
          <p:nvPr/>
        </p:nvSpPr>
        <p:spPr>
          <a:xfrm flipH="1">
            <a:off x="9829799" y="10949940"/>
            <a:ext cx="68454" cy="20574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9" name="Connector 4023"/>
          <p:cNvSpPr/>
          <p:nvPr/>
        </p:nvSpPr>
        <p:spPr>
          <a:xfrm>
            <a:off x="9829799" y="9921240"/>
            <a:ext cx="51689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0" name="Connector 4024"/>
          <p:cNvSpPr/>
          <p:nvPr/>
        </p:nvSpPr>
        <p:spPr>
          <a:xfrm>
            <a:off x="9881488" y="10024109"/>
            <a:ext cx="42293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1" name="Connector 4025"/>
          <p:cNvSpPr/>
          <p:nvPr/>
        </p:nvSpPr>
        <p:spPr>
          <a:xfrm>
            <a:off x="9923780" y="10126980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2" name="Connector 4026"/>
          <p:cNvSpPr/>
          <p:nvPr/>
        </p:nvSpPr>
        <p:spPr>
          <a:xfrm>
            <a:off x="9956672" y="10229849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3" name="Connector 4027"/>
          <p:cNvSpPr/>
          <p:nvPr/>
        </p:nvSpPr>
        <p:spPr>
          <a:xfrm>
            <a:off x="9980168" y="10332719"/>
            <a:ext cx="14096" cy="102870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4" name="Connector 4028"/>
          <p:cNvSpPr/>
          <p:nvPr/>
        </p:nvSpPr>
        <p:spPr>
          <a:xfrm>
            <a:off x="9994264" y="10435589"/>
            <a:ext cx="4701" cy="102872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5" name="Connector 4029"/>
          <p:cNvSpPr/>
          <p:nvPr/>
        </p:nvSpPr>
        <p:spPr>
          <a:xfrm flipH="1">
            <a:off x="9994265" y="10538459"/>
            <a:ext cx="470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6" name="Connector 4030"/>
          <p:cNvSpPr/>
          <p:nvPr/>
        </p:nvSpPr>
        <p:spPr>
          <a:xfrm flipH="1">
            <a:off x="9980168" y="10641330"/>
            <a:ext cx="14098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7" name="Connector 4031"/>
          <p:cNvSpPr/>
          <p:nvPr/>
        </p:nvSpPr>
        <p:spPr>
          <a:xfrm flipH="1">
            <a:off x="9956672" y="10744199"/>
            <a:ext cx="23496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8" name="Connector 4032"/>
          <p:cNvSpPr/>
          <p:nvPr/>
        </p:nvSpPr>
        <p:spPr>
          <a:xfrm flipH="1">
            <a:off x="9923780" y="10847069"/>
            <a:ext cx="32894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9" name="Connector 4033"/>
          <p:cNvSpPr/>
          <p:nvPr/>
        </p:nvSpPr>
        <p:spPr>
          <a:xfrm flipH="1">
            <a:off x="9881489" y="10949940"/>
            <a:ext cx="42292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0" name="Connector 4034"/>
          <p:cNvSpPr/>
          <p:nvPr/>
        </p:nvSpPr>
        <p:spPr>
          <a:xfrm flipH="1">
            <a:off x="9829800" y="11052809"/>
            <a:ext cx="51690" cy="102871"/>
          </a:xfrm>
          <a:prstGeom prst="line">
            <a:avLst/>
          </a:prstGeom>
          <a:ln w="2103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1" name="Connector 4035"/>
          <p:cNvSpPr/>
          <p:nvPr/>
        </p:nvSpPr>
        <p:spPr>
          <a:xfrm>
            <a:off x="12298680" y="2514600"/>
            <a:ext cx="51690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2" name="Connector 4036"/>
          <p:cNvSpPr/>
          <p:nvPr/>
        </p:nvSpPr>
        <p:spPr>
          <a:xfrm>
            <a:off x="12350368" y="2617468"/>
            <a:ext cx="42292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3" name="Connector 4037"/>
          <p:cNvSpPr/>
          <p:nvPr/>
        </p:nvSpPr>
        <p:spPr>
          <a:xfrm>
            <a:off x="12392659" y="2720339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4" name="Connector 4038"/>
          <p:cNvSpPr/>
          <p:nvPr/>
        </p:nvSpPr>
        <p:spPr>
          <a:xfrm>
            <a:off x="12425553" y="2823210"/>
            <a:ext cx="23496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5" name="Connector 4039"/>
          <p:cNvSpPr/>
          <p:nvPr/>
        </p:nvSpPr>
        <p:spPr>
          <a:xfrm>
            <a:off x="12449047" y="2926079"/>
            <a:ext cx="14098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6" name="Connector 4040"/>
          <p:cNvSpPr/>
          <p:nvPr/>
        </p:nvSpPr>
        <p:spPr>
          <a:xfrm>
            <a:off x="12463144" y="3028949"/>
            <a:ext cx="470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7" name="Connector 4041"/>
          <p:cNvSpPr/>
          <p:nvPr/>
        </p:nvSpPr>
        <p:spPr>
          <a:xfrm flipH="1">
            <a:off x="12463144" y="3131820"/>
            <a:ext cx="470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8" name="Connector 4042"/>
          <p:cNvSpPr/>
          <p:nvPr/>
        </p:nvSpPr>
        <p:spPr>
          <a:xfrm flipH="1">
            <a:off x="12449048" y="3234689"/>
            <a:ext cx="14098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9" name="Connector 4043"/>
          <p:cNvSpPr/>
          <p:nvPr/>
        </p:nvSpPr>
        <p:spPr>
          <a:xfrm flipH="1">
            <a:off x="12425553" y="3337559"/>
            <a:ext cx="23495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0" name="Connector 4044"/>
          <p:cNvSpPr/>
          <p:nvPr/>
        </p:nvSpPr>
        <p:spPr>
          <a:xfrm flipH="1">
            <a:off x="12392659" y="3440429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1" name="Connector 4045"/>
          <p:cNvSpPr/>
          <p:nvPr/>
        </p:nvSpPr>
        <p:spPr>
          <a:xfrm flipH="1">
            <a:off x="12350368" y="3543299"/>
            <a:ext cx="42292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2" name="Connector 4046"/>
          <p:cNvSpPr/>
          <p:nvPr/>
        </p:nvSpPr>
        <p:spPr>
          <a:xfrm flipH="1">
            <a:off x="12298680" y="3646170"/>
            <a:ext cx="51690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3" name="Connector 4047"/>
          <p:cNvSpPr/>
          <p:nvPr/>
        </p:nvSpPr>
        <p:spPr>
          <a:xfrm>
            <a:off x="12298680" y="2514600"/>
            <a:ext cx="68454" cy="205739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4" name="Connector 4048"/>
          <p:cNvSpPr/>
          <p:nvPr/>
        </p:nvSpPr>
        <p:spPr>
          <a:xfrm>
            <a:off x="12367132" y="2720338"/>
            <a:ext cx="56008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5" name="Connector 4049"/>
          <p:cNvSpPr/>
          <p:nvPr/>
        </p:nvSpPr>
        <p:spPr>
          <a:xfrm>
            <a:off x="12423140" y="2926079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6" name="Connector 4050"/>
          <p:cNvSpPr/>
          <p:nvPr/>
        </p:nvSpPr>
        <p:spPr>
          <a:xfrm>
            <a:off x="12466701" y="3131820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7" name="Connector 4051"/>
          <p:cNvSpPr/>
          <p:nvPr/>
        </p:nvSpPr>
        <p:spPr>
          <a:xfrm>
            <a:off x="12497816" y="3337559"/>
            <a:ext cx="18669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8" name="Connector 4052"/>
          <p:cNvSpPr/>
          <p:nvPr/>
        </p:nvSpPr>
        <p:spPr>
          <a:xfrm>
            <a:off x="12516484" y="3543300"/>
            <a:ext cx="6225" cy="205739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9" name="Connector 4053"/>
          <p:cNvSpPr/>
          <p:nvPr/>
        </p:nvSpPr>
        <p:spPr>
          <a:xfrm flipH="1">
            <a:off x="12516484" y="3749038"/>
            <a:ext cx="6225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0" name="Connector 4054"/>
          <p:cNvSpPr/>
          <p:nvPr/>
        </p:nvSpPr>
        <p:spPr>
          <a:xfrm flipH="1">
            <a:off x="12497816" y="3954779"/>
            <a:ext cx="18669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1" name="Connector 4055"/>
          <p:cNvSpPr/>
          <p:nvPr/>
        </p:nvSpPr>
        <p:spPr>
          <a:xfrm flipH="1">
            <a:off x="12466701" y="4160520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2" name="Connector 4056"/>
          <p:cNvSpPr/>
          <p:nvPr/>
        </p:nvSpPr>
        <p:spPr>
          <a:xfrm flipH="1">
            <a:off x="12423140" y="4366259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3" name="Connector 4057"/>
          <p:cNvSpPr/>
          <p:nvPr/>
        </p:nvSpPr>
        <p:spPr>
          <a:xfrm flipH="1">
            <a:off x="12367132" y="4571999"/>
            <a:ext cx="56008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4" name="Connector 4058"/>
          <p:cNvSpPr/>
          <p:nvPr/>
        </p:nvSpPr>
        <p:spPr>
          <a:xfrm flipH="1">
            <a:off x="12298680" y="4777740"/>
            <a:ext cx="68454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5" name="Connector 4059"/>
          <p:cNvSpPr/>
          <p:nvPr/>
        </p:nvSpPr>
        <p:spPr>
          <a:xfrm>
            <a:off x="12298680" y="2514600"/>
            <a:ext cx="85218" cy="30861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6" name="Connector 4060"/>
          <p:cNvSpPr/>
          <p:nvPr/>
        </p:nvSpPr>
        <p:spPr>
          <a:xfrm>
            <a:off x="12383896" y="2823209"/>
            <a:ext cx="69724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7" name="Connector 4061"/>
          <p:cNvSpPr/>
          <p:nvPr/>
        </p:nvSpPr>
        <p:spPr>
          <a:xfrm>
            <a:off x="12453619" y="3131820"/>
            <a:ext cx="54230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8" name="Connector 4062"/>
          <p:cNvSpPr/>
          <p:nvPr/>
        </p:nvSpPr>
        <p:spPr>
          <a:xfrm>
            <a:off x="12507848" y="3440429"/>
            <a:ext cx="38736" cy="30861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9" name="Connector 4063"/>
          <p:cNvSpPr/>
          <p:nvPr/>
        </p:nvSpPr>
        <p:spPr>
          <a:xfrm>
            <a:off x="12546583" y="3749038"/>
            <a:ext cx="23242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0" name="Connector 4064"/>
          <p:cNvSpPr/>
          <p:nvPr/>
        </p:nvSpPr>
        <p:spPr>
          <a:xfrm>
            <a:off x="12569824" y="4057648"/>
            <a:ext cx="7749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1" name="Connector 4065"/>
          <p:cNvSpPr/>
          <p:nvPr/>
        </p:nvSpPr>
        <p:spPr>
          <a:xfrm flipH="1">
            <a:off x="12569825" y="4366259"/>
            <a:ext cx="774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2" name="Connector 4066"/>
          <p:cNvSpPr/>
          <p:nvPr/>
        </p:nvSpPr>
        <p:spPr>
          <a:xfrm flipH="1">
            <a:off x="12546583" y="4674870"/>
            <a:ext cx="23242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3" name="Connector 4067"/>
          <p:cNvSpPr/>
          <p:nvPr/>
        </p:nvSpPr>
        <p:spPr>
          <a:xfrm flipH="1">
            <a:off x="12507848" y="4983479"/>
            <a:ext cx="38736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4" name="Connector 4068"/>
          <p:cNvSpPr/>
          <p:nvPr/>
        </p:nvSpPr>
        <p:spPr>
          <a:xfrm flipH="1">
            <a:off x="12453619" y="5292090"/>
            <a:ext cx="54230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5" name="Connector 4069"/>
          <p:cNvSpPr/>
          <p:nvPr/>
        </p:nvSpPr>
        <p:spPr>
          <a:xfrm flipH="1">
            <a:off x="12383896" y="5600699"/>
            <a:ext cx="69724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6" name="Connector 4070"/>
          <p:cNvSpPr/>
          <p:nvPr/>
        </p:nvSpPr>
        <p:spPr>
          <a:xfrm flipH="1">
            <a:off x="12298680" y="5909309"/>
            <a:ext cx="8521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7" name="Connector 4071"/>
          <p:cNvSpPr/>
          <p:nvPr/>
        </p:nvSpPr>
        <p:spPr>
          <a:xfrm>
            <a:off x="12298680" y="2514599"/>
            <a:ext cx="101982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8" name="Connector 4072"/>
          <p:cNvSpPr/>
          <p:nvPr/>
        </p:nvSpPr>
        <p:spPr>
          <a:xfrm>
            <a:off x="12400660" y="2926078"/>
            <a:ext cx="83440" cy="41148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9" name="Connector 4073"/>
          <p:cNvSpPr/>
          <p:nvPr/>
        </p:nvSpPr>
        <p:spPr>
          <a:xfrm>
            <a:off x="12484099" y="3337559"/>
            <a:ext cx="64899" cy="41148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0" name="Connector 4074"/>
          <p:cNvSpPr/>
          <p:nvPr/>
        </p:nvSpPr>
        <p:spPr>
          <a:xfrm>
            <a:off x="12548996" y="3749038"/>
            <a:ext cx="46356" cy="411483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1" name="Connector 4075"/>
          <p:cNvSpPr/>
          <p:nvPr/>
        </p:nvSpPr>
        <p:spPr>
          <a:xfrm>
            <a:off x="12595352" y="4160520"/>
            <a:ext cx="27814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2" name="Connector 4076"/>
          <p:cNvSpPr/>
          <p:nvPr/>
        </p:nvSpPr>
        <p:spPr>
          <a:xfrm>
            <a:off x="12623165" y="4571999"/>
            <a:ext cx="9272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3" name="Connector 4077"/>
          <p:cNvSpPr/>
          <p:nvPr/>
        </p:nvSpPr>
        <p:spPr>
          <a:xfrm flipH="1">
            <a:off x="12623165" y="4983479"/>
            <a:ext cx="9272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4" name="Connector 4078"/>
          <p:cNvSpPr/>
          <p:nvPr/>
        </p:nvSpPr>
        <p:spPr>
          <a:xfrm flipH="1">
            <a:off x="12595351" y="5394959"/>
            <a:ext cx="27815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5" name="Connector 4079"/>
          <p:cNvSpPr/>
          <p:nvPr/>
        </p:nvSpPr>
        <p:spPr>
          <a:xfrm flipH="1">
            <a:off x="12548996" y="5806440"/>
            <a:ext cx="46355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6" name="Connector 4080"/>
          <p:cNvSpPr/>
          <p:nvPr/>
        </p:nvSpPr>
        <p:spPr>
          <a:xfrm flipH="1">
            <a:off x="12484100" y="6217920"/>
            <a:ext cx="64898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7" name="Connector 4081"/>
          <p:cNvSpPr/>
          <p:nvPr/>
        </p:nvSpPr>
        <p:spPr>
          <a:xfrm flipH="1">
            <a:off x="12400660" y="6629399"/>
            <a:ext cx="83440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8" name="Connector 4082"/>
          <p:cNvSpPr/>
          <p:nvPr/>
        </p:nvSpPr>
        <p:spPr>
          <a:xfrm flipH="1">
            <a:off x="12298680" y="7040880"/>
            <a:ext cx="101982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9" name="Connector 4083"/>
          <p:cNvSpPr/>
          <p:nvPr/>
        </p:nvSpPr>
        <p:spPr>
          <a:xfrm>
            <a:off x="12298680" y="2514599"/>
            <a:ext cx="118746" cy="51435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0" name="Connector 4084"/>
          <p:cNvSpPr/>
          <p:nvPr/>
        </p:nvSpPr>
        <p:spPr>
          <a:xfrm>
            <a:off x="12417424" y="3028949"/>
            <a:ext cx="97157" cy="51435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1" name="Connector 4085"/>
          <p:cNvSpPr/>
          <p:nvPr/>
        </p:nvSpPr>
        <p:spPr>
          <a:xfrm>
            <a:off x="12514580" y="3543300"/>
            <a:ext cx="7556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2" name="Connector 4086"/>
          <p:cNvSpPr/>
          <p:nvPr/>
        </p:nvSpPr>
        <p:spPr>
          <a:xfrm>
            <a:off x="12590144" y="4057649"/>
            <a:ext cx="53976" cy="51435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3" name="Connector 4087"/>
          <p:cNvSpPr/>
          <p:nvPr/>
        </p:nvSpPr>
        <p:spPr>
          <a:xfrm>
            <a:off x="12644119" y="4572000"/>
            <a:ext cx="3238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4" name="Connector 4088"/>
          <p:cNvSpPr/>
          <p:nvPr/>
        </p:nvSpPr>
        <p:spPr>
          <a:xfrm>
            <a:off x="12676505" y="5086350"/>
            <a:ext cx="1079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5" name="Connector 4089"/>
          <p:cNvSpPr/>
          <p:nvPr/>
        </p:nvSpPr>
        <p:spPr>
          <a:xfrm flipH="1">
            <a:off x="12676505" y="5600700"/>
            <a:ext cx="1079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6" name="Connector 4090"/>
          <p:cNvSpPr/>
          <p:nvPr/>
        </p:nvSpPr>
        <p:spPr>
          <a:xfrm flipH="1">
            <a:off x="12644119" y="6115050"/>
            <a:ext cx="3238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7" name="Connector 4091"/>
          <p:cNvSpPr/>
          <p:nvPr/>
        </p:nvSpPr>
        <p:spPr>
          <a:xfrm flipH="1">
            <a:off x="12590144" y="6629400"/>
            <a:ext cx="5397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8" name="Connector 4092"/>
          <p:cNvSpPr/>
          <p:nvPr/>
        </p:nvSpPr>
        <p:spPr>
          <a:xfrm flipH="1">
            <a:off x="12514580" y="7143750"/>
            <a:ext cx="7556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9" name="Connector 4093"/>
          <p:cNvSpPr/>
          <p:nvPr/>
        </p:nvSpPr>
        <p:spPr>
          <a:xfrm flipH="1">
            <a:off x="12417425" y="7658100"/>
            <a:ext cx="9715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0" name="Connector 4094"/>
          <p:cNvSpPr/>
          <p:nvPr/>
        </p:nvSpPr>
        <p:spPr>
          <a:xfrm flipH="1">
            <a:off x="12298680" y="8172450"/>
            <a:ext cx="11874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1" name="Connector 4095"/>
          <p:cNvSpPr/>
          <p:nvPr/>
        </p:nvSpPr>
        <p:spPr>
          <a:xfrm>
            <a:off x="12298680" y="2514599"/>
            <a:ext cx="135509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2" name="Connector 4096"/>
          <p:cNvSpPr/>
          <p:nvPr/>
        </p:nvSpPr>
        <p:spPr>
          <a:xfrm>
            <a:off x="12434188" y="3131818"/>
            <a:ext cx="110873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3" name="Connector 4097"/>
          <p:cNvSpPr/>
          <p:nvPr/>
        </p:nvSpPr>
        <p:spPr>
          <a:xfrm>
            <a:off x="12545059" y="3749038"/>
            <a:ext cx="86234" cy="617223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4" name="Connector 4098"/>
          <p:cNvSpPr/>
          <p:nvPr/>
        </p:nvSpPr>
        <p:spPr>
          <a:xfrm>
            <a:off x="12631293" y="4366259"/>
            <a:ext cx="61596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5" name="Connector 4099"/>
          <p:cNvSpPr/>
          <p:nvPr/>
        </p:nvSpPr>
        <p:spPr>
          <a:xfrm>
            <a:off x="12692888" y="4983479"/>
            <a:ext cx="36957" cy="61722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6" name="Connector 4100"/>
          <p:cNvSpPr/>
          <p:nvPr/>
        </p:nvSpPr>
        <p:spPr>
          <a:xfrm>
            <a:off x="12729843" y="5600698"/>
            <a:ext cx="12321" cy="61722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7" name="Connector 4101"/>
          <p:cNvSpPr/>
          <p:nvPr/>
        </p:nvSpPr>
        <p:spPr>
          <a:xfrm flipH="1">
            <a:off x="12729844" y="6217920"/>
            <a:ext cx="12320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8" name="Connector 4102"/>
          <p:cNvSpPr/>
          <p:nvPr/>
        </p:nvSpPr>
        <p:spPr>
          <a:xfrm flipH="1">
            <a:off x="12692888" y="6835140"/>
            <a:ext cx="36958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9" name="Connector 4103"/>
          <p:cNvSpPr/>
          <p:nvPr/>
        </p:nvSpPr>
        <p:spPr>
          <a:xfrm flipH="1">
            <a:off x="12631293" y="7452359"/>
            <a:ext cx="61596" cy="61722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0" name="Connector 4104"/>
          <p:cNvSpPr/>
          <p:nvPr/>
        </p:nvSpPr>
        <p:spPr>
          <a:xfrm flipH="1">
            <a:off x="12545059" y="8069578"/>
            <a:ext cx="86234" cy="61722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1" name="Connector 4105"/>
          <p:cNvSpPr/>
          <p:nvPr/>
        </p:nvSpPr>
        <p:spPr>
          <a:xfrm flipH="1">
            <a:off x="12434190" y="8686799"/>
            <a:ext cx="110871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2" name="Connector 4106"/>
          <p:cNvSpPr/>
          <p:nvPr/>
        </p:nvSpPr>
        <p:spPr>
          <a:xfrm flipH="1">
            <a:off x="12298680" y="9304019"/>
            <a:ext cx="135510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3" name="Connector 4107"/>
          <p:cNvSpPr/>
          <p:nvPr/>
        </p:nvSpPr>
        <p:spPr>
          <a:xfrm>
            <a:off x="12298680" y="2514600"/>
            <a:ext cx="152274" cy="72009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4" name="Connector 4108"/>
          <p:cNvSpPr/>
          <p:nvPr/>
        </p:nvSpPr>
        <p:spPr>
          <a:xfrm>
            <a:off x="12450953" y="3234688"/>
            <a:ext cx="124588" cy="72009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5" name="Connector 4109"/>
          <p:cNvSpPr/>
          <p:nvPr/>
        </p:nvSpPr>
        <p:spPr>
          <a:xfrm>
            <a:off x="12575540" y="3954779"/>
            <a:ext cx="96902" cy="72009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6" name="Connector 4110"/>
          <p:cNvSpPr/>
          <p:nvPr/>
        </p:nvSpPr>
        <p:spPr>
          <a:xfrm>
            <a:off x="12672441" y="4674870"/>
            <a:ext cx="69216" cy="72009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7" name="Connector 4111"/>
          <p:cNvSpPr/>
          <p:nvPr/>
        </p:nvSpPr>
        <p:spPr>
          <a:xfrm>
            <a:off x="12741656" y="5394959"/>
            <a:ext cx="41530" cy="72009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8" name="Connector 4112"/>
          <p:cNvSpPr/>
          <p:nvPr/>
        </p:nvSpPr>
        <p:spPr>
          <a:xfrm>
            <a:off x="12783184" y="6115048"/>
            <a:ext cx="13844" cy="72009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9" name="Connector 4113"/>
          <p:cNvSpPr/>
          <p:nvPr/>
        </p:nvSpPr>
        <p:spPr>
          <a:xfrm flipH="1">
            <a:off x="12783184" y="6835140"/>
            <a:ext cx="13844" cy="72009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0" name="Connector 4114"/>
          <p:cNvSpPr/>
          <p:nvPr/>
        </p:nvSpPr>
        <p:spPr>
          <a:xfrm flipH="1">
            <a:off x="12741654" y="7555228"/>
            <a:ext cx="41531" cy="72009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1" name="Connector 4115"/>
          <p:cNvSpPr/>
          <p:nvPr/>
        </p:nvSpPr>
        <p:spPr>
          <a:xfrm flipH="1">
            <a:off x="12672441" y="8275319"/>
            <a:ext cx="69215" cy="72009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2" name="Connector 4116"/>
          <p:cNvSpPr/>
          <p:nvPr/>
        </p:nvSpPr>
        <p:spPr>
          <a:xfrm flipH="1">
            <a:off x="12575540" y="8995409"/>
            <a:ext cx="96902" cy="72009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3" name="Connector 4117"/>
          <p:cNvSpPr/>
          <p:nvPr/>
        </p:nvSpPr>
        <p:spPr>
          <a:xfrm flipH="1">
            <a:off x="12450953" y="9715500"/>
            <a:ext cx="124588" cy="72009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4" name="Connector 4118"/>
          <p:cNvSpPr/>
          <p:nvPr/>
        </p:nvSpPr>
        <p:spPr>
          <a:xfrm flipH="1">
            <a:off x="12298680" y="10435589"/>
            <a:ext cx="152274" cy="72009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5" name="Connector 4119"/>
          <p:cNvSpPr/>
          <p:nvPr/>
        </p:nvSpPr>
        <p:spPr>
          <a:xfrm>
            <a:off x="12298680" y="3749038"/>
            <a:ext cx="5169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6" name="Connector 4120"/>
          <p:cNvSpPr/>
          <p:nvPr/>
        </p:nvSpPr>
        <p:spPr>
          <a:xfrm>
            <a:off x="12350368" y="3851909"/>
            <a:ext cx="42292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7" name="Connector 4121"/>
          <p:cNvSpPr/>
          <p:nvPr/>
        </p:nvSpPr>
        <p:spPr>
          <a:xfrm>
            <a:off x="12392659" y="3954779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8" name="Connector 4122"/>
          <p:cNvSpPr/>
          <p:nvPr/>
        </p:nvSpPr>
        <p:spPr>
          <a:xfrm>
            <a:off x="12425553" y="4057649"/>
            <a:ext cx="23496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9" name="Connector 4123"/>
          <p:cNvSpPr/>
          <p:nvPr/>
        </p:nvSpPr>
        <p:spPr>
          <a:xfrm>
            <a:off x="12449047" y="4160520"/>
            <a:ext cx="14098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0" name="Connector 4124"/>
          <p:cNvSpPr/>
          <p:nvPr/>
        </p:nvSpPr>
        <p:spPr>
          <a:xfrm>
            <a:off x="12463144" y="4263388"/>
            <a:ext cx="4700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1" name="Connector 4125"/>
          <p:cNvSpPr/>
          <p:nvPr/>
        </p:nvSpPr>
        <p:spPr>
          <a:xfrm flipH="1">
            <a:off x="12463144" y="4366259"/>
            <a:ext cx="470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2" name="Connector 4126"/>
          <p:cNvSpPr/>
          <p:nvPr/>
        </p:nvSpPr>
        <p:spPr>
          <a:xfrm flipH="1">
            <a:off x="12449048" y="4469129"/>
            <a:ext cx="14098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3" name="Connector 4127"/>
          <p:cNvSpPr/>
          <p:nvPr/>
        </p:nvSpPr>
        <p:spPr>
          <a:xfrm flipH="1">
            <a:off x="12425553" y="4571999"/>
            <a:ext cx="23495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4" name="Connector 4128"/>
          <p:cNvSpPr/>
          <p:nvPr/>
        </p:nvSpPr>
        <p:spPr>
          <a:xfrm flipH="1">
            <a:off x="12392659" y="4674870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5" name="Connector 4129"/>
          <p:cNvSpPr/>
          <p:nvPr/>
        </p:nvSpPr>
        <p:spPr>
          <a:xfrm flipH="1">
            <a:off x="12350368" y="4777740"/>
            <a:ext cx="42292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6" name="Connector 4130"/>
          <p:cNvSpPr/>
          <p:nvPr/>
        </p:nvSpPr>
        <p:spPr>
          <a:xfrm flipH="1">
            <a:off x="12298680" y="4880609"/>
            <a:ext cx="5169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7" name="Connector 4131"/>
          <p:cNvSpPr/>
          <p:nvPr/>
        </p:nvSpPr>
        <p:spPr>
          <a:xfrm>
            <a:off x="12298680" y="3749038"/>
            <a:ext cx="68454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8" name="Connector 4132"/>
          <p:cNvSpPr/>
          <p:nvPr/>
        </p:nvSpPr>
        <p:spPr>
          <a:xfrm>
            <a:off x="12367132" y="3954779"/>
            <a:ext cx="56008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9" name="Connector 4133"/>
          <p:cNvSpPr/>
          <p:nvPr/>
        </p:nvSpPr>
        <p:spPr>
          <a:xfrm>
            <a:off x="12423140" y="4160520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0" name="Connector 4134"/>
          <p:cNvSpPr/>
          <p:nvPr/>
        </p:nvSpPr>
        <p:spPr>
          <a:xfrm>
            <a:off x="12466701" y="4366259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1" name="Connector 4135"/>
          <p:cNvSpPr/>
          <p:nvPr/>
        </p:nvSpPr>
        <p:spPr>
          <a:xfrm>
            <a:off x="12497816" y="4571999"/>
            <a:ext cx="18669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2" name="Connector 4136"/>
          <p:cNvSpPr/>
          <p:nvPr/>
        </p:nvSpPr>
        <p:spPr>
          <a:xfrm>
            <a:off x="12516484" y="4777740"/>
            <a:ext cx="6225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3" name="Connector 4137"/>
          <p:cNvSpPr/>
          <p:nvPr/>
        </p:nvSpPr>
        <p:spPr>
          <a:xfrm flipH="1">
            <a:off x="12516484" y="4983479"/>
            <a:ext cx="6225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4" name="Connector 4138"/>
          <p:cNvSpPr/>
          <p:nvPr/>
        </p:nvSpPr>
        <p:spPr>
          <a:xfrm flipH="1">
            <a:off x="12497816" y="5189220"/>
            <a:ext cx="18669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5" name="Connector 4139"/>
          <p:cNvSpPr/>
          <p:nvPr/>
        </p:nvSpPr>
        <p:spPr>
          <a:xfrm flipH="1">
            <a:off x="12466701" y="5394959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6" name="Connector 4140"/>
          <p:cNvSpPr/>
          <p:nvPr/>
        </p:nvSpPr>
        <p:spPr>
          <a:xfrm flipH="1">
            <a:off x="12423140" y="5600699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7" name="Connector 4141"/>
          <p:cNvSpPr/>
          <p:nvPr/>
        </p:nvSpPr>
        <p:spPr>
          <a:xfrm flipH="1">
            <a:off x="12367132" y="5806440"/>
            <a:ext cx="56008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8" name="Connector 4142"/>
          <p:cNvSpPr/>
          <p:nvPr/>
        </p:nvSpPr>
        <p:spPr>
          <a:xfrm flipH="1">
            <a:off x="12298680" y="6012179"/>
            <a:ext cx="68454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9" name="Connector 4143"/>
          <p:cNvSpPr/>
          <p:nvPr/>
        </p:nvSpPr>
        <p:spPr>
          <a:xfrm>
            <a:off x="12298680" y="3749038"/>
            <a:ext cx="8521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0" name="Connector 4144"/>
          <p:cNvSpPr/>
          <p:nvPr/>
        </p:nvSpPr>
        <p:spPr>
          <a:xfrm>
            <a:off x="12383896" y="4057648"/>
            <a:ext cx="69724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1" name="Connector 4145"/>
          <p:cNvSpPr/>
          <p:nvPr/>
        </p:nvSpPr>
        <p:spPr>
          <a:xfrm>
            <a:off x="12453619" y="4366259"/>
            <a:ext cx="54230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2" name="Connector 4146"/>
          <p:cNvSpPr/>
          <p:nvPr/>
        </p:nvSpPr>
        <p:spPr>
          <a:xfrm>
            <a:off x="12507848" y="4674870"/>
            <a:ext cx="38736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3" name="Connector 4147"/>
          <p:cNvSpPr/>
          <p:nvPr/>
        </p:nvSpPr>
        <p:spPr>
          <a:xfrm>
            <a:off x="12546583" y="4983479"/>
            <a:ext cx="23242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4" name="Connector 4148"/>
          <p:cNvSpPr/>
          <p:nvPr/>
        </p:nvSpPr>
        <p:spPr>
          <a:xfrm>
            <a:off x="12569824" y="5292090"/>
            <a:ext cx="7749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5" name="Connector 4149"/>
          <p:cNvSpPr/>
          <p:nvPr/>
        </p:nvSpPr>
        <p:spPr>
          <a:xfrm flipH="1">
            <a:off x="12569825" y="5600699"/>
            <a:ext cx="774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6" name="Connector 4150"/>
          <p:cNvSpPr/>
          <p:nvPr/>
        </p:nvSpPr>
        <p:spPr>
          <a:xfrm flipH="1">
            <a:off x="12546583" y="5909309"/>
            <a:ext cx="23242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7" name="Connector 4151"/>
          <p:cNvSpPr/>
          <p:nvPr/>
        </p:nvSpPr>
        <p:spPr>
          <a:xfrm flipH="1">
            <a:off x="12507848" y="6217920"/>
            <a:ext cx="38736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8" name="Connector 4152"/>
          <p:cNvSpPr/>
          <p:nvPr/>
        </p:nvSpPr>
        <p:spPr>
          <a:xfrm flipH="1">
            <a:off x="12453619" y="6526530"/>
            <a:ext cx="54230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9" name="Connector 4153"/>
          <p:cNvSpPr/>
          <p:nvPr/>
        </p:nvSpPr>
        <p:spPr>
          <a:xfrm flipH="1">
            <a:off x="12383896" y="6835140"/>
            <a:ext cx="69724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0" name="Connector 4154"/>
          <p:cNvSpPr/>
          <p:nvPr/>
        </p:nvSpPr>
        <p:spPr>
          <a:xfrm flipH="1">
            <a:off x="12298680" y="7143749"/>
            <a:ext cx="8521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1" name="Connector 4155"/>
          <p:cNvSpPr/>
          <p:nvPr/>
        </p:nvSpPr>
        <p:spPr>
          <a:xfrm>
            <a:off x="12298680" y="3749038"/>
            <a:ext cx="101982" cy="411483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2" name="Connector 4156"/>
          <p:cNvSpPr/>
          <p:nvPr/>
        </p:nvSpPr>
        <p:spPr>
          <a:xfrm>
            <a:off x="12400660" y="4160520"/>
            <a:ext cx="83440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3" name="Connector 4157"/>
          <p:cNvSpPr/>
          <p:nvPr/>
        </p:nvSpPr>
        <p:spPr>
          <a:xfrm>
            <a:off x="12484099" y="4571999"/>
            <a:ext cx="64899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4" name="Connector 4158"/>
          <p:cNvSpPr/>
          <p:nvPr/>
        </p:nvSpPr>
        <p:spPr>
          <a:xfrm>
            <a:off x="12548996" y="4983479"/>
            <a:ext cx="46356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5" name="Connector 4159"/>
          <p:cNvSpPr/>
          <p:nvPr/>
        </p:nvSpPr>
        <p:spPr>
          <a:xfrm>
            <a:off x="12595352" y="5394959"/>
            <a:ext cx="27814" cy="41148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6" name="Connector 4160"/>
          <p:cNvSpPr/>
          <p:nvPr/>
        </p:nvSpPr>
        <p:spPr>
          <a:xfrm>
            <a:off x="12623165" y="5806438"/>
            <a:ext cx="9272" cy="411483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7" name="Connector 4161"/>
          <p:cNvSpPr/>
          <p:nvPr/>
        </p:nvSpPr>
        <p:spPr>
          <a:xfrm flipH="1">
            <a:off x="12623165" y="6217920"/>
            <a:ext cx="9272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8" name="Connector 4162"/>
          <p:cNvSpPr/>
          <p:nvPr/>
        </p:nvSpPr>
        <p:spPr>
          <a:xfrm flipH="1">
            <a:off x="12595351" y="6629399"/>
            <a:ext cx="27815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9" name="Connector 4163"/>
          <p:cNvSpPr/>
          <p:nvPr/>
        </p:nvSpPr>
        <p:spPr>
          <a:xfrm flipH="1">
            <a:off x="12548996" y="7040880"/>
            <a:ext cx="46355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0" name="Connector 4164"/>
          <p:cNvSpPr/>
          <p:nvPr/>
        </p:nvSpPr>
        <p:spPr>
          <a:xfrm flipH="1">
            <a:off x="12484100" y="7452359"/>
            <a:ext cx="64898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1" name="Connector 4165"/>
          <p:cNvSpPr/>
          <p:nvPr/>
        </p:nvSpPr>
        <p:spPr>
          <a:xfrm flipH="1">
            <a:off x="12400660" y="7863840"/>
            <a:ext cx="83440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2" name="Connector 4166"/>
          <p:cNvSpPr/>
          <p:nvPr/>
        </p:nvSpPr>
        <p:spPr>
          <a:xfrm flipH="1">
            <a:off x="12298680" y="8275319"/>
            <a:ext cx="101982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3" name="Connector 4167"/>
          <p:cNvSpPr/>
          <p:nvPr/>
        </p:nvSpPr>
        <p:spPr>
          <a:xfrm>
            <a:off x="12298680" y="3749038"/>
            <a:ext cx="118746" cy="51435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4" name="Connector 4168"/>
          <p:cNvSpPr/>
          <p:nvPr/>
        </p:nvSpPr>
        <p:spPr>
          <a:xfrm>
            <a:off x="12417424" y="4263390"/>
            <a:ext cx="97157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5" name="Connector 4169"/>
          <p:cNvSpPr/>
          <p:nvPr/>
        </p:nvSpPr>
        <p:spPr>
          <a:xfrm>
            <a:off x="12514580" y="4777740"/>
            <a:ext cx="7556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6" name="Connector 4170"/>
          <p:cNvSpPr/>
          <p:nvPr/>
        </p:nvSpPr>
        <p:spPr>
          <a:xfrm>
            <a:off x="12590144" y="5292090"/>
            <a:ext cx="5397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7" name="Connector 4171"/>
          <p:cNvSpPr/>
          <p:nvPr/>
        </p:nvSpPr>
        <p:spPr>
          <a:xfrm>
            <a:off x="12644119" y="5806440"/>
            <a:ext cx="32386" cy="514349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8" name="Connector 4172"/>
          <p:cNvSpPr/>
          <p:nvPr/>
        </p:nvSpPr>
        <p:spPr>
          <a:xfrm>
            <a:off x="12676505" y="6320788"/>
            <a:ext cx="10796" cy="51435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9" name="Connector 4173"/>
          <p:cNvSpPr/>
          <p:nvPr/>
        </p:nvSpPr>
        <p:spPr>
          <a:xfrm flipH="1">
            <a:off x="12676505" y="6835140"/>
            <a:ext cx="1079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0" name="Connector 4174"/>
          <p:cNvSpPr/>
          <p:nvPr/>
        </p:nvSpPr>
        <p:spPr>
          <a:xfrm flipH="1">
            <a:off x="12644119" y="7349490"/>
            <a:ext cx="3238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1" name="Connector 4175"/>
          <p:cNvSpPr/>
          <p:nvPr/>
        </p:nvSpPr>
        <p:spPr>
          <a:xfrm flipH="1">
            <a:off x="12590144" y="7863840"/>
            <a:ext cx="5397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2" name="Connector 4176"/>
          <p:cNvSpPr/>
          <p:nvPr/>
        </p:nvSpPr>
        <p:spPr>
          <a:xfrm flipH="1">
            <a:off x="12514580" y="8378190"/>
            <a:ext cx="7556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3" name="Connector 4177"/>
          <p:cNvSpPr/>
          <p:nvPr/>
        </p:nvSpPr>
        <p:spPr>
          <a:xfrm flipH="1">
            <a:off x="12417425" y="8892540"/>
            <a:ext cx="9715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4" name="Connector 4178"/>
          <p:cNvSpPr/>
          <p:nvPr/>
        </p:nvSpPr>
        <p:spPr>
          <a:xfrm flipH="1">
            <a:off x="12298680" y="9406890"/>
            <a:ext cx="11874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5" name="Connector 4179"/>
          <p:cNvSpPr/>
          <p:nvPr/>
        </p:nvSpPr>
        <p:spPr>
          <a:xfrm>
            <a:off x="12298680" y="3749038"/>
            <a:ext cx="135509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6" name="Connector 4180"/>
          <p:cNvSpPr/>
          <p:nvPr/>
        </p:nvSpPr>
        <p:spPr>
          <a:xfrm>
            <a:off x="12434188" y="4366259"/>
            <a:ext cx="110873" cy="61722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7" name="Connector 4181"/>
          <p:cNvSpPr/>
          <p:nvPr/>
        </p:nvSpPr>
        <p:spPr>
          <a:xfrm>
            <a:off x="12545059" y="4983479"/>
            <a:ext cx="86234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8" name="Connector 4182"/>
          <p:cNvSpPr/>
          <p:nvPr/>
        </p:nvSpPr>
        <p:spPr>
          <a:xfrm>
            <a:off x="12631293" y="5600699"/>
            <a:ext cx="61596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9" name="Connector 4183"/>
          <p:cNvSpPr/>
          <p:nvPr/>
        </p:nvSpPr>
        <p:spPr>
          <a:xfrm>
            <a:off x="12692888" y="6217920"/>
            <a:ext cx="36957" cy="61722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0" name="Connector 4184"/>
          <p:cNvSpPr/>
          <p:nvPr/>
        </p:nvSpPr>
        <p:spPr>
          <a:xfrm>
            <a:off x="12729843" y="6835139"/>
            <a:ext cx="12321" cy="61722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1" name="Connector 4185"/>
          <p:cNvSpPr/>
          <p:nvPr/>
        </p:nvSpPr>
        <p:spPr>
          <a:xfrm flipH="1">
            <a:off x="12729844" y="7452359"/>
            <a:ext cx="12320" cy="61722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2" name="Connector 4186"/>
          <p:cNvSpPr/>
          <p:nvPr/>
        </p:nvSpPr>
        <p:spPr>
          <a:xfrm flipH="1">
            <a:off x="12692888" y="8069578"/>
            <a:ext cx="36958" cy="61722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3" name="Connector 4187"/>
          <p:cNvSpPr/>
          <p:nvPr/>
        </p:nvSpPr>
        <p:spPr>
          <a:xfrm flipH="1">
            <a:off x="12631293" y="8686799"/>
            <a:ext cx="61596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4" name="Connector 4188"/>
          <p:cNvSpPr/>
          <p:nvPr/>
        </p:nvSpPr>
        <p:spPr>
          <a:xfrm flipH="1">
            <a:off x="12545059" y="9304019"/>
            <a:ext cx="86234" cy="61722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5" name="Connector 4189"/>
          <p:cNvSpPr/>
          <p:nvPr/>
        </p:nvSpPr>
        <p:spPr>
          <a:xfrm flipH="1">
            <a:off x="12434190" y="9921240"/>
            <a:ext cx="110871" cy="61722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6" name="Connector 4190"/>
          <p:cNvSpPr/>
          <p:nvPr/>
        </p:nvSpPr>
        <p:spPr>
          <a:xfrm flipH="1">
            <a:off x="12298680" y="10538459"/>
            <a:ext cx="135510" cy="61722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7" name="Connector 4191"/>
          <p:cNvSpPr/>
          <p:nvPr/>
        </p:nvSpPr>
        <p:spPr>
          <a:xfrm>
            <a:off x="12298680" y="4983479"/>
            <a:ext cx="51690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8" name="Connector 4192"/>
          <p:cNvSpPr/>
          <p:nvPr/>
        </p:nvSpPr>
        <p:spPr>
          <a:xfrm>
            <a:off x="12350368" y="5086348"/>
            <a:ext cx="42292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9" name="Connector 4193"/>
          <p:cNvSpPr/>
          <p:nvPr/>
        </p:nvSpPr>
        <p:spPr>
          <a:xfrm>
            <a:off x="12392659" y="5189220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0" name="Connector 4194"/>
          <p:cNvSpPr/>
          <p:nvPr/>
        </p:nvSpPr>
        <p:spPr>
          <a:xfrm>
            <a:off x="12425553" y="5292090"/>
            <a:ext cx="23496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1" name="Connector 4195"/>
          <p:cNvSpPr/>
          <p:nvPr/>
        </p:nvSpPr>
        <p:spPr>
          <a:xfrm>
            <a:off x="12449047" y="5394959"/>
            <a:ext cx="14098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2" name="Connector 4196"/>
          <p:cNvSpPr/>
          <p:nvPr/>
        </p:nvSpPr>
        <p:spPr>
          <a:xfrm>
            <a:off x="12463144" y="5497829"/>
            <a:ext cx="4700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3" name="Connector 4197"/>
          <p:cNvSpPr/>
          <p:nvPr/>
        </p:nvSpPr>
        <p:spPr>
          <a:xfrm flipH="1">
            <a:off x="12463144" y="5600699"/>
            <a:ext cx="470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4" name="Connector 4198"/>
          <p:cNvSpPr/>
          <p:nvPr/>
        </p:nvSpPr>
        <p:spPr>
          <a:xfrm flipH="1">
            <a:off x="12449048" y="5703570"/>
            <a:ext cx="14098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5" name="Connector 4199"/>
          <p:cNvSpPr/>
          <p:nvPr/>
        </p:nvSpPr>
        <p:spPr>
          <a:xfrm flipH="1">
            <a:off x="12425553" y="5806440"/>
            <a:ext cx="23495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6" name="Connector 4200"/>
          <p:cNvSpPr/>
          <p:nvPr/>
        </p:nvSpPr>
        <p:spPr>
          <a:xfrm flipH="1">
            <a:off x="12392659" y="5909309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7" name="Connector 4201"/>
          <p:cNvSpPr/>
          <p:nvPr/>
        </p:nvSpPr>
        <p:spPr>
          <a:xfrm flipH="1">
            <a:off x="12350368" y="6012179"/>
            <a:ext cx="42292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8" name="Connector 4202"/>
          <p:cNvSpPr/>
          <p:nvPr/>
        </p:nvSpPr>
        <p:spPr>
          <a:xfrm flipH="1">
            <a:off x="12298680" y="6115049"/>
            <a:ext cx="5169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9" name="Connector 4203"/>
          <p:cNvSpPr/>
          <p:nvPr/>
        </p:nvSpPr>
        <p:spPr>
          <a:xfrm>
            <a:off x="12298680" y="4983479"/>
            <a:ext cx="68454" cy="20574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0" name="Connector 4204"/>
          <p:cNvSpPr/>
          <p:nvPr/>
        </p:nvSpPr>
        <p:spPr>
          <a:xfrm>
            <a:off x="12367132" y="5189218"/>
            <a:ext cx="56008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1" name="Connector 4205"/>
          <p:cNvSpPr/>
          <p:nvPr/>
        </p:nvSpPr>
        <p:spPr>
          <a:xfrm>
            <a:off x="12423140" y="5394959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2" name="Connector 4206"/>
          <p:cNvSpPr/>
          <p:nvPr/>
        </p:nvSpPr>
        <p:spPr>
          <a:xfrm>
            <a:off x="12466701" y="5600699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3" name="Connector 4207"/>
          <p:cNvSpPr/>
          <p:nvPr/>
        </p:nvSpPr>
        <p:spPr>
          <a:xfrm>
            <a:off x="12497816" y="5806440"/>
            <a:ext cx="18669" cy="20574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4" name="Connector 4208"/>
          <p:cNvSpPr/>
          <p:nvPr/>
        </p:nvSpPr>
        <p:spPr>
          <a:xfrm>
            <a:off x="12516484" y="6012179"/>
            <a:ext cx="6225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5" name="Connector 4209"/>
          <p:cNvSpPr/>
          <p:nvPr/>
        </p:nvSpPr>
        <p:spPr>
          <a:xfrm flipH="1">
            <a:off x="12516484" y="6217920"/>
            <a:ext cx="6225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6" name="Connector 4210"/>
          <p:cNvSpPr/>
          <p:nvPr/>
        </p:nvSpPr>
        <p:spPr>
          <a:xfrm flipH="1">
            <a:off x="12497816" y="6423659"/>
            <a:ext cx="18669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7" name="Connector 4211"/>
          <p:cNvSpPr/>
          <p:nvPr/>
        </p:nvSpPr>
        <p:spPr>
          <a:xfrm flipH="1">
            <a:off x="12466701" y="6629399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8" name="Connector 4212"/>
          <p:cNvSpPr/>
          <p:nvPr/>
        </p:nvSpPr>
        <p:spPr>
          <a:xfrm flipH="1">
            <a:off x="12423140" y="6835140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9" name="Connector 4213"/>
          <p:cNvSpPr/>
          <p:nvPr/>
        </p:nvSpPr>
        <p:spPr>
          <a:xfrm flipH="1">
            <a:off x="12367132" y="7040880"/>
            <a:ext cx="56008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0" name="Connector 4214"/>
          <p:cNvSpPr/>
          <p:nvPr/>
        </p:nvSpPr>
        <p:spPr>
          <a:xfrm flipH="1">
            <a:off x="12298680" y="7246619"/>
            <a:ext cx="68454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1" name="Connector 4215"/>
          <p:cNvSpPr/>
          <p:nvPr/>
        </p:nvSpPr>
        <p:spPr>
          <a:xfrm>
            <a:off x="12298680" y="4983479"/>
            <a:ext cx="85218" cy="30861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2" name="Connector 4216"/>
          <p:cNvSpPr/>
          <p:nvPr/>
        </p:nvSpPr>
        <p:spPr>
          <a:xfrm>
            <a:off x="12383896" y="5292088"/>
            <a:ext cx="69724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3" name="Connector 4217"/>
          <p:cNvSpPr/>
          <p:nvPr/>
        </p:nvSpPr>
        <p:spPr>
          <a:xfrm>
            <a:off x="12453619" y="5600699"/>
            <a:ext cx="54230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4" name="Connector 4218"/>
          <p:cNvSpPr/>
          <p:nvPr/>
        </p:nvSpPr>
        <p:spPr>
          <a:xfrm>
            <a:off x="12507848" y="5909309"/>
            <a:ext cx="38736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5" name="Connector 4219"/>
          <p:cNvSpPr/>
          <p:nvPr/>
        </p:nvSpPr>
        <p:spPr>
          <a:xfrm>
            <a:off x="12546583" y="6217920"/>
            <a:ext cx="23242" cy="30861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6" name="Connector 4220"/>
          <p:cNvSpPr/>
          <p:nvPr/>
        </p:nvSpPr>
        <p:spPr>
          <a:xfrm>
            <a:off x="12569824" y="6526528"/>
            <a:ext cx="7749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7" name="Connector 4221"/>
          <p:cNvSpPr/>
          <p:nvPr/>
        </p:nvSpPr>
        <p:spPr>
          <a:xfrm flipH="1">
            <a:off x="12569825" y="6835140"/>
            <a:ext cx="774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8" name="Connector 4222"/>
          <p:cNvSpPr/>
          <p:nvPr/>
        </p:nvSpPr>
        <p:spPr>
          <a:xfrm flipH="1">
            <a:off x="12546583" y="7143749"/>
            <a:ext cx="23242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9" name="Connector 4223"/>
          <p:cNvSpPr/>
          <p:nvPr/>
        </p:nvSpPr>
        <p:spPr>
          <a:xfrm flipH="1">
            <a:off x="12507848" y="7452359"/>
            <a:ext cx="38736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0" name="Connector 4224"/>
          <p:cNvSpPr/>
          <p:nvPr/>
        </p:nvSpPr>
        <p:spPr>
          <a:xfrm flipH="1">
            <a:off x="12453619" y="7760969"/>
            <a:ext cx="54230" cy="30861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1" name="Connector 4225"/>
          <p:cNvSpPr/>
          <p:nvPr/>
        </p:nvSpPr>
        <p:spPr>
          <a:xfrm flipH="1">
            <a:off x="12383896" y="8069578"/>
            <a:ext cx="69724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2" name="Connector 4226"/>
          <p:cNvSpPr/>
          <p:nvPr/>
        </p:nvSpPr>
        <p:spPr>
          <a:xfrm flipH="1">
            <a:off x="12298680" y="8378190"/>
            <a:ext cx="8521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3" name="Connector 4227"/>
          <p:cNvSpPr/>
          <p:nvPr/>
        </p:nvSpPr>
        <p:spPr>
          <a:xfrm>
            <a:off x="12298680" y="4983479"/>
            <a:ext cx="101982" cy="41148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4" name="Connector 4228"/>
          <p:cNvSpPr/>
          <p:nvPr/>
        </p:nvSpPr>
        <p:spPr>
          <a:xfrm>
            <a:off x="12400660" y="5394959"/>
            <a:ext cx="83440" cy="41148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5" name="Connector 4229"/>
          <p:cNvSpPr/>
          <p:nvPr/>
        </p:nvSpPr>
        <p:spPr>
          <a:xfrm>
            <a:off x="12484099" y="5806440"/>
            <a:ext cx="64899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6" name="Connector 4230"/>
          <p:cNvSpPr/>
          <p:nvPr/>
        </p:nvSpPr>
        <p:spPr>
          <a:xfrm>
            <a:off x="12548996" y="6217920"/>
            <a:ext cx="46356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7" name="Connector 4231"/>
          <p:cNvSpPr/>
          <p:nvPr/>
        </p:nvSpPr>
        <p:spPr>
          <a:xfrm>
            <a:off x="12595352" y="6629399"/>
            <a:ext cx="27814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8" name="Connector 4232"/>
          <p:cNvSpPr/>
          <p:nvPr/>
        </p:nvSpPr>
        <p:spPr>
          <a:xfrm>
            <a:off x="12623165" y="7040878"/>
            <a:ext cx="9272" cy="41148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9" name="Connector 4233"/>
          <p:cNvSpPr/>
          <p:nvPr/>
        </p:nvSpPr>
        <p:spPr>
          <a:xfrm flipH="1">
            <a:off x="12623165" y="7452359"/>
            <a:ext cx="9272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0" name="Connector 4234"/>
          <p:cNvSpPr/>
          <p:nvPr/>
        </p:nvSpPr>
        <p:spPr>
          <a:xfrm flipH="1">
            <a:off x="12595351" y="7863840"/>
            <a:ext cx="27815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1" name="Connector 4235"/>
          <p:cNvSpPr/>
          <p:nvPr/>
        </p:nvSpPr>
        <p:spPr>
          <a:xfrm flipH="1">
            <a:off x="12548996" y="8275319"/>
            <a:ext cx="46355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2" name="Connector 4236"/>
          <p:cNvSpPr/>
          <p:nvPr/>
        </p:nvSpPr>
        <p:spPr>
          <a:xfrm flipH="1">
            <a:off x="12484100" y="8686799"/>
            <a:ext cx="64898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3" name="Connector 4237"/>
          <p:cNvSpPr/>
          <p:nvPr/>
        </p:nvSpPr>
        <p:spPr>
          <a:xfrm flipH="1">
            <a:off x="12400660" y="9098280"/>
            <a:ext cx="83440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4" name="Connector 4238"/>
          <p:cNvSpPr/>
          <p:nvPr/>
        </p:nvSpPr>
        <p:spPr>
          <a:xfrm flipH="1">
            <a:off x="12298680" y="9509759"/>
            <a:ext cx="101982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5" name="Connector 4239"/>
          <p:cNvSpPr/>
          <p:nvPr/>
        </p:nvSpPr>
        <p:spPr>
          <a:xfrm>
            <a:off x="12298680" y="4983479"/>
            <a:ext cx="118746" cy="514349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6" name="Connector 4240"/>
          <p:cNvSpPr/>
          <p:nvPr/>
        </p:nvSpPr>
        <p:spPr>
          <a:xfrm>
            <a:off x="12417424" y="5497829"/>
            <a:ext cx="97157" cy="51435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7" name="Connector 4241"/>
          <p:cNvSpPr/>
          <p:nvPr/>
        </p:nvSpPr>
        <p:spPr>
          <a:xfrm>
            <a:off x="12514580" y="6012179"/>
            <a:ext cx="7556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8" name="Connector 4242"/>
          <p:cNvSpPr/>
          <p:nvPr/>
        </p:nvSpPr>
        <p:spPr>
          <a:xfrm>
            <a:off x="12590144" y="6526530"/>
            <a:ext cx="5397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9" name="Connector 4243"/>
          <p:cNvSpPr/>
          <p:nvPr/>
        </p:nvSpPr>
        <p:spPr>
          <a:xfrm>
            <a:off x="12644119" y="7040880"/>
            <a:ext cx="32386" cy="514349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0" name="Connector 4244"/>
          <p:cNvSpPr/>
          <p:nvPr/>
        </p:nvSpPr>
        <p:spPr>
          <a:xfrm>
            <a:off x="12676505" y="7555228"/>
            <a:ext cx="1079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1" name="Connector 4245"/>
          <p:cNvSpPr/>
          <p:nvPr/>
        </p:nvSpPr>
        <p:spPr>
          <a:xfrm flipH="1">
            <a:off x="12676505" y="8069578"/>
            <a:ext cx="10796" cy="51435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2" name="Connector 4246"/>
          <p:cNvSpPr/>
          <p:nvPr/>
        </p:nvSpPr>
        <p:spPr>
          <a:xfrm flipH="1">
            <a:off x="12644119" y="8583930"/>
            <a:ext cx="3238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3" name="Connector 4247"/>
          <p:cNvSpPr/>
          <p:nvPr/>
        </p:nvSpPr>
        <p:spPr>
          <a:xfrm flipH="1">
            <a:off x="12590144" y="9098280"/>
            <a:ext cx="5397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4" name="Connector 4248"/>
          <p:cNvSpPr/>
          <p:nvPr/>
        </p:nvSpPr>
        <p:spPr>
          <a:xfrm flipH="1">
            <a:off x="12514580" y="9612630"/>
            <a:ext cx="75566" cy="51435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5" name="Connector 4249"/>
          <p:cNvSpPr/>
          <p:nvPr/>
        </p:nvSpPr>
        <p:spPr>
          <a:xfrm flipH="1">
            <a:off x="12417425" y="10126980"/>
            <a:ext cx="97156" cy="514349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6" name="Connector 4250"/>
          <p:cNvSpPr/>
          <p:nvPr/>
        </p:nvSpPr>
        <p:spPr>
          <a:xfrm flipH="1">
            <a:off x="12298680" y="10641328"/>
            <a:ext cx="118746" cy="51435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7" name="Connector 4251"/>
          <p:cNvSpPr/>
          <p:nvPr/>
        </p:nvSpPr>
        <p:spPr>
          <a:xfrm>
            <a:off x="12298680" y="6217920"/>
            <a:ext cx="51690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8" name="Connector 4252"/>
          <p:cNvSpPr/>
          <p:nvPr/>
        </p:nvSpPr>
        <p:spPr>
          <a:xfrm>
            <a:off x="12350368" y="6320788"/>
            <a:ext cx="42292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9" name="Connector 4253"/>
          <p:cNvSpPr/>
          <p:nvPr/>
        </p:nvSpPr>
        <p:spPr>
          <a:xfrm>
            <a:off x="12392659" y="6423659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0" name="Connector 4254"/>
          <p:cNvSpPr/>
          <p:nvPr/>
        </p:nvSpPr>
        <p:spPr>
          <a:xfrm>
            <a:off x="12425553" y="6526530"/>
            <a:ext cx="23496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1" name="Connector 4255"/>
          <p:cNvSpPr/>
          <p:nvPr/>
        </p:nvSpPr>
        <p:spPr>
          <a:xfrm>
            <a:off x="12449047" y="6629400"/>
            <a:ext cx="14098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2" name="Connector 4256"/>
          <p:cNvSpPr/>
          <p:nvPr/>
        </p:nvSpPr>
        <p:spPr>
          <a:xfrm>
            <a:off x="12463144" y="6732268"/>
            <a:ext cx="4700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3" name="Connector 4257"/>
          <p:cNvSpPr/>
          <p:nvPr/>
        </p:nvSpPr>
        <p:spPr>
          <a:xfrm flipH="1">
            <a:off x="12463144" y="6835140"/>
            <a:ext cx="470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4" name="Connector 4258"/>
          <p:cNvSpPr/>
          <p:nvPr/>
        </p:nvSpPr>
        <p:spPr>
          <a:xfrm flipH="1">
            <a:off x="12449048" y="6938009"/>
            <a:ext cx="14098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5" name="Connector 4259"/>
          <p:cNvSpPr/>
          <p:nvPr/>
        </p:nvSpPr>
        <p:spPr>
          <a:xfrm flipH="1">
            <a:off x="12425553" y="7040880"/>
            <a:ext cx="23495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6" name="Connector 4260"/>
          <p:cNvSpPr/>
          <p:nvPr/>
        </p:nvSpPr>
        <p:spPr>
          <a:xfrm flipH="1">
            <a:off x="12392659" y="7143749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7" name="Connector 4261"/>
          <p:cNvSpPr/>
          <p:nvPr/>
        </p:nvSpPr>
        <p:spPr>
          <a:xfrm flipH="1">
            <a:off x="12350368" y="7246619"/>
            <a:ext cx="42292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8" name="Connector 4262"/>
          <p:cNvSpPr/>
          <p:nvPr/>
        </p:nvSpPr>
        <p:spPr>
          <a:xfrm flipH="1">
            <a:off x="12298680" y="7349490"/>
            <a:ext cx="5169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9" name="Connector 4263"/>
          <p:cNvSpPr/>
          <p:nvPr/>
        </p:nvSpPr>
        <p:spPr>
          <a:xfrm>
            <a:off x="12298680" y="6217920"/>
            <a:ext cx="68454" cy="20574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0" name="Connector 4264"/>
          <p:cNvSpPr/>
          <p:nvPr/>
        </p:nvSpPr>
        <p:spPr>
          <a:xfrm>
            <a:off x="12367132" y="6423659"/>
            <a:ext cx="56008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1" name="Connector 4265"/>
          <p:cNvSpPr/>
          <p:nvPr/>
        </p:nvSpPr>
        <p:spPr>
          <a:xfrm>
            <a:off x="12423140" y="6629399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2" name="Connector 4266"/>
          <p:cNvSpPr/>
          <p:nvPr/>
        </p:nvSpPr>
        <p:spPr>
          <a:xfrm>
            <a:off x="12466701" y="6835140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3" name="Connector 4267"/>
          <p:cNvSpPr/>
          <p:nvPr/>
        </p:nvSpPr>
        <p:spPr>
          <a:xfrm>
            <a:off x="12497816" y="7040880"/>
            <a:ext cx="18669" cy="20574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4" name="Connector 4268"/>
          <p:cNvSpPr/>
          <p:nvPr/>
        </p:nvSpPr>
        <p:spPr>
          <a:xfrm>
            <a:off x="12516484" y="7246618"/>
            <a:ext cx="6225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5" name="Connector 4269"/>
          <p:cNvSpPr/>
          <p:nvPr/>
        </p:nvSpPr>
        <p:spPr>
          <a:xfrm flipH="1">
            <a:off x="12516484" y="7452359"/>
            <a:ext cx="6225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6" name="Connector 4270"/>
          <p:cNvSpPr/>
          <p:nvPr/>
        </p:nvSpPr>
        <p:spPr>
          <a:xfrm flipH="1">
            <a:off x="12497816" y="7658099"/>
            <a:ext cx="18669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7" name="Connector 4271"/>
          <p:cNvSpPr/>
          <p:nvPr/>
        </p:nvSpPr>
        <p:spPr>
          <a:xfrm flipH="1">
            <a:off x="12466701" y="7863840"/>
            <a:ext cx="31116" cy="20574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8" name="Connector 4272"/>
          <p:cNvSpPr/>
          <p:nvPr/>
        </p:nvSpPr>
        <p:spPr>
          <a:xfrm flipH="1">
            <a:off x="12423140" y="8069578"/>
            <a:ext cx="43562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9" name="Connector 4273"/>
          <p:cNvSpPr/>
          <p:nvPr/>
        </p:nvSpPr>
        <p:spPr>
          <a:xfrm flipH="1">
            <a:off x="12367132" y="8275319"/>
            <a:ext cx="56008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0" name="Connector 4274"/>
          <p:cNvSpPr/>
          <p:nvPr/>
        </p:nvSpPr>
        <p:spPr>
          <a:xfrm flipH="1">
            <a:off x="12298680" y="8481059"/>
            <a:ext cx="68454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1" name="Connector 4275"/>
          <p:cNvSpPr/>
          <p:nvPr/>
        </p:nvSpPr>
        <p:spPr>
          <a:xfrm>
            <a:off x="12298680" y="6217920"/>
            <a:ext cx="85218" cy="30861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2" name="Connector 4276"/>
          <p:cNvSpPr/>
          <p:nvPr/>
        </p:nvSpPr>
        <p:spPr>
          <a:xfrm>
            <a:off x="12383896" y="6526528"/>
            <a:ext cx="69724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3" name="Connector 4277"/>
          <p:cNvSpPr/>
          <p:nvPr/>
        </p:nvSpPr>
        <p:spPr>
          <a:xfrm>
            <a:off x="12453619" y="6835140"/>
            <a:ext cx="54230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4" name="Connector 4278"/>
          <p:cNvSpPr/>
          <p:nvPr/>
        </p:nvSpPr>
        <p:spPr>
          <a:xfrm>
            <a:off x="12507848" y="7143749"/>
            <a:ext cx="38736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5" name="Connector 4279"/>
          <p:cNvSpPr/>
          <p:nvPr/>
        </p:nvSpPr>
        <p:spPr>
          <a:xfrm>
            <a:off x="12546583" y="7452359"/>
            <a:ext cx="23242" cy="30861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6" name="Connector 4280"/>
          <p:cNvSpPr/>
          <p:nvPr/>
        </p:nvSpPr>
        <p:spPr>
          <a:xfrm>
            <a:off x="12569824" y="7760968"/>
            <a:ext cx="7749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7" name="Connector 4281"/>
          <p:cNvSpPr/>
          <p:nvPr/>
        </p:nvSpPr>
        <p:spPr>
          <a:xfrm flipH="1">
            <a:off x="12569825" y="8069578"/>
            <a:ext cx="7748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8" name="Connector 4282"/>
          <p:cNvSpPr/>
          <p:nvPr/>
        </p:nvSpPr>
        <p:spPr>
          <a:xfrm flipH="1">
            <a:off x="12546583" y="8378190"/>
            <a:ext cx="23242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9" name="Connector 4283"/>
          <p:cNvSpPr/>
          <p:nvPr/>
        </p:nvSpPr>
        <p:spPr>
          <a:xfrm flipH="1">
            <a:off x="12507848" y="8686799"/>
            <a:ext cx="38736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0" name="Connector 4284"/>
          <p:cNvSpPr/>
          <p:nvPr/>
        </p:nvSpPr>
        <p:spPr>
          <a:xfrm flipH="1">
            <a:off x="12453619" y="8995409"/>
            <a:ext cx="54230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1" name="Connector 4285"/>
          <p:cNvSpPr/>
          <p:nvPr/>
        </p:nvSpPr>
        <p:spPr>
          <a:xfrm flipH="1">
            <a:off x="12383896" y="9304019"/>
            <a:ext cx="69724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2" name="Connector 4286"/>
          <p:cNvSpPr/>
          <p:nvPr/>
        </p:nvSpPr>
        <p:spPr>
          <a:xfrm flipH="1">
            <a:off x="12298680" y="9612630"/>
            <a:ext cx="8521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3" name="Connector 4287"/>
          <p:cNvSpPr/>
          <p:nvPr/>
        </p:nvSpPr>
        <p:spPr>
          <a:xfrm>
            <a:off x="12298680" y="6217920"/>
            <a:ext cx="101982" cy="41148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4" name="Connector 4288"/>
          <p:cNvSpPr/>
          <p:nvPr/>
        </p:nvSpPr>
        <p:spPr>
          <a:xfrm>
            <a:off x="12400660" y="6629399"/>
            <a:ext cx="83440" cy="41148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5" name="Connector 4289"/>
          <p:cNvSpPr/>
          <p:nvPr/>
        </p:nvSpPr>
        <p:spPr>
          <a:xfrm>
            <a:off x="12484099" y="7040880"/>
            <a:ext cx="64899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6" name="Connector 4290"/>
          <p:cNvSpPr/>
          <p:nvPr/>
        </p:nvSpPr>
        <p:spPr>
          <a:xfrm>
            <a:off x="12548996" y="7452359"/>
            <a:ext cx="46356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7" name="Connector 4291"/>
          <p:cNvSpPr/>
          <p:nvPr/>
        </p:nvSpPr>
        <p:spPr>
          <a:xfrm>
            <a:off x="12595352" y="7863840"/>
            <a:ext cx="27814" cy="41148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8" name="Connector 4292"/>
          <p:cNvSpPr/>
          <p:nvPr/>
        </p:nvSpPr>
        <p:spPr>
          <a:xfrm>
            <a:off x="12623165" y="8275318"/>
            <a:ext cx="9272" cy="41148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9" name="Connector 4293"/>
          <p:cNvSpPr/>
          <p:nvPr/>
        </p:nvSpPr>
        <p:spPr>
          <a:xfrm flipH="1">
            <a:off x="12623165" y="8686799"/>
            <a:ext cx="9272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0" name="Connector 4294"/>
          <p:cNvSpPr/>
          <p:nvPr/>
        </p:nvSpPr>
        <p:spPr>
          <a:xfrm flipH="1">
            <a:off x="12595351" y="9098280"/>
            <a:ext cx="27815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1" name="Connector 4295"/>
          <p:cNvSpPr/>
          <p:nvPr/>
        </p:nvSpPr>
        <p:spPr>
          <a:xfrm flipH="1">
            <a:off x="12548996" y="9509759"/>
            <a:ext cx="46355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2" name="Connector 4296"/>
          <p:cNvSpPr/>
          <p:nvPr/>
        </p:nvSpPr>
        <p:spPr>
          <a:xfrm flipH="1">
            <a:off x="12484100" y="9921240"/>
            <a:ext cx="64898" cy="41148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3" name="Connector 4297"/>
          <p:cNvSpPr/>
          <p:nvPr/>
        </p:nvSpPr>
        <p:spPr>
          <a:xfrm flipH="1">
            <a:off x="12400660" y="10332719"/>
            <a:ext cx="83440" cy="41148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4" name="Connector 4298"/>
          <p:cNvSpPr/>
          <p:nvPr/>
        </p:nvSpPr>
        <p:spPr>
          <a:xfrm flipH="1">
            <a:off x="12298680" y="10744199"/>
            <a:ext cx="101982" cy="41148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5" name="Connector 4299"/>
          <p:cNvSpPr/>
          <p:nvPr/>
        </p:nvSpPr>
        <p:spPr>
          <a:xfrm>
            <a:off x="12298680" y="7452359"/>
            <a:ext cx="51690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6" name="Connector 4300"/>
          <p:cNvSpPr/>
          <p:nvPr/>
        </p:nvSpPr>
        <p:spPr>
          <a:xfrm>
            <a:off x="12350368" y="7555228"/>
            <a:ext cx="42292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7" name="Connector 4301"/>
          <p:cNvSpPr/>
          <p:nvPr/>
        </p:nvSpPr>
        <p:spPr>
          <a:xfrm>
            <a:off x="12392659" y="7658099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8" name="Connector 4302"/>
          <p:cNvSpPr/>
          <p:nvPr/>
        </p:nvSpPr>
        <p:spPr>
          <a:xfrm>
            <a:off x="12425553" y="7760969"/>
            <a:ext cx="23496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9" name="Connector 4303"/>
          <p:cNvSpPr/>
          <p:nvPr/>
        </p:nvSpPr>
        <p:spPr>
          <a:xfrm>
            <a:off x="12449047" y="7863840"/>
            <a:ext cx="14098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0" name="Connector 4304"/>
          <p:cNvSpPr/>
          <p:nvPr/>
        </p:nvSpPr>
        <p:spPr>
          <a:xfrm>
            <a:off x="12463144" y="7966709"/>
            <a:ext cx="470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1" name="Connector 4305"/>
          <p:cNvSpPr/>
          <p:nvPr/>
        </p:nvSpPr>
        <p:spPr>
          <a:xfrm flipH="1">
            <a:off x="12463144" y="8069578"/>
            <a:ext cx="4700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2" name="Connector 4306"/>
          <p:cNvSpPr/>
          <p:nvPr/>
        </p:nvSpPr>
        <p:spPr>
          <a:xfrm flipH="1">
            <a:off x="12449048" y="8172449"/>
            <a:ext cx="14098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3" name="Connector 4307"/>
          <p:cNvSpPr/>
          <p:nvPr/>
        </p:nvSpPr>
        <p:spPr>
          <a:xfrm flipH="1">
            <a:off x="12425553" y="8275319"/>
            <a:ext cx="23495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4" name="Connector 4308"/>
          <p:cNvSpPr/>
          <p:nvPr/>
        </p:nvSpPr>
        <p:spPr>
          <a:xfrm flipH="1">
            <a:off x="12392659" y="8378190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5" name="Connector 4309"/>
          <p:cNvSpPr/>
          <p:nvPr/>
        </p:nvSpPr>
        <p:spPr>
          <a:xfrm flipH="1">
            <a:off x="12350368" y="8481059"/>
            <a:ext cx="42292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6" name="Connector 4310"/>
          <p:cNvSpPr/>
          <p:nvPr/>
        </p:nvSpPr>
        <p:spPr>
          <a:xfrm flipH="1">
            <a:off x="12298680" y="8583930"/>
            <a:ext cx="5169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7" name="Connector 4311"/>
          <p:cNvSpPr/>
          <p:nvPr/>
        </p:nvSpPr>
        <p:spPr>
          <a:xfrm>
            <a:off x="12298680" y="7452359"/>
            <a:ext cx="68454" cy="20574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8" name="Connector 4312"/>
          <p:cNvSpPr/>
          <p:nvPr/>
        </p:nvSpPr>
        <p:spPr>
          <a:xfrm>
            <a:off x="12367132" y="7658099"/>
            <a:ext cx="56008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9" name="Connector 4313"/>
          <p:cNvSpPr/>
          <p:nvPr/>
        </p:nvSpPr>
        <p:spPr>
          <a:xfrm>
            <a:off x="12423140" y="7863840"/>
            <a:ext cx="43562" cy="20574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0" name="Connector 4314"/>
          <p:cNvSpPr/>
          <p:nvPr/>
        </p:nvSpPr>
        <p:spPr>
          <a:xfrm>
            <a:off x="12466701" y="8069578"/>
            <a:ext cx="31116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1" name="Connector 4315"/>
          <p:cNvSpPr/>
          <p:nvPr/>
        </p:nvSpPr>
        <p:spPr>
          <a:xfrm>
            <a:off x="12497816" y="8275319"/>
            <a:ext cx="18669" cy="20574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2" name="Connector 4316"/>
          <p:cNvSpPr/>
          <p:nvPr/>
        </p:nvSpPr>
        <p:spPr>
          <a:xfrm>
            <a:off x="12516484" y="8481059"/>
            <a:ext cx="6225" cy="20574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3" name="Connector 4317"/>
          <p:cNvSpPr/>
          <p:nvPr/>
        </p:nvSpPr>
        <p:spPr>
          <a:xfrm flipH="1">
            <a:off x="12516484" y="8686799"/>
            <a:ext cx="6225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4" name="Connector 4318"/>
          <p:cNvSpPr/>
          <p:nvPr/>
        </p:nvSpPr>
        <p:spPr>
          <a:xfrm flipH="1">
            <a:off x="12497816" y="8892540"/>
            <a:ext cx="18669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5" name="Connector 4319"/>
          <p:cNvSpPr/>
          <p:nvPr/>
        </p:nvSpPr>
        <p:spPr>
          <a:xfrm flipH="1">
            <a:off x="12466701" y="9098280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6" name="Connector 4320"/>
          <p:cNvSpPr/>
          <p:nvPr/>
        </p:nvSpPr>
        <p:spPr>
          <a:xfrm flipH="1">
            <a:off x="12423140" y="9304019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7" name="Connector 4321"/>
          <p:cNvSpPr/>
          <p:nvPr/>
        </p:nvSpPr>
        <p:spPr>
          <a:xfrm flipH="1">
            <a:off x="12367132" y="9509759"/>
            <a:ext cx="56008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8" name="Connector 4322"/>
          <p:cNvSpPr/>
          <p:nvPr/>
        </p:nvSpPr>
        <p:spPr>
          <a:xfrm flipH="1">
            <a:off x="12298680" y="9715499"/>
            <a:ext cx="68454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9" name="Connector 4323"/>
          <p:cNvSpPr/>
          <p:nvPr/>
        </p:nvSpPr>
        <p:spPr>
          <a:xfrm>
            <a:off x="12298680" y="7452359"/>
            <a:ext cx="85218" cy="30861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0" name="Connector 4324"/>
          <p:cNvSpPr/>
          <p:nvPr/>
        </p:nvSpPr>
        <p:spPr>
          <a:xfrm>
            <a:off x="12383896" y="7760968"/>
            <a:ext cx="69724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1" name="Connector 4325"/>
          <p:cNvSpPr/>
          <p:nvPr/>
        </p:nvSpPr>
        <p:spPr>
          <a:xfrm>
            <a:off x="12453619" y="8069580"/>
            <a:ext cx="54230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2" name="Connector 4326"/>
          <p:cNvSpPr/>
          <p:nvPr/>
        </p:nvSpPr>
        <p:spPr>
          <a:xfrm>
            <a:off x="12507848" y="8378190"/>
            <a:ext cx="38736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3" name="Connector 4327"/>
          <p:cNvSpPr/>
          <p:nvPr/>
        </p:nvSpPr>
        <p:spPr>
          <a:xfrm>
            <a:off x="12546583" y="8686800"/>
            <a:ext cx="23242" cy="30861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4" name="Connector 4328"/>
          <p:cNvSpPr/>
          <p:nvPr/>
        </p:nvSpPr>
        <p:spPr>
          <a:xfrm>
            <a:off x="12569824" y="8995409"/>
            <a:ext cx="7749" cy="30861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5" name="Connector 4329"/>
          <p:cNvSpPr/>
          <p:nvPr/>
        </p:nvSpPr>
        <p:spPr>
          <a:xfrm flipH="1">
            <a:off x="12569825" y="9304019"/>
            <a:ext cx="774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6" name="Connector 4330"/>
          <p:cNvSpPr/>
          <p:nvPr/>
        </p:nvSpPr>
        <p:spPr>
          <a:xfrm flipH="1">
            <a:off x="12546583" y="9612630"/>
            <a:ext cx="23242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7" name="Connector 4331"/>
          <p:cNvSpPr/>
          <p:nvPr/>
        </p:nvSpPr>
        <p:spPr>
          <a:xfrm flipH="1">
            <a:off x="12507848" y="9921240"/>
            <a:ext cx="38736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8" name="Connector 4332"/>
          <p:cNvSpPr/>
          <p:nvPr/>
        </p:nvSpPr>
        <p:spPr>
          <a:xfrm flipH="1">
            <a:off x="12453619" y="10229849"/>
            <a:ext cx="54230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9" name="Connector 4333"/>
          <p:cNvSpPr/>
          <p:nvPr/>
        </p:nvSpPr>
        <p:spPr>
          <a:xfrm flipH="1">
            <a:off x="12383896" y="10538459"/>
            <a:ext cx="69724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0" name="Connector 4334"/>
          <p:cNvSpPr/>
          <p:nvPr/>
        </p:nvSpPr>
        <p:spPr>
          <a:xfrm flipH="1">
            <a:off x="12298680" y="10847069"/>
            <a:ext cx="85218" cy="30861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1" name="Connector 4335"/>
          <p:cNvSpPr/>
          <p:nvPr/>
        </p:nvSpPr>
        <p:spPr>
          <a:xfrm>
            <a:off x="12298680" y="8686800"/>
            <a:ext cx="51690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2" name="Connector 4336"/>
          <p:cNvSpPr/>
          <p:nvPr/>
        </p:nvSpPr>
        <p:spPr>
          <a:xfrm>
            <a:off x="12350368" y="8789668"/>
            <a:ext cx="42292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3" name="Connector 4337"/>
          <p:cNvSpPr/>
          <p:nvPr/>
        </p:nvSpPr>
        <p:spPr>
          <a:xfrm>
            <a:off x="12392659" y="8892540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4" name="Connector 4338"/>
          <p:cNvSpPr/>
          <p:nvPr/>
        </p:nvSpPr>
        <p:spPr>
          <a:xfrm>
            <a:off x="12425553" y="8995409"/>
            <a:ext cx="23496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5" name="Connector 4339"/>
          <p:cNvSpPr/>
          <p:nvPr/>
        </p:nvSpPr>
        <p:spPr>
          <a:xfrm>
            <a:off x="12449047" y="9098280"/>
            <a:ext cx="14098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6" name="Connector 4340"/>
          <p:cNvSpPr/>
          <p:nvPr/>
        </p:nvSpPr>
        <p:spPr>
          <a:xfrm>
            <a:off x="12463144" y="9201149"/>
            <a:ext cx="4700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7" name="Connector 4341"/>
          <p:cNvSpPr/>
          <p:nvPr/>
        </p:nvSpPr>
        <p:spPr>
          <a:xfrm flipH="1">
            <a:off x="12463144" y="9304019"/>
            <a:ext cx="470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8" name="Connector 4342"/>
          <p:cNvSpPr/>
          <p:nvPr/>
        </p:nvSpPr>
        <p:spPr>
          <a:xfrm flipH="1">
            <a:off x="12449048" y="9406890"/>
            <a:ext cx="14098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9" name="Connector 4343"/>
          <p:cNvSpPr/>
          <p:nvPr/>
        </p:nvSpPr>
        <p:spPr>
          <a:xfrm flipH="1">
            <a:off x="12425553" y="9509759"/>
            <a:ext cx="23495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0" name="Connector 4344"/>
          <p:cNvSpPr/>
          <p:nvPr/>
        </p:nvSpPr>
        <p:spPr>
          <a:xfrm flipH="1">
            <a:off x="12392659" y="9612630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1" name="Connector 4345"/>
          <p:cNvSpPr/>
          <p:nvPr/>
        </p:nvSpPr>
        <p:spPr>
          <a:xfrm flipH="1">
            <a:off x="12350368" y="9715499"/>
            <a:ext cx="42292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2" name="Connector 4346"/>
          <p:cNvSpPr/>
          <p:nvPr/>
        </p:nvSpPr>
        <p:spPr>
          <a:xfrm flipH="1">
            <a:off x="12298680" y="9818369"/>
            <a:ext cx="5169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3" name="Connector 4347"/>
          <p:cNvSpPr/>
          <p:nvPr/>
        </p:nvSpPr>
        <p:spPr>
          <a:xfrm>
            <a:off x="12298680" y="8686799"/>
            <a:ext cx="68454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4" name="Connector 4348"/>
          <p:cNvSpPr/>
          <p:nvPr/>
        </p:nvSpPr>
        <p:spPr>
          <a:xfrm>
            <a:off x="12367132" y="8892540"/>
            <a:ext cx="56008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5" name="Connector 4349"/>
          <p:cNvSpPr/>
          <p:nvPr/>
        </p:nvSpPr>
        <p:spPr>
          <a:xfrm>
            <a:off x="12423140" y="9098280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6" name="Connector 4350"/>
          <p:cNvSpPr/>
          <p:nvPr/>
        </p:nvSpPr>
        <p:spPr>
          <a:xfrm>
            <a:off x="12466701" y="9304019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7" name="Connector 4351"/>
          <p:cNvSpPr/>
          <p:nvPr/>
        </p:nvSpPr>
        <p:spPr>
          <a:xfrm>
            <a:off x="12497816" y="9509759"/>
            <a:ext cx="18669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8" name="Connector 4352"/>
          <p:cNvSpPr/>
          <p:nvPr/>
        </p:nvSpPr>
        <p:spPr>
          <a:xfrm>
            <a:off x="12516484" y="9715499"/>
            <a:ext cx="6225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9" name="Connector 4353"/>
          <p:cNvSpPr/>
          <p:nvPr/>
        </p:nvSpPr>
        <p:spPr>
          <a:xfrm flipH="1">
            <a:off x="12516484" y="9921240"/>
            <a:ext cx="6225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0" name="Connector 4354"/>
          <p:cNvSpPr/>
          <p:nvPr/>
        </p:nvSpPr>
        <p:spPr>
          <a:xfrm flipH="1">
            <a:off x="12497816" y="10126980"/>
            <a:ext cx="18669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1" name="Connector 4355"/>
          <p:cNvSpPr/>
          <p:nvPr/>
        </p:nvSpPr>
        <p:spPr>
          <a:xfrm flipH="1">
            <a:off x="12466701" y="10332719"/>
            <a:ext cx="31116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2" name="Connector 4356"/>
          <p:cNvSpPr/>
          <p:nvPr/>
        </p:nvSpPr>
        <p:spPr>
          <a:xfrm flipH="1">
            <a:off x="12423140" y="10538459"/>
            <a:ext cx="43562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3" name="Connector 4357"/>
          <p:cNvSpPr/>
          <p:nvPr/>
        </p:nvSpPr>
        <p:spPr>
          <a:xfrm flipH="1">
            <a:off x="12367132" y="10744199"/>
            <a:ext cx="56008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4" name="Connector 4358"/>
          <p:cNvSpPr/>
          <p:nvPr/>
        </p:nvSpPr>
        <p:spPr>
          <a:xfrm flipH="1">
            <a:off x="12298680" y="10949940"/>
            <a:ext cx="68454" cy="20574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5" name="Connector 4359"/>
          <p:cNvSpPr/>
          <p:nvPr/>
        </p:nvSpPr>
        <p:spPr>
          <a:xfrm>
            <a:off x="12298680" y="9921240"/>
            <a:ext cx="51690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6" name="Connector 4360"/>
          <p:cNvSpPr/>
          <p:nvPr/>
        </p:nvSpPr>
        <p:spPr>
          <a:xfrm>
            <a:off x="12350368" y="10024109"/>
            <a:ext cx="42292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7" name="Connector 4361"/>
          <p:cNvSpPr/>
          <p:nvPr/>
        </p:nvSpPr>
        <p:spPr>
          <a:xfrm>
            <a:off x="12392659" y="10126980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8" name="Connector 4362"/>
          <p:cNvSpPr/>
          <p:nvPr/>
        </p:nvSpPr>
        <p:spPr>
          <a:xfrm>
            <a:off x="12425553" y="10229849"/>
            <a:ext cx="23496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9" name="Connector 4363"/>
          <p:cNvSpPr/>
          <p:nvPr/>
        </p:nvSpPr>
        <p:spPr>
          <a:xfrm>
            <a:off x="12449047" y="10332719"/>
            <a:ext cx="14098" cy="102870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0" name="Connector 4364"/>
          <p:cNvSpPr/>
          <p:nvPr/>
        </p:nvSpPr>
        <p:spPr>
          <a:xfrm>
            <a:off x="12463144" y="10435589"/>
            <a:ext cx="4700" cy="102872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1" name="Connector 4365"/>
          <p:cNvSpPr/>
          <p:nvPr/>
        </p:nvSpPr>
        <p:spPr>
          <a:xfrm flipH="1">
            <a:off x="12463144" y="10538459"/>
            <a:ext cx="470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2" name="Connector 4366"/>
          <p:cNvSpPr/>
          <p:nvPr/>
        </p:nvSpPr>
        <p:spPr>
          <a:xfrm flipH="1">
            <a:off x="12449048" y="10641330"/>
            <a:ext cx="14098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3" name="Connector 4367"/>
          <p:cNvSpPr/>
          <p:nvPr/>
        </p:nvSpPr>
        <p:spPr>
          <a:xfrm flipH="1">
            <a:off x="12425553" y="10744199"/>
            <a:ext cx="23495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4" name="Connector 4368"/>
          <p:cNvSpPr/>
          <p:nvPr/>
        </p:nvSpPr>
        <p:spPr>
          <a:xfrm flipH="1">
            <a:off x="12392659" y="10847069"/>
            <a:ext cx="32894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5" name="Connector 4369"/>
          <p:cNvSpPr/>
          <p:nvPr/>
        </p:nvSpPr>
        <p:spPr>
          <a:xfrm flipH="1">
            <a:off x="12350368" y="10949940"/>
            <a:ext cx="42292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6" name="Connector 4370"/>
          <p:cNvSpPr/>
          <p:nvPr/>
        </p:nvSpPr>
        <p:spPr>
          <a:xfrm flipH="1">
            <a:off x="12298680" y="11052809"/>
            <a:ext cx="51690" cy="102871"/>
          </a:xfrm>
          <a:prstGeom prst="line">
            <a:avLst/>
          </a:prstGeom>
          <a:ln w="2103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7" name="Connector 4371"/>
          <p:cNvSpPr/>
          <p:nvPr/>
        </p:nvSpPr>
        <p:spPr>
          <a:xfrm>
            <a:off x="14767559" y="2514600"/>
            <a:ext cx="51690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8" name="Connector 4372"/>
          <p:cNvSpPr/>
          <p:nvPr/>
        </p:nvSpPr>
        <p:spPr>
          <a:xfrm>
            <a:off x="14819247" y="2617468"/>
            <a:ext cx="42293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9" name="Connector 4373"/>
          <p:cNvSpPr/>
          <p:nvPr/>
        </p:nvSpPr>
        <p:spPr>
          <a:xfrm>
            <a:off x="14861539" y="2720339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0" name="Connector 4374"/>
          <p:cNvSpPr/>
          <p:nvPr/>
        </p:nvSpPr>
        <p:spPr>
          <a:xfrm>
            <a:off x="14894433" y="2823210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1" name="Connector 4375"/>
          <p:cNvSpPr/>
          <p:nvPr/>
        </p:nvSpPr>
        <p:spPr>
          <a:xfrm>
            <a:off x="14917928" y="2926079"/>
            <a:ext cx="140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2" name="Connector 4376"/>
          <p:cNvSpPr/>
          <p:nvPr/>
        </p:nvSpPr>
        <p:spPr>
          <a:xfrm>
            <a:off x="14932023" y="3028949"/>
            <a:ext cx="4701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3" name="Connector 4377"/>
          <p:cNvSpPr/>
          <p:nvPr/>
        </p:nvSpPr>
        <p:spPr>
          <a:xfrm flipH="1">
            <a:off x="14932025" y="3131820"/>
            <a:ext cx="470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4" name="Connector 4378"/>
          <p:cNvSpPr/>
          <p:nvPr/>
        </p:nvSpPr>
        <p:spPr>
          <a:xfrm flipH="1">
            <a:off x="14917928" y="3234689"/>
            <a:ext cx="14098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5" name="Connector 4379"/>
          <p:cNvSpPr/>
          <p:nvPr/>
        </p:nvSpPr>
        <p:spPr>
          <a:xfrm flipH="1">
            <a:off x="14894433" y="3337559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6" name="Connector 4380"/>
          <p:cNvSpPr/>
          <p:nvPr/>
        </p:nvSpPr>
        <p:spPr>
          <a:xfrm flipH="1">
            <a:off x="14861539" y="3440429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7" name="Connector 4381"/>
          <p:cNvSpPr/>
          <p:nvPr/>
        </p:nvSpPr>
        <p:spPr>
          <a:xfrm flipH="1">
            <a:off x="14819247" y="3543299"/>
            <a:ext cx="42293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8" name="Connector 4382"/>
          <p:cNvSpPr/>
          <p:nvPr/>
        </p:nvSpPr>
        <p:spPr>
          <a:xfrm flipH="1">
            <a:off x="14767559" y="3646170"/>
            <a:ext cx="51690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9" name="Connector 4383"/>
          <p:cNvSpPr/>
          <p:nvPr/>
        </p:nvSpPr>
        <p:spPr>
          <a:xfrm>
            <a:off x="14767559" y="2514600"/>
            <a:ext cx="68455" cy="205739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0" name="Connector 4384"/>
          <p:cNvSpPr/>
          <p:nvPr/>
        </p:nvSpPr>
        <p:spPr>
          <a:xfrm>
            <a:off x="14836012" y="2720338"/>
            <a:ext cx="56008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1" name="Connector 4385"/>
          <p:cNvSpPr/>
          <p:nvPr/>
        </p:nvSpPr>
        <p:spPr>
          <a:xfrm>
            <a:off x="14892019" y="2926079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2" name="Connector 4386"/>
          <p:cNvSpPr/>
          <p:nvPr/>
        </p:nvSpPr>
        <p:spPr>
          <a:xfrm>
            <a:off x="14935579" y="3131820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3" name="Connector 4387"/>
          <p:cNvSpPr/>
          <p:nvPr/>
        </p:nvSpPr>
        <p:spPr>
          <a:xfrm>
            <a:off x="14966695" y="3337559"/>
            <a:ext cx="18670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4" name="Connector 4388"/>
          <p:cNvSpPr/>
          <p:nvPr/>
        </p:nvSpPr>
        <p:spPr>
          <a:xfrm>
            <a:off x="14985364" y="3543300"/>
            <a:ext cx="6224" cy="205739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5" name="Connector 4389"/>
          <p:cNvSpPr/>
          <p:nvPr/>
        </p:nvSpPr>
        <p:spPr>
          <a:xfrm flipH="1">
            <a:off x="14985364" y="3749038"/>
            <a:ext cx="6224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6" name="Connector 4390"/>
          <p:cNvSpPr/>
          <p:nvPr/>
        </p:nvSpPr>
        <p:spPr>
          <a:xfrm flipH="1">
            <a:off x="14966695" y="3954779"/>
            <a:ext cx="18670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7" name="Connector 4391"/>
          <p:cNvSpPr/>
          <p:nvPr/>
        </p:nvSpPr>
        <p:spPr>
          <a:xfrm flipH="1">
            <a:off x="14935579" y="4160520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8" name="Connector 4392"/>
          <p:cNvSpPr/>
          <p:nvPr/>
        </p:nvSpPr>
        <p:spPr>
          <a:xfrm flipH="1">
            <a:off x="14892019" y="4366259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9" name="Connector 4393"/>
          <p:cNvSpPr/>
          <p:nvPr/>
        </p:nvSpPr>
        <p:spPr>
          <a:xfrm flipH="1">
            <a:off x="14836012" y="4571999"/>
            <a:ext cx="56008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0" name="Connector 4394"/>
          <p:cNvSpPr/>
          <p:nvPr/>
        </p:nvSpPr>
        <p:spPr>
          <a:xfrm flipH="1">
            <a:off x="14767559" y="4777740"/>
            <a:ext cx="68455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1" name="Connector 4395"/>
          <p:cNvSpPr/>
          <p:nvPr/>
        </p:nvSpPr>
        <p:spPr>
          <a:xfrm>
            <a:off x="14767559" y="2514600"/>
            <a:ext cx="85219" cy="30861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2" name="Connector 4396"/>
          <p:cNvSpPr/>
          <p:nvPr/>
        </p:nvSpPr>
        <p:spPr>
          <a:xfrm>
            <a:off x="14852777" y="2823209"/>
            <a:ext cx="69724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3" name="Connector 4397"/>
          <p:cNvSpPr/>
          <p:nvPr/>
        </p:nvSpPr>
        <p:spPr>
          <a:xfrm>
            <a:off x="14922500" y="3131820"/>
            <a:ext cx="54230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4" name="Connector 4398"/>
          <p:cNvSpPr/>
          <p:nvPr/>
        </p:nvSpPr>
        <p:spPr>
          <a:xfrm>
            <a:off x="14976729" y="3440429"/>
            <a:ext cx="38736" cy="30861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5" name="Connector 4399"/>
          <p:cNvSpPr/>
          <p:nvPr/>
        </p:nvSpPr>
        <p:spPr>
          <a:xfrm>
            <a:off x="15015463" y="3749038"/>
            <a:ext cx="23241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6" name="Connector 4400"/>
          <p:cNvSpPr/>
          <p:nvPr/>
        </p:nvSpPr>
        <p:spPr>
          <a:xfrm>
            <a:off x="15038703" y="4057648"/>
            <a:ext cx="7748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7" name="Connector 4401"/>
          <p:cNvSpPr/>
          <p:nvPr/>
        </p:nvSpPr>
        <p:spPr>
          <a:xfrm flipH="1">
            <a:off x="15038705" y="4366259"/>
            <a:ext cx="7747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8" name="Connector 4402"/>
          <p:cNvSpPr/>
          <p:nvPr/>
        </p:nvSpPr>
        <p:spPr>
          <a:xfrm flipH="1">
            <a:off x="15015463" y="4674870"/>
            <a:ext cx="23243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9" name="Connector 4403"/>
          <p:cNvSpPr/>
          <p:nvPr/>
        </p:nvSpPr>
        <p:spPr>
          <a:xfrm flipH="1">
            <a:off x="14976729" y="4983479"/>
            <a:ext cx="38735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0" name="Connector 4404"/>
          <p:cNvSpPr/>
          <p:nvPr/>
        </p:nvSpPr>
        <p:spPr>
          <a:xfrm flipH="1">
            <a:off x="14922498" y="5292090"/>
            <a:ext cx="54231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1" name="Connector 4405"/>
          <p:cNvSpPr/>
          <p:nvPr/>
        </p:nvSpPr>
        <p:spPr>
          <a:xfrm flipH="1">
            <a:off x="14852777" y="5600699"/>
            <a:ext cx="69723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2" name="Connector 4406"/>
          <p:cNvSpPr/>
          <p:nvPr/>
        </p:nvSpPr>
        <p:spPr>
          <a:xfrm flipH="1">
            <a:off x="14767559" y="5909309"/>
            <a:ext cx="85219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3" name="Connector 4407"/>
          <p:cNvSpPr/>
          <p:nvPr/>
        </p:nvSpPr>
        <p:spPr>
          <a:xfrm>
            <a:off x="14767559" y="2514599"/>
            <a:ext cx="10198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4" name="Connector 4408"/>
          <p:cNvSpPr/>
          <p:nvPr/>
        </p:nvSpPr>
        <p:spPr>
          <a:xfrm>
            <a:off x="14869540" y="2926078"/>
            <a:ext cx="83441" cy="41148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5" name="Connector 4409"/>
          <p:cNvSpPr/>
          <p:nvPr/>
        </p:nvSpPr>
        <p:spPr>
          <a:xfrm>
            <a:off x="14952980" y="3337559"/>
            <a:ext cx="64897" cy="41148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6" name="Connector 4410"/>
          <p:cNvSpPr/>
          <p:nvPr/>
        </p:nvSpPr>
        <p:spPr>
          <a:xfrm>
            <a:off x="15017875" y="3749038"/>
            <a:ext cx="46357" cy="411483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7" name="Connector 4411"/>
          <p:cNvSpPr/>
          <p:nvPr/>
        </p:nvSpPr>
        <p:spPr>
          <a:xfrm>
            <a:off x="15064232" y="4160520"/>
            <a:ext cx="2781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8" name="Connector 4412"/>
          <p:cNvSpPr/>
          <p:nvPr/>
        </p:nvSpPr>
        <p:spPr>
          <a:xfrm>
            <a:off x="15092044" y="4571999"/>
            <a:ext cx="9273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9" name="Connector 4413"/>
          <p:cNvSpPr/>
          <p:nvPr/>
        </p:nvSpPr>
        <p:spPr>
          <a:xfrm flipH="1">
            <a:off x="15092044" y="4983479"/>
            <a:ext cx="927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0" name="Connector 4414"/>
          <p:cNvSpPr/>
          <p:nvPr/>
        </p:nvSpPr>
        <p:spPr>
          <a:xfrm flipH="1">
            <a:off x="15064232" y="5394959"/>
            <a:ext cx="27814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1" name="Connector 4415"/>
          <p:cNvSpPr/>
          <p:nvPr/>
        </p:nvSpPr>
        <p:spPr>
          <a:xfrm flipH="1">
            <a:off x="15017875" y="5806440"/>
            <a:ext cx="4635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2" name="Connector 4416"/>
          <p:cNvSpPr/>
          <p:nvPr/>
        </p:nvSpPr>
        <p:spPr>
          <a:xfrm flipH="1">
            <a:off x="14952980" y="6217920"/>
            <a:ext cx="6489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3" name="Connector 4417"/>
          <p:cNvSpPr/>
          <p:nvPr/>
        </p:nvSpPr>
        <p:spPr>
          <a:xfrm flipH="1">
            <a:off x="14869540" y="6629399"/>
            <a:ext cx="83441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4" name="Connector 4418"/>
          <p:cNvSpPr/>
          <p:nvPr/>
        </p:nvSpPr>
        <p:spPr>
          <a:xfrm flipH="1">
            <a:off x="14767559" y="7040880"/>
            <a:ext cx="10198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5" name="Connector 4419"/>
          <p:cNvSpPr/>
          <p:nvPr/>
        </p:nvSpPr>
        <p:spPr>
          <a:xfrm>
            <a:off x="14767559" y="2514599"/>
            <a:ext cx="118746" cy="51435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6" name="Connector 4420"/>
          <p:cNvSpPr/>
          <p:nvPr/>
        </p:nvSpPr>
        <p:spPr>
          <a:xfrm>
            <a:off x="14886303" y="3028949"/>
            <a:ext cx="97156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7" name="Connector 4421"/>
          <p:cNvSpPr/>
          <p:nvPr/>
        </p:nvSpPr>
        <p:spPr>
          <a:xfrm>
            <a:off x="14983459" y="3543299"/>
            <a:ext cx="75567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8" name="Connector 4422"/>
          <p:cNvSpPr/>
          <p:nvPr/>
        </p:nvSpPr>
        <p:spPr>
          <a:xfrm>
            <a:off x="15059025" y="4057649"/>
            <a:ext cx="53976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9" name="Connector 4423"/>
          <p:cNvSpPr/>
          <p:nvPr/>
        </p:nvSpPr>
        <p:spPr>
          <a:xfrm>
            <a:off x="15113000" y="4571999"/>
            <a:ext cx="32386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0" name="Connector 4424"/>
          <p:cNvSpPr/>
          <p:nvPr/>
        </p:nvSpPr>
        <p:spPr>
          <a:xfrm>
            <a:off x="15145385" y="5086350"/>
            <a:ext cx="1079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1" name="Connector 4425"/>
          <p:cNvSpPr/>
          <p:nvPr/>
        </p:nvSpPr>
        <p:spPr>
          <a:xfrm flipH="1">
            <a:off x="15145385" y="5600700"/>
            <a:ext cx="1079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2" name="Connector 4426"/>
          <p:cNvSpPr/>
          <p:nvPr/>
        </p:nvSpPr>
        <p:spPr>
          <a:xfrm flipH="1">
            <a:off x="15112999" y="6115049"/>
            <a:ext cx="32386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3" name="Connector 4427"/>
          <p:cNvSpPr/>
          <p:nvPr/>
        </p:nvSpPr>
        <p:spPr>
          <a:xfrm flipH="1">
            <a:off x="15059024" y="6629400"/>
            <a:ext cx="5397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4" name="Connector 4428"/>
          <p:cNvSpPr/>
          <p:nvPr/>
        </p:nvSpPr>
        <p:spPr>
          <a:xfrm flipH="1">
            <a:off x="14983459" y="7143749"/>
            <a:ext cx="75567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5" name="Connector 4429"/>
          <p:cNvSpPr/>
          <p:nvPr/>
        </p:nvSpPr>
        <p:spPr>
          <a:xfrm flipH="1">
            <a:off x="14886303" y="7658100"/>
            <a:ext cx="9715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6" name="Connector 4430"/>
          <p:cNvSpPr/>
          <p:nvPr/>
        </p:nvSpPr>
        <p:spPr>
          <a:xfrm flipH="1">
            <a:off x="14767559" y="8172450"/>
            <a:ext cx="11874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7" name="Connector 4431"/>
          <p:cNvSpPr/>
          <p:nvPr/>
        </p:nvSpPr>
        <p:spPr>
          <a:xfrm>
            <a:off x="14767559" y="2514599"/>
            <a:ext cx="135511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8" name="Connector 4432"/>
          <p:cNvSpPr/>
          <p:nvPr/>
        </p:nvSpPr>
        <p:spPr>
          <a:xfrm>
            <a:off x="14903068" y="3131818"/>
            <a:ext cx="110871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9" name="Connector 4433"/>
          <p:cNvSpPr/>
          <p:nvPr/>
        </p:nvSpPr>
        <p:spPr>
          <a:xfrm>
            <a:off x="15013939" y="3749038"/>
            <a:ext cx="86234" cy="617223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0" name="Connector 4434"/>
          <p:cNvSpPr/>
          <p:nvPr/>
        </p:nvSpPr>
        <p:spPr>
          <a:xfrm>
            <a:off x="15100172" y="4366259"/>
            <a:ext cx="61596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1" name="Connector 4435"/>
          <p:cNvSpPr/>
          <p:nvPr/>
        </p:nvSpPr>
        <p:spPr>
          <a:xfrm>
            <a:off x="15161767" y="4983479"/>
            <a:ext cx="36957" cy="61722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2" name="Connector 4436"/>
          <p:cNvSpPr/>
          <p:nvPr/>
        </p:nvSpPr>
        <p:spPr>
          <a:xfrm>
            <a:off x="15198723" y="5600698"/>
            <a:ext cx="12321" cy="61722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3" name="Connector 4437"/>
          <p:cNvSpPr/>
          <p:nvPr/>
        </p:nvSpPr>
        <p:spPr>
          <a:xfrm flipH="1">
            <a:off x="15198725" y="6217920"/>
            <a:ext cx="12320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4" name="Connector 4438"/>
          <p:cNvSpPr/>
          <p:nvPr/>
        </p:nvSpPr>
        <p:spPr>
          <a:xfrm flipH="1">
            <a:off x="15161767" y="6835140"/>
            <a:ext cx="36959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5" name="Connector 4439"/>
          <p:cNvSpPr/>
          <p:nvPr/>
        </p:nvSpPr>
        <p:spPr>
          <a:xfrm flipH="1">
            <a:off x="15100172" y="7452359"/>
            <a:ext cx="61595" cy="61722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6" name="Connector 4440"/>
          <p:cNvSpPr/>
          <p:nvPr/>
        </p:nvSpPr>
        <p:spPr>
          <a:xfrm flipH="1">
            <a:off x="15013939" y="8069578"/>
            <a:ext cx="86234" cy="61722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7" name="Connector 4441"/>
          <p:cNvSpPr/>
          <p:nvPr/>
        </p:nvSpPr>
        <p:spPr>
          <a:xfrm flipH="1">
            <a:off x="14903069" y="8686799"/>
            <a:ext cx="110871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8" name="Connector 4442"/>
          <p:cNvSpPr/>
          <p:nvPr/>
        </p:nvSpPr>
        <p:spPr>
          <a:xfrm flipH="1">
            <a:off x="14767559" y="9304019"/>
            <a:ext cx="135511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9" name="Connector 4443"/>
          <p:cNvSpPr/>
          <p:nvPr/>
        </p:nvSpPr>
        <p:spPr>
          <a:xfrm>
            <a:off x="14767559" y="2514600"/>
            <a:ext cx="152274" cy="72009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0" name="Connector 4444"/>
          <p:cNvSpPr/>
          <p:nvPr/>
        </p:nvSpPr>
        <p:spPr>
          <a:xfrm>
            <a:off x="14919831" y="3234688"/>
            <a:ext cx="124589" cy="72009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1" name="Connector 4445"/>
          <p:cNvSpPr/>
          <p:nvPr/>
        </p:nvSpPr>
        <p:spPr>
          <a:xfrm>
            <a:off x="15044419" y="3954779"/>
            <a:ext cx="96902" cy="72009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2" name="Connector 4446"/>
          <p:cNvSpPr/>
          <p:nvPr/>
        </p:nvSpPr>
        <p:spPr>
          <a:xfrm>
            <a:off x="15141320" y="4674870"/>
            <a:ext cx="69216" cy="72009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3" name="Connector 4447"/>
          <p:cNvSpPr/>
          <p:nvPr/>
        </p:nvSpPr>
        <p:spPr>
          <a:xfrm>
            <a:off x="15210536" y="5394959"/>
            <a:ext cx="41529" cy="72009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4" name="Connector 4448"/>
          <p:cNvSpPr/>
          <p:nvPr/>
        </p:nvSpPr>
        <p:spPr>
          <a:xfrm>
            <a:off x="15252064" y="6115048"/>
            <a:ext cx="13845" cy="72009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5" name="Connector 4449"/>
          <p:cNvSpPr/>
          <p:nvPr/>
        </p:nvSpPr>
        <p:spPr>
          <a:xfrm flipH="1">
            <a:off x="15252064" y="6835140"/>
            <a:ext cx="13844" cy="72009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6" name="Connector 4450"/>
          <p:cNvSpPr/>
          <p:nvPr/>
        </p:nvSpPr>
        <p:spPr>
          <a:xfrm flipH="1">
            <a:off x="15210536" y="7555228"/>
            <a:ext cx="41530" cy="72009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7" name="Connector 4451"/>
          <p:cNvSpPr/>
          <p:nvPr/>
        </p:nvSpPr>
        <p:spPr>
          <a:xfrm flipH="1">
            <a:off x="15141320" y="8275319"/>
            <a:ext cx="69216" cy="72009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8" name="Connector 4452"/>
          <p:cNvSpPr/>
          <p:nvPr/>
        </p:nvSpPr>
        <p:spPr>
          <a:xfrm flipH="1">
            <a:off x="15044419" y="8995409"/>
            <a:ext cx="96902" cy="72009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9" name="Connector 4453"/>
          <p:cNvSpPr/>
          <p:nvPr/>
        </p:nvSpPr>
        <p:spPr>
          <a:xfrm flipH="1">
            <a:off x="14919831" y="9715500"/>
            <a:ext cx="124589" cy="72009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0" name="Connector 4454"/>
          <p:cNvSpPr/>
          <p:nvPr/>
        </p:nvSpPr>
        <p:spPr>
          <a:xfrm flipH="1">
            <a:off x="14767559" y="10435589"/>
            <a:ext cx="152274" cy="72009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1" name="Connector 4455"/>
          <p:cNvSpPr/>
          <p:nvPr/>
        </p:nvSpPr>
        <p:spPr>
          <a:xfrm>
            <a:off x="14767559" y="3749038"/>
            <a:ext cx="5169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2" name="Connector 4456"/>
          <p:cNvSpPr/>
          <p:nvPr/>
        </p:nvSpPr>
        <p:spPr>
          <a:xfrm>
            <a:off x="14819247" y="3851909"/>
            <a:ext cx="42293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3" name="Connector 4457"/>
          <p:cNvSpPr/>
          <p:nvPr/>
        </p:nvSpPr>
        <p:spPr>
          <a:xfrm>
            <a:off x="14861539" y="3954779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4" name="Connector 4458"/>
          <p:cNvSpPr/>
          <p:nvPr/>
        </p:nvSpPr>
        <p:spPr>
          <a:xfrm>
            <a:off x="14894433" y="4057649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5" name="Connector 4459"/>
          <p:cNvSpPr/>
          <p:nvPr/>
        </p:nvSpPr>
        <p:spPr>
          <a:xfrm>
            <a:off x="14917928" y="4160520"/>
            <a:ext cx="14096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6" name="Connector 4460"/>
          <p:cNvSpPr/>
          <p:nvPr/>
        </p:nvSpPr>
        <p:spPr>
          <a:xfrm>
            <a:off x="14932023" y="4263388"/>
            <a:ext cx="4701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7" name="Connector 4461"/>
          <p:cNvSpPr/>
          <p:nvPr/>
        </p:nvSpPr>
        <p:spPr>
          <a:xfrm flipH="1">
            <a:off x="14932025" y="4366259"/>
            <a:ext cx="470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8" name="Connector 4462"/>
          <p:cNvSpPr/>
          <p:nvPr/>
        </p:nvSpPr>
        <p:spPr>
          <a:xfrm flipH="1">
            <a:off x="14917928" y="4469129"/>
            <a:ext cx="14098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9" name="Connector 4463"/>
          <p:cNvSpPr/>
          <p:nvPr/>
        </p:nvSpPr>
        <p:spPr>
          <a:xfrm flipH="1">
            <a:off x="14894433" y="4571999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0" name="Connector 4464"/>
          <p:cNvSpPr/>
          <p:nvPr/>
        </p:nvSpPr>
        <p:spPr>
          <a:xfrm flipH="1">
            <a:off x="14861539" y="4674870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1" name="Connector 4465"/>
          <p:cNvSpPr/>
          <p:nvPr/>
        </p:nvSpPr>
        <p:spPr>
          <a:xfrm flipH="1">
            <a:off x="14819247" y="4777740"/>
            <a:ext cx="42293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2" name="Connector 4466"/>
          <p:cNvSpPr/>
          <p:nvPr/>
        </p:nvSpPr>
        <p:spPr>
          <a:xfrm flipH="1">
            <a:off x="14767559" y="4880609"/>
            <a:ext cx="5169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3" name="Connector 4467"/>
          <p:cNvSpPr/>
          <p:nvPr/>
        </p:nvSpPr>
        <p:spPr>
          <a:xfrm>
            <a:off x="14767559" y="3749038"/>
            <a:ext cx="68455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4" name="Connector 4468"/>
          <p:cNvSpPr/>
          <p:nvPr/>
        </p:nvSpPr>
        <p:spPr>
          <a:xfrm>
            <a:off x="14836012" y="3954779"/>
            <a:ext cx="56008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5" name="Connector 4469"/>
          <p:cNvSpPr/>
          <p:nvPr/>
        </p:nvSpPr>
        <p:spPr>
          <a:xfrm>
            <a:off x="14892019" y="4160520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6" name="Connector 4470"/>
          <p:cNvSpPr/>
          <p:nvPr/>
        </p:nvSpPr>
        <p:spPr>
          <a:xfrm>
            <a:off x="14935579" y="4366259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7" name="Connector 4471"/>
          <p:cNvSpPr/>
          <p:nvPr/>
        </p:nvSpPr>
        <p:spPr>
          <a:xfrm>
            <a:off x="14966695" y="4571999"/>
            <a:ext cx="18670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8" name="Connector 4472"/>
          <p:cNvSpPr/>
          <p:nvPr/>
        </p:nvSpPr>
        <p:spPr>
          <a:xfrm>
            <a:off x="14985364" y="4777740"/>
            <a:ext cx="6224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9" name="Connector 4473"/>
          <p:cNvSpPr/>
          <p:nvPr/>
        </p:nvSpPr>
        <p:spPr>
          <a:xfrm flipH="1">
            <a:off x="14985364" y="4983479"/>
            <a:ext cx="6224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0" name="Connector 4474"/>
          <p:cNvSpPr/>
          <p:nvPr/>
        </p:nvSpPr>
        <p:spPr>
          <a:xfrm flipH="1">
            <a:off x="14966695" y="5189220"/>
            <a:ext cx="18670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1" name="Connector 4475"/>
          <p:cNvSpPr/>
          <p:nvPr/>
        </p:nvSpPr>
        <p:spPr>
          <a:xfrm flipH="1">
            <a:off x="14935579" y="5394959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2" name="Connector 4476"/>
          <p:cNvSpPr/>
          <p:nvPr/>
        </p:nvSpPr>
        <p:spPr>
          <a:xfrm flipH="1">
            <a:off x="14892019" y="5600699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3" name="Connector 4477"/>
          <p:cNvSpPr/>
          <p:nvPr/>
        </p:nvSpPr>
        <p:spPr>
          <a:xfrm flipH="1">
            <a:off x="14836012" y="5806440"/>
            <a:ext cx="56008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4" name="Connector 4478"/>
          <p:cNvSpPr/>
          <p:nvPr/>
        </p:nvSpPr>
        <p:spPr>
          <a:xfrm flipH="1">
            <a:off x="14767559" y="6012179"/>
            <a:ext cx="68455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5" name="Connector 4479"/>
          <p:cNvSpPr/>
          <p:nvPr/>
        </p:nvSpPr>
        <p:spPr>
          <a:xfrm>
            <a:off x="14767559" y="3749038"/>
            <a:ext cx="85219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6" name="Connector 4480"/>
          <p:cNvSpPr/>
          <p:nvPr/>
        </p:nvSpPr>
        <p:spPr>
          <a:xfrm>
            <a:off x="14852777" y="4057648"/>
            <a:ext cx="69724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7" name="Connector 4481"/>
          <p:cNvSpPr/>
          <p:nvPr/>
        </p:nvSpPr>
        <p:spPr>
          <a:xfrm>
            <a:off x="14922500" y="4366259"/>
            <a:ext cx="54230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8" name="Connector 4482"/>
          <p:cNvSpPr/>
          <p:nvPr/>
        </p:nvSpPr>
        <p:spPr>
          <a:xfrm>
            <a:off x="14976729" y="4674870"/>
            <a:ext cx="38736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9" name="Connector 4483"/>
          <p:cNvSpPr/>
          <p:nvPr/>
        </p:nvSpPr>
        <p:spPr>
          <a:xfrm>
            <a:off x="15015463" y="4983479"/>
            <a:ext cx="23241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0" name="Connector 4484"/>
          <p:cNvSpPr/>
          <p:nvPr/>
        </p:nvSpPr>
        <p:spPr>
          <a:xfrm>
            <a:off x="15038703" y="5292090"/>
            <a:ext cx="7748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1" name="Connector 4485"/>
          <p:cNvSpPr/>
          <p:nvPr/>
        </p:nvSpPr>
        <p:spPr>
          <a:xfrm flipH="1">
            <a:off x="15038705" y="5600699"/>
            <a:ext cx="7747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2" name="Connector 4486"/>
          <p:cNvSpPr/>
          <p:nvPr/>
        </p:nvSpPr>
        <p:spPr>
          <a:xfrm flipH="1">
            <a:off x="15015463" y="5909309"/>
            <a:ext cx="23243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3" name="Connector 4487"/>
          <p:cNvSpPr/>
          <p:nvPr/>
        </p:nvSpPr>
        <p:spPr>
          <a:xfrm flipH="1">
            <a:off x="14976729" y="6217920"/>
            <a:ext cx="38735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4" name="Connector 4488"/>
          <p:cNvSpPr/>
          <p:nvPr/>
        </p:nvSpPr>
        <p:spPr>
          <a:xfrm flipH="1">
            <a:off x="14922498" y="6526530"/>
            <a:ext cx="54231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5" name="Connector 4489"/>
          <p:cNvSpPr/>
          <p:nvPr/>
        </p:nvSpPr>
        <p:spPr>
          <a:xfrm flipH="1">
            <a:off x="14852777" y="6835140"/>
            <a:ext cx="69723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6" name="Connector 4490"/>
          <p:cNvSpPr/>
          <p:nvPr/>
        </p:nvSpPr>
        <p:spPr>
          <a:xfrm flipH="1">
            <a:off x="14767559" y="7143749"/>
            <a:ext cx="85219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7" name="Connector 4491"/>
          <p:cNvSpPr/>
          <p:nvPr/>
        </p:nvSpPr>
        <p:spPr>
          <a:xfrm>
            <a:off x="14767559" y="3749038"/>
            <a:ext cx="101982" cy="411483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8" name="Connector 4492"/>
          <p:cNvSpPr/>
          <p:nvPr/>
        </p:nvSpPr>
        <p:spPr>
          <a:xfrm>
            <a:off x="14869540" y="4160520"/>
            <a:ext cx="83441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9" name="Connector 4493"/>
          <p:cNvSpPr/>
          <p:nvPr/>
        </p:nvSpPr>
        <p:spPr>
          <a:xfrm>
            <a:off x="14952980" y="4571999"/>
            <a:ext cx="6489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0" name="Connector 4494"/>
          <p:cNvSpPr/>
          <p:nvPr/>
        </p:nvSpPr>
        <p:spPr>
          <a:xfrm>
            <a:off x="15017875" y="4983479"/>
            <a:ext cx="4635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1" name="Connector 4495"/>
          <p:cNvSpPr/>
          <p:nvPr/>
        </p:nvSpPr>
        <p:spPr>
          <a:xfrm>
            <a:off x="15064232" y="5394959"/>
            <a:ext cx="27812" cy="41148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2" name="Connector 4496"/>
          <p:cNvSpPr/>
          <p:nvPr/>
        </p:nvSpPr>
        <p:spPr>
          <a:xfrm>
            <a:off x="15092044" y="5806438"/>
            <a:ext cx="9273" cy="411483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3" name="Connector 4497"/>
          <p:cNvSpPr/>
          <p:nvPr/>
        </p:nvSpPr>
        <p:spPr>
          <a:xfrm flipH="1">
            <a:off x="15092044" y="6217920"/>
            <a:ext cx="927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4" name="Connector 4498"/>
          <p:cNvSpPr/>
          <p:nvPr/>
        </p:nvSpPr>
        <p:spPr>
          <a:xfrm flipH="1">
            <a:off x="15064232" y="6629399"/>
            <a:ext cx="27814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5" name="Connector 4499"/>
          <p:cNvSpPr/>
          <p:nvPr/>
        </p:nvSpPr>
        <p:spPr>
          <a:xfrm flipH="1">
            <a:off x="15017875" y="7040880"/>
            <a:ext cx="4635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6" name="Connector 4500"/>
          <p:cNvSpPr/>
          <p:nvPr/>
        </p:nvSpPr>
        <p:spPr>
          <a:xfrm flipH="1">
            <a:off x="14952980" y="7452359"/>
            <a:ext cx="6489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7" name="Connector 4501"/>
          <p:cNvSpPr/>
          <p:nvPr/>
        </p:nvSpPr>
        <p:spPr>
          <a:xfrm flipH="1">
            <a:off x="14869540" y="7863840"/>
            <a:ext cx="83441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8" name="Connector 4502"/>
          <p:cNvSpPr/>
          <p:nvPr/>
        </p:nvSpPr>
        <p:spPr>
          <a:xfrm flipH="1">
            <a:off x="14767559" y="8275319"/>
            <a:ext cx="10198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9" name="Connector 4503"/>
          <p:cNvSpPr/>
          <p:nvPr/>
        </p:nvSpPr>
        <p:spPr>
          <a:xfrm>
            <a:off x="14767559" y="3749038"/>
            <a:ext cx="118746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0" name="Connector 4504"/>
          <p:cNvSpPr/>
          <p:nvPr/>
        </p:nvSpPr>
        <p:spPr>
          <a:xfrm>
            <a:off x="14886303" y="4263390"/>
            <a:ext cx="9715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1" name="Connector 4505"/>
          <p:cNvSpPr/>
          <p:nvPr/>
        </p:nvSpPr>
        <p:spPr>
          <a:xfrm>
            <a:off x="14983459" y="4777740"/>
            <a:ext cx="75567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2" name="Connector 4506"/>
          <p:cNvSpPr/>
          <p:nvPr/>
        </p:nvSpPr>
        <p:spPr>
          <a:xfrm>
            <a:off x="15059025" y="5292090"/>
            <a:ext cx="5397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3" name="Connector 4507"/>
          <p:cNvSpPr/>
          <p:nvPr/>
        </p:nvSpPr>
        <p:spPr>
          <a:xfrm>
            <a:off x="15113000" y="5806440"/>
            <a:ext cx="32386" cy="514349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4" name="Connector 4508"/>
          <p:cNvSpPr/>
          <p:nvPr/>
        </p:nvSpPr>
        <p:spPr>
          <a:xfrm>
            <a:off x="15145385" y="6320788"/>
            <a:ext cx="10796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5" name="Connector 4509"/>
          <p:cNvSpPr/>
          <p:nvPr/>
        </p:nvSpPr>
        <p:spPr>
          <a:xfrm flipH="1">
            <a:off x="15145385" y="6835140"/>
            <a:ext cx="1079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6" name="Connector 4510"/>
          <p:cNvSpPr/>
          <p:nvPr/>
        </p:nvSpPr>
        <p:spPr>
          <a:xfrm flipH="1">
            <a:off x="15112999" y="7349490"/>
            <a:ext cx="3238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7" name="Connector 4511"/>
          <p:cNvSpPr/>
          <p:nvPr/>
        </p:nvSpPr>
        <p:spPr>
          <a:xfrm flipH="1">
            <a:off x="15059024" y="7863840"/>
            <a:ext cx="5397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8" name="Connector 4512"/>
          <p:cNvSpPr/>
          <p:nvPr/>
        </p:nvSpPr>
        <p:spPr>
          <a:xfrm flipH="1">
            <a:off x="14983459" y="8378190"/>
            <a:ext cx="75567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9" name="Connector 4513"/>
          <p:cNvSpPr/>
          <p:nvPr/>
        </p:nvSpPr>
        <p:spPr>
          <a:xfrm flipH="1">
            <a:off x="14886303" y="8892540"/>
            <a:ext cx="9715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0" name="Connector 4514"/>
          <p:cNvSpPr/>
          <p:nvPr/>
        </p:nvSpPr>
        <p:spPr>
          <a:xfrm flipH="1">
            <a:off x="14767559" y="9406890"/>
            <a:ext cx="11874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1" name="Connector 4515"/>
          <p:cNvSpPr/>
          <p:nvPr/>
        </p:nvSpPr>
        <p:spPr>
          <a:xfrm>
            <a:off x="14767559" y="3749038"/>
            <a:ext cx="135511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2" name="Connector 4516"/>
          <p:cNvSpPr/>
          <p:nvPr/>
        </p:nvSpPr>
        <p:spPr>
          <a:xfrm>
            <a:off x="14903068" y="4366259"/>
            <a:ext cx="110871" cy="61722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3" name="Connector 4517"/>
          <p:cNvSpPr/>
          <p:nvPr/>
        </p:nvSpPr>
        <p:spPr>
          <a:xfrm>
            <a:off x="15013939" y="4983479"/>
            <a:ext cx="86234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4" name="Connector 4518"/>
          <p:cNvSpPr/>
          <p:nvPr/>
        </p:nvSpPr>
        <p:spPr>
          <a:xfrm>
            <a:off x="15100172" y="5600699"/>
            <a:ext cx="61596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5" name="Connector 4519"/>
          <p:cNvSpPr/>
          <p:nvPr/>
        </p:nvSpPr>
        <p:spPr>
          <a:xfrm>
            <a:off x="15161767" y="6217920"/>
            <a:ext cx="36957" cy="61722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6" name="Connector 4520"/>
          <p:cNvSpPr/>
          <p:nvPr/>
        </p:nvSpPr>
        <p:spPr>
          <a:xfrm>
            <a:off x="15198723" y="6835139"/>
            <a:ext cx="12321" cy="61722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7" name="Connector 4521"/>
          <p:cNvSpPr/>
          <p:nvPr/>
        </p:nvSpPr>
        <p:spPr>
          <a:xfrm flipH="1">
            <a:off x="15198725" y="7452359"/>
            <a:ext cx="12320" cy="61722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8" name="Connector 4522"/>
          <p:cNvSpPr/>
          <p:nvPr/>
        </p:nvSpPr>
        <p:spPr>
          <a:xfrm flipH="1">
            <a:off x="15161767" y="8069578"/>
            <a:ext cx="36959" cy="61722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9" name="Connector 4523"/>
          <p:cNvSpPr/>
          <p:nvPr/>
        </p:nvSpPr>
        <p:spPr>
          <a:xfrm flipH="1">
            <a:off x="15100172" y="8686799"/>
            <a:ext cx="61595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0" name="Connector 4524"/>
          <p:cNvSpPr/>
          <p:nvPr/>
        </p:nvSpPr>
        <p:spPr>
          <a:xfrm flipH="1">
            <a:off x="15013939" y="9304019"/>
            <a:ext cx="86234" cy="61722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1" name="Connector 4525"/>
          <p:cNvSpPr/>
          <p:nvPr/>
        </p:nvSpPr>
        <p:spPr>
          <a:xfrm flipH="1">
            <a:off x="14903069" y="9921240"/>
            <a:ext cx="110871" cy="61722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2" name="Connector 4526"/>
          <p:cNvSpPr/>
          <p:nvPr/>
        </p:nvSpPr>
        <p:spPr>
          <a:xfrm flipH="1">
            <a:off x="14767559" y="10538459"/>
            <a:ext cx="135511" cy="61722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3" name="Connector 4527"/>
          <p:cNvSpPr/>
          <p:nvPr/>
        </p:nvSpPr>
        <p:spPr>
          <a:xfrm>
            <a:off x="14767559" y="4983479"/>
            <a:ext cx="51690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4" name="Connector 4528"/>
          <p:cNvSpPr/>
          <p:nvPr/>
        </p:nvSpPr>
        <p:spPr>
          <a:xfrm>
            <a:off x="14819247" y="5086348"/>
            <a:ext cx="42293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5" name="Connector 4529"/>
          <p:cNvSpPr/>
          <p:nvPr/>
        </p:nvSpPr>
        <p:spPr>
          <a:xfrm>
            <a:off x="14861539" y="5189220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6" name="Connector 4530"/>
          <p:cNvSpPr/>
          <p:nvPr/>
        </p:nvSpPr>
        <p:spPr>
          <a:xfrm>
            <a:off x="14894433" y="5292090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7" name="Connector 4531"/>
          <p:cNvSpPr/>
          <p:nvPr/>
        </p:nvSpPr>
        <p:spPr>
          <a:xfrm>
            <a:off x="14917928" y="5394959"/>
            <a:ext cx="14096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8" name="Connector 4532"/>
          <p:cNvSpPr/>
          <p:nvPr/>
        </p:nvSpPr>
        <p:spPr>
          <a:xfrm>
            <a:off x="14932023" y="5497829"/>
            <a:ext cx="4701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9" name="Connector 4533"/>
          <p:cNvSpPr/>
          <p:nvPr/>
        </p:nvSpPr>
        <p:spPr>
          <a:xfrm flipH="1">
            <a:off x="14932025" y="5600699"/>
            <a:ext cx="470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0" name="Connector 4534"/>
          <p:cNvSpPr/>
          <p:nvPr/>
        </p:nvSpPr>
        <p:spPr>
          <a:xfrm flipH="1">
            <a:off x="14917928" y="5703570"/>
            <a:ext cx="14098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1" name="Connector 4535"/>
          <p:cNvSpPr/>
          <p:nvPr/>
        </p:nvSpPr>
        <p:spPr>
          <a:xfrm flipH="1">
            <a:off x="14894433" y="5806440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2" name="Connector 4536"/>
          <p:cNvSpPr/>
          <p:nvPr/>
        </p:nvSpPr>
        <p:spPr>
          <a:xfrm flipH="1">
            <a:off x="14861539" y="5909309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3" name="Connector 4537"/>
          <p:cNvSpPr/>
          <p:nvPr/>
        </p:nvSpPr>
        <p:spPr>
          <a:xfrm flipH="1">
            <a:off x="14819247" y="6012179"/>
            <a:ext cx="42293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4" name="Connector 4538"/>
          <p:cNvSpPr/>
          <p:nvPr/>
        </p:nvSpPr>
        <p:spPr>
          <a:xfrm flipH="1">
            <a:off x="14767559" y="6115049"/>
            <a:ext cx="5169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5" name="Connector 4539"/>
          <p:cNvSpPr/>
          <p:nvPr/>
        </p:nvSpPr>
        <p:spPr>
          <a:xfrm>
            <a:off x="14767559" y="4983479"/>
            <a:ext cx="68455" cy="20574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6" name="Connector 4540"/>
          <p:cNvSpPr/>
          <p:nvPr/>
        </p:nvSpPr>
        <p:spPr>
          <a:xfrm>
            <a:off x="14836012" y="5189218"/>
            <a:ext cx="56008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7" name="Connector 4541"/>
          <p:cNvSpPr/>
          <p:nvPr/>
        </p:nvSpPr>
        <p:spPr>
          <a:xfrm>
            <a:off x="14892019" y="5394959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8" name="Connector 4542"/>
          <p:cNvSpPr/>
          <p:nvPr/>
        </p:nvSpPr>
        <p:spPr>
          <a:xfrm>
            <a:off x="14935579" y="5600699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9" name="Connector 4543"/>
          <p:cNvSpPr/>
          <p:nvPr/>
        </p:nvSpPr>
        <p:spPr>
          <a:xfrm>
            <a:off x="14966695" y="5806440"/>
            <a:ext cx="18670" cy="20574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0" name="Connector 4544"/>
          <p:cNvSpPr/>
          <p:nvPr/>
        </p:nvSpPr>
        <p:spPr>
          <a:xfrm>
            <a:off x="14985364" y="6012179"/>
            <a:ext cx="6224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1" name="Connector 4545"/>
          <p:cNvSpPr/>
          <p:nvPr/>
        </p:nvSpPr>
        <p:spPr>
          <a:xfrm flipH="1">
            <a:off x="14985364" y="6217920"/>
            <a:ext cx="6224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2" name="Connector 4546"/>
          <p:cNvSpPr/>
          <p:nvPr/>
        </p:nvSpPr>
        <p:spPr>
          <a:xfrm flipH="1">
            <a:off x="14966695" y="6423659"/>
            <a:ext cx="18670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3" name="Connector 4547"/>
          <p:cNvSpPr/>
          <p:nvPr/>
        </p:nvSpPr>
        <p:spPr>
          <a:xfrm flipH="1">
            <a:off x="14935579" y="6629399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4" name="Connector 4548"/>
          <p:cNvSpPr/>
          <p:nvPr/>
        </p:nvSpPr>
        <p:spPr>
          <a:xfrm flipH="1">
            <a:off x="14892019" y="6835140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5" name="Connector 4549"/>
          <p:cNvSpPr/>
          <p:nvPr/>
        </p:nvSpPr>
        <p:spPr>
          <a:xfrm flipH="1">
            <a:off x="14836012" y="7040880"/>
            <a:ext cx="56008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6" name="Connector 4550"/>
          <p:cNvSpPr/>
          <p:nvPr/>
        </p:nvSpPr>
        <p:spPr>
          <a:xfrm flipH="1">
            <a:off x="14767559" y="7246619"/>
            <a:ext cx="68455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7" name="Connector 4551"/>
          <p:cNvSpPr/>
          <p:nvPr/>
        </p:nvSpPr>
        <p:spPr>
          <a:xfrm>
            <a:off x="14767559" y="4983479"/>
            <a:ext cx="85219" cy="30861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8" name="Connector 4552"/>
          <p:cNvSpPr/>
          <p:nvPr/>
        </p:nvSpPr>
        <p:spPr>
          <a:xfrm>
            <a:off x="14852777" y="5292088"/>
            <a:ext cx="69724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9" name="Connector 4553"/>
          <p:cNvSpPr/>
          <p:nvPr/>
        </p:nvSpPr>
        <p:spPr>
          <a:xfrm>
            <a:off x="14922500" y="5600699"/>
            <a:ext cx="54230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0" name="Connector 4554"/>
          <p:cNvSpPr/>
          <p:nvPr/>
        </p:nvSpPr>
        <p:spPr>
          <a:xfrm>
            <a:off x="14976729" y="5909309"/>
            <a:ext cx="38736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1" name="Connector 4555"/>
          <p:cNvSpPr/>
          <p:nvPr/>
        </p:nvSpPr>
        <p:spPr>
          <a:xfrm>
            <a:off x="15015463" y="6217920"/>
            <a:ext cx="23241" cy="30861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2" name="Connector 4556"/>
          <p:cNvSpPr/>
          <p:nvPr/>
        </p:nvSpPr>
        <p:spPr>
          <a:xfrm>
            <a:off x="15038703" y="6526528"/>
            <a:ext cx="7748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3" name="Connector 4557"/>
          <p:cNvSpPr/>
          <p:nvPr/>
        </p:nvSpPr>
        <p:spPr>
          <a:xfrm flipH="1">
            <a:off x="15038705" y="6835140"/>
            <a:ext cx="7747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4" name="Connector 4558"/>
          <p:cNvSpPr/>
          <p:nvPr/>
        </p:nvSpPr>
        <p:spPr>
          <a:xfrm flipH="1">
            <a:off x="15015463" y="7143749"/>
            <a:ext cx="23243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5" name="Connector 4559"/>
          <p:cNvSpPr/>
          <p:nvPr/>
        </p:nvSpPr>
        <p:spPr>
          <a:xfrm flipH="1">
            <a:off x="14976729" y="7452359"/>
            <a:ext cx="38735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6" name="Connector 4560"/>
          <p:cNvSpPr/>
          <p:nvPr/>
        </p:nvSpPr>
        <p:spPr>
          <a:xfrm flipH="1">
            <a:off x="14922498" y="7760969"/>
            <a:ext cx="54231" cy="30861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7" name="Connector 4561"/>
          <p:cNvSpPr/>
          <p:nvPr/>
        </p:nvSpPr>
        <p:spPr>
          <a:xfrm flipH="1">
            <a:off x="14852777" y="8069578"/>
            <a:ext cx="69723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8" name="Connector 4562"/>
          <p:cNvSpPr/>
          <p:nvPr/>
        </p:nvSpPr>
        <p:spPr>
          <a:xfrm flipH="1">
            <a:off x="14767559" y="8378190"/>
            <a:ext cx="85219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9" name="Connector 4563"/>
          <p:cNvSpPr/>
          <p:nvPr/>
        </p:nvSpPr>
        <p:spPr>
          <a:xfrm>
            <a:off x="14767559" y="4983479"/>
            <a:ext cx="101982" cy="41148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0" name="Connector 4564"/>
          <p:cNvSpPr/>
          <p:nvPr/>
        </p:nvSpPr>
        <p:spPr>
          <a:xfrm>
            <a:off x="14869540" y="5394959"/>
            <a:ext cx="83441" cy="41148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1" name="Connector 4565"/>
          <p:cNvSpPr/>
          <p:nvPr/>
        </p:nvSpPr>
        <p:spPr>
          <a:xfrm>
            <a:off x="14952980" y="5806440"/>
            <a:ext cx="6489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2" name="Connector 4566"/>
          <p:cNvSpPr/>
          <p:nvPr/>
        </p:nvSpPr>
        <p:spPr>
          <a:xfrm>
            <a:off x="15017875" y="6217920"/>
            <a:ext cx="4635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3" name="Connector 4567"/>
          <p:cNvSpPr/>
          <p:nvPr/>
        </p:nvSpPr>
        <p:spPr>
          <a:xfrm>
            <a:off x="15064232" y="6629399"/>
            <a:ext cx="2781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4" name="Connector 4568"/>
          <p:cNvSpPr/>
          <p:nvPr/>
        </p:nvSpPr>
        <p:spPr>
          <a:xfrm>
            <a:off x="15092044" y="7040878"/>
            <a:ext cx="9273" cy="41148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5" name="Connector 4569"/>
          <p:cNvSpPr/>
          <p:nvPr/>
        </p:nvSpPr>
        <p:spPr>
          <a:xfrm flipH="1">
            <a:off x="15092044" y="7452359"/>
            <a:ext cx="927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6" name="Connector 4570"/>
          <p:cNvSpPr/>
          <p:nvPr/>
        </p:nvSpPr>
        <p:spPr>
          <a:xfrm flipH="1">
            <a:off x="15064232" y="7863840"/>
            <a:ext cx="27814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7" name="Connector 4571"/>
          <p:cNvSpPr/>
          <p:nvPr/>
        </p:nvSpPr>
        <p:spPr>
          <a:xfrm flipH="1">
            <a:off x="15017875" y="8275319"/>
            <a:ext cx="4635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8" name="Connector 4572"/>
          <p:cNvSpPr/>
          <p:nvPr/>
        </p:nvSpPr>
        <p:spPr>
          <a:xfrm flipH="1">
            <a:off x="14952980" y="8686799"/>
            <a:ext cx="6489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9" name="Connector 4573"/>
          <p:cNvSpPr/>
          <p:nvPr/>
        </p:nvSpPr>
        <p:spPr>
          <a:xfrm flipH="1">
            <a:off x="14869540" y="9098280"/>
            <a:ext cx="83441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0" name="Connector 4574"/>
          <p:cNvSpPr/>
          <p:nvPr/>
        </p:nvSpPr>
        <p:spPr>
          <a:xfrm flipH="1">
            <a:off x="14767559" y="9509759"/>
            <a:ext cx="10198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1" name="Connector 4575"/>
          <p:cNvSpPr/>
          <p:nvPr/>
        </p:nvSpPr>
        <p:spPr>
          <a:xfrm>
            <a:off x="14767559" y="4983479"/>
            <a:ext cx="118746" cy="514349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2" name="Connector 4576"/>
          <p:cNvSpPr/>
          <p:nvPr/>
        </p:nvSpPr>
        <p:spPr>
          <a:xfrm>
            <a:off x="14886303" y="5497829"/>
            <a:ext cx="97156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3" name="Connector 4577"/>
          <p:cNvSpPr/>
          <p:nvPr/>
        </p:nvSpPr>
        <p:spPr>
          <a:xfrm>
            <a:off x="14983459" y="6012179"/>
            <a:ext cx="75567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4" name="Connector 4578"/>
          <p:cNvSpPr/>
          <p:nvPr/>
        </p:nvSpPr>
        <p:spPr>
          <a:xfrm>
            <a:off x="15059025" y="6526530"/>
            <a:ext cx="5397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5" name="Connector 4579"/>
          <p:cNvSpPr/>
          <p:nvPr/>
        </p:nvSpPr>
        <p:spPr>
          <a:xfrm>
            <a:off x="15113000" y="7040880"/>
            <a:ext cx="32386" cy="514349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6" name="Connector 4580"/>
          <p:cNvSpPr/>
          <p:nvPr/>
        </p:nvSpPr>
        <p:spPr>
          <a:xfrm>
            <a:off x="15145385" y="7555228"/>
            <a:ext cx="1079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7" name="Connector 4581"/>
          <p:cNvSpPr/>
          <p:nvPr/>
        </p:nvSpPr>
        <p:spPr>
          <a:xfrm flipH="1">
            <a:off x="15145385" y="8069578"/>
            <a:ext cx="10796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8" name="Connector 4582"/>
          <p:cNvSpPr/>
          <p:nvPr/>
        </p:nvSpPr>
        <p:spPr>
          <a:xfrm flipH="1">
            <a:off x="15112999" y="8583930"/>
            <a:ext cx="3238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9" name="Connector 4583"/>
          <p:cNvSpPr/>
          <p:nvPr/>
        </p:nvSpPr>
        <p:spPr>
          <a:xfrm flipH="1">
            <a:off x="15059024" y="9098280"/>
            <a:ext cx="53976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0" name="Connector 4584"/>
          <p:cNvSpPr/>
          <p:nvPr/>
        </p:nvSpPr>
        <p:spPr>
          <a:xfrm flipH="1">
            <a:off x="14983459" y="9612630"/>
            <a:ext cx="75567" cy="51435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1" name="Connector 4585"/>
          <p:cNvSpPr/>
          <p:nvPr/>
        </p:nvSpPr>
        <p:spPr>
          <a:xfrm flipH="1">
            <a:off x="14886303" y="10126980"/>
            <a:ext cx="97156" cy="514349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2" name="Connector 4586"/>
          <p:cNvSpPr/>
          <p:nvPr/>
        </p:nvSpPr>
        <p:spPr>
          <a:xfrm flipH="1">
            <a:off x="14767559" y="10641328"/>
            <a:ext cx="118746" cy="51435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3" name="Connector 4587"/>
          <p:cNvSpPr/>
          <p:nvPr/>
        </p:nvSpPr>
        <p:spPr>
          <a:xfrm>
            <a:off x="14767559" y="6217920"/>
            <a:ext cx="51690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4" name="Connector 4588"/>
          <p:cNvSpPr/>
          <p:nvPr/>
        </p:nvSpPr>
        <p:spPr>
          <a:xfrm>
            <a:off x="14819247" y="6320788"/>
            <a:ext cx="42293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5" name="Connector 4589"/>
          <p:cNvSpPr/>
          <p:nvPr/>
        </p:nvSpPr>
        <p:spPr>
          <a:xfrm>
            <a:off x="14861539" y="6423659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6" name="Connector 4590"/>
          <p:cNvSpPr/>
          <p:nvPr/>
        </p:nvSpPr>
        <p:spPr>
          <a:xfrm>
            <a:off x="14894433" y="6526530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7" name="Connector 4591"/>
          <p:cNvSpPr/>
          <p:nvPr/>
        </p:nvSpPr>
        <p:spPr>
          <a:xfrm>
            <a:off x="14917928" y="6629400"/>
            <a:ext cx="14096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8" name="Connector 4592"/>
          <p:cNvSpPr/>
          <p:nvPr/>
        </p:nvSpPr>
        <p:spPr>
          <a:xfrm>
            <a:off x="14932023" y="6732268"/>
            <a:ext cx="4701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9" name="Connector 4593"/>
          <p:cNvSpPr/>
          <p:nvPr/>
        </p:nvSpPr>
        <p:spPr>
          <a:xfrm flipH="1">
            <a:off x="14932025" y="6835140"/>
            <a:ext cx="470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0" name="Connector 4594"/>
          <p:cNvSpPr/>
          <p:nvPr/>
        </p:nvSpPr>
        <p:spPr>
          <a:xfrm flipH="1">
            <a:off x="14917928" y="6938009"/>
            <a:ext cx="14098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1" name="Connector 4595"/>
          <p:cNvSpPr/>
          <p:nvPr/>
        </p:nvSpPr>
        <p:spPr>
          <a:xfrm flipH="1">
            <a:off x="14894433" y="7040880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2" name="Connector 4596"/>
          <p:cNvSpPr/>
          <p:nvPr/>
        </p:nvSpPr>
        <p:spPr>
          <a:xfrm flipH="1">
            <a:off x="14861539" y="7143749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3" name="Connector 4597"/>
          <p:cNvSpPr/>
          <p:nvPr/>
        </p:nvSpPr>
        <p:spPr>
          <a:xfrm flipH="1">
            <a:off x="14819247" y="7246619"/>
            <a:ext cx="42293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4" name="Connector 4598"/>
          <p:cNvSpPr/>
          <p:nvPr/>
        </p:nvSpPr>
        <p:spPr>
          <a:xfrm flipH="1">
            <a:off x="14767559" y="7349490"/>
            <a:ext cx="5169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5" name="Connector 4599"/>
          <p:cNvSpPr/>
          <p:nvPr/>
        </p:nvSpPr>
        <p:spPr>
          <a:xfrm>
            <a:off x="14767559" y="6217920"/>
            <a:ext cx="68455" cy="20574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6" name="Connector 4600"/>
          <p:cNvSpPr/>
          <p:nvPr/>
        </p:nvSpPr>
        <p:spPr>
          <a:xfrm>
            <a:off x="14836012" y="6423659"/>
            <a:ext cx="56008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7" name="Connector 4601"/>
          <p:cNvSpPr/>
          <p:nvPr/>
        </p:nvSpPr>
        <p:spPr>
          <a:xfrm>
            <a:off x="14892019" y="6629399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8" name="Connector 4602"/>
          <p:cNvSpPr/>
          <p:nvPr/>
        </p:nvSpPr>
        <p:spPr>
          <a:xfrm>
            <a:off x="14935579" y="6835140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9" name="Connector 4603"/>
          <p:cNvSpPr/>
          <p:nvPr/>
        </p:nvSpPr>
        <p:spPr>
          <a:xfrm>
            <a:off x="14966695" y="7040880"/>
            <a:ext cx="18670" cy="20574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0" name="Connector 4604"/>
          <p:cNvSpPr/>
          <p:nvPr/>
        </p:nvSpPr>
        <p:spPr>
          <a:xfrm>
            <a:off x="14985364" y="7246618"/>
            <a:ext cx="6224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1" name="Connector 4605"/>
          <p:cNvSpPr/>
          <p:nvPr/>
        </p:nvSpPr>
        <p:spPr>
          <a:xfrm flipH="1">
            <a:off x="14985364" y="7452359"/>
            <a:ext cx="6224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2" name="Connector 4606"/>
          <p:cNvSpPr/>
          <p:nvPr/>
        </p:nvSpPr>
        <p:spPr>
          <a:xfrm flipH="1">
            <a:off x="14966695" y="7658099"/>
            <a:ext cx="18670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3" name="Connector 4607"/>
          <p:cNvSpPr/>
          <p:nvPr/>
        </p:nvSpPr>
        <p:spPr>
          <a:xfrm flipH="1">
            <a:off x="14935579" y="7863840"/>
            <a:ext cx="31117" cy="20574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4" name="Connector 4608"/>
          <p:cNvSpPr/>
          <p:nvPr/>
        </p:nvSpPr>
        <p:spPr>
          <a:xfrm flipH="1">
            <a:off x="14892019" y="8069578"/>
            <a:ext cx="43561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5" name="Connector 4609"/>
          <p:cNvSpPr/>
          <p:nvPr/>
        </p:nvSpPr>
        <p:spPr>
          <a:xfrm flipH="1">
            <a:off x="14836012" y="8275319"/>
            <a:ext cx="56008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6" name="Connector 4610"/>
          <p:cNvSpPr/>
          <p:nvPr/>
        </p:nvSpPr>
        <p:spPr>
          <a:xfrm flipH="1">
            <a:off x="14767559" y="8481059"/>
            <a:ext cx="68455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7" name="Connector 4611"/>
          <p:cNvSpPr/>
          <p:nvPr/>
        </p:nvSpPr>
        <p:spPr>
          <a:xfrm>
            <a:off x="14767559" y="6217920"/>
            <a:ext cx="85219" cy="30861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8" name="Connector 4612"/>
          <p:cNvSpPr/>
          <p:nvPr/>
        </p:nvSpPr>
        <p:spPr>
          <a:xfrm>
            <a:off x="14852777" y="6526528"/>
            <a:ext cx="69724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9" name="Connector 4613"/>
          <p:cNvSpPr/>
          <p:nvPr/>
        </p:nvSpPr>
        <p:spPr>
          <a:xfrm>
            <a:off x="14922500" y="6835140"/>
            <a:ext cx="54230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0" name="Connector 4614"/>
          <p:cNvSpPr/>
          <p:nvPr/>
        </p:nvSpPr>
        <p:spPr>
          <a:xfrm>
            <a:off x="14976729" y="7143749"/>
            <a:ext cx="38736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1" name="Connector 4615"/>
          <p:cNvSpPr/>
          <p:nvPr/>
        </p:nvSpPr>
        <p:spPr>
          <a:xfrm>
            <a:off x="15015463" y="7452359"/>
            <a:ext cx="23241" cy="30861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2" name="Connector 4616"/>
          <p:cNvSpPr/>
          <p:nvPr/>
        </p:nvSpPr>
        <p:spPr>
          <a:xfrm>
            <a:off x="15038703" y="7760968"/>
            <a:ext cx="7748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3" name="Connector 4617"/>
          <p:cNvSpPr/>
          <p:nvPr/>
        </p:nvSpPr>
        <p:spPr>
          <a:xfrm flipH="1">
            <a:off x="15038705" y="8069578"/>
            <a:ext cx="7747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4" name="Connector 4618"/>
          <p:cNvSpPr/>
          <p:nvPr/>
        </p:nvSpPr>
        <p:spPr>
          <a:xfrm flipH="1">
            <a:off x="15015463" y="8378190"/>
            <a:ext cx="23243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5" name="Connector 4619"/>
          <p:cNvSpPr/>
          <p:nvPr/>
        </p:nvSpPr>
        <p:spPr>
          <a:xfrm flipH="1">
            <a:off x="14976729" y="8686799"/>
            <a:ext cx="38735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6" name="Connector 4620"/>
          <p:cNvSpPr/>
          <p:nvPr/>
        </p:nvSpPr>
        <p:spPr>
          <a:xfrm flipH="1">
            <a:off x="14922498" y="8995409"/>
            <a:ext cx="54231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7" name="Connector 4621"/>
          <p:cNvSpPr/>
          <p:nvPr/>
        </p:nvSpPr>
        <p:spPr>
          <a:xfrm flipH="1">
            <a:off x="14852777" y="9304019"/>
            <a:ext cx="69723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8" name="Connector 4622"/>
          <p:cNvSpPr/>
          <p:nvPr/>
        </p:nvSpPr>
        <p:spPr>
          <a:xfrm flipH="1">
            <a:off x="14767559" y="9612630"/>
            <a:ext cx="85219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9" name="Connector 4623"/>
          <p:cNvSpPr/>
          <p:nvPr/>
        </p:nvSpPr>
        <p:spPr>
          <a:xfrm>
            <a:off x="14767559" y="6217920"/>
            <a:ext cx="101982" cy="41148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0" name="Connector 4624"/>
          <p:cNvSpPr/>
          <p:nvPr/>
        </p:nvSpPr>
        <p:spPr>
          <a:xfrm>
            <a:off x="14869540" y="6629399"/>
            <a:ext cx="83441" cy="41148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1" name="Connector 4625"/>
          <p:cNvSpPr/>
          <p:nvPr/>
        </p:nvSpPr>
        <p:spPr>
          <a:xfrm>
            <a:off x="14952980" y="7040880"/>
            <a:ext cx="6489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2" name="Connector 4626"/>
          <p:cNvSpPr/>
          <p:nvPr/>
        </p:nvSpPr>
        <p:spPr>
          <a:xfrm>
            <a:off x="15017875" y="7452359"/>
            <a:ext cx="4635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3" name="Connector 4627"/>
          <p:cNvSpPr/>
          <p:nvPr/>
        </p:nvSpPr>
        <p:spPr>
          <a:xfrm>
            <a:off x="15064232" y="7863840"/>
            <a:ext cx="27812" cy="41148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4" name="Connector 4628"/>
          <p:cNvSpPr/>
          <p:nvPr/>
        </p:nvSpPr>
        <p:spPr>
          <a:xfrm>
            <a:off x="15092044" y="8275318"/>
            <a:ext cx="9273" cy="41148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5" name="Connector 4629"/>
          <p:cNvSpPr/>
          <p:nvPr/>
        </p:nvSpPr>
        <p:spPr>
          <a:xfrm flipH="1">
            <a:off x="15092044" y="8686799"/>
            <a:ext cx="9272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6" name="Connector 4630"/>
          <p:cNvSpPr/>
          <p:nvPr/>
        </p:nvSpPr>
        <p:spPr>
          <a:xfrm flipH="1">
            <a:off x="15064232" y="9098280"/>
            <a:ext cx="27814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7" name="Connector 4631"/>
          <p:cNvSpPr/>
          <p:nvPr/>
        </p:nvSpPr>
        <p:spPr>
          <a:xfrm flipH="1">
            <a:off x="15017875" y="9509759"/>
            <a:ext cx="4635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8" name="Connector 4632"/>
          <p:cNvSpPr/>
          <p:nvPr/>
        </p:nvSpPr>
        <p:spPr>
          <a:xfrm flipH="1">
            <a:off x="14952980" y="9921240"/>
            <a:ext cx="64897" cy="41148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9" name="Connector 4633"/>
          <p:cNvSpPr/>
          <p:nvPr/>
        </p:nvSpPr>
        <p:spPr>
          <a:xfrm flipH="1">
            <a:off x="14869540" y="10332719"/>
            <a:ext cx="83441" cy="41148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0" name="Connector 4634"/>
          <p:cNvSpPr/>
          <p:nvPr/>
        </p:nvSpPr>
        <p:spPr>
          <a:xfrm flipH="1">
            <a:off x="14767559" y="10744199"/>
            <a:ext cx="101982" cy="41148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1" name="Connector 4635"/>
          <p:cNvSpPr/>
          <p:nvPr/>
        </p:nvSpPr>
        <p:spPr>
          <a:xfrm>
            <a:off x="14767559" y="7452359"/>
            <a:ext cx="51690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2" name="Connector 4636"/>
          <p:cNvSpPr/>
          <p:nvPr/>
        </p:nvSpPr>
        <p:spPr>
          <a:xfrm>
            <a:off x="14819247" y="7555228"/>
            <a:ext cx="42293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3" name="Connector 4637"/>
          <p:cNvSpPr/>
          <p:nvPr/>
        </p:nvSpPr>
        <p:spPr>
          <a:xfrm>
            <a:off x="14861539" y="7658099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4" name="Connector 4638"/>
          <p:cNvSpPr/>
          <p:nvPr/>
        </p:nvSpPr>
        <p:spPr>
          <a:xfrm>
            <a:off x="14894433" y="7760969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5" name="Connector 4639"/>
          <p:cNvSpPr/>
          <p:nvPr/>
        </p:nvSpPr>
        <p:spPr>
          <a:xfrm>
            <a:off x="14917928" y="7863840"/>
            <a:ext cx="14096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6" name="Connector 4640"/>
          <p:cNvSpPr/>
          <p:nvPr/>
        </p:nvSpPr>
        <p:spPr>
          <a:xfrm>
            <a:off x="14932023" y="7966709"/>
            <a:ext cx="4701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7" name="Connector 4641"/>
          <p:cNvSpPr/>
          <p:nvPr/>
        </p:nvSpPr>
        <p:spPr>
          <a:xfrm flipH="1">
            <a:off x="14932025" y="8069578"/>
            <a:ext cx="4700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8" name="Connector 4642"/>
          <p:cNvSpPr/>
          <p:nvPr/>
        </p:nvSpPr>
        <p:spPr>
          <a:xfrm flipH="1">
            <a:off x="14917928" y="8172449"/>
            <a:ext cx="14098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9" name="Connector 4643"/>
          <p:cNvSpPr/>
          <p:nvPr/>
        </p:nvSpPr>
        <p:spPr>
          <a:xfrm flipH="1">
            <a:off x="14894433" y="8275319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0" name="Connector 4644"/>
          <p:cNvSpPr/>
          <p:nvPr/>
        </p:nvSpPr>
        <p:spPr>
          <a:xfrm flipH="1">
            <a:off x="14861539" y="8378190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1" name="Connector 4645"/>
          <p:cNvSpPr/>
          <p:nvPr/>
        </p:nvSpPr>
        <p:spPr>
          <a:xfrm flipH="1">
            <a:off x="14819247" y="8481059"/>
            <a:ext cx="42293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2" name="Connector 4646"/>
          <p:cNvSpPr/>
          <p:nvPr/>
        </p:nvSpPr>
        <p:spPr>
          <a:xfrm flipH="1">
            <a:off x="14767559" y="8583930"/>
            <a:ext cx="5169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3" name="Connector 4647"/>
          <p:cNvSpPr/>
          <p:nvPr/>
        </p:nvSpPr>
        <p:spPr>
          <a:xfrm>
            <a:off x="14767559" y="7452359"/>
            <a:ext cx="68455" cy="20574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4" name="Connector 4648"/>
          <p:cNvSpPr/>
          <p:nvPr/>
        </p:nvSpPr>
        <p:spPr>
          <a:xfrm>
            <a:off x="14836012" y="7658099"/>
            <a:ext cx="56008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5" name="Connector 4649"/>
          <p:cNvSpPr/>
          <p:nvPr/>
        </p:nvSpPr>
        <p:spPr>
          <a:xfrm>
            <a:off x="14892019" y="7863840"/>
            <a:ext cx="43561" cy="20574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6" name="Connector 4650"/>
          <p:cNvSpPr/>
          <p:nvPr/>
        </p:nvSpPr>
        <p:spPr>
          <a:xfrm>
            <a:off x="14935579" y="8069578"/>
            <a:ext cx="31117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7" name="Connector 4651"/>
          <p:cNvSpPr/>
          <p:nvPr/>
        </p:nvSpPr>
        <p:spPr>
          <a:xfrm>
            <a:off x="14966695" y="8275319"/>
            <a:ext cx="18670" cy="20574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8" name="Connector 4652"/>
          <p:cNvSpPr/>
          <p:nvPr/>
        </p:nvSpPr>
        <p:spPr>
          <a:xfrm>
            <a:off x="14985364" y="8481059"/>
            <a:ext cx="6224" cy="20574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9" name="Connector 4653"/>
          <p:cNvSpPr/>
          <p:nvPr/>
        </p:nvSpPr>
        <p:spPr>
          <a:xfrm flipH="1">
            <a:off x="14985364" y="8686799"/>
            <a:ext cx="6224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0" name="Connector 4654"/>
          <p:cNvSpPr/>
          <p:nvPr/>
        </p:nvSpPr>
        <p:spPr>
          <a:xfrm flipH="1">
            <a:off x="14966695" y="8892540"/>
            <a:ext cx="18670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1" name="Connector 4655"/>
          <p:cNvSpPr/>
          <p:nvPr/>
        </p:nvSpPr>
        <p:spPr>
          <a:xfrm flipH="1">
            <a:off x="14935579" y="9098280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2" name="Connector 4656"/>
          <p:cNvSpPr/>
          <p:nvPr/>
        </p:nvSpPr>
        <p:spPr>
          <a:xfrm flipH="1">
            <a:off x="14892019" y="9304019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3" name="Connector 4657"/>
          <p:cNvSpPr/>
          <p:nvPr/>
        </p:nvSpPr>
        <p:spPr>
          <a:xfrm flipH="1">
            <a:off x="14836012" y="9509759"/>
            <a:ext cx="56008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4" name="Connector 4658"/>
          <p:cNvSpPr/>
          <p:nvPr/>
        </p:nvSpPr>
        <p:spPr>
          <a:xfrm flipH="1">
            <a:off x="14767559" y="9715499"/>
            <a:ext cx="68455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5" name="Connector 4659"/>
          <p:cNvSpPr/>
          <p:nvPr/>
        </p:nvSpPr>
        <p:spPr>
          <a:xfrm>
            <a:off x="14767559" y="7452359"/>
            <a:ext cx="85219" cy="30861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6" name="Connector 4660"/>
          <p:cNvSpPr/>
          <p:nvPr/>
        </p:nvSpPr>
        <p:spPr>
          <a:xfrm>
            <a:off x="14852777" y="7760968"/>
            <a:ext cx="69724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7" name="Connector 4661"/>
          <p:cNvSpPr/>
          <p:nvPr/>
        </p:nvSpPr>
        <p:spPr>
          <a:xfrm>
            <a:off x="14922500" y="8069580"/>
            <a:ext cx="54230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8" name="Connector 4662"/>
          <p:cNvSpPr/>
          <p:nvPr/>
        </p:nvSpPr>
        <p:spPr>
          <a:xfrm>
            <a:off x="14976729" y="8378190"/>
            <a:ext cx="38736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9" name="Connector 4663"/>
          <p:cNvSpPr/>
          <p:nvPr/>
        </p:nvSpPr>
        <p:spPr>
          <a:xfrm>
            <a:off x="15015463" y="8686800"/>
            <a:ext cx="23241" cy="30861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0" name="Connector 4664"/>
          <p:cNvSpPr/>
          <p:nvPr/>
        </p:nvSpPr>
        <p:spPr>
          <a:xfrm>
            <a:off x="15038703" y="8995409"/>
            <a:ext cx="7748" cy="30861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1" name="Connector 4665"/>
          <p:cNvSpPr/>
          <p:nvPr/>
        </p:nvSpPr>
        <p:spPr>
          <a:xfrm flipH="1">
            <a:off x="15038705" y="9304019"/>
            <a:ext cx="7747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2" name="Connector 4666"/>
          <p:cNvSpPr/>
          <p:nvPr/>
        </p:nvSpPr>
        <p:spPr>
          <a:xfrm flipH="1">
            <a:off x="15015463" y="9612630"/>
            <a:ext cx="23243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3" name="Connector 4667"/>
          <p:cNvSpPr/>
          <p:nvPr/>
        </p:nvSpPr>
        <p:spPr>
          <a:xfrm flipH="1">
            <a:off x="14976729" y="9921240"/>
            <a:ext cx="38735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4" name="Connector 4668"/>
          <p:cNvSpPr/>
          <p:nvPr/>
        </p:nvSpPr>
        <p:spPr>
          <a:xfrm flipH="1">
            <a:off x="14922498" y="10229849"/>
            <a:ext cx="54231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5" name="Connector 4669"/>
          <p:cNvSpPr/>
          <p:nvPr/>
        </p:nvSpPr>
        <p:spPr>
          <a:xfrm flipH="1">
            <a:off x="14852777" y="10538459"/>
            <a:ext cx="69723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6" name="Connector 4670"/>
          <p:cNvSpPr/>
          <p:nvPr/>
        </p:nvSpPr>
        <p:spPr>
          <a:xfrm flipH="1">
            <a:off x="14767559" y="10847069"/>
            <a:ext cx="85219" cy="30861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7" name="Connector 4671"/>
          <p:cNvSpPr/>
          <p:nvPr/>
        </p:nvSpPr>
        <p:spPr>
          <a:xfrm>
            <a:off x="14767559" y="8686800"/>
            <a:ext cx="51690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8" name="Connector 4672"/>
          <p:cNvSpPr/>
          <p:nvPr/>
        </p:nvSpPr>
        <p:spPr>
          <a:xfrm>
            <a:off x="14819247" y="8789668"/>
            <a:ext cx="42293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9" name="Connector 4673"/>
          <p:cNvSpPr/>
          <p:nvPr/>
        </p:nvSpPr>
        <p:spPr>
          <a:xfrm>
            <a:off x="14861539" y="8892540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0" name="Connector 4674"/>
          <p:cNvSpPr/>
          <p:nvPr/>
        </p:nvSpPr>
        <p:spPr>
          <a:xfrm>
            <a:off x="14894433" y="8995409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1" name="Connector 4675"/>
          <p:cNvSpPr/>
          <p:nvPr/>
        </p:nvSpPr>
        <p:spPr>
          <a:xfrm>
            <a:off x="14917928" y="9098280"/>
            <a:ext cx="14096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2" name="Connector 4676"/>
          <p:cNvSpPr/>
          <p:nvPr/>
        </p:nvSpPr>
        <p:spPr>
          <a:xfrm>
            <a:off x="14932023" y="9201149"/>
            <a:ext cx="4701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3" name="Connector 4677"/>
          <p:cNvSpPr/>
          <p:nvPr/>
        </p:nvSpPr>
        <p:spPr>
          <a:xfrm flipH="1">
            <a:off x="14932025" y="9304019"/>
            <a:ext cx="470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4" name="Connector 4678"/>
          <p:cNvSpPr/>
          <p:nvPr/>
        </p:nvSpPr>
        <p:spPr>
          <a:xfrm flipH="1">
            <a:off x="14917928" y="9406890"/>
            <a:ext cx="14098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5" name="Connector 4679"/>
          <p:cNvSpPr/>
          <p:nvPr/>
        </p:nvSpPr>
        <p:spPr>
          <a:xfrm flipH="1">
            <a:off x="14894433" y="9509759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6" name="Connector 4680"/>
          <p:cNvSpPr/>
          <p:nvPr/>
        </p:nvSpPr>
        <p:spPr>
          <a:xfrm flipH="1">
            <a:off x="14861539" y="9612630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7" name="Connector 4681"/>
          <p:cNvSpPr/>
          <p:nvPr/>
        </p:nvSpPr>
        <p:spPr>
          <a:xfrm flipH="1">
            <a:off x="14819247" y="9715499"/>
            <a:ext cx="42293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8" name="Connector 4682"/>
          <p:cNvSpPr/>
          <p:nvPr/>
        </p:nvSpPr>
        <p:spPr>
          <a:xfrm flipH="1">
            <a:off x="14767559" y="9818369"/>
            <a:ext cx="5169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9" name="Connector 4683"/>
          <p:cNvSpPr/>
          <p:nvPr/>
        </p:nvSpPr>
        <p:spPr>
          <a:xfrm>
            <a:off x="14767559" y="8686799"/>
            <a:ext cx="68455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0" name="Connector 4684"/>
          <p:cNvSpPr/>
          <p:nvPr/>
        </p:nvSpPr>
        <p:spPr>
          <a:xfrm>
            <a:off x="14836012" y="8892540"/>
            <a:ext cx="56008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1" name="Connector 4685"/>
          <p:cNvSpPr/>
          <p:nvPr/>
        </p:nvSpPr>
        <p:spPr>
          <a:xfrm>
            <a:off x="14892019" y="9098280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2" name="Connector 4686"/>
          <p:cNvSpPr/>
          <p:nvPr/>
        </p:nvSpPr>
        <p:spPr>
          <a:xfrm>
            <a:off x="14935579" y="9304019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3" name="Connector 4687"/>
          <p:cNvSpPr/>
          <p:nvPr/>
        </p:nvSpPr>
        <p:spPr>
          <a:xfrm>
            <a:off x="14966695" y="9509759"/>
            <a:ext cx="18670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4" name="Connector 4688"/>
          <p:cNvSpPr/>
          <p:nvPr/>
        </p:nvSpPr>
        <p:spPr>
          <a:xfrm>
            <a:off x="14985364" y="9715499"/>
            <a:ext cx="6224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5" name="Connector 4689"/>
          <p:cNvSpPr/>
          <p:nvPr/>
        </p:nvSpPr>
        <p:spPr>
          <a:xfrm flipH="1">
            <a:off x="14985364" y="9921240"/>
            <a:ext cx="6224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6" name="Connector 4690"/>
          <p:cNvSpPr/>
          <p:nvPr/>
        </p:nvSpPr>
        <p:spPr>
          <a:xfrm flipH="1">
            <a:off x="14966695" y="10126980"/>
            <a:ext cx="18670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7" name="Connector 4691"/>
          <p:cNvSpPr/>
          <p:nvPr/>
        </p:nvSpPr>
        <p:spPr>
          <a:xfrm flipH="1">
            <a:off x="14935579" y="10332719"/>
            <a:ext cx="31117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8" name="Connector 4692"/>
          <p:cNvSpPr/>
          <p:nvPr/>
        </p:nvSpPr>
        <p:spPr>
          <a:xfrm flipH="1">
            <a:off x="14892019" y="10538459"/>
            <a:ext cx="43561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9" name="Connector 4693"/>
          <p:cNvSpPr/>
          <p:nvPr/>
        </p:nvSpPr>
        <p:spPr>
          <a:xfrm flipH="1">
            <a:off x="14836012" y="10744199"/>
            <a:ext cx="56008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0" name="Connector 4694"/>
          <p:cNvSpPr/>
          <p:nvPr/>
        </p:nvSpPr>
        <p:spPr>
          <a:xfrm flipH="1">
            <a:off x="14767559" y="10949940"/>
            <a:ext cx="68455" cy="20574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1" name="Connector 4695"/>
          <p:cNvSpPr/>
          <p:nvPr/>
        </p:nvSpPr>
        <p:spPr>
          <a:xfrm>
            <a:off x="14767559" y="9921240"/>
            <a:ext cx="51690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2" name="Connector 4696"/>
          <p:cNvSpPr/>
          <p:nvPr/>
        </p:nvSpPr>
        <p:spPr>
          <a:xfrm>
            <a:off x="14819247" y="10024109"/>
            <a:ext cx="42293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3" name="Connector 4697"/>
          <p:cNvSpPr/>
          <p:nvPr/>
        </p:nvSpPr>
        <p:spPr>
          <a:xfrm>
            <a:off x="14861539" y="10126980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4" name="Connector 4698"/>
          <p:cNvSpPr/>
          <p:nvPr/>
        </p:nvSpPr>
        <p:spPr>
          <a:xfrm>
            <a:off x="14894433" y="10229849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5" name="Connector 4699"/>
          <p:cNvSpPr/>
          <p:nvPr/>
        </p:nvSpPr>
        <p:spPr>
          <a:xfrm>
            <a:off x="14917928" y="10332719"/>
            <a:ext cx="14096" cy="102870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6" name="Connector 4700"/>
          <p:cNvSpPr/>
          <p:nvPr/>
        </p:nvSpPr>
        <p:spPr>
          <a:xfrm>
            <a:off x="14932023" y="10435589"/>
            <a:ext cx="4701" cy="102872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7" name="Connector 4701"/>
          <p:cNvSpPr/>
          <p:nvPr/>
        </p:nvSpPr>
        <p:spPr>
          <a:xfrm flipH="1">
            <a:off x="14932025" y="10538459"/>
            <a:ext cx="470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8" name="Connector 4702"/>
          <p:cNvSpPr/>
          <p:nvPr/>
        </p:nvSpPr>
        <p:spPr>
          <a:xfrm flipH="1">
            <a:off x="14917928" y="10641330"/>
            <a:ext cx="14098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9" name="Connector 4703"/>
          <p:cNvSpPr/>
          <p:nvPr/>
        </p:nvSpPr>
        <p:spPr>
          <a:xfrm flipH="1">
            <a:off x="14894433" y="10744199"/>
            <a:ext cx="23496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0" name="Connector 4704"/>
          <p:cNvSpPr/>
          <p:nvPr/>
        </p:nvSpPr>
        <p:spPr>
          <a:xfrm flipH="1">
            <a:off x="14861539" y="10847069"/>
            <a:ext cx="32894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1" name="Connector 4705"/>
          <p:cNvSpPr/>
          <p:nvPr/>
        </p:nvSpPr>
        <p:spPr>
          <a:xfrm flipH="1">
            <a:off x="14819247" y="10949940"/>
            <a:ext cx="42293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2" name="Connector 4706"/>
          <p:cNvSpPr/>
          <p:nvPr/>
        </p:nvSpPr>
        <p:spPr>
          <a:xfrm flipH="1">
            <a:off x="14767559" y="11052809"/>
            <a:ext cx="51690" cy="102871"/>
          </a:xfrm>
          <a:prstGeom prst="line">
            <a:avLst/>
          </a:prstGeom>
          <a:ln w="2103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3" name="Connector 4707"/>
          <p:cNvSpPr/>
          <p:nvPr/>
        </p:nvSpPr>
        <p:spPr>
          <a:xfrm>
            <a:off x="17236439" y="2514600"/>
            <a:ext cx="51689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4" name="Connector 4708"/>
          <p:cNvSpPr/>
          <p:nvPr/>
        </p:nvSpPr>
        <p:spPr>
          <a:xfrm>
            <a:off x="17288127" y="2617468"/>
            <a:ext cx="42293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5" name="Connector 4709"/>
          <p:cNvSpPr/>
          <p:nvPr/>
        </p:nvSpPr>
        <p:spPr>
          <a:xfrm>
            <a:off x="17330419" y="2720339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6" name="Connector 4710"/>
          <p:cNvSpPr/>
          <p:nvPr/>
        </p:nvSpPr>
        <p:spPr>
          <a:xfrm>
            <a:off x="17363312" y="2823210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7" name="Connector 4711"/>
          <p:cNvSpPr/>
          <p:nvPr/>
        </p:nvSpPr>
        <p:spPr>
          <a:xfrm>
            <a:off x="17386808" y="2926079"/>
            <a:ext cx="14098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8" name="Connector 4712"/>
          <p:cNvSpPr/>
          <p:nvPr/>
        </p:nvSpPr>
        <p:spPr>
          <a:xfrm>
            <a:off x="17400905" y="3028949"/>
            <a:ext cx="4700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9" name="Connector 4713"/>
          <p:cNvSpPr/>
          <p:nvPr/>
        </p:nvSpPr>
        <p:spPr>
          <a:xfrm flipH="1">
            <a:off x="17400905" y="3131820"/>
            <a:ext cx="4700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0" name="Connector 4714"/>
          <p:cNvSpPr/>
          <p:nvPr/>
        </p:nvSpPr>
        <p:spPr>
          <a:xfrm flipH="1">
            <a:off x="17386808" y="3234689"/>
            <a:ext cx="14098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1" name="Connector 4715"/>
          <p:cNvSpPr/>
          <p:nvPr/>
        </p:nvSpPr>
        <p:spPr>
          <a:xfrm flipH="1">
            <a:off x="17363312" y="3337559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2" name="Connector 4716"/>
          <p:cNvSpPr/>
          <p:nvPr/>
        </p:nvSpPr>
        <p:spPr>
          <a:xfrm flipH="1">
            <a:off x="17330419" y="3440429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3" name="Connector 4717"/>
          <p:cNvSpPr/>
          <p:nvPr/>
        </p:nvSpPr>
        <p:spPr>
          <a:xfrm flipH="1">
            <a:off x="17288127" y="3543299"/>
            <a:ext cx="42293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4" name="Connector 4718"/>
          <p:cNvSpPr/>
          <p:nvPr/>
        </p:nvSpPr>
        <p:spPr>
          <a:xfrm flipH="1">
            <a:off x="17236439" y="3646170"/>
            <a:ext cx="51689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5" name="Connector 4719"/>
          <p:cNvSpPr/>
          <p:nvPr/>
        </p:nvSpPr>
        <p:spPr>
          <a:xfrm>
            <a:off x="17236439" y="2514600"/>
            <a:ext cx="68454" cy="205739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6" name="Connector 4720"/>
          <p:cNvSpPr/>
          <p:nvPr/>
        </p:nvSpPr>
        <p:spPr>
          <a:xfrm>
            <a:off x="17304892" y="2720338"/>
            <a:ext cx="56008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7" name="Connector 4721"/>
          <p:cNvSpPr/>
          <p:nvPr/>
        </p:nvSpPr>
        <p:spPr>
          <a:xfrm>
            <a:off x="17360899" y="2926079"/>
            <a:ext cx="43563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8" name="Connector 4722"/>
          <p:cNvSpPr/>
          <p:nvPr/>
        </p:nvSpPr>
        <p:spPr>
          <a:xfrm>
            <a:off x="17404461" y="3131820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9" name="Connector 4723"/>
          <p:cNvSpPr/>
          <p:nvPr/>
        </p:nvSpPr>
        <p:spPr>
          <a:xfrm>
            <a:off x="17435576" y="3337559"/>
            <a:ext cx="18670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0" name="Connector 4724"/>
          <p:cNvSpPr/>
          <p:nvPr/>
        </p:nvSpPr>
        <p:spPr>
          <a:xfrm>
            <a:off x="17454244" y="3543300"/>
            <a:ext cx="6224" cy="205739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1" name="Connector 4725"/>
          <p:cNvSpPr/>
          <p:nvPr/>
        </p:nvSpPr>
        <p:spPr>
          <a:xfrm flipH="1">
            <a:off x="17454244" y="3749038"/>
            <a:ext cx="6224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2" name="Connector 4726"/>
          <p:cNvSpPr/>
          <p:nvPr/>
        </p:nvSpPr>
        <p:spPr>
          <a:xfrm flipH="1">
            <a:off x="17435576" y="3954779"/>
            <a:ext cx="18670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3" name="Connector 4727"/>
          <p:cNvSpPr/>
          <p:nvPr/>
        </p:nvSpPr>
        <p:spPr>
          <a:xfrm flipH="1">
            <a:off x="17404461" y="4160520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4" name="Connector 4728"/>
          <p:cNvSpPr/>
          <p:nvPr/>
        </p:nvSpPr>
        <p:spPr>
          <a:xfrm flipH="1">
            <a:off x="17360900" y="4366259"/>
            <a:ext cx="43562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5" name="Connector 4729"/>
          <p:cNvSpPr/>
          <p:nvPr/>
        </p:nvSpPr>
        <p:spPr>
          <a:xfrm flipH="1">
            <a:off x="17304892" y="4571999"/>
            <a:ext cx="56008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6" name="Connector 4730"/>
          <p:cNvSpPr/>
          <p:nvPr/>
        </p:nvSpPr>
        <p:spPr>
          <a:xfrm flipH="1">
            <a:off x="17236439" y="4777740"/>
            <a:ext cx="6845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7" name="Connector 4731"/>
          <p:cNvSpPr/>
          <p:nvPr/>
        </p:nvSpPr>
        <p:spPr>
          <a:xfrm>
            <a:off x="17236439" y="2514600"/>
            <a:ext cx="85218" cy="30861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8" name="Connector 4732"/>
          <p:cNvSpPr/>
          <p:nvPr/>
        </p:nvSpPr>
        <p:spPr>
          <a:xfrm>
            <a:off x="17321657" y="2823209"/>
            <a:ext cx="69724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9" name="Connector 4733"/>
          <p:cNvSpPr/>
          <p:nvPr/>
        </p:nvSpPr>
        <p:spPr>
          <a:xfrm>
            <a:off x="17391380" y="3131820"/>
            <a:ext cx="54230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0" name="Connector 4734"/>
          <p:cNvSpPr/>
          <p:nvPr/>
        </p:nvSpPr>
        <p:spPr>
          <a:xfrm>
            <a:off x="17445609" y="3440429"/>
            <a:ext cx="38736" cy="30861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1" name="Connector 4735"/>
          <p:cNvSpPr/>
          <p:nvPr/>
        </p:nvSpPr>
        <p:spPr>
          <a:xfrm>
            <a:off x="17484343" y="3749038"/>
            <a:ext cx="23241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2" name="Connector 4736"/>
          <p:cNvSpPr/>
          <p:nvPr/>
        </p:nvSpPr>
        <p:spPr>
          <a:xfrm>
            <a:off x="17507584" y="4057648"/>
            <a:ext cx="7749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3" name="Connector 4737"/>
          <p:cNvSpPr/>
          <p:nvPr/>
        </p:nvSpPr>
        <p:spPr>
          <a:xfrm flipH="1">
            <a:off x="17507585" y="4366259"/>
            <a:ext cx="774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4" name="Connector 4738"/>
          <p:cNvSpPr/>
          <p:nvPr/>
        </p:nvSpPr>
        <p:spPr>
          <a:xfrm flipH="1">
            <a:off x="17484343" y="4674870"/>
            <a:ext cx="23242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5" name="Connector 4739"/>
          <p:cNvSpPr/>
          <p:nvPr/>
        </p:nvSpPr>
        <p:spPr>
          <a:xfrm flipH="1">
            <a:off x="17445609" y="4983479"/>
            <a:ext cx="38736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6" name="Connector 4740"/>
          <p:cNvSpPr/>
          <p:nvPr/>
        </p:nvSpPr>
        <p:spPr>
          <a:xfrm flipH="1">
            <a:off x="17391378" y="5292090"/>
            <a:ext cx="54231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7" name="Connector 4741"/>
          <p:cNvSpPr/>
          <p:nvPr/>
        </p:nvSpPr>
        <p:spPr>
          <a:xfrm flipH="1">
            <a:off x="17321657" y="5600699"/>
            <a:ext cx="69723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8" name="Connector 4742"/>
          <p:cNvSpPr/>
          <p:nvPr/>
        </p:nvSpPr>
        <p:spPr>
          <a:xfrm flipH="1">
            <a:off x="17236439" y="5909309"/>
            <a:ext cx="8521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9" name="Connector 4743"/>
          <p:cNvSpPr/>
          <p:nvPr/>
        </p:nvSpPr>
        <p:spPr>
          <a:xfrm>
            <a:off x="17236439" y="2514599"/>
            <a:ext cx="101981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0" name="Connector 4744"/>
          <p:cNvSpPr/>
          <p:nvPr/>
        </p:nvSpPr>
        <p:spPr>
          <a:xfrm>
            <a:off x="17338420" y="2926078"/>
            <a:ext cx="83441" cy="41148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1" name="Connector 4745"/>
          <p:cNvSpPr/>
          <p:nvPr/>
        </p:nvSpPr>
        <p:spPr>
          <a:xfrm>
            <a:off x="17421860" y="3337559"/>
            <a:ext cx="64898" cy="41148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2" name="Connector 4746"/>
          <p:cNvSpPr/>
          <p:nvPr/>
        </p:nvSpPr>
        <p:spPr>
          <a:xfrm>
            <a:off x="17486757" y="3749038"/>
            <a:ext cx="46356" cy="411483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3" name="Connector 4747"/>
          <p:cNvSpPr/>
          <p:nvPr/>
        </p:nvSpPr>
        <p:spPr>
          <a:xfrm>
            <a:off x="17533112" y="4160520"/>
            <a:ext cx="27812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4" name="Connector 4748"/>
          <p:cNvSpPr/>
          <p:nvPr/>
        </p:nvSpPr>
        <p:spPr>
          <a:xfrm>
            <a:off x="17560923" y="4571999"/>
            <a:ext cx="9273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5" name="Connector 4749"/>
          <p:cNvSpPr/>
          <p:nvPr/>
        </p:nvSpPr>
        <p:spPr>
          <a:xfrm flipH="1">
            <a:off x="17560925" y="4983479"/>
            <a:ext cx="9272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6" name="Connector 4750"/>
          <p:cNvSpPr/>
          <p:nvPr/>
        </p:nvSpPr>
        <p:spPr>
          <a:xfrm flipH="1">
            <a:off x="17533112" y="5394959"/>
            <a:ext cx="27814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7" name="Connector 4751"/>
          <p:cNvSpPr/>
          <p:nvPr/>
        </p:nvSpPr>
        <p:spPr>
          <a:xfrm flipH="1">
            <a:off x="17486757" y="5806440"/>
            <a:ext cx="46356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8" name="Connector 4752"/>
          <p:cNvSpPr/>
          <p:nvPr/>
        </p:nvSpPr>
        <p:spPr>
          <a:xfrm flipH="1">
            <a:off x="17421860" y="6217920"/>
            <a:ext cx="64898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9" name="Connector 4753"/>
          <p:cNvSpPr/>
          <p:nvPr/>
        </p:nvSpPr>
        <p:spPr>
          <a:xfrm flipH="1">
            <a:off x="17338420" y="6629399"/>
            <a:ext cx="83441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0" name="Connector 4754"/>
          <p:cNvSpPr/>
          <p:nvPr/>
        </p:nvSpPr>
        <p:spPr>
          <a:xfrm flipH="1">
            <a:off x="17236439" y="7040880"/>
            <a:ext cx="101981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1" name="Connector 4755"/>
          <p:cNvSpPr/>
          <p:nvPr/>
        </p:nvSpPr>
        <p:spPr>
          <a:xfrm>
            <a:off x="17236439" y="2514599"/>
            <a:ext cx="118746" cy="51435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2" name="Connector 4756"/>
          <p:cNvSpPr/>
          <p:nvPr/>
        </p:nvSpPr>
        <p:spPr>
          <a:xfrm>
            <a:off x="17355185" y="3028949"/>
            <a:ext cx="97156" cy="51435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3" name="Connector 4757"/>
          <p:cNvSpPr/>
          <p:nvPr/>
        </p:nvSpPr>
        <p:spPr>
          <a:xfrm>
            <a:off x="17452339" y="3543300"/>
            <a:ext cx="7556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4" name="Connector 4758"/>
          <p:cNvSpPr/>
          <p:nvPr/>
        </p:nvSpPr>
        <p:spPr>
          <a:xfrm>
            <a:off x="17527905" y="4057649"/>
            <a:ext cx="53976" cy="51435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5" name="Connector 4759"/>
          <p:cNvSpPr/>
          <p:nvPr/>
        </p:nvSpPr>
        <p:spPr>
          <a:xfrm>
            <a:off x="17581880" y="4571999"/>
            <a:ext cx="32386" cy="51435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6" name="Connector 4760"/>
          <p:cNvSpPr/>
          <p:nvPr/>
        </p:nvSpPr>
        <p:spPr>
          <a:xfrm>
            <a:off x="17614264" y="5086350"/>
            <a:ext cx="1079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7" name="Connector 4761"/>
          <p:cNvSpPr/>
          <p:nvPr/>
        </p:nvSpPr>
        <p:spPr>
          <a:xfrm flipH="1">
            <a:off x="17614264" y="5600700"/>
            <a:ext cx="1079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8" name="Connector 4762"/>
          <p:cNvSpPr/>
          <p:nvPr/>
        </p:nvSpPr>
        <p:spPr>
          <a:xfrm flipH="1">
            <a:off x="17581880" y="6115049"/>
            <a:ext cx="32386" cy="51435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9" name="Connector 4763"/>
          <p:cNvSpPr/>
          <p:nvPr/>
        </p:nvSpPr>
        <p:spPr>
          <a:xfrm flipH="1">
            <a:off x="17527905" y="6629400"/>
            <a:ext cx="5397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0" name="Connector 4764"/>
          <p:cNvSpPr/>
          <p:nvPr/>
        </p:nvSpPr>
        <p:spPr>
          <a:xfrm flipH="1">
            <a:off x="17452339" y="7143750"/>
            <a:ext cx="7556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1" name="Connector 4765"/>
          <p:cNvSpPr/>
          <p:nvPr/>
        </p:nvSpPr>
        <p:spPr>
          <a:xfrm flipH="1">
            <a:off x="17355185" y="7658100"/>
            <a:ext cx="9715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2" name="Connector 4766"/>
          <p:cNvSpPr/>
          <p:nvPr/>
        </p:nvSpPr>
        <p:spPr>
          <a:xfrm flipH="1">
            <a:off x="17236439" y="8172450"/>
            <a:ext cx="11874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3" name="Connector 4767"/>
          <p:cNvSpPr/>
          <p:nvPr/>
        </p:nvSpPr>
        <p:spPr>
          <a:xfrm>
            <a:off x="17236439" y="2514599"/>
            <a:ext cx="135510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4" name="Connector 4768"/>
          <p:cNvSpPr/>
          <p:nvPr/>
        </p:nvSpPr>
        <p:spPr>
          <a:xfrm>
            <a:off x="17371948" y="3131818"/>
            <a:ext cx="110871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5" name="Connector 4769"/>
          <p:cNvSpPr/>
          <p:nvPr/>
        </p:nvSpPr>
        <p:spPr>
          <a:xfrm>
            <a:off x="17482819" y="3749038"/>
            <a:ext cx="86234" cy="617223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6" name="Connector 4770"/>
          <p:cNvSpPr/>
          <p:nvPr/>
        </p:nvSpPr>
        <p:spPr>
          <a:xfrm>
            <a:off x="17569053" y="4366259"/>
            <a:ext cx="61596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7" name="Connector 4771"/>
          <p:cNvSpPr/>
          <p:nvPr/>
        </p:nvSpPr>
        <p:spPr>
          <a:xfrm>
            <a:off x="17630647" y="4983479"/>
            <a:ext cx="36957" cy="61722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8" name="Connector 4772"/>
          <p:cNvSpPr/>
          <p:nvPr/>
        </p:nvSpPr>
        <p:spPr>
          <a:xfrm>
            <a:off x="17667603" y="5600698"/>
            <a:ext cx="12321" cy="61722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9" name="Connector 4773"/>
          <p:cNvSpPr/>
          <p:nvPr/>
        </p:nvSpPr>
        <p:spPr>
          <a:xfrm flipH="1">
            <a:off x="17667605" y="6217920"/>
            <a:ext cx="12320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0" name="Connector 4774"/>
          <p:cNvSpPr/>
          <p:nvPr/>
        </p:nvSpPr>
        <p:spPr>
          <a:xfrm flipH="1">
            <a:off x="17630647" y="6835140"/>
            <a:ext cx="36958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1" name="Connector 4775"/>
          <p:cNvSpPr/>
          <p:nvPr/>
        </p:nvSpPr>
        <p:spPr>
          <a:xfrm flipH="1">
            <a:off x="17569053" y="7452359"/>
            <a:ext cx="61596" cy="61722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2" name="Connector 4776"/>
          <p:cNvSpPr/>
          <p:nvPr/>
        </p:nvSpPr>
        <p:spPr>
          <a:xfrm flipH="1">
            <a:off x="17482819" y="8069578"/>
            <a:ext cx="86234" cy="61722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3" name="Connector 4777"/>
          <p:cNvSpPr/>
          <p:nvPr/>
        </p:nvSpPr>
        <p:spPr>
          <a:xfrm flipH="1">
            <a:off x="17371949" y="8686799"/>
            <a:ext cx="110871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4" name="Connector 4778"/>
          <p:cNvSpPr/>
          <p:nvPr/>
        </p:nvSpPr>
        <p:spPr>
          <a:xfrm flipH="1">
            <a:off x="17236439" y="9304019"/>
            <a:ext cx="135510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5" name="Connector 4779"/>
          <p:cNvSpPr/>
          <p:nvPr/>
        </p:nvSpPr>
        <p:spPr>
          <a:xfrm>
            <a:off x="17236439" y="2514600"/>
            <a:ext cx="152273" cy="72009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6" name="Connector 4780"/>
          <p:cNvSpPr/>
          <p:nvPr/>
        </p:nvSpPr>
        <p:spPr>
          <a:xfrm>
            <a:off x="17388712" y="3234688"/>
            <a:ext cx="124589" cy="72009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7" name="Connector 4781"/>
          <p:cNvSpPr/>
          <p:nvPr/>
        </p:nvSpPr>
        <p:spPr>
          <a:xfrm>
            <a:off x="17513299" y="3954779"/>
            <a:ext cx="96903" cy="72009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8" name="Connector 4782"/>
          <p:cNvSpPr/>
          <p:nvPr/>
        </p:nvSpPr>
        <p:spPr>
          <a:xfrm>
            <a:off x="17610201" y="4674870"/>
            <a:ext cx="69216" cy="72009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9" name="Connector 4783"/>
          <p:cNvSpPr/>
          <p:nvPr/>
        </p:nvSpPr>
        <p:spPr>
          <a:xfrm>
            <a:off x="17679415" y="5394959"/>
            <a:ext cx="41529" cy="72009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0" name="Connector 4784"/>
          <p:cNvSpPr/>
          <p:nvPr/>
        </p:nvSpPr>
        <p:spPr>
          <a:xfrm>
            <a:off x="17720944" y="6115048"/>
            <a:ext cx="13845" cy="72009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1" name="Connector 4785"/>
          <p:cNvSpPr/>
          <p:nvPr/>
        </p:nvSpPr>
        <p:spPr>
          <a:xfrm flipH="1">
            <a:off x="17720944" y="6835140"/>
            <a:ext cx="13844" cy="72009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2" name="Connector 4786"/>
          <p:cNvSpPr/>
          <p:nvPr/>
        </p:nvSpPr>
        <p:spPr>
          <a:xfrm flipH="1">
            <a:off x="17679415" y="7555228"/>
            <a:ext cx="41530" cy="72009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3" name="Connector 4787"/>
          <p:cNvSpPr/>
          <p:nvPr/>
        </p:nvSpPr>
        <p:spPr>
          <a:xfrm flipH="1">
            <a:off x="17610201" y="8275319"/>
            <a:ext cx="69216" cy="72009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4" name="Connector 4788"/>
          <p:cNvSpPr/>
          <p:nvPr/>
        </p:nvSpPr>
        <p:spPr>
          <a:xfrm flipH="1">
            <a:off x="17513300" y="8995409"/>
            <a:ext cx="96902" cy="72009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5" name="Connector 4789"/>
          <p:cNvSpPr/>
          <p:nvPr/>
        </p:nvSpPr>
        <p:spPr>
          <a:xfrm flipH="1">
            <a:off x="17388712" y="9715500"/>
            <a:ext cx="124589" cy="72009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6" name="Connector 4790"/>
          <p:cNvSpPr/>
          <p:nvPr/>
        </p:nvSpPr>
        <p:spPr>
          <a:xfrm flipH="1">
            <a:off x="17236439" y="10435589"/>
            <a:ext cx="152273" cy="72009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7" name="Connector 4791"/>
          <p:cNvSpPr/>
          <p:nvPr/>
        </p:nvSpPr>
        <p:spPr>
          <a:xfrm>
            <a:off x="17236439" y="3749038"/>
            <a:ext cx="51689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8" name="Connector 4792"/>
          <p:cNvSpPr/>
          <p:nvPr/>
        </p:nvSpPr>
        <p:spPr>
          <a:xfrm>
            <a:off x="17288127" y="3851909"/>
            <a:ext cx="42293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9" name="Connector 4793"/>
          <p:cNvSpPr/>
          <p:nvPr/>
        </p:nvSpPr>
        <p:spPr>
          <a:xfrm>
            <a:off x="17330419" y="3954779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0" name="Connector 4794"/>
          <p:cNvSpPr/>
          <p:nvPr/>
        </p:nvSpPr>
        <p:spPr>
          <a:xfrm>
            <a:off x="17363312" y="4057649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1" name="Connector 4795"/>
          <p:cNvSpPr/>
          <p:nvPr/>
        </p:nvSpPr>
        <p:spPr>
          <a:xfrm>
            <a:off x="17386808" y="4160520"/>
            <a:ext cx="14098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2" name="Connector 4796"/>
          <p:cNvSpPr/>
          <p:nvPr/>
        </p:nvSpPr>
        <p:spPr>
          <a:xfrm>
            <a:off x="17400905" y="4263388"/>
            <a:ext cx="4700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3" name="Connector 4797"/>
          <p:cNvSpPr/>
          <p:nvPr/>
        </p:nvSpPr>
        <p:spPr>
          <a:xfrm flipH="1">
            <a:off x="17400905" y="4366259"/>
            <a:ext cx="4700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4" name="Connector 4798"/>
          <p:cNvSpPr/>
          <p:nvPr/>
        </p:nvSpPr>
        <p:spPr>
          <a:xfrm flipH="1">
            <a:off x="17386808" y="4469129"/>
            <a:ext cx="14098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5" name="Connector 4799"/>
          <p:cNvSpPr/>
          <p:nvPr/>
        </p:nvSpPr>
        <p:spPr>
          <a:xfrm flipH="1">
            <a:off x="17363312" y="4571999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6" name="Connector 4800"/>
          <p:cNvSpPr/>
          <p:nvPr/>
        </p:nvSpPr>
        <p:spPr>
          <a:xfrm flipH="1">
            <a:off x="17330419" y="4674870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7" name="Connector 4801"/>
          <p:cNvSpPr/>
          <p:nvPr/>
        </p:nvSpPr>
        <p:spPr>
          <a:xfrm flipH="1">
            <a:off x="17288127" y="4777740"/>
            <a:ext cx="42293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8" name="Connector 4802"/>
          <p:cNvSpPr/>
          <p:nvPr/>
        </p:nvSpPr>
        <p:spPr>
          <a:xfrm flipH="1">
            <a:off x="17236439" y="4880609"/>
            <a:ext cx="51689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9" name="Connector 4803"/>
          <p:cNvSpPr/>
          <p:nvPr/>
        </p:nvSpPr>
        <p:spPr>
          <a:xfrm>
            <a:off x="17236439" y="3749038"/>
            <a:ext cx="6845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0" name="Connector 4804"/>
          <p:cNvSpPr/>
          <p:nvPr/>
        </p:nvSpPr>
        <p:spPr>
          <a:xfrm>
            <a:off x="17304892" y="3954779"/>
            <a:ext cx="56008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1" name="Connector 4805"/>
          <p:cNvSpPr/>
          <p:nvPr/>
        </p:nvSpPr>
        <p:spPr>
          <a:xfrm>
            <a:off x="17360899" y="4160520"/>
            <a:ext cx="43563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2" name="Connector 4806"/>
          <p:cNvSpPr/>
          <p:nvPr/>
        </p:nvSpPr>
        <p:spPr>
          <a:xfrm>
            <a:off x="17404461" y="4366259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3" name="Connector 4807"/>
          <p:cNvSpPr/>
          <p:nvPr/>
        </p:nvSpPr>
        <p:spPr>
          <a:xfrm>
            <a:off x="17435576" y="4571999"/>
            <a:ext cx="18670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4" name="Connector 4808"/>
          <p:cNvSpPr/>
          <p:nvPr/>
        </p:nvSpPr>
        <p:spPr>
          <a:xfrm>
            <a:off x="17454244" y="4777740"/>
            <a:ext cx="622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5" name="Connector 4809"/>
          <p:cNvSpPr/>
          <p:nvPr/>
        </p:nvSpPr>
        <p:spPr>
          <a:xfrm flipH="1">
            <a:off x="17454244" y="4983479"/>
            <a:ext cx="622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6" name="Connector 4810"/>
          <p:cNvSpPr/>
          <p:nvPr/>
        </p:nvSpPr>
        <p:spPr>
          <a:xfrm flipH="1">
            <a:off x="17435576" y="5189220"/>
            <a:ext cx="18670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7" name="Connector 4811"/>
          <p:cNvSpPr/>
          <p:nvPr/>
        </p:nvSpPr>
        <p:spPr>
          <a:xfrm flipH="1">
            <a:off x="17404461" y="5394959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8" name="Connector 4812"/>
          <p:cNvSpPr/>
          <p:nvPr/>
        </p:nvSpPr>
        <p:spPr>
          <a:xfrm flipH="1">
            <a:off x="17360900" y="5600699"/>
            <a:ext cx="43562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9" name="Connector 4813"/>
          <p:cNvSpPr/>
          <p:nvPr/>
        </p:nvSpPr>
        <p:spPr>
          <a:xfrm flipH="1">
            <a:off x="17304892" y="5806440"/>
            <a:ext cx="56008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0" name="Connector 4814"/>
          <p:cNvSpPr/>
          <p:nvPr/>
        </p:nvSpPr>
        <p:spPr>
          <a:xfrm flipH="1">
            <a:off x="17236439" y="6012179"/>
            <a:ext cx="6845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1" name="Connector 4815"/>
          <p:cNvSpPr/>
          <p:nvPr/>
        </p:nvSpPr>
        <p:spPr>
          <a:xfrm>
            <a:off x="17236439" y="3749038"/>
            <a:ext cx="8521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2" name="Connector 4816"/>
          <p:cNvSpPr/>
          <p:nvPr/>
        </p:nvSpPr>
        <p:spPr>
          <a:xfrm>
            <a:off x="17321657" y="4057648"/>
            <a:ext cx="69724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3" name="Connector 4817"/>
          <p:cNvSpPr/>
          <p:nvPr/>
        </p:nvSpPr>
        <p:spPr>
          <a:xfrm>
            <a:off x="17391380" y="4366259"/>
            <a:ext cx="54230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4" name="Connector 4818"/>
          <p:cNvSpPr/>
          <p:nvPr/>
        </p:nvSpPr>
        <p:spPr>
          <a:xfrm>
            <a:off x="17445609" y="4674870"/>
            <a:ext cx="38736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5" name="Connector 4819"/>
          <p:cNvSpPr/>
          <p:nvPr/>
        </p:nvSpPr>
        <p:spPr>
          <a:xfrm>
            <a:off x="17484343" y="4983479"/>
            <a:ext cx="23241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6" name="Connector 4820"/>
          <p:cNvSpPr/>
          <p:nvPr/>
        </p:nvSpPr>
        <p:spPr>
          <a:xfrm>
            <a:off x="17507584" y="5292090"/>
            <a:ext cx="7749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7" name="Connector 4821"/>
          <p:cNvSpPr/>
          <p:nvPr/>
        </p:nvSpPr>
        <p:spPr>
          <a:xfrm flipH="1">
            <a:off x="17507585" y="5600699"/>
            <a:ext cx="774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8" name="Connector 4822"/>
          <p:cNvSpPr/>
          <p:nvPr/>
        </p:nvSpPr>
        <p:spPr>
          <a:xfrm flipH="1">
            <a:off x="17484343" y="5909309"/>
            <a:ext cx="23242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9" name="Connector 4823"/>
          <p:cNvSpPr/>
          <p:nvPr/>
        </p:nvSpPr>
        <p:spPr>
          <a:xfrm flipH="1">
            <a:off x="17445609" y="6217920"/>
            <a:ext cx="38736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0" name="Connector 4824"/>
          <p:cNvSpPr/>
          <p:nvPr/>
        </p:nvSpPr>
        <p:spPr>
          <a:xfrm flipH="1">
            <a:off x="17391378" y="6526530"/>
            <a:ext cx="54231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1" name="Connector 4825"/>
          <p:cNvSpPr/>
          <p:nvPr/>
        </p:nvSpPr>
        <p:spPr>
          <a:xfrm flipH="1">
            <a:off x="17321657" y="6835140"/>
            <a:ext cx="69723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2" name="Connector 4826"/>
          <p:cNvSpPr/>
          <p:nvPr/>
        </p:nvSpPr>
        <p:spPr>
          <a:xfrm flipH="1">
            <a:off x="17236439" y="7143749"/>
            <a:ext cx="8521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3" name="Connector 4827"/>
          <p:cNvSpPr/>
          <p:nvPr/>
        </p:nvSpPr>
        <p:spPr>
          <a:xfrm>
            <a:off x="17236439" y="3749038"/>
            <a:ext cx="101981" cy="411483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4" name="Connector 4828"/>
          <p:cNvSpPr/>
          <p:nvPr/>
        </p:nvSpPr>
        <p:spPr>
          <a:xfrm>
            <a:off x="17338420" y="4160520"/>
            <a:ext cx="83441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5" name="Connector 4829"/>
          <p:cNvSpPr/>
          <p:nvPr/>
        </p:nvSpPr>
        <p:spPr>
          <a:xfrm>
            <a:off x="17421860" y="4571999"/>
            <a:ext cx="64898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6" name="Connector 4830"/>
          <p:cNvSpPr/>
          <p:nvPr/>
        </p:nvSpPr>
        <p:spPr>
          <a:xfrm>
            <a:off x="17486757" y="4983479"/>
            <a:ext cx="46356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7" name="Connector 4831"/>
          <p:cNvSpPr/>
          <p:nvPr/>
        </p:nvSpPr>
        <p:spPr>
          <a:xfrm>
            <a:off x="17533112" y="5394959"/>
            <a:ext cx="27812" cy="41148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8" name="Connector 4832"/>
          <p:cNvSpPr/>
          <p:nvPr/>
        </p:nvSpPr>
        <p:spPr>
          <a:xfrm>
            <a:off x="17560923" y="5806438"/>
            <a:ext cx="9273" cy="411483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9" name="Connector 4833"/>
          <p:cNvSpPr/>
          <p:nvPr/>
        </p:nvSpPr>
        <p:spPr>
          <a:xfrm flipH="1">
            <a:off x="17560925" y="6217920"/>
            <a:ext cx="9272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0" name="Connector 4834"/>
          <p:cNvSpPr/>
          <p:nvPr/>
        </p:nvSpPr>
        <p:spPr>
          <a:xfrm flipH="1">
            <a:off x="17533112" y="6629399"/>
            <a:ext cx="27814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1" name="Connector 4835"/>
          <p:cNvSpPr/>
          <p:nvPr/>
        </p:nvSpPr>
        <p:spPr>
          <a:xfrm flipH="1">
            <a:off x="17486757" y="7040880"/>
            <a:ext cx="46356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2" name="Connector 4836"/>
          <p:cNvSpPr/>
          <p:nvPr/>
        </p:nvSpPr>
        <p:spPr>
          <a:xfrm flipH="1">
            <a:off x="17421860" y="7452359"/>
            <a:ext cx="64898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3" name="Connector 4837"/>
          <p:cNvSpPr/>
          <p:nvPr/>
        </p:nvSpPr>
        <p:spPr>
          <a:xfrm flipH="1">
            <a:off x="17338420" y="7863840"/>
            <a:ext cx="83441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4" name="Connector 4838"/>
          <p:cNvSpPr/>
          <p:nvPr/>
        </p:nvSpPr>
        <p:spPr>
          <a:xfrm flipH="1">
            <a:off x="17236439" y="8275319"/>
            <a:ext cx="101981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5" name="Connector 4839"/>
          <p:cNvSpPr/>
          <p:nvPr/>
        </p:nvSpPr>
        <p:spPr>
          <a:xfrm>
            <a:off x="17236439" y="3749038"/>
            <a:ext cx="118746" cy="51435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6" name="Connector 4840"/>
          <p:cNvSpPr/>
          <p:nvPr/>
        </p:nvSpPr>
        <p:spPr>
          <a:xfrm>
            <a:off x="17355185" y="4263390"/>
            <a:ext cx="9715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7" name="Connector 4841"/>
          <p:cNvSpPr/>
          <p:nvPr/>
        </p:nvSpPr>
        <p:spPr>
          <a:xfrm>
            <a:off x="17452339" y="4777740"/>
            <a:ext cx="7556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8" name="Connector 4842"/>
          <p:cNvSpPr/>
          <p:nvPr/>
        </p:nvSpPr>
        <p:spPr>
          <a:xfrm>
            <a:off x="17527905" y="5292090"/>
            <a:ext cx="5397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9" name="Connector 4843"/>
          <p:cNvSpPr/>
          <p:nvPr/>
        </p:nvSpPr>
        <p:spPr>
          <a:xfrm>
            <a:off x="17581880" y="5806440"/>
            <a:ext cx="32386" cy="514349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0" name="Connector 4844"/>
          <p:cNvSpPr/>
          <p:nvPr/>
        </p:nvSpPr>
        <p:spPr>
          <a:xfrm>
            <a:off x="17614264" y="6320788"/>
            <a:ext cx="10796" cy="51435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1" name="Connector 4845"/>
          <p:cNvSpPr/>
          <p:nvPr/>
        </p:nvSpPr>
        <p:spPr>
          <a:xfrm flipH="1">
            <a:off x="17614264" y="6835140"/>
            <a:ext cx="1079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2" name="Connector 4846"/>
          <p:cNvSpPr/>
          <p:nvPr/>
        </p:nvSpPr>
        <p:spPr>
          <a:xfrm flipH="1">
            <a:off x="17581880" y="7349490"/>
            <a:ext cx="3238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3" name="Connector 4847"/>
          <p:cNvSpPr/>
          <p:nvPr/>
        </p:nvSpPr>
        <p:spPr>
          <a:xfrm flipH="1">
            <a:off x="17527905" y="7863840"/>
            <a:ext cx="5397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4" name="Connector 4848"/>
          <p:cNvSpPr/>
          <p:nvPr/>
        </p:nvSpPr>
        <p:spPr>
          <a:xfrm flipH="1">
            <a:off x="17452339" y="8378190"/>
            <a:ext cx="7556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5" name="Connector 4849"/>
          <p:cNvSpPr/>
          <p:nvPr/>
        </p:nvSpPr>
        <p:spPr>
          <a:xfrm flipH="1">
            <a:off x="17355185" y="8892540"/>
            <a:ext cx="9715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6" name="Connector 4850"/>
          <p:cNvSpPr/>
          <p:nvPr/>
        </p:nvSpPr>
        <p:spPr>
          <a:xfrm flipH="1">
            <a:off x="17236439" y="9406890"/>
            <a:ext cx="11874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7" name="Connector 4851"/>
          <p:cNvSpPr/>
          <p:nvPr/>
        </p:nvSpPr>
        <p:spPr>
          <a:xfrm>
            <a:off x="17236439" y="3749038"/>
            <a:ext cx="135510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8" name="Connector 4852"/>
          <p:cNvSpPr/>
          <p:nvPr/>
        </p:nvSpPr>
        <p:spPr>
          <a:xfrm>
            <a:off x="17371948" y="4366259"/>
            <a:ext cx="110871" cy="61722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9" name="Connector 4853"/>
          <p:cNvSpPr/>
          <p:nvPr/>
        </p:nvSpPr>
        <p:spPr>
          <a:xfrm>
            <a:off x="17482819" y="4983479"/>
            <a:ext cx="86234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0" name="Connector 4854"/>
          <p:cNvSpPr/>
          <p:nvPr/>
        </p:nvSpPr>
        <p:spPr>
          <a:xfrm>
            <a:off x="17569053" y="5600699"/>
            <a:ext cx="61596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1" name="Connector 4855"/>
          <p:cNvSpPr/>
          <p:nvPr/>
        </p:nvSpPr>
        <p:spPr>
          <a:xfrm>
            <a:off x="17630647" y="6217920"/>
            <a:ext cx="36957" cy="61722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2" name="Connector 4856"/>
          <p:cNvSpPr/>
          <p:nvPr/>
        </p:nvSpPr>
        <p:spPr>
          <a:xfrm>
            <a:off x="17667603" y="6835139"/>
            <a:ext cx="12321" cy="61722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3" name="Connector 4857"/>
          <p:cNvSpPr/>
          <p:nvPr/>
        </p:nvSpPr>
        <p:spPr>
          <a:xfrm flipH="1">
            <a:off x="17667605" y="7452359"/>
            <a:ext cx="12320" cy="61722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4" name="Connector 4858"/>
          <p:cNvSpPr/>
          <p:nvPr/>
        </p:nvSpPr>
        <p:spPr>
          <a:xfrm flipH="1">
            <a:off x="17630647" y="8069578"/>
            <a:ext cx="36958" cy="61722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5" name="Connector 4859"/>
          <p:cNvSpPr/>
          <p:nvPr/>
        </p:nvSpPr>
        <p:spPr>
          <a:xfrm flipH="1">
            <a:off x="17569053" y="8686799"/>
            <a:ext cx="61596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6" name="Connector 4860"/>
          <p:cNvSpPr/>
          <p:nvPr/>
        </p:nvSpPr>
        <p:spPr>
          <a:xfrm flipH="1">
            <a:off x="17482819" y="9304019"/>
            <a:ext cx="86234" cy="61722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7" name="Connector 4861"/>
          <p:cNvSpPr/>
          <p:nvPr/>
        </p:nvSpPr>
        <p:spPr>
          <a:xfrm flipH="1">
            <a:off x="17371949" y="9921240"/>
            <a:ext cx="110871" cy="61722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8" name="Connector 4862"/>
          <p:cNvSpPr/>
          <p:nvPr/>
        </p:nvSpPr>
        <p:spPr>
          <a:xfrm flipH="1">
            <a:off x="17236439" y="10538459"/>
            <a:ext cx="135510" cy="61722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9" name="Connector 4863"/>
          <p:cNvSpPr/>
          <p:nvPr/>
        </p:nvSpPr>
        <p:spPr>
          <a:xfrm>
            <a:off x="17236439" y="4983479"/>
            <a:ext cx="51689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0" name="Connector 4864"/>
          <p:cNvSpPr/>
          <p:nvPr/>
        </p:nvSpPr>
        <p:spPr>
          <a:xfrm>
            <a:off x="17288127" y="5086348"/>
            <a:ext cx="42293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1" name="Connector 4865"/>
          <p:cNvSpPr/>
          <p:nvPr/>
        </p:nvSpPr>
        <p:spPr>
          <a:xfrm>
            <a:off x="17330419" y="5189220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2" name="Connector 4866"/>
          <p:cNvSpPr/>
          <p:nvPr/>
        </p:nvSpPr>
        <p:spPr>
          <a:xfrm>
            <a:off x="17363312" y="5292090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3" name="Connector 4867"/>
          <p:cNvSpPr/>
          <p:nvPr/>
        </p:nvSpPr>
        <p:spPr>
          <a:xfrm>
            <a:off x="17386808" y="5394959"/>
            <a:ext cx="14098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4" name="Connector 4868"/>
          <p:cNvSpPr/>
          <p:nvPr/>
        </p:nvSpPr>
        <p:spPr>
          <a:xfrm>
            <a:off x="17400905" y="5497829"/>
            <a:ext cx="4700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5" name="Connector 4869"/>
          <p:cNvSpPr/>
          <p:nvPr/>
        </p:nvSpPr>
        <p:spPr>
          <a:xfrm flipH="1">
            <a:off x="17400905" y="5600699"/>
            <a:ext cx="4700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6" name="Connector 4870"/>
          <p:cNvSpPr/>
          <p:nvPr/>
        </p:nvSpPr>
        <p:spPr>
          <a:xfrm flipH="1">
            <a:off x="17386808" y="5703570"/>
            <a:ext cx="14098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7" name="Connector 4871"/>
          <p:cNvSpPr/>
          <p:nvPr/>
        </p:nvSpPr>
        <p:spPr>
          <a:xfrm flipH="1">
            <a:off x="17363312" y="5806440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8" name="Connector 4872"/>
          <p:cNvSpPr/>
          <p:nvPr/>
        </p:nvSpPr>
        <p:spPr>
          <a:xfrm flipH="1">
            <a:off x="17330419" y="5909309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9" name="Connector 4873"/>
          <p:cNvSpPr/>
          <p:nvPr/>
        </p:nvSpPr>
        <p:spPr>
          <a:xfrm flipH="1">
            <a:off x="17288127" y="6012179"/>
            <a:ext cx="42293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0" name="Connector 4874"/>
          <p:cNvSpPr/>
          <p:nvPr/>
        </p:nvSpPr>
        <p:spPr>
          <a:xfrm flipH="1">
            <a:off x="17236439" y="6115049"/>
            <a:ext cx="51689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1" name="Connector 4875"/>
          <p:cNvSpPr/>
          <p:nvPr/>
        </p:nvSpPr>
        <p:spPr>
          <a:xfrm>
            <a:off x="17236439" y="4983479"/>
            <a:ext cx="68454" cy="20574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2" name="Connector 4876"/>
          <p:cNvSpPr/>
          <p:nvPr/>
        </p:nvSpPr>
        <p:spPr>
          <a:xfrm>
            <a:off x="17304892" y="5189218"/>
            <a:ext cx="56008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3" name="Connector 4877"/>
          <p:cNvSpPr/>
          <p:nvPr/>
        </p:nvSpPr>
        <p:spPr>
          <a:xfrm>
            <a:off x="17360899" y="5394959"/>
            <a:ext cx="43563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4" name="Connector 4878"/>
          <p:cNvSpPr/>
          <p:nvPr/>
        </p:nvSpPr>
        <p:spPr>
          <a:xfrm>
            <a:off x="17404461" y="5600699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5" name="Connector 4879"/>
          <p:cNvSpPr/>
          <p:nvPr/>
        </p:nvSpPr>
        <p:spPr>
          <a:xfrm>
            <a:off x="17435576" y="5806440"/>
            <a:ext cx="18670" cy="20574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6" name="Connector 4880"/>
          <p:cNvSpPr/>
          <p:nvPr/>
        </p:nvSpPr>
        <p:spPr>
          <a:xfrm>
            <a:off x="17454244" y="6012179"/>
            <a:ext cx="6224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7" name="Connector 4881"/>
          <p:cNvSpPr/>
          <p:nvPr/>
        </p:nvSpPr>
        <p:spPr>
          <a:xfrm flipH="1">
            <a:off x="17454244" y="6217920"/>
            <a:ext cx="622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8" name="Connector 4882"/>
          <p:cNvSpPr/>
          <p:nvPr/>
        </p:nvSpPr>
        <p:spPr>
          <a:xfrm flipH="1">
            <a:off x="17435576" y="6423659"/>
            <a:ext cx="18670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9" name="Connector 4883"/>
          <p:cNvSpPr/>
          <p:nvPr/>
        </p:nvSpPr>
        <p:spPr>
          <a:xfrm flipH="1">
            <a:off x="17404461" y="6629399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0" name="Connector 4884"/>
          <p:cNvSpPr/>
          <p:nvPr/>
        </p:nvSpPr>
        <p:spPr>
          <a:xfrm flipH="1">
            <a:off x="17360900" y="6835140"/>
            <a:ext cx="43562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1" name="Connector 4885"/>
          <p:cNvSpPr/>
          <p:nvPr/>
        </p:nvSpPr>
        <p:spPr>
          <a:xfrm flipH="1">
            <a:off x="17304892" y="7040880"/>
            <a:ext cx="56008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2" name="Connector 4886"/>
          <p:cNvSpPr/>
          <p:nvPr/>
        </p:nvSpPr>
        <p:spPr>
          <a:xfrm flipH="1">
            <a:off x="17236439" y="7246619"/>
            <a:ext cx="6845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3" name="Connector 4887"/>
          <p:cNvSpPr/>
          <p:nvPr/>
        </p:nvSpPr>
        <p:spPr>
          <a:xfrm>
            <a:off x="17236439" y="4983479"/>
            <a:ext cx="85218" cy="30861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4" name="Connector 4888"/>
          <p:cNvSpPr/>
          <p:nvPr/>
        </p:nvSpPr>
        <p:spPr>
          <a:xfrm>
            <a:off x="17321657" y="5292088"/>
            <a:ext cx="69724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5" name="Connector 4889"/>
          <p:cNvSpPr/>
          <p:nvPr/>
        </p:nvSpPr>
        <p:spPr>
          <a:xfrm>
            <a:off x="17391380" y="5600699"/>
            <a:ext cx="54230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6" name="Connector 4890"/>
          <p:cNvSpPr/>
          <p:nvPr/>
        </p:nvSpPr>
        <p:spPr>
          <a:xfrm>
            <a:off x="17445609" y="5909309"/>
            <a:ext cx="38736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7" name="Connector 4891"/>
          <p:cNvSpPr/>
          <p:nvPr/>
        </p:nvSpPr>
        <p:spPr>
          <a:xfrm>
            <a:off x="17484343" y="6217920"/>
            <a:ext cx="23241" cy="30861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8" name="Connector 4892"/>
          <p:cNvSpPr/>
          <p:nvPr/>
        </p:nvSpPr>
        <p:spPr>
          <a:xfrm>
            <a:off x="17507584" y="6526528"/>
            <a:ext cx="7749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9" name="Connector 4893"/>
          <p:cNvSpPr/>
          <p:nvPr/>
        </p:nvSpPr>
        <p:spPr>
          <a:xfrm flipH="1">
            <a:off x="17507585" y="6835140"/>
            <a:ext cx="774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0" name="Connector 4894"/>
          <p:cNvSpPr/>
          <p:nvPr/>
        </p:nvSpPr>
        <p:spPr>
          <a:xfrm flipH="1">
            <a:off x="17484343" y="7143749"/>
            <a:ext cx="23242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1" name="Connector 4895"/>
          <p:cNvSpPr/>
          <p:nvPr/>
        </p:nvSpPr>
        <p:spPr>
          <a:xfrm flipH="1">
            <a:off x="17445609" y="7452359"/>
            <a:ext cx="38736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2" name="Connector 4896"/>
          <p:cNvSpPr/>
          <p:nvPr/>
        </p:nvSpPr>
        <p:spPr>
          <a:xfrm flipH="1">
            <a:off x="17391378" y="7760969"/>
            <a:ext cx="54231" cy="30861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3" name="Connector 4897"/>
          <p:cNvSpPr/>
          <p:nvPr/>
        </p:nvSpPr>
        <p:spPr>
          <a:xfrm flipH="1">
            <a:off x="17321657" y="8069578"/>
            <a:ext cx="69723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4" name="Connector 4898"/>
          <p:cNvSpPr/>
          <p:nvPr/>
        </p:nvSpPr>
        <p:spPr>
          <a:xfrm flipH="1">
            <a:off x="17236439" y="8378190"/>
            <a:ext cx="8521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5" name="Connector 4899"/>
          <p:cNvSpPr/>
          <p:nvPr/>
        </p:nvSpPr>
        <p:spPr>
          <a:xfrm>
            <a:off x="17236439" y="4983479"/>
            <a:ext cx="101981" cy="41148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6" name="Connector 4900"/>
          <p:cNvSpPr/>
          <p:nvPr/>
        </p:nvSpPr>
        <p:spPr>
          <a:xfrm>
            <a:off x="17338420" y="5394959"/>
            <a:ext cx="83441" cy="41148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7" name="Connector 4901"/>
          <p:cNvSpPr/>
          <p:nvPr/>
        </p:nvSpPr>
        <p:spPr>
          <a:xfrm>
            <a:off x="17421860" y="5806440"/>
            <a:ext cx="64898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8" name="Connector 4902"/>
          <p:cNvSpPr/>
          <p:nvPr/>
        </p:nvSpPr>
        <p:spPr>
          <a:xfrm>
            <a:off x="17486757" y="6217920"/>
            <a:ext cx="46356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9" name="Connector 4903"/>
          <p:cNvSpPr/>
          <p:nvPr/>
        </p:nvSpPr>
        <p:spPr>
          <a:xfrm>
            <a:off x="17533112" y="6629399"/>
            <a:ext cx="27812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0" name="Connector 4904"/>
          <p:cNvSpPr/>
          <p:nvPr/>
        </p:nvSpPr>
        <p:spPr>
          <a:xfrm>
            <a:off x="17560923" y="7040878"/>
            <a:ext cx="9273" cy="41148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1" name="Connector 4905"/>
          <p:cNvSpPr/>
          <p:nvPr/>
        </p:nvSpPr>
        <p:spPr>
          <a:xfrm flipH="1">
            <a:off x="17560925" y="7452359"/>
            <a:ext cx="9272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2" name="Connector 4906"/>
          <p:cNvSpPr/>
          <p:nvPr/>
        </p:nvSpPr>
        <p:spPr>
          <a:xfrm flipH="1">
            <a:off x="17533112" y="7863840"/>
            <a:ext cx="27814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3" name="Connector 4907"/>
          <p:cNvSpPr/>
          <p:nvPr/>
        </p:nvSpPr>
        <p:spPr>
          <a:xfrm flipH="1">
            <a:off x="17486757" y="8275319"/>
            <a:ext cx="46356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4" name="Connector 4908"/>
          <p:cNvSpPr/>
          <p:nvPr/>
        </p:nvSpPr>
        <p:spPr>
          <a:xfrm flipH="1">
            <a:off x="17421860" y="8686799"/>
            <a:ext cx="64898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5" name="Connector 4909"/>
          <p:cNvSpPr/>
          <p:nvPr/>
        </p:nvSpPr>
        <p:spPr>
          <a:xfrm flipH="1">
            <a:off x="17338420" y="9098280"/>
            <a:ext cx="83441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6" name="Connector 4910"/>
          <p:cNvSpPr/>
          <p:nvPr/>
        </p:nvSpPr>
        <p:spPr>
          <a:xfrm flipH="1">
            <a:off x="17236439" y="9509759"/>
            <a:ext cx="101981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7" name="Connector 4911"/>
          <p:cNvSpPr/>
          <p:nvPr/>
        </p:nvSpPr>
        <p:spPr>
          <a:xfrm>
            <a:off x="17236439" y="4983479"/>
            <a:ext cx="118746" cy="514349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8" name="Connector 4912"/>
          <p:cNvSpPr/>
          <p:nvPr/>
        </p:nvSpPr>
        <p:spPr>
          <a:xfrm>
            <a:off x="17355185" y="5497829"/>
            <a:ext cx="97156" cy="51435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9" name="Connector 4913"/>
          <p:cNvSpPr/>
          <p:nvPr/>
        </p:nvSpPr>
        <p:spPr>
          <a:xfrm>
            <a:off x="17452339" y="6012179"/>
            <a:ext cx="7556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0" name="Connector 4914"/>
          <p:cNvSpPr/>
          <p:nvPr/>
        </p:nvSpPr>
        <p:spPr>
          <a:xfrm>
            <a:off x="17527905" y="6526530"/>
            <a:ext cx="5397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1" name="Connector 4915"/>
          <p:cNvSpPr/>
          <p:nvPr/>
        </p:nvSpPr>
        <p:spPr>
          <a:xfrm>
            <a:off x="17581880" y="7040880"/>
            <a:ext cx="32386" cy="514349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2" name="Connector 4916"/>
          <p:cNvSpPr/>
          <p:nvPr/>
        </p:nvSpPr>
        <p:spPr>
          <a:xfrm>
            <a:off x="17614264" y="7555228"/>
            <a:ext cx="1079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3" name="Connector 4917"/>
          <p:cNvSpPr/>
          <p:nvPr/>
        </p:nvSpPr>
        <p:spPr>
          <a:xfrm flipH="1">
            <a:off x="17614264" y="8069578"/>
            <a:ext cx="10796" cy="51435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4" name="Connector 4918"/>
          <p:cNvSpPr/>
          <p:nvPr/>
        </p:nvSpPr>
        <p:spPr>
          <a:xfrm flipH="1">
            <a:off x="17581880" y="8583930"/>
            <a:ext cx="3238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5" name="Connector 4919"/>
          <p:cNvSpPr/>
          <p:nvPr/>
        </p:nvSpPr>
        <p:spPr>
          <a:xfrm flipH="1">
            <a:off x="17527905" y="9098280"/>
            <a:ext cx="5397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6" name="Connector 4920"/>
          <p:cNvSpPr/>
          <p:nvPr/>
        </p:nvSpPr>
        <p:spPr>
          <a:xfrm flipH="1">
            <a:off x="17452339" y="9612630"/>
            <a:ext cx="75566" cy="51435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7" name="Connector 4921"/>
          <p:cNvSpPr/>
          <p:nvPr/>
        </p:nvSpPr>
        <p:spPr>
          <a:xfrm flipH="1">
            <a:off x="17355185" y="10126980"/>
            <a:ext cx="97156" cy="514349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8" name="Connector 4922"/>
          <p:cNvSpPr/>
          <p:nvPr/>
        </p:nvSpPr>
        <p:spPr>
          <a:xfrm flipH="1">
            <a:off x="17236439" y="10641328"/>
            <a:ext cx="118746" cy="51435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9" name="Connector 4923"/>
          <p:cNvSpPr/>
          <p:nvPr/>
        </p:nvSpPr>
        <p:spPr>
          <a:xfrm>
            <a:off x="17236439" y="6217920"/>
            <a:ext cx="51689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0" name="Connector 4924"/>
          <p:cNvSpPr/>
          <p:nvPr/>
        </p:nvSpPr>
        <p:spPr>
          <a:xfrm>
            <a:off x="17288127" y="6320788"/>
            <a:ext cx="42293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1" name="Connector 4925"/>
          <p:cNvSpPr/>
          <p:nvPr/>
        </p:nvSpPr>
        <p:spPr>
          <a:xfrm>
            <a:off x="17330419" y="6423659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2" name="Connector 4926"/>
          <p:cNvSpPr/>
          <p:nvPr/>
        </p:nvSpPr>
        <p:spPr>
          <a:xfrm>
            <a:off x="17363312" y="6526530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3" name="Connector 4927"/>
          <p:cNvSpPr/>
          <p:nvPr/>
        </p:nvSpPr>
        <p:spPr>
          <a:xfrm>
            <a:off x="17386808" y="6629400"/>
            <a:ext cx="14098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4" name="Connector 4928"/>
          <p:cNvSpPr/>
          <p:nvPr/>
        </p:nvSpPr>
        <p:spPr>
          <a:xfrm>
            <a:off x="17400905" y="6732268"/>
            <a:ext cx="4700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5" name="Connector 4929"/>
          <p:cNvSpPr/>
          <p:nvPr/>
        </p:nvSpPr>
        <p:spPr>
          <a:xfrm flipH="1">
            <a:off x="17400905" y="6835140"/>
            <a:ext cx="4700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6" name="Connector 4930"/>
          <p:cNvSpPr/>
          <p:nvPr/>
        </p:nvSpPr>
        <p:spPr>
          <a:xfrm flipH="1">
            <a:off x="17386808" y="6938009"/>
            <a:ext cx="14098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7" name="Connector 4931"/>
          <p:cNvSpPr/>
          <p:nvPr/>
        </p:nvSpPr>
        <p:spPr>
          <a:xfrm flipH="1">
            <a:off x="17363312" y="7040880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8" name="Connector 4932"/>
          <p:cNvSpPr/>
          <p:nvPr/>
        </p:nvSpPr>
        <p:spPr>
          <a:xfrm flipH="1">
            <a:off x="17330419" y="7143749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9" name="Connector 4933"/>
          <p:cNvSpPr/>
          <p:nvPr/>
        </p:nvSpPr>
        <p:spPr>
          <a:xfrm flipH="1">
            <a:off x="17288127" y="7246619"/>
            <a:ext cx="42293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0" name="Connector 4934"/>
          <p:cNvSpPr/>
          <p:nvPr/>
        </p:nvSpPr>
        <p:spPr>
          <a:xfrm flipH="1">
            <a:off x="17236439" y="7349490"/>
            <a:ext cx="51689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1" name="Connector 4935"/>
          <p:cNvSpPr/>
          <p:nvPr/>
        </p:nvSpPr>
        <p:spPr>
          <a:xfrm>
            <a:off x="17236439" y="6217920"/>
            <a:ext cx="68454" cy="20574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2" name="Connector 4936"/>
          <p:cNvSpPr/>
          <p:nvPr/>
        </p:nvSpPr>
        <p:spPr>
          <a:xfrm>
            <a:off x="17304892" y="6423659"/>
            <a:ext cx="56008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3" name="Connector 4937"/>
          <p:cNvSpPr/>
          <p:nvPr/>
        </p:nvSpPr>
        <p:spPr>
          <a:xfrm>
            <a:off x="17360899" y="6629399"/>
            <a:ext cx="43563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4" name="Connector 4938"/>
          <p:cNvSpPr/>
          <p:nvPr/>
        </p:nvSpPr>
        <p:spPr>
          <a:xfrm>
            <a:off x="17404461" y="6835140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5" name="Connector 4939"/>
          <p:cNvSpPr/>
          <p:nvPr/>
        </p:nvSpPr>
        <p:spPr>
          <a:xfrm>
            <a:off x="17435576" y="7040880"/>
            <a:ext cx="18670" cy="20574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6" name="Connector 4940"/>
          <p:cNvSpPr/>
          <p:nvPr/>
        </p:nvSpPr>
        <p:spPr>
          <a:xfrm>
            <a:off x="17454244" y="7246618"/>
            <a:ext cx="6224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7" name="Connector 4941"/>
          <p:cNvSpPr/>
          <p:nvPr/>
        </p:nvSpPr>
        <p:spPr>
          <a:xfrm flipH="1">
            <a:off x="17454244" y="7452359"/>
            <a:ext cx="622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8" name="Connector 4942"/>
          <p:cNvSpPr/>
          <p:nvPr/>
        </p:nvSpPr>
        <p:spPr>
          <a:xfrm flipH="1">
            <a:off x="17435576" y="7658099"/>
            <a:ext cx="18670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9" name="Connector 4943"/>
          <p:cNvSpPr/>
          <p:nvPr/>
        </p:nvSpPr>
        <p:spPr>
          <a:xfrm flipH="1">
            <a:off x="17404461" y="7863840"/>
            <a:ext cx="31116" cy="20574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0" name="Connector 4944"/>
          <p:cNvSpPr/>
          <p:nvPr/>
        </p:nvSpPr>
        <p:spPr>
          <a:xfrm flipH="1">
            <a:off x="17360900" y="8069578"/>
            <a:ext cx="43562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1" name="Connector 4945"/>
          <p:cNvSpPr/>
          <p:nvPr/>
        </p:nvSpPr>
        <p:spPr>
          <a:xfrm flipH="1">
            <a:off x="17304892" y="8275319"/>
            <a:ext cx="56008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2" name="Connector 4946"/>
          <p:cNvSpPr/>
          <p:nvPr/>
        </p:nvSpPr>
        <p:spPr>
          <a:xfrm flipH="1">
            <a:off x="17236439" y="8481059"/>
            <a:ext cx="6845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3" name="Connector 4947"/>
          <p:cNvSpPr/>
          <p:nvPr/>
        </p:nvSpPr>
        <p:spPr>
          <a:xfrm>
            <a:off x="17236439" y="6217920"/>
            <a:ext cx="85218" cy="30861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4" name="Connector 4948"/>
          <p:cNvSpPr/>
          <p:nvPr/>
        </p:nvSpPr>
        <p:spPr>
          <a:xfrm>
            <a:off x="17321657" y="6526528"/>
            <a:ext cx="69724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5" name="Connector 4949"/>
          <p:cNvSpPr/>
          <p:nvPr/>
        </p:nvSpPr>
        <p:spPr>
          <a:xfrm>
            <a:off x="17391380" y="6835140"/>
            <a:ext cx="54230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6" name="Connector 4950"/>
          <p:cNvSpPr/>
          <p:nvPr/>
        </p:nvSpPr>
        <p:spPr>
          <a:xfrm>
            <a:off x="17445609" y="7143749"/>
            <a:ext cx="38736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7" name="Connector 4951"/>
          <p:cNvSpPr/>
          <p:nvPr/>
        </p:nvSpPr>
        <p:spPr>
          <a:xfrm>
            <a:off x="17484343" y="7452359"/>
            <a:ext cx="23241" cy="30861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8" name="Connector 4952"/>
          <p:cNvSpPr/>
          <p:nvPr/>
        </p:nvSpPr>
        <p:spPr>
          <a:xfrm>
            <a:off x="17507584" y="7760968"/>
            <a:ext cx="7749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9" name="Connector 4953"/>
          <p:cNvSpPr/>
          <p:nvPr/>
        </p:nvSpPr>
        <p:spPr>
          <a:xfrm flipH="1">
            <a:off x="17507585" y="8069578"/>
            <a:ext cx="7748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0" name="Connector 4954"/>
          <p:cNvSpPr/>
          <p:nvPr/>
        </p:nvSpPr>
        <p:spPr>
          <a:xfrm flipH="1">
            <a:off x="17484343" y="8378190"/>
            <a:ext cx="23242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1" name="Connector 4955"/>
          <p:cNvSpPr/>
          <p:nvPr/>
        </p:nvSpPr>
        <p:spPr>
          <a:xfrm flipH="1">
            <a:off x="17445609" y="8686799"/>
            <a:ext cx="38736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2" name="Connector 4956"/>
          <p:cNvSpPr/>
          <p:nvPr/>
        </p:nvSpPr>
        <p:spPr>
          <a:xfrm flipH="1">
            <a:off x="17391378" y="8995409"/>
            <a:ext cx="54231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3" name="Connector 4957"/>
          <p:cNvSpPr/>
          <p:nvPr/>
        </p:nvSpPr>
        <p:spPr>
          <a:xfrm flipH="1">
            <a:off x="17321657" y="9304019"/>
            <a:ext cx="69723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4" name="Connector 4958"/>
          <p:cNvSpPr/>
          <p:nvPr/>
        </p:nvSpPr>
        <p:spPr>
          <a:xfrm flipH="1">
            <a:off x="17236439" y="9612630"/>
            <a:ext cx="8521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5" name="Connector 4959"/>
          <p:cNvSpPr/>
          <p:nvPr/>
        </p:nvSpPr>
        <p:spPr>
          <a:xfrm>
            <a:off x="17236439" y="6217920"/>
            <a:ext cx="101981" cy="41148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6" name="Connector 4960"/>
          <p:cNvSpPr/>
          <p:nvPr/>
        </p:nvSpPr>
        <p:spPr>
          <a:xfrm>
            <a:off x="17338420" y="6629399"/>
            <a:ext cx="83441" cy="41148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7" name="Connector 4961"/>
          <p:cNvSpPr/>
          <p:nvPr/>
        </p:nvSpPr>
        <p:spPr>
          <a:xfrm>
            <a:off x="17421860" y="7040880"/>
            <a:ext cx="64898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8" name="Connector 4962"/>
          <p:cNvSpPr/>
          <p:nvPr/>
        </p:nvSpPr>
        <p:spPr>
          <a:xfrm>
            <a:off x="17486757" y="7452359"/>
            <a:ext cx="46356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9" name="Connector 4963"/>
          <p:cNvSpPr/>
          <p:nvPr/>
        </p:nvSpPr>
        <p:spPr>
          <a:xfrm>
            <a:off x="17533112" y="7863840"/>
            <a:ext cx="27812" cy="41148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0" name="Connector 4964"/>
          <p:cNvSpPr/>
          <p:nvPr/>
        </p:nvSpPr>
        <p:spPr>
          <a:xfrm>
            <a:off x="17560923" y="8275318"/>
            <a:ext cx="9273" cy="41148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1" name="Connector 4965"/>
          <p:cNvSpPr/>
          <p:nvPr/>
        </p:nvSpPr>
        <p:spPr>
          <a:xfrm flipH="1">
            <a:off x="17560925" y="8686799"/>
            <a:ext cx="9272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2" name="Connector 4966"/>
          <p:cNvSpPr/>
          <p:nvPr/>
        </p:nvSpPr>
        <p:spPr>
          <a:xfrm flipH="1">
            <a:off x="17533112" y="9098280"/>
            <a:ext cx="27814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3" name="Connector 4967"/>
          <p:cNvSpPr/>
          <p:nvPr/>
        </p:nvSpPr>
        <p:spPr>
          <a:xfrm flipH="1">
            <a:off x="17486757" y="9509759"/>
            <a:ext cx="46356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4" name="Connector 4968"/>
          <p:cNvSpPr/>
          <p:nvPr/>
        </p:nvSpPr>
        <p:spPr>
          <a:xfrm flipH="1">
            <a:off x="17421860" y="9921240"/>
            <a:ext cx="64898" cy="41148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5" name="Connector 4969"/>
          <p:cNvSpPr/>
          <p:nvPr/>
        </p:nvSpPr>
        <p:spPr>
          <a:xfrm flipH="1">
            <a:off x="17338420" y="10332719"/>
            <a:ext cx="83441" cy="41148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6" name="Connector 4970"/>
          <p:cNvSpPr/>
          <p:nvPr/>
        </p:nvSpPr>
        <p:spPr>
          <a:xfrm flipH="1">
            <a:off x="17236439" y="10744199"/>
            <a:ext cx="101981" cy="41148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7" name="Connector 4971"/>
          <p:cNvSpPr/>
          <p:nvPr/>
        </p:nvSpPr>
        <p:spPr>
          <a:xfrm>
            <a:off x="17236439" y="7452359"/>
            <a:ext cx="51689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8" name="Connector 4972"/>
          <p:cNvSpPr/>
          <p:nvPr/>
        </p:nvSpPr>
        <p:spPr>
          <a:xfrm>
            <a:off x="17288127" y="7555228"/>
            <a:ext cx="42293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9" name="Connector 4973"/>
          <p:cNvSpPr/>
          <p:nvPr/>
        </p:nvSpPr>
        <p:spPr>
          <a:xfrm>
            <a:off x="17330419" y="7658099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0" name="Connector 4974"/>
          <p:cNvSpPr/>
          <p:nvPr/>
        </p:nvSpPr>
        <p:spPr>
          <a:xfrm>
            <a:off x="17363312" y="7760969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1" name="Connector 4975"/>
          <p:cNvSpPr/>
          <p:nvPr/>
        </p:nvSpPr>
        <p:spPr>
          <a:xfrm>
            <a:off x="17386808" y="7863840"/>
            <a:ext cx="14098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2" name="Connector 4976"/>
          <p:cNvSpPr/>
          <p:nvPr/>
        </p:nvSpPr>
        <p:spPr>
          <a:xfrm>
            <a:off x="17400905" y="7966709"/>
            <a:ext cx="4700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3" name="Connector 4977"/>
          <p:cNvSpPr/>
          <p:nvPr/>
        </p:nvSpPr>
        <p:spPr>
          <a:xfrm flipH="1">
            <a:off x="17400905" y="8069578"/>
            <a:ext cx="4700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4" name="Connector 4978"/>
          <p:cNvSpPr/>
          <p:nvPr/>
        </p:nvSpPr>
        <p:spPr>
          <a:xfrm flipH="1">
            <a:off x="17386808" y="8172449"/>
            <a:ext cx="14098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5" name="Connector 4979"/>
          <p:cNvSpPr/>
          <p:nvPr/>
        </p:nvSpPr>
        <p:spPr>
          <a:xfrm flipH="1">
            <a:off x="17363312" y="8275319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6" name="Connector 4980"/>
          <p:cNvSpPr/>
          <p:nvPr/>
        </p:nvSpPr>
        <p:spPr>
          <a:xfrm flipH="1">
            <a:off x="17330419" y="8378190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7" name="Connector 4981"/>
          <p:cNvSpPr/>
          <p:nvPr/>
        </p:nvSpPr>
        <p:spPr>
          <a:xfrm flipH="1">
            <a:off x="17288127" y="8481059"/>
            <a:ext cx="42293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8" name="Connector 4982"/>
          <p:cNvSpPr/>
          <p:nvPr/>
        </p:nvSpPr>
        <p:spPr>
          <a:xfrm flipH="1">
            <a:off x="17236439" y="8583930"/>
            <a:ext cx="51689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9" name="Connector 4983"/>
          <p:cNvSpPr/>
          <p:nvPr/>
        </p:nvSpPr>
        <p:spPr>
          <a:xfrm>
            <a:off x="17236439" y="7452359"/>
            <a:ext cx="68454" cy="20574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0" name="Connector 4984"/>
          <p:cNvSpPr/>
          <p:nvPr/>
        </p:nvSpPr>
        <p:spPr>
          <a:xfrm>
            <a:off x="17304892" y="7658099"/>
            <a:ext cx="56008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1" name="Connector 4985"/>
          <p:cNvSpPr/>
          <p:nvPr/>
        </p:nvSpPr>
        <p:spPr>
          <a:xfrm>
            <a:off x="17360899" y="7863840"/>
            <a:ext cx="43563" cy="20574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2" name="Connector 4986"/>
          <p:cNvSpPr/>
          <p:nvPr/>
        </p:nvSpPr>
        <p:spPr>
          <a:xfrm>
            <a:off x="17404461" y="8069578"/>
            <a:ext cx="31116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3" name="Connector 4987"/>
          <p:cNvSpPr/>
          <p:nvPr/>
        </p:nvSpPr>
        <p:spPr>
          <a:xfrm>
            <a:off x="17435576" y="8275319"/>
            <a:ext cx="18670" cy="20574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4" name="Connector 4988"/>
          <p:cNvSpPr/>
          <p:nvPr/>
        </p:nvSpPr>
        <p:spPr>
          <a:xfrm>
            <a:off x="17454244" y="8481059"/>
            <a:ext cx="6224" cy="20574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5" name="Connector 4989"/>
          <p:cNvSpPr/>
          <p:nvPr/>
        </p:nvSpPr>
        <p:spPr>
          <a:xfrm flipH="1">
            <a:off x="17454244" y="8686799"/>
            <a:ext cx="622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6" name="Connector 4990"/>
          <p:cNvSpPr/>
          <p:nvPr/>
        </p:nvSpPr>
        <p:spPr>
          <a:xfrm flipH="1">
            <a:off x="17435576" y="8892540"/>
            <a:ext cx="18670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7" name="Connector 4991"/>
          <p:cNvSpPr/>
          <p:nvPr/>
        </p:nvSpPr>
        <p:spPr>
          <a:xfrm flipH="1">
            <a:off x="17404461" y="9098280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8" name="Connector 4992"/>
          <p:cNvSpPr/>
          <p:nvPr/>
        </p:nvSpPr>
        <p:spPr>
          <a:xfrm flipH="1">
            <a:off x="17360900" y="9304019"/>
            <a:ext cx="43562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9" name="Connector 4993"/>
          <p:cNvSpPr/>
          <p:nvPr/>
        </p:nvSpPr>
        <p:spPr>
          <a:xfrm flipH="1">
            <a:off x="17304892" y="9509759"/>
            <a:ext cx="56008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0" name="Connector 4994"/>
          <p:cNvSpPr/>
          <p:nvPr/>
        </p:nvSpPr>
        <p:spPr>
          <a:xfrm flipH="1">
            <a:off x="17236439" y="9715499"/>
            <a:ext cx="6845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1" name="Connector 4995"/>
          <p:cNvSpPr/>
          <p:nvPr/>
        </p:nvSpPr>
        <p:spPr>
          <a:xfrm>
            <a:off x="17236439" y="7452359"/>
            <a:ext cx="85218" cy="30861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2" name="Connector 4996"/>
          <p:cNvSpPr/>
          <p:nvPr/>
        </p:nvSpPr>
        <p:spPr>
          <a:xfrm>
            <a:off x="17321657" y="7760968"/>
            <a:ext cx="69724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3" name="Connector 4997"/>
          <p:cNvSpPr/>
          <p:nvPr/>
        </p:nvSpPr>
        <p:spPr>
          <a:xfrm>
            <a:off x="17391380" y="8069580"/>
            <a:ext cx="54230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4" name="Connector 4998"/>
          <p:cNvSpPr/>
          <p:nvPr/>
        </p:nvSpPr>
        <p:spPr>
          <a:xfrm>
            <a:off x="17445609" y="8378190"/>
            <a:ext cx="38736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5" name="Connector 4999"/>
          <p:cNvSpPr/>
          <p:nvPr/>
        </p:nvSpPr>
        <p:spPr>
          <a:xfrm>
            <a:off x="17484343" y="8686800"/>
            <a:ext cx="23241" cy="30861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6" name="Connector 5000"/>
          <p:cNvSpPr/>
          <p:nvPr/>
        </p:nvSpPr>
        <p:spPr>
          <a:xfrm>
            <a:off x="17507584" y="8995409"/>
            <a:ext cx="7749" cy="30861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7" name="Connector 5001"/>
          <p:cNvSpPr/>
          <p:nvPr/>
        </p:nvSpPr>
        <p:spPr>
          <a:xfrm flipH="1">
            <a:off x="17507585" y="9304019"/>
            <a:ext cx="774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8" name="Connector 5002"/>
          <p:cNvSpPr/>
          <p:nvPr/>
        </p:nvSpPr>
        <p:spPr>
          <a:xfrm flipH="1">
            <a:off x="17484343" y="9612630"/>
            <a:ext cx="23242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9" name="Connector 5003"/>
          <p:cNvSpPr/>
          <p:nvPr/>
        </p:nvSpPr>
        <p:spPr>
          <a:xfrm flipH="1">
            <a:off x="17445609" y="9921240"/>
            <a:ext cx="38736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0" name="Connector 5004"/>
          <p:cNvSpPr/>
          <p:nvPr/>
        </p:nvSpPr>
        <p:spPr>
          <a:xfrm flipH="1">
            <a:off x="17391378" y="10229849"/>
            <a:ext cx="54231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1" name="Connector 5005"/>
          <p:cNvSpPr/>
          <p:nvPr/>
        </p:nvSpPr>
        <p:spPr>
          <a:xfrm flipH="1">
            <a:off x="17321657" y="10538459"/>
            <a:ext cx="69723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2" name="Connector 5006"/>
          <p:cNvSpPr/>
          <p:nvPr/>
        </p:nvSpPr>
        <p:spPr>
          <a:xfrm flipH="1">
            <a:off x="17236439" y="10847069"/>
            <a:ext cx="85218" cy="30861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3" name="Connector 5007"/>
          <p:cNvSpPr/>
          <p:nvPr/>
        </p:nvSpPr>
        <p:spPr>
          <a:xfrm>
            <a:off x="17236439" y="8686800"/>
            <a:ext cx="51689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4" name="Connector 5008"/>
          <p:cNvSpPr/>
          <p:nvPr/>
        </p:nvSpPr>
        <p:spPr>
          <a:xfrm>
            <a:off x="17288127" y="8789668"/>
            <a:ext cx="42293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5" name="Connector 5009"/>
          <p:cNvSpPr/>
          <p:nvPr/>
        </p:nvSpPr>
        <p:spPr>
          <a:xfrm>
            <a:off x="17330419" y="8892540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6" name="Connector 5010"/>
          <p:cNvSpPr/>
          <p:nvPr/>
        </p:nvSpPr>
        <p:spPr>
          <a:xfrm>
            <a:off x="17363312" y="8995409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7" name="Connector 5011"/>
          <p:cNvSpPr/>
          <p:nvPr/>
        </p:nvSpPr>
        <p:spPr>
          <a:xfrm>
            <a:off x="17386808" y="9098280"/>
            <a:ext cx="14098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8" name="Connector 5012"/>
          <p:cNvSpPr/>
          <p:nvPr/>
        </p:nvSpPr>
        <p:spPr>
          <a:xfrm>
            <a:off x="17400905" y="9201149"/>
            <a:ext cx="4700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9" name="Connector 5013"/>
          <p:cNvSpPr/>
          <p:nvPr/>
        </p:nvSpPr>
        <p:spPr>
          <a:xfrm flipH="1">
            <a:off x="17400905" y="9304019"/>
            <a:ext cx="4700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0" name="Connector 5014"/>
          <p:cNvSpPr/>
          <p:nvPr/>
        </p:nvSpPr>
        <p:spPr>
          <a:xfrm flipH="1">
            <a:off x="17386808" y="9406890"/>
            <a:ext cx="14098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1" name="Connector 5015"/>
          <p:cNvSpPr/>
          <p:nvPr/>
        </p:nvSpPr>
        <p:spPr>
          <a:xfrm flipH="1">
            <a:off x="17363312" y="9509759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2" name="Connector 5016"/>
          <p:cNvSpPr/>
          <p:nvPr/>
        </p:nvSpPr>
        <p:spPr>
          <a:xfrm flipH="1">
            <a:off x="17330419" y="9612630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3" name="Connector 5017"/>
          <p:cNvSpPr/>
          <p:nvPr/>
        </p:nvSpPr>
        <p:spPr>
          <a:xfrm flipH="1">
            <a:off x="17288127" y="9715499"/>
            <a:ext cx="42293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4" name="Connector 5018"/>
          <p:cNvSpPr/>
          <p:nvPr/>
        </p:nvSpPr>
        <p:spPr>
          <a:xfrm flipH="1">
            <a:off x="17236439" y="9818369"/>
            <a:ext cx="51689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5" name="Connector 5019"/>
          <p:cNvSpPr/>
          <p:nvPr/>
        </p:nvSpPr>
        <p:spPr>
          <a:xfrm>
            <a:off x="17236439" y="8686799"/>
            <a:ext cx="6845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6" name="Connector 5020"/>
          <p:cNvSpPr/>
          <p:nvPr/>
        </p:nvSpPr>
        <p:spPr>
          <a:xfrm>
            <a:off x="17304892" y="8892540"/>
            <a:ext cx="56008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7" name="Connector 5021"/>
          <p:cNvSpPr/>
          <p:nvPr/>
        </p:nvSpPr>
        <p:spPr>
          <a:xfrm>
            <a:off x="17360899" y="9098280"/>
            <a:ext cx="43563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8" name="Connector 5022"/>
          <p:cNvSpPr/>
          <p:nvPr/>
        </p:nvSpPr>
        <p:spPr>
          <a:xfrm>
            <a:off x="17404461" y="9304019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9" name="Connector 5023"/>
          <p:cNvSpPr/>
          <p:nvPr/>
        </p:nvSpPr>
        <p:spPr>
          <a:xfrm>
            <a:off x="17435576" y="9509759"/>
            <a:ext cx="18670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0" name="Connector 5024"/>
          <p:cNvSpPr/>
          <p:nvPr/>
        </p:nvSpPr>
        <p:spPr>
          <a:xfrm>
            <a:off x="17454244" y="9715499"/>
            <a:ext cx="622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1" name="Connector 5025"/>
          <p:cNvSpPr/>
          <p:nvPr/>
        </p:nvSpPr>
        <p:spPr>
          <a:xfrm flipH="1">
            <a:off x="17454244" y="9921240"/>
            <a:ext cx="622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2" name="Connector 5026"/>
          <p:cNvSpPr/>
          <p:nvPr/>
        </p:nvSpPr>
        <p:spPr>
          <a:xfrm flipH="1">
            <a:off x="17435576" y="10126980"/>
            <a:ext cx="18670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3" name="Connector 5027"/>
          <p:cNvSpPr/>
          <p:nvPr/>
        </p:nvSpPr>
        <p:spPr>
          <a:xfrm flipH="1">
            <a:off x="17404461" y="10332719"/>
            <a:ext cx="31116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4" name="Connector 5028"/>
          <p:cNvSpPr/>
          <p:nvPr/>
        </p:nvSpPr>
        <p:spPr>
          <a:xfrm flipH="1">
            <a:off x="17360900" y="10538459"/>
            <a:ext cx="43562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5" name="Connector 5029"/>
          <p:cNvSpPr/>
          <p:nvPr/>
        </p:nvSpPr>
        <p:spPr>
          <a:xfrm flipH="1">
            <a:off x="17304892" y="10744199"/>
            <a:ext cx="56008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6" name="Connector 5030"/>
          <p:cNvSpPr/>
          <p:nvPr/>
        </p:nvSpPr>
        <p:spPr>
          <a:xfrm flipH="1">
            <a:off x="17236439" y="10949940"/>
            <a:ext cx="68454" cy="20574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7" name="Connector 5031"/>
          <p:cNvSpPr/>
          <p:nvPr/>
        </p:nvSpPr>
        <p:spPr>
          <a:xfrm>
            <a:off x="17236439" y="9921240"/>
            <a:ext cx="51689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8" name="Connector 5032"/>
          <p:cNvSpPr/>
          <p:nvPr/>
        </p:nvSpPr>
        <p:spPr>
          <a:xfrm>
            <a:off x="17288127" y="10024109"/>
            <a:ext cx="42293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9" name="Connector 5033"/>
          <p:cNvSpPr/>
          <p:nvPr/>
        </p:nvSpPr>
        <p:spPr>
          <a:xfrm>
            <a:off x="17330419" y="10126980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0" name="Connector 5034"/>
          <p:cNvSpPr/>
          <p:nvPr/>
        </p:nvSpPr>
        <p:spPr>
          <a:xfrm>
            <a:off x="17363312" y="10229849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1" name="Connector 5035"/>
          <p:cNvSpPr/>
          <p:nvPr/>
        </p:nvSpPr>
        <p:spPr>
          <a:xfrm>
            <a:off x="17386808" y="10332719"/>
            <a:ext cx="14098" cy="102870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2" name="Connector 5036"/>
          <p:cNvSpPr/>
          <p:nvPr/>
        </p:nvSpPr>
        <p:spPr>
          <a:xfrm>
            <a:off x="17400905" y="10435589"/>
            <a:ext cx="4700" cy="102872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3" name="Connector 5037"/>
          <p:cNvSpPr/>
          <p:nvPr/>
        </p:nvSpPr>
        <p:spPr>
          <a:xfrm flipH="1">
            <a:off x="17400905" y="10538459"/>
            <a:ext cx="4700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4" name="Connector 5038"/>
          <p:cNvSpPr/>
          <p:nvPr/>
        </p:nvSpPr>
        <p:spPr>
          <a:xfrm flipH="1">
            <a:off x="17386808" y="10641330"/>
            <a:ext cx="14098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5" name="Connector 5039"/>
          <p:cNvSpPr/>
          <p:nvPr/>
        </p:nvSpPr>
        <p:spPr>
          <a:xfrm flipH="1">
            <a:off x="17363312" y="10744199"/>
            <a:ext cx="23496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6" name="Connector 5040"/>
          <p:cNvSpPr/>
          <p:nvPr/>
        </p:nvSpPr>
        <p:spPr>
          <a:xfrm flipH="1">
            <a:off x="17330419" y="10847069"/>
            <a:ext cx="32894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7" name="Connector 5041"/>
          <p:cNvSpPr/>
          <p:nvPr/>
        </p:nvSpPr>
        <p:spPr>
          <a:xfrm flipH="1">
            <a:off x="17288127" y="10949940"/>
            <a:ext cx="42293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8" name="Connector 5042"/>
          <p:cNvSpPr/>
          <p:nvPr/>
        </p:nvSpPr>
        <p:spPr>
          <a:xfrm flipH="1">
            <a:off x="17236439" y="11052809"/>
            <a:ext cx="51689" cy="102871"/>
          </a:xfrm>
          <a:prstGeom prst="line">
            <a:avLst/>
          </a:prstGeom>
          <a:ln w="2103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9" name="Connector 5043"/>
          <p:cNvSpPr/>
          <p:nvPr/>
        </p:nvSpPr>
        <p:spPr>
          <a:xfrm>
            <a:off x="19705319" y="2514600"/>
            <a:ext cx="51689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0" name="Connector 5044"/>
          <p:cNvSpPr/>
          <p:nvPr/>
        </p:nvSpPr>
        <p:spPr>
          <a:xfrm>
            <a:off x="19757008" y="2617468"/>
            <a:ext cx="42293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1" name="Connector 5045"/>
          <p:cNvSpPr/>
          <p:nvPr/>
        </p:nvSpPr>
        <p:spPr>
          <a:xfrm>
            <a:off x="19799300" y="2720339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2" name="Connector 5046"/>
          <p:cNvSpPr/>
          <p:nvPr/>
        </p:nvSpPr>
        <p:spPr>
          <a:xfrm>
            <a:off x="19832192" y="2823210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3" name="Connector 5047"/>
          <p:cNvSpPr/>
          <p:nvPr/>
        </p:nvSpPr>
        <p:spPr>
          <a:xfrm>
            <a:off x="19855687" y="2926079"/>
            <a:ext cx="14098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4" name="Connector 5048"/>
          <p:cNvSpPr/>
          <p:nvPr/>
        </p:nvSpPr>
        <p:spPr>
          <a:xfrm>
            <a:off x="19869785" y="3028949"/>
            <a:ext cx="470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5" name="Connector 5049"/>
          <p:cNvSpPr/>
          <p:nvPr/>
        </p:nvSpPr>
        <p:spPr>
          <a:xfrm flipH="1">
            <a:off x="19869785" y="3131820"/>
            <a:ext cx="470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6" name="Connector 5050"/>
          <p:cNvSpPr/>
          <p:nvPr/>
        </p:nvSpPr>
        <p:spPr>
          <a:xfrm flipH="1">
            <a:off x="19855687" y="3234689"/>
            <a:ext cx="14098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7" name="Connector 5051"/>
          <p:cNvSpPr/>
          <p:nvPr/>
        </p:nvSpPr>
        <p:spPr>
          <a:xfrm flipH="1">
            <a:off x="19832192" y="3337559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8" name="Connector 5052"/>
          <p:cNvSpPr/>
          <p:nvPr/>
        </p:nvSpPr>
        <p:spPr>
          <a:xfrm flipH="1">
            <a:off x="19799300" y="3440429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9" name="Connector 5053"/>
          <p:cNvSpPr/>
          <p:nvPr/>
        </p:nvSpPr>
        <p:spPr>
          <a:xfrm flipH="1">
            <a:off x="19757009" y="3543299"/>
            <a:ext cx="42292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0" name="Connector 5054"/>
          <p:cNvSpPr/>
          <p:nvPr/>
        </p:nvSpPr>
        <p:spPr>
          <a:xfrm flipH="1">
            <a:off x="19705319" y="3646170"/>
            <a:ext cx="51690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1" name="Connector 5055"/>
          <p:cNvSpPr/>
          <p:nvPr/>
        </p:nvSpPr>
        <p:spPr>
          <a:xfrm>
            <a:off x="19705319" y="2514600"/>
            <a:ext cx="68453" cy="205739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2" name="Connector 5056"/>
          <p:cNvSpPr/>
          <p:nvPr/>
        </p:nvSpPr>
        <p:spPr>
          <a:xfrm>
            <a:off x="19773771" y="2720338"/>
            <a:ext cx="56008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3" name="Connector 5057"/>
          <p:cNvSpPr/>
          <p:nvPr/>
        </p:nvSpPr>
        <p:spPr>
          <a:xfrm>
            <a:off x="19829780" y="2926079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4" name="Connector 5058"/>
          <p:cNvSpPr/>
          <p:nvPr/>
        </p:nvSpPr>
        <p:spPr>
          <a:xfrm>
            <a:off x="19873340" y="3131820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5" name="Connector 5059"/>
          <p:cNvSpPr/>
          <p:nvPr/>
        </p:nvSpPr>
        <p:spPr>
          <a:xfrm>
            <a:off x="19904456" y="3337559"/>
            <a:ext cx="18669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6" name="Connector 5060"/>
          <p:cNvSpPr/>
          <p:nvPr/>
        </p:nvSpPr>
        <p:spPr>
          <a:xfrm>
            <a:off x="19923123" y="3543300"/>
            <a:ext cx="6225" cy="205739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7" name="Connector 5061"/>
          <p:cNvSpPr/>
          <p:nvPr/>
        </p:nvSpPr>
        <p:spPr>
          <a:xfrm flipH="1">
            <a:off x="19923125" y="3749038"/>
            <a:ext cx="6224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8" name="Connector 5062"/>
          <p:cNvSpPr/>
          <p:nvPr/>
        </p:nvSpPr>
        <p:spPr>
          <a:xfrm flipH="1">
            <a:off x="19904456" y="3954779"/>
            <a:ext cx="18670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9" name="Connector 5063"/>
          <p:cNvSpPr/>
          <p:nvPr/>
        </p:nvSpPr>
        <p:spPr>
          <a:xfrm flipH="1">
            <a:off x="19873340" y="4160520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0" name="Connector 5064"/>
          <p:cNvSpPr/>
          <p:nvPr/>
        </p:nvSpPr>
        <p:spPr>
          <a:xfrm flipH="1">
            <a:off x="19829780" y="4366259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1" name="Connector 5065"/>
          <p:cNvSpPr/>
          <p:nvPr/>
        </p:nvSpPr>
        <p:spPr>
          <a:xfrm flipH="1">
            <a:off x="19773772" y="4571999"/>
            <a:ext cx="56008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2" name="Connector 5066"/>
          <p:cNvSpPr/>
          <p:nvPr/>
        </p:nvSpPr>
        <p:spPr>
          <a:xfrm flipH="1">
            <a:off x="19705319" y="4777740"/>
            <a:ext cx="68453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3" name="Connector 5067"/>
          <p:cNvSpPr/>
          <p:nvPr/>
        </p:nvSpPr>
        <p:spPr>
          <a:xfrm>
            <a:off x="19705319" y="2514600"/>
            <a:ext cx="85218" cy="30861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4" name="Connector 5068"/>
          <p:cNvSpPr/>
          <p:nvPr/>
        </p:nvSpPr>
        <p:spPr>
          <a:xfrm>
            <a:off x="19790537" y="2823209"/>
            <a:ext cx="69724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5" name="Connector 5069"/>
          <p:cNvSpPr/>
          <p:nvPr/>
        </p:nvSpPr>
        <p:spPr>
          <a:xfrm>
            <a:off x="19860260" y="3131820"/>
            <a:ext cx="54230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6" name="Connector 5070"/>
          <p:cNvSpPr/>
          <p:nvPr/>
        </p:nvSpPr>
        <p:spPr>
          <a:xfrm>
            <a:off x="19914488" y="3440429"/>
            <a:ext cx="38736" cy="30861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7" name="Connector 5071"/>
          <p:cNvSpPr/>
          <p:nvPr/>
        </p:nvSpPr>
        <p:spPr>
          <a:xfrm>
            <a:off x="19953223" y="3749038"/>
            <a:ext cx="23241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8" name="Connector 5072"/>
          <p:cNvSpPr/>
          <p:nvPr/>
        </p:nvSpPr>
        <p:spPr>
          <a:xfrm>
            <a:off x="19976464" y="4057648"/>
            <a:ext cx="7749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9" name="Connector 5073"/>
          <p:cNvSpPr/>
          <p:nvPr/>
        </p:nvSpPr>
        <p:spPr>
          <a:xfrm flipH="1">
            <a:off x="19976464" y="4366259"/>
            <a:ext cx="774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0" name="Connector 5074"/>
          <p:cNvSpPr/>
          <p:nvPr/>
        </p:nvSpPr>
        <p:spPr>
          <a:xfrm flipH="1">
            <a:off x="19953223" y="4674870"/>
            <a:ext cx="23242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1" name="Connector 5075"/>
          <p:cNvSpPr/>
          <p:nvPr/>
        </p:nvSpPr>
        <p:spPr>
          <a:xfrm flipH="1">
            <a:off x="19914488" y="4983479"/>
            <a:ext cx="38736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2" name="Connector 5076"/>
          <p:cNvSpPr/>
          <p:nvPr/>
        </p:nvSpPr>
        <p:spPr>
          <a:xfrm flipH="1">
            <a:off x="19860260" y="5292090"/>
            <a:ext cx="54230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3" name="Connector 5077"/>
          <p:cNvSpPr/>
          <p:nvPr/>
        </p:nvSpPr>
        <p:spPr>
          <a:xfrm flipH="1">
            <a:off x="19790537" y="5600699"/>
            <a:ext cx="69724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4" name="Connector 5078"/>
          <p:cNvSpPr/>
          <p:nvPr/>
        </p:nvSpPr>
        <p:spPr>
          <a:xfrm flipH="1">
            <a:off x="19705319" y="5909309"/>
            <a:ext cx="8521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5" name="Connector 5079"/>
          <p:cNvSpPr/>
          <p:nvPr/>
        </p:nvSpPr>
        <p:spPr>
          <a:xfrm>
            <a:off x="19705319" y="2514599"/>
            <a:ext cx="101981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6" name="Connector 5080"/>
          <p:cNvSpPr/>
          <p:nvPr/>
        </p:nvSpPr>
        <p:spPr>
          <a:xfrm>
            <a:off x="19807299" y="2926078"/>
            <a:ext cx="83441" cy="41148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7" name="Connector 5081"/>
          <p:cNvSpPr/>
          <p:nvPr/>
        </p:nvSpPr>
        <p:spPr>
          <a:xfrm>
            <a:off x="19890739" y="3337559"/>
            <a:ext cx="64898" cy="41148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8" name="Connector 5082"/>
          <p:cNvSpPr/>
          <p:nvPr/>
        </p:nvSpPr>
        <p:spPr>
          <a:xfrm>
            <a:off x="19955637" y="3749038"/>
            <a:ext cx="46356" cy="411483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9" name="Connector 5083"/>
          <p:cNvSpPr/>
          <p:nvPr/>
        </p:nvSpPr>
        <p:spPr>
          <a:xfrm>
            <a:off x="20001991" y="4160520"/>
            <a:ext cx="27814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0" name="Connector 5084"/>
          <p:cNvSpPr/>
          <p:nvPr/>
        </p:nvSpPr>
        <p:spPr>
          <a:xfrm>
            <a:off x="20029805" y="4571999"/>
            <a:ext cx="9272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1" name="Connector 5085"/>
          <p:cNvSpPr/>
          <p:nvPr/>
        </p:nvSpPr>
        <p:spPr>
          <a:xfrm flipH="1">
            <a:off x="20029805" y="4983479"/>
            <a:ext cx="9272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2" name="Connector 5086"/>
          <p:cNvSpPr/>
          <p:nvPr/>
        </p:nvSpPr>
        <p:spPr>
          <a:xfrm flipH="1">
            <a:off x="20001991" y="5394959"/>
            <a:ext cx="27814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3" name="Connector 5087"/>
          <p:cNvSpPr/>
          <p:nvPr/>
        </p:nvSpPr>
        <p:spPr>
          <a:xfrm flipH="1">
            <a:off x="19955637" y="5806440"/>
            <a:ext cx="46356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4" name="Connector 5088"/>
          <p:cNvSpPr/>
          <p:nvPr/>
        </p:nvSpPr>
        <p:spPr>
          <a:xfrm flipH="1">
            <a:off x="19890739" y="6217920"/>
            <a:ext cx="64898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5" name="Connector 5089"/>
          <p:cNvSpPr/>
          <p:nvPr/>
        </p:nvSpPr>
        <p:spPr>
          <a:xfrm flipH="1">
            <a:off x="19807301" y="6629399"/>
            <a:ext cx="83440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6" name="Connector 5090"/>
          <p:cNvSpPr/>
          <p:nvPr/>
        </p:nvSpPr>
        <p:spPr>
          <a:xfrm flipH="1">
            <a:off x="19705319" y="7040880"/>
            <a:ext cx="101982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7" name="Connector 5091"/>
          <p:cNvSpPr/>
          <p:nvPr/>
        </p:nvSpPr>
        <p:spPr>
          <a:xfrm>
            <a:off x="19705319" y="2514599"/>
            <a:ext cx="118745" cy="51435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8" name="Connector 5092"/>
          <p:cNvSpPr/>
          <p:nvPr/>
        </p:nvSpPr>
        <p:spPr>
          <a:xfrm>
            <a:off x="19824064" y="3028949"/>
            <a:ext cx="97157" cy="51435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9" name="Connector 5093"/>
          <p:cNvSpPr/>
          <p:nvPr/>
        </p:nvSpPr>
        <p:spPr>
          <a:xfrm>
            <a:off x="19921219" y="3543300"/>
            <a:ext cx="7556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0" name="Connector 5094"/>
          <p:cNvSpPr/>
          <p:nvPr/>
        </p:nvSpPr>
        <p:spPr>
          <a:xfrm>
            <a:off x="19996785" y="4057649"/>
            <a:ext cx="53976" cy="51435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1" name="Connector 5095"/>
          <p:cNvSpPr/>
          <p:nvPr/>
        </p:nvSpPr>
        <p:spPr>
          <a:xfrm>
            <a:off x="20050760" y="4572000"/>
            <a:ext cx="32385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2" name="Connector 5096"/>
          <p:cNvSpPr/>
          <p:nvPr/>
        </p:nvSpPr>
        <p:spPr>
          <a:xfrm>
            <a:off x="20083144" y="5086349"/>
            <a:ext cx="10797" cy="51435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3" name="Connector 5097"/>
          <p:cNvSpPr/>
          <p:nvPr/>
        </p:nvSpPr>
        <p:spPr>
          <a:xfrm flipH="1">
            <a:off x="20083144" y="5600700"/>
            <a:ext cx="1079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4" name="Connector 5098"/>
          <p:cNvSpPr/>
          <p:nvPr/>
        </p:nvSpPr>
        <p:spPr>
          <a:xfrm flipH="1">
            <a:off x="20050760" y="6115049"/>
            <a:ext cx="32386" cy="51435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5" name="Connector 5099"/>
          <p:cNvSpPr/>
          <p:nvPr/>
        </p:nvSpPr>
        <p:spPr>
          <a:xfrm flipH="1">
            <a:off x="19996785" y="6629400"/>
            <a:ext cx="5397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6" name="Connector 5100"/>
          <p:cNvSpPr/>
          <p:nvPr/>
        </p:nvSpPr>
        <p:spPr>
          <a:xfrm flipH="1">
            <a:off x="19921219" y="7143750"/>
            <a:ext cx="7556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7" name="Connector 5101"/>
          <p:cNvSpPr/>
          <p:nvPr/>
        </p:nvSpPr>
        <p:spPr>
          <a:xfrm flipH="1">
            <a:off x="19824064" y="7658100"/>
            <a:ext cx="97157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8" name="Connector 5102"/>
          <p:cNvSpPr/>
          <p:nvPr/>
        </p:nvSpPr>
        <p:spPr>
          <a:xfrm flipH="1">
            <a:off x="19705319" y="8172450"/>
            <a:ext cx="118745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9" name="Connector 5103"/>
          <p:cNvSpPr/>
          <p:nvPr/>
        </p:nvSpPr>
        <p:spPr>
          <a:xfrm>
            <a:off x="19705319" y="2514599"/>
            <a:ext cx="135510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0" name="Connector 5104"/>
          <p:cNvSpPr/>
          <p:nvPr/>
        </p:nvSpPr>
        <p:spPr>
          <a:xfrm>
            <a:off x="19840829" y="3131818"/>
            <a:ext cx="110871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1" name="Connector 5105"/>
          <p:cNvSpPr/>
          <p:nvPr/>
        </p:nvSpPr>
        <p:spPr>
          <a:xfrm>
            <a:off x="19951700" y="3749038"/>
            <a:ext cx="86234" cy="617223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2" name="Connector 5106"/>
          <p:cNvSpPr/>
          <p:nvPr/>
        </p:nvSpPr>
        <p:spPr>
          <a:xfrm>
            <a:off x="20037933" y="4366259"/>
            <a:ext cx="61596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3" name="Connector 5107"/>
          <p:cNvSpPr/>
          <p:nvPr/>
        </p:nvSpPr>
        <p:spPr>
          <a:xfrm>
            <a:off x="20099528" y="4983479"/>
            <a:ext cx="36957" cy="61722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4" name="Connector 5108"/>
          <p:cNvSpPr/>
          <p:nvPr/>
        </p:nvSpPr>
        <p:spPr>
          <a:xfrm>
            <a:off x="20136484" y="5600698"/>
            <a:ext cx="12321" cy="61722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5" name="Connector 5109"/>
          <p:cNvSpPr/>
          <p:nvPr/>
        </p:nvSpPr>
        <p:spPr>
          <a:xfrm flipH="1">
            <a:off x="20136485" y="6217920"/>
            <a:ext cx="12320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6" name="Connector 5110"/>
          <p:cNvSpPr/>
          <p:nvPr/>
        </p:nvSpPr>
        <p:spPr>
          <a:xfrm flipH="1">
            <a:off x="20099528" y="6835140"/>
            <a:ext cx="36958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7" name="Connector 5111"/>
          <p:cNvSpPr/>
          <p:nvPr/>
        </p:nvSpPr>
        <p:spPr>
          <a:xfrm flipH="1">
            <a:off x="20037933" y="7452359"/>
            <a:ext cx="61596" cy="61722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8" name="Connector 5112"/>
          <p:cNvSpPr/>
          <p:nvPr/>
        </p:nvSpPr>
        <p:spPr>
          <a:xfrm flipH="1">
            <a:off x="19951699" y="8069578"/>
            <a:ext cx="86234" cy="61722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9" name="Connector 5113"/>
          <p:cNvSpPr/>
          <p:nvPr/>
        </p:nvSpPr>
        <p:spPr>
          <a:xfrm flipH="1">
            <a:off x="19840830" y="8686799"/>
            <a:ext cx="110871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0" name="Connector 5114"/>
          <p:cNvSpPr/>
          <p:nvPr/>
        </p:nvSpPr>
        <p:spPr>
          <a:xfrm flipH="1">
            <a:off x="19705319" y="9304019"/>
            <a:ext cx="135510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1" name="Connector 5115"/>
          <p:cNvSpPr/>
          <p:nvPr/>
        </p:nvSpPr>
        <p:spPr>
          <a:xfrm>
            <a:off x="19705319" y="2514600"/>
            <a:ext cx="152273" cy="72009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2" name="Connector 5116"/>
          <p:cNvSpPr/>
          <p:nvPr/>
        </p:nvSpPr>
        <p:spPr>
          <a:xfrm>
            <a:off x="19857592" y="3234688"/>
            <a:ext cx="124589" cy="72009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3" name="Connector 5117"/>
          <p:cNvSpPr/>
          <p:nvPr/>
        </p:nvSpPr>
        <p:spPr>
          <a:xfrm>
            <a:off x="19982180" y="3954779"/>
            <a:ext cx="96902" cy="72009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4" name="Connector 5118"/>
          <p:cNvSpPr/>
          <p:nvPr/>
        </p:nvSpPr>
        <p:spPr>
          <a:xfrm>
            <a:off x="20079081" y="4674870"/>
            <a:ext cx="69216" cy="72009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5" name="Connector 5119"/>
          <p:cNvSpPr/>
          <p:nvPr/>
        </p:nvSpPr>
        <p:spPr>
          <a:xfrm>
            <a:off x="20148295" y="5394959"/>
            <a:ext cx="41529" cy="72009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6" name="Connector 5120"/>
          <p:cNvSpPr/>
          <p:nvPr/>
        </p:nvSpPr>
        <p:spPr>
          <a:xfrm>
            <a:off x="20189823" y="6115048"/>
            <a:ext cx="13845" cy="72009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7" name="Connector 5121"/>
          <p:cNvSpPr/>
          <p:nvPr/>
        </p:nvSpPr>
        <p:spPr>
          <a:xfrm flipH="1">
            <a:off x="20189825" y="6835140"/>
            <a:ext cx="13844" cy="72009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8" name="Connector 5122"/>
          <p:cNvSpPr/>
          <p:nvPr/>
        </p:nvSpPr>
        <p:spPr>
          <a:xfrm flipH="1">
            <a:off x="20148295" y="7555228"/>
            <a:ext cx="41530" cy="72009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9" name="Connector 5123"/>
          <p:cNvSpPr/>
          <p:nvPr/>
        </p:nvSpPr>
        <p:spPr>
          <a:xfrm flipH="1">
            <a:off x="20079081" y="8275319"/>
            <a:ext cx="69216" cy="72009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0" name="Connector 5124"/>
          <p:cNvSpPr/>
          <p:nvPr/>
        </p:nvSpPr>
        <p:spPr>
          <a:xfrm flipH="1">
            <a:off x="19982180" y="8995409"/>
            <a:ext cx="96902" cy="72009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1" name="Connector 5125"/>
          <p:cNvSpPr/>
          <p:nvPr/>
        </p:nvSpPr>
        <p:spPr>
          <a:xfrm flipH="1">
            <a:off x="19857592" y="9715500"/>
            <a:ext cx="124588" cy="72009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2" name="Connector 5126"/>
          <p:cNvSpPr/>
          <p:nvPr/>
        </p:nvSpPr>
        <p:spPr>
          <a:xfrm flipH="1">
            <a:off x="19705319" y="10435589"/>
            <a:ext cx="152274" cy="72009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3" name="Connector 5127"/>
          <p:cNvSpPr/>
          <p:nvPr/>
        </p:nvSpPr>
        <p:spPr>
          <a:xfrm>
            <a:off x="19705319" y="3749038"/>
            <a:ext cx="51689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4" name="Connector 5128"/>
          <p:cNvSpPr/>
          <p:nvPr/>
        </p:nvSpPr>
        <p:spPr>
          <a:xfrm>
            <a:off x="19757008" y="3851909"/>
            <a:ext cx="42293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5" name="Connector 5129"/>
          <p:cNvSpPr/>
          <p:nvPr/>
        </p:nvSpPr>
        <p:spPr>
          <a:xfrm>
            <a:off x="19799300" y="3954779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6" name="Connector 5130"/>
          <p:cNvSpPr/>
          <p:nvPr/>
        </p:nvSpPr>
        <p:spPr>
          <a:xfrm>
            <a:off x="19832192" y="4057649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7" name="Connector 5131"/>
          <p:cNvSpPr/>
          <p:nvPr/>
        </p:nvSpPr>
        <p:spPr>
          <a:xfrm>
            <a:off x="19855687" y="4160520"/>
            <a:ext cx="14098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8" name="Connector 5132"/>
          <p:cNvSpPr/>
          <p:nvPr/>
        </p:nvSpPr>
        <p:spPr>
          <a:xfrm>
            <a:off x="19869785" y="4263388"/>
            <a:ext cx="4700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9" name="Connector 5133"/>
          <p:cNvSpPr/>
          <p:nvPr/>
        </p:nvSpPr>
        <p:spPr>
          <a:xfrm flipH="1">
            <a:off x="19869785" y="4366259"/>
            <a:ext cx="470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0" name="Connector 5134"/>
          <p:cNvSpPr/>
          <p:nvPr/>
        </p:nvSpPr>
        <p:spPr>
          <a:xfrm flipH="1">
            <a:off x="19855687" y="4469129"/>
            <a:ext cx="14098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1" name="Connector 5135"/>
          <p:cNvSpPr/>
          <p:nvPr/>
        </p:nvSpPr>
        <p:spPr>
          <a:xfrm flipH="1">
            <a:off x="19832192" y="4571999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2" name="Connector 5136"/>
          <p:cNvSpPr/>
          <p:nvPr/>
        </p:nvSpPr>
        <p:spPr>
          <a:xfrm flipH="1">
            <a:off x="19799300" y="4674870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3" name="Connector 5137"/>
          <p:cNvSpPr/>
          <p:nvPr/>
        </p:nvSpPr>
        <p:spPr>
          <a:xfrm flipH="1">
            <a:off x="19757009" y="4777740"/>
            <a:ext cx="42292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4" name="Connector 5138"/>
          <p:cNvSpPr/>
          <p:nvPr/>
        </p:nvSpPr>
        <p:spPr>
          <a:xfrm flipH="1">
            <a:off x="19705319" y="4880609"/>
            <a:ext cx="5169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5" name="Connector 5139"/>
          <p:cNvSpPr/>
          <p:nvPr/>
        </p:nvSpPr>
        <p:spPr>
          <a:xfrm>
            <a:off x="19705319" y="3749038"/>
            <a:ext cx="68453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6" name="Connector 5140"/>
          <p:cNvSpPr/>
          <p:nvPr/>
        </p:nvSpPr>
        <p:spPr>
          <a:xfrm>
            <a:off x="19773771" y="3954779"/>
            <a:ext cx="56008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7" name="Connector 5141"/>
          <p:cNvSpPr/>
          <p:nvPr/>
        </p:nvSpPr>
        <p:spPr>
          <a:xfrm>
            <a:off x="19829780" y="4160520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8" name="Connector 5142"/>
          <p:cNvSpPr/>
          <p:nvPr/>
        </p:nvSpPr>
        <p:spPr>
          <a:xfrm>
            <a:off x="19873340" y="4366259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9" name="Connector 5143"/>
          <p:cNvSpPr/>
          <p:nvPr/>
        </p:nvSpPr>
        <p:spPr>
          <a:xfrm>
            <a:off x="19904456" y="4571999"/>
            <a:ext cx="18669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0" name="Connector 5144"/>
          <p:cNvSpPr/>
          <p:nvPr/>
        </p:nvSpPr>
        <p:spPr>
          <a:xfrm>
            <a:off x="19923123" y="4777740"/>
            <a:ext cx="6225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1" name="Connector 5145"/>
          <p:cNvSpPr/>
          <p:nvPr/>
        </p:nvSpPr>
        <p:spPr>
          <a:xfrm flipH="1">
            <a:off x="19923125" y="4983479"/>
            <a:ext cx="6224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2" name="Connector 5146"/>
          <p:cNvSpPr/>
          <p:nvPr/>
        </p:nvSpPr>
        <p:spPr>
          <a:xfrm flipH="1">
            <a:off x="19904456" y="5189220"/>
            <a:ext cx="18670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3" name="Connector 5147"/>
          <p:cNvSpPr/>
          <p:nvPr/>
        </p:nvSpPr>
        <p:spPr>
          <a:xfrm flipH="1">
            <a:off x="19873340" y="5394959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4" name="Connector 5148"/>
          <p:cNvSpPr/>
          <p:nvPr/>
        </p:nvSpPr>
        <p:spPr>
          <a:xfrm flipH="1">
            <a:off x="19829780" y="5600699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5" name="Connector 5149"/>
          <p:cNvSpPr/>
          <p:nvPr/>
        </p:nvSpPr>
        <p:spPr>
          <a:xfrm flipH="1">
            <a:off x="19773772" y="5806440"/>
            <a:ext cx="56008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6" name="Connector 5150"/>
          <p:cNvSpPr/>
          <p:nvPr/>
        </p:nvSpPr>
        <p:spPr>
          <a:xfrm flipH="1">
            <a:off x="19705319" y="6012179"/>
            <a:ext cx="68453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7" name="Connector 5151"/>
          <p:cNvSpPr/>
          <p:nvPr/>
        </p:nvSpPr>
        <p:spPr>
          <a:xfrm>
            <a:off x="19705319" y="3749038"/>
            <a:ext cx="8521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8" name="Connector 5152"/>
          <p:cNvSpPr/>
          <p:nvPr/>
        </p:nvSpPr>
        <p:spPr>
          <a:xfrm>
            <a:off x="19790537" y="4057648"/>
            <a:ext cx="69724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9" name="Connector 5153"/>
          <p:cNvSpPr/>
          <p:nvPr/>
        </p:nvSpPr>
        <p:spPr>
          <a:xfrm>
            <a:off x="19860260" y="4366259"/>
            <a:ext cx="54230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0" name="Connector 5154"/>
          <p:cNvSpPr/>
          <p:nvPr/>
        </p:nvSpPr>
        <p:spPr>
          <a:xfrm>
            <a:off x="19914488" y="4674870"/>
            <a:ext cx="38736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1" name="Connector 5155"/>
          <p:cNvSpPr/>
          <p:nvPr/>
        </p:nvSpPr>
        <p:spPr>
          <a:xfrm>
            <a:off x="19953223" y="4983479"/>
            <a:ext cx="23241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2" name="Connector 5156"/>
          <p:cNvSpPr/>
          <p:nvPr/>
        </p:nvSpPr>
        <p:spPr>
          <a:xfrm>
            <a:off x="19976464" y="5292090"/>
            <a:ext cx="7749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3" name="Connector 5157"/>
          <p:cNvSpPr/>
          <p:nvPr/>
        </p:nvSpPr>
        <p:spPr>
          <a:xfrm flipH="1">
            <a:off x="19976464" y="5600699"/>
            <a:ext cx="774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4" name="Connector 5158"/>
          <p:cNvSpPr/>
          <p:nvPr/>
        </p:nvSpPr>
        <p:spPr>
          <a:xfrm flipH="1">
            <a:off x="19953223" y="5909309"/>
            <a:ext cx="23242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5" name="Connector 5159"/>
          <p:cNvSpPr/>
          <p:nvPr/>
        </p:nvSpPr>
        <p:spPr>
          <a:xfrm flipH="1">
            <a:off x="19914488" y="6217920"/>
            <a:ext cx="38736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6" name="Connector 5160"/>
          <p:cNvSpPr/>
          <p:nvPr/>
        </p:nvSpPr>
        <p:spPr>
          <a:xfrm flipH="1">
            <a:off x="19860260" y="6526530"/>
            <a:ext cx="54230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7" name="Connector 5161"/>
          <p:cNvSpPr/>
          <p:nvPr/>
        </p:nvSpPr>
        <p:spPr>
          <a:xfrm flipH="1">
            <a:off x="19790537" y="6835140"/>
            <a:ext cx="69724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8" name="Connector 5162"/>
          <p:cNvSpPr/>
          <p:nvPr/>
        </p:nvSpPr>
        <p:spPr>
          <a:xfrm flipH="1">
            <a:off x="19705319" y="7143749"/>
            <a:ext cx="8521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9" name="Connector 5163"/>
          <p:cNvSpPr/>
          <p:nvPr/>
        </p:nvSpPr>
        <p:spPr>
          <a:xfrm>
            <a:off x="19705319" y="3749038"/>
            <a:ext cx="101981" cy="411483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0" name="Connector 5164"/>
          <p:cNvSpPr/>
          <p:nvPr/>
        </p:nvSpPr>
        <p:spPr>
          <a:xfrm>
            <a:off x="19807299" y="4160520"/>
            <a:ext cx="83441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1" name="Connector 5165"/>
          <p:cNvSpPr/>
          <p:nvPr/>
        </p:nvSpPr>
        <p:spPr>
          <a:xfrm>
            <a:off x="19890739" y="4571999"/>
            <a:ext cx="64898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2" name="Connector 5166"/>
          <p:cNvSpPr/>
          <p:nvPr/>
        </p:nvSpPr>
        <p:spPr>
          <a:xfrm>
            <a:off x="19955637" y="4983479"/>
            <a:ext cx="46356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3" name="Connector 5167"/>
          <p:cNvSpPr/>
          <p:nvPr/>
        </p:nvSpPr>
        <p:spPr>
          <a:xfrm>
            <a:off x="20001991" y="5394959"/>
            <a:ext cx="27814" cy="41148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4" name="Connector 5168"/>
          <p:cNvSpPr/>
          <p:nvPr/>
        </p:nvSpPr>
        <p:spPr>
          <a:xfrm>
            <a:off x="20029805" y="5806438"/>
            <a:ext cx="9272" cy="411483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5" name="Connector 5169"/>
          <p:cNvSpPr/>
          <p:nvPr/>
        </p:nvSpPr>
        <p:spPr>
          <a:xfrm flipH="1">
            <a:off x="20029805" y="6217920"/>
            <a:ext cx="9272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6" name="Connector 5170"/>
          <p:cNvSpPr/>
          <p:nvPr/>
        </p:nvSpPr>
        <p:spPr>
          <a:xfrm flipH="1">
            <a:off x="20001991" y="6629399"/>
            <a:ext cx="27814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7" name="Connector 5171"/>
          <p:cNvSpPr/>
          <p:nvPr/>
        </p:nvSpPr>
        <p:spPr>
          <a:xfrm flipH="1">
            <a:off x="19955637" y="7040880"/>
            <a:ext cx="46356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8" name="Connector 5172"/>
          <p:cNvSpPr/>
          <p:nvPr/>
        </p:nvSpPr>
        <p:spPr>
          <a:xfrm flipH="1">
            <a:off x="19890739" y="7452359"/>
            <a:ext cx="64898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9" name="Connector 5173"/>
          <p:cNvSpPr/>
          <p:nvPr/>
        </p:nvSpPr>
        <p:spPr>
          <a:xfrm flipH="1">
            <a:off x="19807301" y="7863840"/>
            <a:ext cx="83440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0" name="Connector 5174"/>
          <p:cNvSpPr/>
          <p:nvPr/>
        </p:nvSpPr>
        <p:spPr>
          <a:xfrm flipH="1">
            <a:off x="19705319" y="8275319"/>
            <a:ext cx="101982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1" name="Connector 5175"/>
          <p:cNvSpPr/>
          <p:nvPr/>
        </p:nvSpPr>
        <p:spPr>
          <a:xfrm>
            <a:off x="19705319" y="3749038"/>
            <a:ext cx="118745" cy="51435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2" name="Connector 5176"/>
          <p:cNvSpPr/>
          <p:nvPr/>
        </p:nvSpPr>
        <p:spPr>
          <a:xfrm>
            <a:off x="19824064" y="4263390"/>
            <a:ext cx="97157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3" name="Connector 5177"/>
          <p:cNvSpPr/>
          <p:nvPr/>
        </p:nvSpPr>
        <p:spPr>
          <a:xfrm>
            <a:off x="19921219" y="4777740"/>
            <a:ext cx="7556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4" name="Connector 5178"/>
          <p:cNvSpPr/>
          <p:nvPr/>
        </p:nvSpPr>
        <p:spPr>
          <a:xfrm>
            <a:off x="19996785" y="5292090"/>
            <a:ext cx="5397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5" name="Connector 5179"/>
          <p:cNvSpPr/>
          <p:nvPr/>
        </p:nvSpPr>
        <p:spPr>
          <a:xfrm>
            <a:off x="20050760" y="5806440"/>
            <a:ext cx="32385" cy="514349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6" name="Connector 5180"/>
          <p:cNvSpPr/>
          <p:nvPr/>
        </p:nvSpPr>
        <p:spPr>
          <a:xfrm>
            <a:off x="20083144" y="6320788"/>
            <a:ext cx="10797" cy="51435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7" name="Connector 5181"/>
          <p:cNvSpPr/>
          <p:nvPr/>
        </p:nvSpPr>
        <p:spPr>
          <a:xfrm flipH="1">
            <a:off x="20083144" y="6835140"/>
            <a:ext cx="1079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8" name="Connector 5182"/>
          <p:cNvSpPr/>
          <p:nvPr/>
        </p:nvSpPr>
        <p:spPr>
          <a:xfrm flipH="1">
            <a:off x="20050760" y="7349490"/>
            <a:ext cx="3238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9" name="Connector 5183"/>
          <p:cNvSpPr/>
          <p:nvPr/>
        </p:nvSpPr>
        <p:spPr>
          <a:xfrm flipH="1">
            <a:off x="19996785" y="7863840"/>
            <a:ext cx="5397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0" name="Connector 5184"/>
          <p:cNvSpPr/>
          <p:nvPr/>
        </p:nvSpPr>
        <p:spPr>
          <a:xfrm flipH="1">
            <a:off x="19921219" y="8378190"/>
            <a:ext cx="7556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1" name="Connector 5185"/>
          <p:cNvSpPr/>
          <p:nvPr/>
        </p:nvSpPr>
        <p:spPr>
          <a:xfrm flipH="1">
            <a:off x="19824064" y="8892540"/>
            <a:ext cx="97157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2" name="Connector 5186"/>
          <p:cNvSpPr/>
          <p:nvPr/>
        </p:nvSpPr>
        <p:spPr>
          <a:xfrm flipH="1">
            <a:off x="19705319" y="9406890"/>
            <a:ext cx="118745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3" name="Connector 5187"/>
          <p:cNvSpPr/>
          <p:nvPr/>
        </p:nvSpPr>
        <p:spPr>
          <a:xfrm>
            <a:off x="19705319" y="3749038"/>
            <a:ext cx="135510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4" name="Connector 5188"/>
          <p:cNvSpPr/>
          <p:nvPr/>
        </p:nvSpPr>
        <p:spPr>
          <a:xfrm>
            <a:off x="19840829" y="4366259"/>
            <a:ext cx="110871" cy="61722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5" name="Connector 5189"/>
          <p:cNvSpPr/>
          <p:nvPr/>
        </p:nvSpPr>
        <p:spPr>
          <a:xfrm>
            <a:off x="19951700" y="4983479"/>
            <a:ext cx="86234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6" name="Connector 5190"/>
          <p:cNvSpPr/>
          <p:nvPr/>
        </p:nvSpPr>
        <p:spPr>
          <a:xfrm>
            <a:off x="20037933" y="5600699"/>
            <a:ext cx="61596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7" name="Connector 5191"/>
          <p:cNvSpPr/>
          <p:nvPr/>
        </p:nvSpPr>
        <p:spPr>
          <a:xfrm>
            <a:off x="20099528" y="6217920"/>
            <a:ext cx="36957" cy="61722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8" name="Connector 5192"/>
          <p:cNvSpPr/>
          <p:nvPr/>
        </p:nvSpPr>
        <p:spPr>
          <a:xfrm>
            <a:off x="20136484" y="6835139"/>
            <a:ext cx="12321" cy="61722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9" name="Connector 5193"/>
          <p:cNvSpPr/>
          <p:nvPr/>
        </p:nvSpPr>
        <p:spPr>
          <a:xfrm flipH="1">
            <a:off x="20136485" y="7452359"/>
            <a:ext cx="12320" cy="61722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0" name="Connector 5194"/>
          <p:cNvSpPr/>
          <p:nvPr/>
        </p:nvSpPr>
        <p:spPr>
          <a:xfrm flipH="1">
            <a:off x="20099528" y="8069578"/>
            <a:ext cx="36958" cy="61722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1" name="Connector 5195"/>
          <p:cNvSpPr/>
          <p:nvPr/>
        </p:nvSpPr>
        <p:spPr>
          <a:xfrm flipH="1">
            <a:off x="20037933" y="8686799"/>
            <a:ext cx="61596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2" name="Connector 5196"/>
          <p:cNvSpPr/>
          <p:nvPr/>
        </p:nvSpPr>
        <p:spPr>
          <a:xfrm flipH="1">
            <a:off x="19951699" y="9304019"/>
            <a:ext cx="86234" cy="61722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3" name="Connector 5197"/>
          <p:cNvSpPr/>
          <p:nvPr/>
        </p:nvSpPr>
        <p:spPr>
          <a:xfrm flipH="1">
            <a:off x="19840830" y="9921240"/>
            <a:ext cx="110871" cy="61722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4" name="Connector 5198"/>
          <p:cNvSpPr/>
          <p:nvPr/>
        </p:nvSpPr>
        <p:spPr>
          <a:xfrm flipH="1">
            <a:off x="19705319" y="10538459"/>
            <a:ext cx="135510" cy="61722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5" name="Connector 5199"/>
          <p:cNvSpPr/>
          <p:nvPr/>
        </p:nvSpPr>
        <p:spPr>
          <a:xfrm>
            <a:off x="19705319" y="4983479"/>
            <a:ext cx="51689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6" name="Connector 5200"/>
          <p:cNvSpPr/>
          <p:nvPr/>
        </p:nvSpPr>
        <p:spPr>
          <a:xfrm>
            <a:off x="19757008" y="5086348"/>
            <a:ext cx="42293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7" name="Connector 5201"/>
          <p:cNvSpPr/>
          <p:nvPr/>
        </p:nvSpPr>
        <p:spPr>
          <a:xfrm>
            <a:off x="19799300" y="5189220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8" name="Connector 5202"/>
          <p:cNvSpPr/>
          <p:nvPr/>
        </p:nvSpPr>
        <p:spPr>
          <a:xfrm>
            <a:off x="19832192" y="5292090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9" name="Connector 5203"/>
          <p:cNvSpPr/>
          <p:nvPr/>
        </p:nvSpPr>
        <p:spPr>
          <a:xfrm>
            <a:off x="19855687" y="5394959"/>
            <a:ext cx="14098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0" name="Connector 5204"/>
          <p:cNvSpPr/>
          <p:nvPr/>
        </p:nvSpPr>
        <p:spPr>
          <a:xfrm>
            <a:off x="19869785" y="5497829"/>
            <a:ext cx="4700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1" name="Connector 5205"/>
          <p:cNvSpPr/>
          <p:nvPr/>
        </p:nvSpPr>
        <p:spPr>
          <a:xfrm flipH="1">
            <a:off x="19869785" y="5600699"/>
            <a:ext cx="470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2" name="Connector 5206"/>
          <p:cNvSpPr/>
          <p:nvPr/>
        </p:nvSpPr>
        <p:spPr>
          <a:xfrm flipH="1">
            <a:off x="19855687" y="5703570"/>
            <a:ext cx="14098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3" name="Connector 5207"/>
          <p:cNvSpPr/>
          <p:nvPr/>
        </p:nvSpPr>
        <p:spPr>
          <a:xfrm flipH="1">
            <a:off x="19832192" y="5806440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4" name="Connector 5208"/>
          <p:cNvSpPr/>
          <p:nvPr/>
        </p:nvSpPr>
        <p:spPr>
          <a:xfrm flipH="1">
            <a:off x="19799300" y="5909309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5" name="Connector 5209"/>
          <p:cNvSpPr/>
          <p:nvPr/>
        </p:nvSpPr>
        <p:spPr>
          <a:xfrm flipH="1">
            <a:off x="19757009" y="6012179"/>
            <a:ext cx="42292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6" name="Connector 5210"/>
          <p:cNvSpPr/>
          <p:nvPr/>
        </p:nvSpPr>
        <p:spPr>
          <a:xfrm flipH="1">
            <a:off x="19705319" y="6115049"/>
            <a:ext cx="5169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7" name="Connector 5211"/>
          <p:cNvSpPr/>
          <p:nvPr/>
        </p:nvSpPr>
        <p:spPr>
          <a:xfrm>
            <a:off x="19705319" y="4983479"/>
            <a:ext cx="68453" cy="20574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8" name="Connector 5212"/>
          <p:cNvSpPr/>
          <p:nvPr/>
        </p:nvSpPr>
        <p:spPr>
          <a:xfrm>
            <a:off x="19773771" y="5189218"/>
            <a:ext cx="56008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9" name="Connector 5213"/>
          <p:cNvSpPr/>
          <p:nvPr/>
        </p:nvSpPr>
        <p:spPr>
          <a:xfrm>
            <a:off x="19829780" y="5394959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0" name="Connector 5214"/>
          <p:cNvSpPr/>
          <p:nvPr/>
        </p:nvSpPr>
        <p:spPr>
          <a:xfrm>
            <a:off x="19873340" y="5600699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1" name="Connector 5215"/>
          <p:cNvSpPr/>
          <p:nvPr/>
        </p:nvSpPr>
        <p:spPr>
          <a:xfrm>
            <a:off x="19904456" y="5806440"/>
            <a:ext cx="18669" cy="20574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2" name="Connector 5216"/>
          <p:cNvSpPr/>
          <p:nvPr/>
        </p:nvSpPr>
        <p:spPr>
          <a:xfrm>
            <a:off x="19923123" y="6012179"/>
            <a:ext cx="6225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3" name="Connector 5217"/>
          <p:cNvSpPr/>
          <p:nvPr/>
        </p:nvSpPr>
        <p:spPr>
          <a:xfrm flipH="1">
            <a:off x="19923125" y="6217920"/>
            <a:ext cx="6224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4" name="Connector 5218"/>
          <p:cNvSpPr/>
          <p:nvPr/>
        </p:nvSpPr>
        <p:spPr>
          <a:xfrm flipH="1">
            <a:off x="19904456" y="6423659"/>
            <a:ext cx="18670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5" name="Connector 5219"/>
          <p:cNvSpPr/>
          <p:nvPr/>
        </p:nvSpPr>
        <p:spPr>
          <a:xfrm flipH="1">
            <a:off x="19873340" y="6629399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6" name="Connector 5220"/>
          <p:cNvSpPr/>
          <p:nvPr/>
        </p:nvSpPr>
        <p:spPr>
          <a:xfrm flipH="1">
            <a:off x="19829780" y="6835140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7" name="Connector 5221"/>
          <p:cNvSpPr/>
          <p:nvPr/>
        </p:nvSpPr>
        <p:spPr>
          <a:xfrm flipH="1">
            <a:off x="19773772" y="7040880"/>
            <a:ext cx="56008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8" name="Connector 5222"/>
          <p:cNvSpPr/>
          <p:nvPr/>
        </p:nvSpPr>
        <p:spPr>
          <a:xfrm flipH="1">
            <a:off x="19705319" y="7246619"/>
            <a:ext cx="68453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9" name="Connector 5223"/>
          <p:cNvSpPr/>
          <p:nvPr/>
        </p:nvSpPr>
        <p:spPr>
          <a:xfrm>
            <a:off x="19705319" y="4983479"/>
            <a:ext cx="85218" cy="30861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0" name="Connector 5224"/>
          <p:cNvSpPr/>
          <p:nvPr/>
        </p:nvSpPr>
        <p:spPr>
          <a:xfrm>
            <a:off x="19790537" y="5292088"/>
            <a:ext cx="69724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1" name="Connector 5225"/>
          <p:cNvSpPr/>
          <p:nvPr/>
        </p:nvSpPr>
        <p:spPr>
          <a:xfrm>
            <a:off x="19860260" y="5600699"/>
            <a:ext cx="54230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2" name="Connector 5226"/>
          <p:cNvSpPr/>
          <p:nvPr/>
        </p:nvSpPr>
        <p:spPr>
          <a:xfrm>
            <a:off x="19914488" y="5909309"/>
            <a:ext cx="38736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3" name="Connector 5227"/>
          <p:cNvSpPr/>
          <p:nvPr/>
        </p:nvSpPr>
        <p:spPr>
          <a:xfrm>
            <a:off x="19953223" y="6217920"/>
            <a:ext cx="23241" cy="30861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4" name="Connector 5228"/>
          <p:cNvSpPr/>
          <p:nvPr/>
        </p:nvSpPr>
        <p:spPr>
          <a:xfrm>
            <a:off x="19976464" y="6526528"/>
            <a:ext cx="7749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5" name="Connector 5229"/>
          <p:cNvSpPr/>
          <p:nvPr/>
        </p:nvSpPr>
        <p:spPr>
          <a:xfrm flipH="1">
            <a:off x="19976464" y="6835140"/>
            <a:ext cx="774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6" name="Connector 5230"/>
          <p:cNvSpPr/>
          <p:nvPr/>
        </p:nvSpPr>
        <p:spPr>
          <a:xfrm flipH="1">
            <a:off x="19953223" y="7143749"/>
            <a:ext cx="23242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7" name="Connector 5231"/>
          <p:cNvSpPr/>
          <p:nvPr/>
        </p:nvSpPr>
        <p:spPr>
          <a:xfrm flipH="1">
            <a:off x="19914488" y="7452359"/>
            <a:ext cx="38736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8" name="Connector 5232"/>
          <p:cNvSpPr/>
          <p:nvPr/>
        </p:nvSpPr>
        <p:spPr>
          <a:xfrm flipH="1">
            <a:off x="19860260" y="7760969"/>
            <a:ext cx="54230" cy="30861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9" name="Connector 5233"/>
          <p:cNvSpPr/>
          <p:nvPr/>
        </p:nvSpPr>
        <p:spPr>
          <a:xfrm flipH="1">
            <a:off x="19790537" y="8069578"/>
            <a:ext cx="69724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0" name="Connector 5234"/>
          <p:cNvSpPr/>
          <p:nvPr/>
        </p:nvSpPr>
        <p:spPr>
          <a:xfrm flipH="1">
            <a:off x="19705319" y="8378190"/>
            <a:ext cx="8521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1" name="Connector 5235"/>
          <p:cNvSpPr/>
          <p:nvPr/>
        </p:nvSpPr>
        <p:spPr>
          <a:xfrm>
            <a:off x="19705319" y="4983479"/>
            <a:ext cx="101981" cy="41148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2" name="Connector 5236"/>
          <p:cNvSpPr/>
          <p:nvPr/>
        </p:nvSpPr>
        <p:spPr>
          <a:xfrm>
            <a:off x="19807299" y="5394959"/>
            <a:ext cx="83441" cy="41148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3" name="Connector 5237"/>
          <p:cNvSpPr/>
          <p:nvPr/>
        </p:nvSpPr>
        <p:spPr>
          <a:xfrm>
            <a:off x="19890739" y="5806440"/>
            <a:ext cx="64898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4" name="Connector 5238"/>
          <p:cNvSpPr/>
          <p:nvPr/>
        </p:nvSpPr>
        <p:spPr>
          <a:xfrm>
            <a:off x="19955637" y="6217920"/>
            <a:ext cx="46356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5" name="Connector 5239"/>
          <p:cNvSpPr/>
          <p:nvPr/>
        </p:nvSpPr>
        <p:spPr>
          <a:xfrm>
            <a:off x="20001991" y="6629399"/>
            <a:ext cx="27814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6" name="Connector 5240"/>
          <p:cNvSpPr/>
          <p:nvPr/>
        </p:nvSpPr>
        <p:spPr>
          <a:xfrm>
            <a:off x="20029805" y="7040878"/>
            <a:ext cx="9272" cy="41148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7" name="Connector 5241"/>
          <p:cNvSpPr/>
          <p:nvPr/>
        </p:nvSpPr>
        <p:spPr>
          <a:xfrm flipH="1">
            <a:off x="20029805" y="7452359"/>
            <a:ext cx="9272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8" name="Connector 5242"/>
          <p:cNvSpPr/>
          <p:nvPr/>
        </p:nvSpPr>
        <p:spPr>
          <a:xfrm flipH="1">
            <a:off x="20001991" y="7863840"/>
            <a:ext cx="27814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9" name="Connector 5243"/>
          <p:cNvSpPr/>
          <p:nvPr/>
        </p:nvSpPr>
        <p:spPr>
          <a:xfrm flipH="1">
            <a:off x="19955637" y="8275319"/>
            <a:ext cx="46356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0" name="Connector 5244"/>
          <p:cNvSpPr/>
          <p:nvPr/>
        </p:nvSpPr>
        <p:spPr>
          <a:xfrm flipH="1">
            <a:off x="19890739" y="8686799"/>
            <a:ext cx="64898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1" name="Connector 5245"/>
          <p:cNvSpPr/>
          <p:nvPr/>
        </p:nvSpPr>
        <p:spPr>
          <a:xfrm flipH="1">
            <a:off x="19807301" y="9098280"/>
            <a:ext cx="83440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2" name="Connector 5246"/>
          <p:cNvSpPr/>
          <p:nvPr/>
        </p:nvSpPr>
        <p:spPr>
          <a:xfrm flipH="1">
            <a:off x="19705319" y="9509759"/>
            <a:ext cx="101982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3" name="Connector 5247"/>
          <p:cNvSpPr/>
          <p:nvPr/>
        </p:nvSpPr>
        <p:spPr>
          <a:xfrm>
            <a:off x="19705319" y="4983479"/>
            <a:ext cx="118745" cy="514349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4" name="Connector 5248"/>
          <p:cNvSpPr/>
          <p:nvPr/>
        </p:nvSpPr>
        <p:spPr>
          <a:xfrm>
            <a:off x="19824064" y="5497829"/>
            <a:ext cx="97157" cy="51435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5" name="Connector 5249"/>
          <p:cNvSpPr/>
          <p:nvPr/>
        </p:nvSpPr>
        <p:spPr>
          <a:xfrm>
            <a:off x="19921219" y="6012179"/>
            <a:ext cx="7556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6" name="Connector 5250"/>
          <p:cNvSpPr/>
          <p:nvPr/>
        </p:nvSpPr>
        <p:spPr>
          <a:xfrm>
            <a:off x="19996785" y="6526530"/>
            <a:ext cx="5397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7" name="Connector 5251"/>
          <p:cNvSpPr/>
          <p:nvPr/>
        </p:nvSpPr>
        <p:spPr>
          <a:xfrm>
            <a:off x="20050760" y="7040880"/>
            <a:ext cx="32385" cy="514349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8" name="Connector 5252"/>
          <p:cNvSpPr/>
          <p:nvPr/>
        </p:nvSpPr>
        <p:spPr>
          <a:xfrm>
            <a:off x="20083144" y="7555228"/>
            <a:ext cx="10797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9" name="Connector 5253"/>
          <p:cNvSpPr/>
          <p:nvPr/>
        </p:nvSpPr>
        <p:spPr>
          <a:xfrm flipH="1">
            <a:off x="20083144" y="8069578"/>
            <a:ext cx="10796" cy="51435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0" name="Connector 5254"/>
          <p:cNvSpPr/>
          <p:nvPr/>
        </p:nvSpPr>
        <p:spPr>
          <a:xfrm flipH="1">
            <a:off x="20050760" y="8583930"/>
            <a:ext cx="3238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1" name="Connector 5255"/>
          <p:cNvSpPr/>
          <p:nvPr/>
        </p:nvSpPr>
        <p:spPr>
          <a:xfrm flipH="1">
            <a:off x="19996785" y="9098280"/>
            <a:ext cx="5397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2" name="Connector 5256"/>
          <p:cNvSpPr/>
          <p:nvPr/>
        </p:nvSpPr>
        <p:spPr>
          <a:xfrm flipH="1">
            <a:off x="19921219" y="9612630"/>
            <a:ext cx="75566" cy="51435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3" name="Connector 5257"/>
          <p:cNvSpPr/>
          <p:nvPr/>
        </p:nvSpPr>
        <p:spPr>
          <a:xfrm flipH="1">
            <a:off x="19824064" y="10126980"/>
            <a:ext cx="97157" cy="514349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4" name="Connector 5258"/>
          <p:cNvSpPr/>
          <p:nvPr/>
        </p:nvSpPr>
        <p:spPr>
          <a:xfrm flipH="1">
            <a:off x="19705319" y="10641328"/>
            <a:ext cx="118745" cy="51435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5" name="Connector 5259"/>
          <p:cNvSpPr/>
          <p:nvPr/>
        </p:nvSpPr>
        <p:spPr>
          <a:xfrm>
            <a:off x="19705319" y="6217920"/>
            <a:ext cx="51689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6" name="Connector 5260"/>
          <p:cNvSpPr/>
          <p:nvPr/>
        </p:nvSpPr>
        <p:spPr>
          <a:xfrm>
            <a:off x="19757008" y="6320788"/>
            <a:ext cx="42293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7" name="Connector 5261"/>
          <p:cNvSpPr/>
          <p:nvPr/>
        </p:nvSpPr>
        <p:spPr>
          <a:xfrm>
            <a:off x="19799300" y="6423659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8" name="Connector 5262"/>
          <p:cNvSpPr/>
          <p:nvPr/>
        </p:nvSpPr>
        <p:spPr>
          <a:xfrm>
            <a:off x="19832192" y="6526530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9" name="Connector 5263"/>
          <p:cNvSpPr/>
          <p:nvPr/>
        </p:nvSpPr>
        <p:spPr>
          <a:xfrm>
            <a:off x="19855687" y="6629400"/>
            <a:ext cx="14098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0" name="Connector 5264"/>
          <p:cNvSpPr/>
          <p:nvPr/>
        </p:nvSpPr>
        <p:spPr>
          <a:xfrm>
            <a:off x="19869785" y="6732268"/>
            <a:ext cx="4700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1" name="Connector 5265"/>
          <p:cNvSpPr/>
          <p:nvPr/>
        </p:nvSpPr>
        <p:spPr>
          <a:xfrm flipH="1">
            <a:off x="19869785" y="6835140"/>
            <a:ext cx="470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2" name="Connector 5266"/>
          <p:cNvSpPr/>
          <p:nvPr/>
        </p:nvSpPr>
        <p:spPr>
          <a:xfrm flipH="1">
            <a:off x="19855687" y="6938009"/>
            <a:ext cx="14098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3" name="Connector 5267"/>
          <p:cNvSpPr/>
          <p:nvPr/>
        </p:nvSpPr>
        <p:spPr>
          <a:xfrm flipH="1">
            <a:off x="19832192" y="7040880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4" name="Connector 5268"/>
          <p:cNvSpPr/>
          <p:nvPr/>
        </p:nvSpPr>
        <p:spPr>
          <a:xfrm flipH="1">
            <a:off x="19799300" y="7143749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5" name="Connector 5269"/>
          <p:cNvSpPr/>
          <p:nvPr/>
        </p:nvSpPr>
        <p:spPr>
          <a:xfrm flipH="1">
            <a:off x="19757009" y="7246619"/>
            <a:ext cx="42292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6" name="Connector 5270"/>
          <p:cNvSpPr/>
          <p:nvPr/>
        </p:nvSpPr>
        <p:spPr>
          <a:xfrm flipH="1">
            <a:off x="19705319" y="7349490"/>
            <a:ext cx="5169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7" name="Connector 5271"/>
          <p:cNvSpPr/>
          <p:nvPr/>
        </p:nvSpPr>
        <p:spPr>
          <a:xfrm>
            <a:off x="19705319" y="6217920"/>
            <a:ext cx="68453" cy="20574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8" name="Connector 5272"/>
          <p:cNvSpPr/>
          <p:nvPr/>
        </p:nvSpPr>
        <p:spPr>
          <a:xfrm>
            <a:off x="19773771" y="6423659"/>
            <a:ext cx="56008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9" name="Connector 5273"/>
          <p:cNvSpPr/>
          <p:nvPr/>
        </p:nvSpPr>
        <p:spPr>
          <a:xfrm>
            <a:off x="19829780" y="6629399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0" name="Connector 5274"/>
          <p:cNvSpPr/>
          <p:nvPr/>
        </p:nvSpPr>
        <p:spPr>
          <a:xfrm>
            <a:off x="19873340" y="6835140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1" name="Connector 5275"/>
          <p:cNvSpPr/>
          <p:nvPr/>
        </p:nvSpPr>
        <p:spPr>
          <a:xfrm>
            <a:off x="19904456" y="7040880"/>
            <a:ext cx="18669" cy="20574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2" name="Connector 5276"/>
          <p:cNvSpPr/>
          <p:nvPr/>
        </p:nvSpPr>
        <p:spPr>
          <a:xfrm>
            <a:off x="19923123" y="7246618"/>
            <a:ext cx="6225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3" name="Connector 5277"/>
          <p:cNvSpPr/>
          <p:nvPr/>
        </p:nvSpPr>
        <p:spPr>
          <a:xfrm flipH="1">
            <a:off x="19923125" y="7452359"/>
            <a:ext cx="6224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4" name="Connector 5278"/>
          <p:cNvSpPr/>
          <p:nvPr/>
        </p:nvSpPr>
        <p:spPr>
          <a:xfrm flipH="1">
            <a:off x="19904456" y="7658099"/>
            <a:ext cx="18670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5" name="Connector 5279"/>
          <p:cNvSpPr/>
          <p:nvPr/>
        </p:nvSpPr>
        <p:spPr>
          <a:xfrm flipH="1">
            <a:off x="19873340" y="7863840"/>
            <a:ext cx="31116" cy="20574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6" name="Connector 5280"/>
          <p:cNvSpPr/>
          <p:nvPr/>
        </p:nvSpPr>
        <p:spPr>
          <a:xfrm flipH="1">
            <a:off x="19829780" y="8069578"/>
            <a:ext cx="43562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7" name="Connector 5281"/>
          <p:cNvSpPr/>
          <p:nvPr/>
        </p:nvSpPr>
        <p:spPr>
          <a:xfrm flipH="1">
            <a:off x="19773772" y="8275319"/>
            <a:ext cx="56008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8" name="Connector 5282"/>
          <p:cNvSpPr/>
          <p:nvPr/>
        </p:nvSpPr>
        <p:spPr>
          <a:xfrm flipH="1">
            <a:off x="19705319" y="8481059"/>
            <a:ext cx="68453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9" name="Connector 5283"/>
          <p:cNvSpPr/>
          <p:nvPr/>
        </p:nvSpPr>
        <p:spPr>
          <a:xfrm>
            <a:off x="19705319" y="6217920"/>
            <a:ext cx="85218" cy="30861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0" name="Connector 5284"/>
          <p:cNvSpPr/>
          <p:nvPr/>
        </p:nvSpPr>
        <p:spPr>
          <a:xfrm>
            <a:off x="19790537" y="6526528"/>
            <a:ext cx="69724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1" name="Connector 5285"/>
          <p:cNvSpPr/>
          <p:nvPr/>
        </p:nvSpPr>
        <p:spPr>
          <a:xfrm>
            <a:off x="19860260" y="6835140"/>
            <a:ext cx="54230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2" name="Connector 5286"/>
          <p:cNvSpPr/>
          <p:nvPr/>
        </p:nvSpPr>
        <p:spPr>
          <a:xfrm>
            <a:off x="19914488" y="7143749"/>
            <a:ext cx="38736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3" name="Connector 5287"/>
          <p:cNvSpPr/>
          <p:nvPr/>
        </p:nvSpPr>
        <p:spPr>
          <a:xfrm>
            <a:off x="19953223" y="7452359"/>
            <a:ext cx="23241" cy="30861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4" name="Connector 5288"/>
          <p:cNvSpPr/>
          <p:nvPr/>
        </p:nvSpPr>
        <p:spPr>
          <a:xfrm>
            <a:off x="19976464" y="7760968"/>
            <a:ext cx="7749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5" name="Connector 5289"/>
          <p:cNvSpPr/>
          <p:nvPr/>
        </p:nvSpPr>
        <p:spPr>
          <a:xfrm flipH="1">
            <a:off x="19976464" y="8069578"/>
            <a:ext cx="7748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6" name="Connector 5290"/>
          <p:cNvSpPr/>
          <p:nvPr/>
        </p:nvSpPr>
        <p:spPr>
          <a:xfrm flipH="1">
            <a:off x="19953223" y="8378190"/>
            <a:ext cx="23242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7" name="Connector 5291"/>
          <p:cNvSpPr/>
          <p:nvPr/>
        </p:nvSpPr>
        <p:spPr>
          <a:xfrm flipH="1">
            <a:off x="19914488" y="8686799"/>
            <a:ext cx="38736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8" name="Connector 5292"/>
          <p:cNvSpPr/>
          <p:nvPr/>
        </p:nvSpPr>
        <p:spPr>
          <a:xfrm flipH="1">
            <a:off x="19860260" y="8995409"/>
            <a:ext cx="54230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9" name="Connector 5293"/>
          <p:cNvSpPr/>
          <p:nvPr/>
        </p:nvSpPr>
        <p:spPr>
          <a:xfrm flipH="1">
            <a:off x="19790537" y="9304019"/>
            <a:ext cx="69724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0" name="Connector 5294"/>
          <p:cNvSpPr/>
          <p:nvPr/>
        </p:nvSpPr>
        <p:spPr>
          <a:xfrm flipH="1">
            <a:off x="19705319" y="9612630"/>
            <a:ext cx="8521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1" name="Connector 5295"/>
          <p:cNvSpPr/>
          <p:nvPr/>
        </p:nvSpPr>
        <p:spPr>
          <a:xfrm>
            <a:off x="19705319" y="6217920"/>
            <a:ext cx="101981" cy="41148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2" name="Connector 5296"/>
          <p:cNvSpPr/>
          <p:nvPr/>
        </p:nvSpPr>
        <p:spPr>
          <a:xfrm>
            <a:off x="19807299" y="6629399"/>
            <a:ext cx="83441" cy="41148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3" name="Connector 5297"/>
          <p:cNvSpPr/>
          <p:nvPr/>
        </p:nvSpPr>
        <p:spPr>
          <a:xfrm>
            <a:off x="19890739" y="7040880"/>
            <a:ext cx="64898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4" name="Connector 5298"/>
          <p:cNvSpPr/>
          <p:nvPr/>
        </p:nvSpPr>
        <p:spPr>
          <a:xfrm>
            <a:off x="19955637" y="7452359"/>
            <a:ext cx="46356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5" name="Connector 5299"/>
          <p:cNvSpPr/>
          <p:nvPr/>
        </p:nvSpPr>
        <p:spPr>
          <a:xfrm>
            <a:off x="20001991" y="7863840"/>
            <a:ext cx="27814" cy="41148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6" name="Connector 5300"/>
          <p:cNvSpPr/>
          <p:nvPr/>
        </p:nvSpPr>
        <p:spPr>
          <a:xfrm>
            <a:off x="20029805" y="8275318"/>
            <a:ext cx="9272" cy="41148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7" name="Connector 5301"/>
          <p:cNvSpPr/>
          <p:nvPr/>
        </p:nvSpPr>
        <p:spPr>
          <a:xfrm flipH="1">
            <a:off x="20029805" y="8686799"/>
            <a:ext cx="9272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8" name="Connector 5302"/>
          <p:cNvSpPr/>
          <p:nvPr/>
        </p:nvSpPr>
        <p:spPr>
          <a:xfrm flipH="1">
            <a:off x="20001991" y="9098280"/>
            <a:ext cx="27814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9" name="Connector 5303"/>
          <p:cNvSpPr/>
          <p:nvPr/>
        </p:nvSpPr>
        <p:spPr>
          <a:xfrm flipH="1">
            <a:off x="19955637" y="9509759"/>
            <a:ext cx="46356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0" name="Connector 5304"/>
          <p:cNvSpPr/>
          <p:nvPr/>
        </p:nvSpPr>
        <p:spPr>
          <a:xfrm flipH="1">
            <a:off x="19890739" y="9921240"/>
            <a:ext cx="64898" cy="41148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1" name="Connector 5305"/>
          <p:cNvSpPr/>
          <p:nvPr/>
        </p:nvSpPr>
        <p:spPr>
          <a:xfrm flipH="1">
            <a:off x="19807301" y="10332719"/>
            <a:ext cx="83440" cy="41148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2" name="Connector 5306"/>
          <p:cNvSpPr/>
          <p:nvPr/>
        </p:nvSpPr>
        <p:spPr>
          <a:xfrm flipH="1">
            <a:off x="19705319" y="10744199"/>
            <a:ext cx="101982" cy="41148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3" name="Connector 5307"/>
          <p:cNvSpPr/>
          <p:nvPr/>
        </p:nvSpPr>
        <p:spPr>
          <a:xfrm>
            <a:off x="19705319" y="7452359"/>
            <a:ext cx="51689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4" name="Connector 5308"/>
          <p:cNvSpPr/>
          <p:nvPr/>
        </p:nvSpPr>
        <p:spPr>
          <a:xfrm>
            <a:off x="19757008" y="7555228"/>
            <a:ext cx="42293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5" name="Connector 5309"/>
          <p:cNvSpPr/>
          <p:nvPr/>
        </p:nvSpPr>
        <p:spPr>
          <a:xfrm>
            <a:off x="19799300" y="7658099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6" name="Connector 5310"/>
          <p:cNvSpPr/>
          <p:nvPr/>
        </p:nvSpPr>
        <p:spPr>
          <a:xfrm>
            <a:off x="19832192" y="7760969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7" name="Connector 5311"/>
          <p:cNvSpPr/>
          <p:nvPr/>
        </p:nvSpPr>
        <p:spPr>
          <a:xfrm>
            <a:off x="19855687" y="7863840"/>
            <a:ext cx="14098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8" name="Connector 5312"/>
          <p:cNvSpPr/>
          <p:nvPr/>
        </p:nvSpPr>
        <p:spPr>
          <a:xfrm>
            <a:off x="19869785" y="7966709"/>
            <a:ext cx="470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9" name="Connector 5313"/>
          <p:cNvSpPr/>
          <p:nvPr/>
        </p:nvSpPr>
        <p:spPr>
          <a:xfrm flipH="1">
            <a:off x="19869785" y="8069578"/>
            <a:ext cx="4700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0" name="Connector 5314"/>
          <p:cNvSpPr/>
          <p:nvPr/>
        </p:nvSpPr>
        <p:spPr>
          <a:xfrm flipH="1">
            <a:off x="19855687" y="8172449"/>
            <a:ext cx="14098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1" name="Connector 5315"/>
          <p:cNvSpPr/>
          <p:nvPr/>
        </p:nvSpPr>
        <p:spPr>
          <a:xfrm flipH="1">
            <a:off x="19832192" y="8275319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2" name="Connector 5316"/>
          <p:cNvSpPr/>
          <p:nvPr/>
        </p:nvSpPr>
        <p:spPr>
          <a:xfrm flipH="1">
            <a:off x="19799300" y="8378190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3" name="Connector 5317"/>
          <p:cNvSpPr/>
          <p:nvPr/>
        </p:nvSpPr>
        <p:spPr>
          <a:xfrm flipH="1">
            <a:off x="19757009" y="8481059"/>
            <a:ext cx="42292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4" name="Connector 5318"/>
          <p:cNvSpPr/>
          <p:nvPr/>
        </p:nvSpPr>
        <p:spPr>
          <a:xfrm flipH="1">
            <a:off x="19705319" y="8583930"/>
            <a:ext cx="5169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5" name="Connector 5319"/>
          <p:cNvSpPr/>
          <p:nvPr/>
        </p:nvSpPr>
        <p:spPr>
          <a:xfrm>
            <a:off x="19705319" y="7452359"/>
            <a:ext cx="68453" cy="20574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6" name="Connector 5320"/>
          <p:cNvSpPr/>
          <p:nvPr/>
        </p:nvSpPr>
        <p:spPr>
          <a:xfrm>
            <a:off x="19773771" y="7658099"/>
            <a:ext cx="56008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7" name="Connector 5321"/>
          <p:cNvSpPr/>
          <p:nvPr/>
        </p:nvSpPr>
        <p:spPr>
          <a:xfrm>
            <a:off x="19829780" y="7863840"/>
            <a:ext cx="43562" cy="20574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8" name="Connector 5322"/>
          <p:cNvSpPr/>
          <p:nvPr/>
        </p:nvSpPr>
        <p:spPr>
          <a:xfrm>
            <a:off x="19873340" y="8069578"/>
            <a:ext cx="31116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9" name="Connector 5323"/>
          <p:cNvSpPr/>
          <p:nvPr/>
        </p:nvSpPr>
        <p:spPr>
          <a:xfrm>
            <a:off x="19904456" y="8275319"/>
            <a:ext cx="18669" cy="20574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0" name="Connector 5324"/>
          <p:cNvSpPr/>
          <p:nvPr/>
        </p:nvSpPr>
        <p:spPr>
          <a:xfrm>
            <a:off x="19923123" y="8481059"/>
            <a:ext cx="6225" cy="20574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1" name="Connector 5325"/>
          <p:cNvSpPr/>
          <p:nvPr/>
        </p:nvSpPr>
        <p:spPr>
          <a:xfrm flipH="1">
            <a:off x="19923125" y="8686799"/>
            <a:ext cx="6224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2" name="Connector 5326"/>
          <p:cNvSpPr/>
          <p:nvPr/>
        </p:nvSpPr>
        <p:spPr>
          <a:xfrm flipH="1">
            <a:off x="19904456" y="8892540"/>
            <a:ext cx="18670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3" name="Connector 5327"/>
          <p:cNvSpPr/>
          <p:nvPr/>
        </p:nvSpPr>
        <p:spPr>
          <a:xfrm flipH="1">
            <a:off x="19873340" y="9098280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4" name="Connector 5328"/>
          <p:cNvSpPr/>
          <p:nvPr/>
        </p:nvSpPr>
        <p:spPr>
          <a:xfrm flipH="1">
            <a:off x="19829780" y="9304019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5" name="Connector 5329"/>
          <p:cNvSpPr/>
          <p:nvPr/>
        </p:nvSpPr>
        <p:spPr>
          <a:xfrm flipH="1">
            <a:off x="19773772" y="9509759"/>
            <a:ext cx="56008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6" name="Connector 5330"/>
          <p:cNvSpPr/>
          <p:nvPr/>
        </p:nvSpPr>
        <p:spPr>
          <a:xfrm flipH="1">
            <a:off x="19705319" y="9715499"/>
            <a:ext cx="68453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7" name="Connector 5331"/>
          <p:cNvSpPr/>
          <p:nvPr/>
        </p:nvSpPr>
        <p:spPr>
          <a:xfrm>
            <a:off x="19705319" y="7452359"/>
            <a:ext cx="85218" cy="30861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8" name="Connector 5332"/>
          <p:cNvSpPr/>
          <p:nvPr/>
        </p:nvSpPr>
        <p:spPr>
          <a:xfrm>
            <a:off x="19790537" y="7760968"/>
            <a:ext cx="69724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9" name="Connector 5333"/>
          <p:cNvSpPr/>
          <p:nvPr/>
        </p:nvSpPr>
        <p:spPr>
          <a:xfrm>
            <a:off x="19860260" y="8069580"/>
            <a:ext cx="54230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0" name="Connector 5334"/>
          <p:cNvSpPr/>
          <p:nvPr/>
        </p:nvSpPr>
        <p:spPr>
          <a:xfrm>
            <a:off x="19914488" y="8378190"/>
            <a:ext cx="38736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1" name="Connector 5335"/>
          <p:cNvSpPr/>
          <p:nvPr/>
        </p:nvSpPr>
        <p:spPr>
          <a:xfrm>
            <a:off x="19953223" y="8686800"/>
            <a:ext cx="23241" cy="30861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2" name="Connector 5336"/>
          <p:cNvSpPr/>
          <p:nvPr/>
        </p:nvSpPr>
        <p:spPr>
          <a:xfrm>
            <a:off x="19976464" y="8995409"/>
            <a:ext cx="7749" cy="30861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3" name="Connector 5337"/>
          <p:cNvSpPr/>
          <p:nvPr/>
        </p:nvSpPr>
        <p:spPr>
          <a:xfrm flipH="1">
            <a:off x="19976464" y="9304019"/>
            <a:ext cx="774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4" name="Connector 5338"/>
          <p:cNvSpPr/>
          <p:nvPr/>
        </p:nvSpPr>
        <p:spPr>
          <a:xfrm flipH="1">
            <a:off x="19953223" y="9612630"/>
            <a:ext cx="23242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5" name="Connector 5339"/>
          <p:cNvSpPr/>
          <p:nvPr/>
        </p:nvSpPr>
        <p:spPr>
          <a:xfrm flipH="1">
            <a:off x="19914488" y="9921240"/>
            <a:ext cx="38736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6" name="Connector 5340"/>
          <p:cNvSpPr/>
          <p:nvPr/>
        </p:nvSpPr>
        <p:spPr>
          <a:xfrm flipH="1">
            <a:off x="19860260" y="10229849"/>
            <a:ext cx="54230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7" name="Connector 5341"/>
          <p:cNvSpPr/>
          <p:nvPr/>
        </p:nvSpPr>
        <p:spPr>
          <a:xfrm flipH="1">
            <a:off x="19790537" y="10538459"/>
            <a:ext cx="69724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8" name="Connector 5342"/>
          <p:cNvSpPr/>
          <p:nvPr/>
        </p:nvSpPr>
        <p:spPr>
          <a:xfrm flipH="1">
            <a:off x="19705319" y="10847069"/>
            <a:ext cx="85218" cy="30861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9" name="Connector 5343"/>
          <p:cNvSpPr/>
          <p:nvPr/>
        </p:nvSpPr>
        <p:spPr>
          <a:xfrm>
            <a:off x="19705319" y="8686800"/>
            <a:ext cx="51689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0" name="Connector 5344"/>
          <p:cNvSpPr/>
          <p:nvPr/>
        </p:nvSpPr>
        <p:spPr>
          <a:xfrm>
            <a:off x="19757008" y="8789668"/>
            <a:ext cx="42293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1" name="Connector 5345"/>
          <p:cNvSpPr/>
          <p:nvPr/>
        </p:nvSpPr>
        <p:spPr>
          <a:xfrm>
            <a:off x="19799300" y="8892540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2" name="Connector 5346"/>
          <p:cNvSpPr/>
          <p:nvPr/>
        </p:nvSpPr>
        <p:spPr>
          <a:xfrm>
            <a:off x="19832192" y="8995409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3" name="Connector 5347"/>
          <p:cNvSpPr/>
          <p:nvPr/>
        </p:nvSpPr>
        <p:spPr>
          <a:xfrm>
            <a:off x="19855687" y="9098280"/>
            <a:ext cx="14098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4" name="Connector 5348"/>
          <p:cNvSpPr/>
          <p:nvPr/>
        </p:nvSpPr>
        <p:spPr>
          <a:xfrm>
            <a:off x="19869785" y="9201149"/>
            <a:ext cx="4700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5" name="Connector 5349"/>
          <p:cNvSpPr/>
          <p:nvPr/>
        </p:nvSpPr>
        <p:spPr>
          <a:xfrm flipH="1">
            <a:off x="19869785" y="9304019"/>
            <a:ext cx="470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6" name="Connector 5350"/>
          <p:cNvSpPr/>
          <p:nvPr/>
        </p:nvSpPr>
        <p:spPr>
          <a:xfrm flipH="1">
            <a:off x="19855687" y="9406890"/>
            <a:ext cx="14098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7" name="Connector 5351"/>
          <p:cNvSpPr/>
          <p:nvPr/>
        </p:nvSpPr>
        <p:spPr>
          <a:xfrm flipH="1">
            <a:off x="19832192" y="9509759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8" name="Connector 5352"/>
          <p:cNvSpPr/>
          <p:nvPr/>
        </p:nvSpPr>
        <p:spPr>
          <a:xfrm flipH="1">
            <a:off x="19799300" y="9612630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9" name="Connector 5353"/>
          <p:cNvSpPr/>
          <p:nvPr/>
        </p:nvSpPr>
        <p:spPr>
          <a:xfrm flipH="1">
            <a:off x="19757009" y="9715499"/>
            <a:ext cx="42292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0" name="Connector 5354"/>
          <p:cNvSpPr/>
          <p:nvPr/>
        </p:nvSpPr>
        <p:spPr>
          <a:xfrm flipH="1">
            <a:off x="19705319" y="9818369"/>
            <a:ext cx="5169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1" name="Connector 5355"/>
          <p:cNvSpPr/>
          <p:nvPr/>
        </p:nvSpPr>
        <p:spPr>
          <a:xfrm>
            <a:off x="19705319" y="8686799"/>
            <a:ext cx="68453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2" name="Connector 5356"/>
          <p:cNvSpPr/>
          <p:nvPr/>
        </p:nvSpPr>
        <p:spPr>
          <a:xfrm>
            <a:off x="19773771" y="8892540"/>
            <a:ext cx="56008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3" name="Connector 5357"/>
          <p:cNvSpPr/>
          <p:nvPr/>
        </p:nvSpPr>
        <p:spPr>
          <a:xfrm>
            <a:off x="19829780" y="9098280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4" name="Connector 5358"/>
          <p:cNvSpPr/>
          <p:nvPr/>
        </p:nvSpPr>
        <p:spPr>
          <a:xfrm>
            <a:off x="19873340" y="9304019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5" name="Connector 5359"/>
          <p:cNvSpPr/>
          <p:nvPr/>
        </p:nvSpPr>
        <p:spPr>
          <a:xfrm>
            <a:off x="19904456" y="9509759"/>
            <a:ext cx="18669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6" name="Connector 5360"/>
          <p:cNvSpPr/>
          <p:nvPr/>
        </p:nvSpPr>
        <p:spPr>
          <a:xfrm>
            <a:off x="19923123" y="9715499"/>
            <a:ext cx="6225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7" name="Connector 5361"/>
          <p:cNvSpPr/>
          <p:nvPr/>
        </p:nvSpPr>
        <p:spPr>
          <a:xfrm flipH="1">
            <a:off x="19923125" y="9921240"/>
            <a:ext cx="6224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8" name="Connector 5362"/>
          <p:cNvSpPr/>
          <p:nvPr/>
        </p:nvSpPr>
        <p:spPr>
          <a:xfrm flipH="1">
            <a:off x="19904456" y="10126980"/>
            <a:ext cx="18670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9" name="Connector 5363"/>
          <p:cNvSpPr/>
          <p:nvPr/>
        </p:nvSpPr>
        <p:spPr>
          <a:xfrm flipH="1">
            <a:off x="19873340" y="10332719"/>
            <a:ext cx="31116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0" name="Connector 5364"/>
          <p:cNvSpPr/>
          <p:nvPr/>
        </p:nvSpPr>
        <p:spPr>
          <a:xfrm flipH="1">
            <a:off x="19829780" y="10538459"/>
            <a:ext cx="43562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1" name="Connector 5365"/>
          <p:cNvSpPr/>
          <p:nvPr/>
        </p:nvSpPr>
        <p:spPr>
          <a:xfrm flipH="1">
            <a:off x="19773772" y="10744199"/>
            <a:ext cx="56008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2" name="Connector 5366"/>
          <p:cNvSpPr/>
          <p:nvPr/>
        </p:nvSpPr>
        <p:spPr>
          <a:xfrm flipH="1">
            <a:off x="19705319" y="10949940"/>
            <a:ext cx="68453" cy="20574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3" name="Connector 5367"/>
          <p:cNvSpPr/>
          <p:nvPr/>
        </p:nvSpPr>
        <p:spPr>
          <a:xfrm>
            <a:off x="19705319" y="9921240"/>
            <a:ext cx="51689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4" name="Connector 5368"/>
          <p:cNvSpPr/>
          <p:nvPr/>
        </p:nvSpPr>
        <p:spPr>
          <a:xfrm>
            <a:off x="19757008" y="10024109"/>
            <a:ext cx="42293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5" name="Connector 5369"/>
          <p:cNvSpPr/>
          <p:nvPr/>
        </p:nvSpPr>
        <p:spPr>
          <a:xfrm>
            <a:off x="19799300" y="10126980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6" name="Connector 5370"/>
          <p:cNvSpPr/>
          <p:nvPr/>
        </p:nvSpPr>
        <p:spPr>
          <a:xfrm>
            <a:off x="19832192" y="10229849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7" name="Connector 5371"/>
          <p:cNvSpPr/>
          <p:nvPr/>
        </p:nvSpPr>
        <p:spPr>
          <a:xfrm>
            <a:off x="19855687" y="10332719"/>
            <a:ext cx="14098" cy="102870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8" name="Connector 5372"/>
          <p:cNvSpPr/>
          <p:nvPr/>
        </p:nvSpPr>
        <p:spPr>
          <a:xfrm>
            <a:off x="19869785" y="10435589"/>
            <a:ext cx="4700" cy="102872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9" name="Connector 5373"/>
          <p:cNvSpPr/>
          <p:nvPr/>
        </p:nvSpPr>
        <p:spPr>
          <a:xfrm flipH="1">
            <a:off x="19869785" y="10538459"/>
            <a:ext cx="470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60" name="Connector 5374"/>
          <p:cNvSpPr/>
          <p:nvPr/>
        </p:nvSpPr>
        <p:spPr>
          <a:xfrm flipH="1">
            <a:off x="19855687" y="10641330"/>
            <a:ext cx="14098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61" name="Connector 5375"/>
          <p:cNvSpPr/>
          <p:nvPr/>
        </p:nvSpPr>
        <p:spPr>
          <a:xfrm flipH="1">
            <a:off x="19832192" y="10744199"/>
            <a:ext cx="23496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62" name="Connector 5376"/>
          <p:cNvSpPr/>
          <p:nvPr/>
        </p:nvSpPr>
        <p:spPr>
          <a:xfrm flipH="1">
            <a:off x="19799300" y="10847069"/>
            <a:ext cx="32893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63" name="Connector 5377"/>
          <p:cNvSpPr/>
          <p:nvPr/>
        </p:nvSpPr>
        <p:spPr>
          <a:xfrm flipH="1">
            <a:off x="19757009" y="10949940"/>
            <a:ext cx="42292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64" name="Connector 5378"/>
          <p:cNvSpPr/>
          <p:nvPr/>
        </p:nvSpPr>
        <p:spPr>
          <a:xfrm flipH="1">
            <a:off x="19705319" y="11052809"/>
            <a:ext cx="51690" cy="102871"/>
          </a:xfrm>
          <a:prstGeom prst="line">
            <a:avLst/>
          </a:prstGeom>
          <a:ln w="21031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65" name="TextBox 5379"/>
          <p:cNvSpPr txBox="1"/>
          <p:nvPr/>
        </p:nvSpPr>
        <p:spPr>
          <a:xfrm>
            <a:off x="685800" y="2377439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6566" name="Rectangle 5380"/>
          <p:cNvSpPr/>
          <p:nvPr/>
        </p:nvSpPr>
        <p:spPr>
          <a:xfrm>
            <a:off x="1911094" y="23225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67" name="TextBox 5381"/>
          <p:cNvSpPr txBox="1"/>
          <p:nvPr/>
        </p:nvSpPr>
        <p:spPr>
          <a:xfrm>
            <a:off x="2188135" y="235915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N0 / r0</a:t>
            </a:r>
          </a:p>
        </p:txBody>
      </p:sp>
      <p:sp>
        <p:nvSpPr>
          <p:cNvPr id="16568" name="Rectangle 5382"/>
          <p:cNvSpPr/>
          <p:nvPr/>
        </p:nvSpPr>
        <p:spPr>
          <a:xfrm>
            <a:off x="4379976" y="23225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69" name="TextBox 5383"/>
          <p:cNvSpPr txBox="1"/>
          <p:nvPr/>
        </p:nvSpPr>
        <p:spPr>
          <a:xfrm>
            <a:off x="4657015" y="235915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N1 / r1</a:t>
            </a:r>
          </a:p>
        </p:txBody>
      </p:sp>
      <p:sp>
        <p:nvSpPr>
          <p:cNvPr id="16570" name="Rectangle 5384"/>
          <p:cNvSpPr/>
          <p:nvPr/>
        </p:nvSpPr>
        <p:spPr>
          <a:xfrm>
            <a:off x="6848856" y="23225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71" name="TextBox 5385"/>
          <p:cNvSpPr txBox="1"/>
          <p:nvPr/>
        </p:nvSpPr>
        <p:spPr>
          <a:xfrm>
            <a:off x="7125895" y="235915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N2 / r2</a:t>
            </a:r>
          </a:p>
        </p:txBody>
      </p:sp>
      <p:sp>
        <p:nvSpPr>
          <p:cNvPr id="16572" name="Rectangle 5386"/>
          <p:cNvSpPr/>
          <p:nvPr/>
        </p:nvSpPr>
        <p:spPr>
          <a:xfrm>
            <a:off x="9317735" y="23225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73" name="TextBox 5387"/>
          <p:cNvSpPr txBox="1"/>
          <p:nvPr/>
        </p:nvSpPr>
        <p:spPr>
          <a:xfrm>
            <a:off x="9594775" y="235915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N3 / r3</a:t>
            </a:r>
          </a:p>
        </p:txBody>
      </p:sp>
      <p:sp>
        <p:nvSpPr>
          <p:cNvPr id="16574" name="Rectangle 5388"/>
          <p:cNvSpPr/>
          <p:nvPr/>
        </p:nvSpPr>
        <p:spPr>
          <a:xfrm>
            <a:off x="11786616" y="23225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75" name="TextBox 5389"/>
          <p:cNvSpPr txBox="1"/>
          <p:nvPr/>
        </p:nvSpPr>
        <p:spPr>
          <a:xfrm>
            <a:off x="12063655" y="235915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N4 / r4</a:t>
            </a:r>
          </a:p>
        </p:txBody>
      </p:sp>
      <p:sp>
        <p:nvSpPr>
          <p:cNvPr id="16576" name="Rectangle 5390"/>
          <p:cNvSpPr/>
          <p:nvPr/>
        </p:nvSpPr>
        <p:spPr>
          <a:xfrm>
            <a:off x="14255495" y="23225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77" name="TextBox 5391"/>
          <p:cNvSpPr txBox="1"/>
          <p:nvPr/>
        </p:nvSpPr>
        <p:spPr>
          <a:xfrm>
            <a:off x="14532535" y="235915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N5 / r5</a:t>
            </a:r>
          </a:p>
        </p:txBody>
      </p:sp>
      <p:sp>
        <p:nvSpPr>
          <p:cNvPr id="16578" name="Rectangle 5392"/>
          <p:cNvSpPr/>
          <p:nvPr/>
        </p:nvSpPr>
        <p:spPr>
          <a:xfrm>
            <a:off x="16724376" y="23225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79" name="TextBox 5393"/>
          <p:cNvSpPr txBox="1"/>
          <p:nvPr/>
        </p:nvSpPr>
        <p:spPr>
          <a:xfrm>
            <a:off x="17001415" y="235915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N6 / r6</a:t>
            </a:r>
          </a:p>
        </p:txBody>
      </p:sp>
      <p:sp>
        <p:nvSpPr>
          <p:cNvPr id="16580" name="Rectangle 5394"/>
          <p:cNvSpPr/>
          <p:nvPr/>
        </p:nvSpPr>
        <p:spPr>
          <a:xfrm>
            <a:off x="19193256" y="23225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81" name="TextBox 5395"/>
          <p:cNvSpPr txBox="1"/>
          <p:nvPr/>
        </p:nvSpPr>
        <p:spPr>
          <a:xfrm>
            <a:off x="19470295" y="235915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N7 / r7</a:t>
            </a:r>
          </a:p>
        </p:txBody>
      </p:sp>
      <p:sp>
        <p:nvSpPr>
          <p:cNvPr id="16582" name="TextBox 5396"/>
          <p:cNvSpPr txBox="1"/>
          <p:nvPr/>
        </p:nvSpPr>
        <p:spPr>
          <a:xfrm>
            <a:off x="685800" y="3611879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</a:t>
            </a:r>
          </a:p>
        </p:txBody>
      </p:sp>
      <p:sp>
        <p:nvSpPr>
          <p:cNvPr id="16583" name="Rectangle 5397"/>
          <p:cNvSpPr/>
          <p:nvPr/>
        </p:nvSpPr>
        <p:spPr>
          <a:xfrm>
            <a:off x="1911094" y="355701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84" name="TextBox 5398"/>
          <p:cNvSpPr txBox="1"/>
          <p:nvPr/>
        </p:nvSpPr>
        <p:spPr>
          <a:xfrm>
            <a:off x="2188135" y="359359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N0 / r8</a:t>
            </a:r>
          </a:p>
        </p:txBody>
      </p:sp>
      <p:sp>
        <p:nvSpPr>
          <p:cNvPr id="16585" name="Rectangle 5399"/>
          <p:cNvSpPr/>
          <p:nvPr/>
        </p:nvSpPr>
        <p:spPr>
          <a:xfrm>
            <a:off x="4379976" y="355701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86" name="TextBox 5400"/>
          <p:cNvSpPr txBox="1"/>
          <p:nvPr/>
        </p:nvSpPr>
        <p:spPr>
          <a:xfrm>
            <a:off x="4657015" y="3593591"/>
            <a:ext cx="4700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N1 / r9</a:t>
            </a:r>
          </a:p>
        </p:txBody>
      </p:sp>
      <p:sp>
        <p:nvSpPr>
          <p:cNvPr id="16587" name="Rectangle 5401"/>
          <p:cNvSpPr/>
          <p:nvPr/>
        </p:nvSpPr>
        <p:spPr>
          <a:xfrm>
            <a:off x="6848856" y="355701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88" name="TextBox 5402"/>
          <p:cNvSpPr txBox="1"/>
          <p:nvPr/>
        </p:nvSpPr>
        <p:spPr>
          <a:xfrm>
            <a:off x="7083516" y="359359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N2 / r10</a:t>
            </a:r>
          </a:p>
        </p:txBody>
      </p:sp>
      <p:sp>
        <p:nvSpPr>
          <p:cNvPr id="16589" name="Rectangle 5403"/>
          <p:cNvSpPr/>
          <p:nvPr/>
        </p:nvSpPr>
        <p:spPr>
          <a:xfrm>
            <a:off x="9317735" y="355701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90" name="TextBox 5404"/>
          <p:cNvSpPr txBox="1"/>
          <p:nvPr/>
        </p:nvSpPr>
        <p:spPr>
          <a:xfrm>
            <a:off x="9558015" y="3593591"/>
            <a:ext cx="5435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N3 / r11</a:t>
            </a:r>
          </a:p>
        </p:txBody>
      </p:sp>
      <p:sp>
        <p:nvSpPr>
          <p:cNvPr id="16591" name="Rectangle 5405"/>
          <p:cNvSpPr/>
          <p:nvPr/>
        </p:nvSpPr>
        <p:spPr>
          <a:xfrm>
            <a:off x="11786616" y="355701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92" name="TextBox 5406"/>
          <p:cNvSpPr txBox="1"/>
          <p:nvPr/>
        </p:nvSpPr>
        <p:spPr>
          <a:xfrm>
            <a:off x="12021276" y="359359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N4 / r12</a:t>
            </a:r>
          </a:p>
        </p:txBody>
      </p:sp>
      <p:sp>
        <p:nvSpPr>
          <p:cNvPr id="16593" name="Rectangle 5407"/>
          <p:cNvSpPr/>
          <p:nvPr/>
        </p:nvSpPr>
        <p:spPr>
          <a:xfrm>
            <a:off x="14255495" y="355701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94" name="TextBox 5408"/>
          <p:cNvSpPr txBox="1"/>
          <p:nvPr/>
        </p:nvSpPr>
        <p:spPr>
          <a:xfrm>
            <a:off x="14490156" y="359359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N5 / r13</a:t>
            </a:r>
          </a:p>
        </p:txBody>
      </p:sp>
      <p:sp>
        <p:nvSpPr>
          <p:cNvPr id="16595" name="Rectangle 5409"/>
          <p:cNvSpPr/>
          <p:nvPr/>
        </p:nvSpPr>
        <p:spPr>
          <a:xfrm>
            <a:off x="16724376" y="355701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96" name="TextBox 5410"/>
          <p:cNvSpPr txBox="1"/>
          <p:nvPr/>
        </p:nvSpPr>
        <p:spPr>
          <a:xfrm>
            <a:off x="16959036" y="359359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N6 / r14</a:t>
            </a:r>
          </a:p>
        </p:txBody>
      </p:sp>
      <p:sp>
        <p:nvSpPr>
          <p:cNvPr id="16597" name="Rectangle 5411"/>
          <p:cNvSpPr/>
          <p:nvPr/>
        </p:nvSpPr>
        <p:spPr>
          <a:xfrm>
            <a:off x="19193256" y="355701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98" name="TextBox 5412"/>
          <p:cNvSpPr txBox="1"/>
          <p:nvPr/>
        </p:nvSpPr>
        <p:spPr>
          <a:xfrm>
            <a:off x="19427916" y="3593591"/>
            <a:ext cx="5548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N7 / r15</a:t>
            </a:r>
          </a:p>
        </p:txBody>
      </p:sp>
      <p:sp>
        <p:nvSpPr>
          <p:cNvPr id="16599" name="TextBox 5413"/>
          <p:cNvSpPr txBox="1"/>
          <p:nvPr/>
        </p:nvSpPr>
        <p:spPr>
          <a:xfrm>
            <a:off x="685800" y="4846320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2</a:t>
            </a:r>
          </a:p>
        </p:txBody>
      </p:sp>
      <p:sp>
        <p:nvSpPr>
          <p:cNvPr id="16600" name="Rectangle 5414"/>
          <p:cNvSpPr/>
          <p:nvPr/>
        </p:nvSpPr>
        <p:spPr>
          <a:xfrm>
            <a:off x="1911094" y="479145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01" name="TextBox 5415"/>
          <p:cNvSpPr txBox="1"/>
          <p:nvPr/>
        </p:nvSpPr>
        <p:spPr>
          <a:xfrm>
            <a:off x="2145756" y="482803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N0 / r16</a:t>
            </a:r>
          </a:p>
        </p:txBody>
      </p:sp>
      <p:sp>
        <p:nvSpPr>
          <p:cNvPr id="16602" name="Rectangle 5416"/>
          <p:cNvSpPr/>
          <p:nvPr/>
        </p:nvSpPr>
        <p:spPr>
          <a:xfrm>
            <a:off x="4379976" y="479145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03" name="TextBox 5417"/>
          <p:cNvSpPr txBox="1"/>
          <p:nvPr/>
        </p:nvSpPr>
        <p:spPr>
          <a:xfrm>
            <a:off x="4614636" y="482803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N1 / r17</a:t>
            </a:r>
          </a:p>
        </p:txBody>
      </p:sp>
      <p:sp>
        <p:nvSpPr>
          <p:cNvPr id="16604" name="Rectangle 5418"/>
          <p:cNvSpPr/>
          <p:nvPr/>
        </p:nvSpPr>
        <p:spPr>
          <a:xfrm>
            <a:off x="6848856" y="479145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05" name="TextBox 5419"/>
          <p:cNvSpPr txBox="1"/>
          <p:nvPr/>
        </p:nvSpPr>
        <p:spPr>
          <a:xfrm>
            <a:off x="7083516" y="482803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N2 / r18</a:t>
            </a:r>
          </a:p>
        </p:txBody>
      </p:sp>
      <p:sp>
        <p:nvSpPr>
          <p:cNvPr id="16606" name="Rectangle 5420"/>
          <p:cNvSpPr/>
          <p:nvPr/>
        </p:nvSpPr>
        <p:spPr>
          <a:xfrm>
            <a:off x="9317735" y="479145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07" name="TextBox 5421"/>
          <p:cNvSpPr txBox="1"/>
          <p:nvPr/>
        </p:nvSpPr>
        <p:spPr>
          <a:xfrm>
            <a:off x="9552396" y="482803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N3 / r19</a:t>
            </a:r>
          </a:p>
        </p:txBody>
      </p:sp>
      <p:sp>
        <p:nvSpPr>
          <p:cNvPr id="16608" name="Rectangle 5422"/>
          <p:cNvSpPr/>
          <p:nvPr/>
        </p:nvSpPr>
        <p:spPr>
          <a:xfrm>
            <a:off x="11786616" y="479145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09" name="TextBox 5423"/>
          <p:cNvSpPr txBox="1"/>
          <p:nvPr/>
        </p:nvSpPr>
        <p:spPr>
          <a:xfrm>
            <a:off x="12021276" y="482803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N4 / r20</a:t>
            </a:r>
          </a:p>
        </p:txBody>
      </p:sp>
      <p:sp>
        <p:nvSpPr>
          <p:cNvPr id="16610" name="Rectangle 5424"/>
          <p:cNvSpPr/>
          <p:nvPr/>
        </p:nvSpPr>
        <p:spPr>
          <a:xfrm>
            <a:off x="14255495" y="479145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11" name="TextBox 5425"/>
          <p:cNvSpPr txBox="1"/>
          <p:nvPr/>
        </p:nvSpPr>
        <p:spPr>
          <a:xfrm>
            <a:off x="14490156" y="482803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N5 / r21</a:t>
            </a:r>
          </a:p>
        </p:txBody>
      </p:sp>
      <p:sp>
        <p:nvSpPr>
          <p:cNvPr id="16612" name="Rectangle 5426"/>
          <p:cNvSpPr/>
          <p:nvPr/>
        </p:nvSpPr>
        <p:spPr>
          <a:xfrm>
            <a:off x="16724376" y="479145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13" name="TextBox 5427"/>
          <p:cNvSpPr txBox="1"/>
          <p:nvPr/>
        </p:nvSpPr>
        <p:spPr>
          <a:xfrm>
            <a:off x="16959036" y="482803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N6 / r22</a:t>
            </a:r>
          </a:p>
        </p:txBody>
      </p:sp>
      <p:sp>
        <p:nvSpPr>
          <p:cNvPr id="16614" name="Rectangle 5428"/>
          <p:cNvSpPr/>
          <p:nvPr/>
        </p:nvSpPr>
        <p:spPr>
          <a:xfrm>
            <a:off x="19193256" y="479145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15" name="TextBox 5429"/>
          <p:cNvSpPr txBox="1"/>
          <p:nvPr/>
        </p:nvSpPr>
        <p:spPr>
          <a:xfrm>
            <a:off x="19427916" y="4828032"/>
            <a:ext cx="5548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N7 / r23</a:t>
            </a:r>
          </a:p>
        </p:txBody>
      </p:sp>
      <p:sp>
        <p:nvSpPr>
          <p:cNvPr id="16616" name="TextBox 5430"/>
          <p:cNvSpPr txBox="1"/>
          <p:nvPr/>
        </p:nvSpPr>
        <p:spPr>
          <a:xfrm>
            <a:off x="685800" y="6080759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3</a:t>
            </a:r>
          </a:p>
        </p:txBody>
      </p:sp>
      <p:sp>
        <p:nvSpPr>
          <p:cNvPr id="16617" name="Rectangle 5431"/>
          <p:cNvSpPr/>
          <p:nvPr/>
        </p:nvSpPr>
        <p:spPr>
          <a:xfrm>
            <a:off x="1911094" y="602589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18" name="TextBox 5432"/>
          <p:cNvSpPr txBox="1"/>
          <p:nvPr/>
        </p:nvSpPr>
        <p:spPr>
          <a:xfrm>
            <a:off x="2145756" y="606247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N0 / r24</a:t>
            </a:r>
          </a:p>
        </p:txBody>
      </p:sp>
      <p:sp>
        <p:nvSpPr>
          <p:cNvPr id="16619" name="Rectangle 5433"/>
          <p:cNvSpPr/>
          <p:nvPr/>
        </p:nvSpPr>
        <p:spPr>
          <a:xfrm>
            <a:off x="4379976" y="602589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20" name="TextBox 5434"/>
          <p:cNvSpPr txBox="1"/>
          <p:nvPr/>
        </p:nvSpPr>
        <p:spPr>
          <a:xfrm>
            <a:off x="4614636" y="606247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N1 / r25</a:t>
            </a:r>
          </a:p>
        </p:txBody>
      </p:sp>
      <p:sp>
        <p:nvSpPr>
          <p:cNvPr id="16621" name="Rectangle 5435"/>
          <p:cNvSpPr/>
          <p:nvPr/>
        </p:nvSpPr>
        <p:spPr>
          <a:xfrm>
            <a:off x="6848856" y="602589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22" name="TextBox 5436"/>
          <p:cNvSpPr txBox="1"/>
          <p:nvPr/>
        </p:nvSpPr>
        <p:spPr>
          <a:xfrm>
            <a:off x="7083516" y="606247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N2 / r26</a:t>
            </a:r>
          </a:p>
        </p:txBody>
      </p:sp>
      <p:sp>
        <p:nvSpPr>
          <p:cNvPr id="16623" name="Rectangle 5437"/>
          <p:cNvSpPr/>
          <p:nvPr/>
        </p:nvSpPr>
        <p:spPr>
          <a:xfrm>
            <a:off x="9317735" y="602589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24" name="TextBox 5438"/>
          <p:cNvSpPr txBox="1"/>
          <p:nvPr/>
        </p:nvSpPr>
        <p:spPr>
          <a:xfrm>
            <a:off x="9552396" y="606247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N3 / r27</a:t>
            </a:r>
          </a:p>
        </p:txBody>
      </p:sp>
      <p:sp>
        <p:nvSpPr>
          <p:cNvPr id="16625" name="Rectangle 5439"/>
          <p:cNvSpPr/>
          <p:nvPr/>
        </p:nvSpPr>
        <p:spPr>
          <a:xfrm>
            <a:off x="11786616" y="602589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26" name="TextBox 5440"/>
          <p:cNvSpPr txBox="1"/>
          <p:nvPr/>
        </p:nvSpPr>
        <p:spPr>
          <a:xfrm>
            <a:off x="12021276" y="606247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N4 / r28</a:t>
            </a:r>
          </a:p>
        </p:txBody>
      </p:sp>
      <p:sp>
        <p:nvSpPr>
          <p:cNvPr id="16627" name="Rectangle 5441"/>
          <p:cNvSpPr/>
          <p:nvPr/>
        </p:nvSpPr>
        <p:spPr>
          <a:xfrm>
            <a:off x="14255495" y="602589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28" name="TextBox 5442"/>
          <p:cNvSpPr txBox="1"/>
          <p:nvPr/>
        </p:nvSpPr>
        <p:spPr>
          <a:xfrm>
            <a:off x="14490156" y="606247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N5 / r29</a:t>
            </a:r>
          </a:p>
        </p:txBody>
      </p:sp>
      <p:sp>
        <p:nvSpPr>
          <p:cNvPr id="16629" name="Rectangle 5443"/>
          <p:cNvSpPr/>
          <p:nvPr/>
        </p:nvSpPr>
        <p:spPr>
          <a:xfrm>
            <a:off x="16724376" y="602589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30" name="TextBox 5444"/>
          <p:cNvSpPr txBox="1"/>
          <p:nvPr/>
        </p:nvSpPr>
        <p:spPr>
          <a:xfrm>
            <a:off x="16959036" y="606247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N6 / r30</a:t>
            </a:r>
          </a:p>
        </p:txBody>
      </p:sp>
      <p:sp>
        <p:nvSpPr>
          <p:cNvPr id="16631" name="Rectangle 5445"/>
          <p:cNvSpPr/>
          <p:nvPr/>
        </p:nvSpPr>
        <p:spPr>
          <a:xfrm>
            <a:off x="19193256" y="602589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32" name="TextBox 5446"/>
          <p:cNvSpPr txBox="1"/>
          <p:nvPr/>
        </p:nvSpPr>
        <p:spPr>
          <a:xfrm>
            <a:off x="19427916" y="6062471"/>
            <a:ext cx="5548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N7 / r31</a:t>
            </a:r>
          </a:p>
        </p:txBody>
      </p:sp>
      <p:sp>
        <p:nvSpPr>
          <p:cNvPr id="16633" name="TextBox 5447"/>
          <p:cNvSpPr txBox="1"/>
          <p:nvPr/>
        </p:nvSpPr>
        <p:spPr>
          <a:xfrm>
            <a:off x="685800" y="7315199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4</a:t>
            </a:r>
          </a:p>
        </p:txBody>
      </p:sp>
      <p:sp>
        <p:nvSpPr>
          <p:cNvPr id="16634" name="Rectangle 5448"/>
          <p:cNvSpPr/>
          <p:nvPr/>
        </p:nvSpPr>
        <p:spPr>
          <a:xfrm>
            <a:off x="1911094" y="726033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35" name="TextBox 5449"/>
          <p:cNvSpPr txBox="1"/>
          <p:nvPr/>
        </p:nvSpPr>
        <p:spPr>
          <a:xfrm>
            <a:off x="2145756" y="729691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N0 / r32</a:t>
            </a:r>
          </a:p>
        </p:txBody>
      </p:sp>
      <p:sp>
        <p:nvSpPr>
          <p:cNvPr id="16636" name="Rectangle 5450"/>
          <p:cNvSpPr/>
          <p:nvPr/>
        </p:nvSpPr>
        <p:spPr>
          <a:xfrm>
            <a:off x="4379976" y="726033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37" name="TextBox 5451"/>
          <p:cNvSpPr txBox="1"/>
          <p:nvPr/>
        </p:nvSpPr>
        <p:spPr>
          <a:xfrm>
            <a:off x="4614636" y="729691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N1 / r33</a:t>
            </a:r>
          </a:p>
        </p:txBody>
      </p:sp>
      <p:sp>
        <p:nvSpPr>
          <p:cNvPr id="16638" name="Rectangle 5452"/>
          <p:cNvSpPr/>
          <p:nvPr/>
        </p:nvSpPr>
        <p:spPr>
          <a:xfrm>
            <a:off x="6848856" y="726033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39" name="TextBox 5453"/>
          <p:cNvSpPr txBox="1"/>
          <p:nvPr/>
        </p:nvSpPr>
        <p:spPr>
          <a:xfrm>
            <a:off x="7083516" y="729691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N2 / r34</a:t>
            </a:r>
          </a:p>
        </p:txBody>
      </p:sp>
      <p:sp>
        <p:nvSpPr>
          <p:cNvPr id="16640" name="Rectangle 5454"/>
          <p:cNvSpPr/>
          <p:nvPr/>
        </p:nvSpPr>
        <p:spPr>
          <a:xfrm>
            <a:off x="9317735" y="726033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41" name="TextBox 5455"/>
          <p:cNvSpPr txBox="1"/>
          <p:nvPr/>
        </p:nvSpPr>
        <p:spPr>
          <a:xfrm>
            <a:off x="9552396" y="729691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N3 / r35</a:t>
            </a:r>
          </a:p>
        </p:txBody>
      </p:sp>
      <p:sp>
        <p:nvSpPr>
          <p:cNvPr id="16642" name="Rectangle 5456"/>
          <p:cNvSpPr/>
          <p:nvPr/>
        </p:nvSpPr>
        <p:spPr>
          <a:xfrm>
            <a:off x="11786616" y="726033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43" name="TextBox 5457"/>
          <p:cNvSpPr txBox="1"/>
          <p:nvPr/>
        </p:nvSpPr>
        <p:spPr>
          <a:xfrm>
            <a:off x="12021276" y="729691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N4 / r36</a:t>
            </a:r>
          </a:p>
        </p:txBody>
      </p:sp>
      <p:sp>
        <p:nvSpPr>
          <p:cNvPr id="16644" name="Rectangle 5458"/>
          <p:cNvSpPr/>
          <p:nvPr/>
        </p:nvSpPr>
        <p:spPr>
          <a:xfrm>
            <a:off x="14255495" y="726033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45" name="TextBox 5459"/>
          <p:cNvSpPr txBox="1"/>
          <p:nvPr/>
        </p:nvSpPr>
        <p:spPr>
          <a:xfrm>
            <a:off x="14490156" y="729691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N5 / r37</a:t>
            </a:r>
          </a:p>
        </p:txBody>
      </p:sp>
      <p:sp>
        <p:nvSpPr>
          <p:cNvPr id="16646" name="Rectangle 5460"/>
          <p:cNvSpPr/>
          <p:nvPr/>
        </p:nvSpPr>
        <p:spPr>
          <a:xfrm>
            <a:off x="16724376" y="726033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47" name="TextBox 5461"/>
          <p:cNvSpPr txBox="1"/>
          <p:nvPr/>
        </p:nvSpPr>
        <p:spPr>
          <a:xfrm>
            <a:off x="16959036" y="729691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N6 / r38</a:t>
            </a:r>
          </a:p>
        </p:txBody>
      </p:sp>
      <p:sp>
        <p:nvSpPr>
          <p:cNvPr id="16648" name="Rectangle 5462"/>
          <p:cNvSpPr/>
          <p:nvPr/>
        </p:nvSpPr>
        <p:spPr>
          <a:xfrm>
            <a:off x="19193256" y="7260335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49" name="TextBox 5463"/>
          <p:cNvSpPr txBox="1"/>
          <p:nvPr/>
        </p:nvSpPr>
        <p:spPr>
          <a:xfrm>
            <a:off x="19427916" y="7296911"/>
            <a:ext cx="5548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N7 / r39</a:t>
            </a:r>
          </a:p>
        </p:txBody>
      </p:sp>
      <p:sp>
        <p:nvSpPr>
          <p:cNvPr id="16650" name="TextBox 5464"/>
          <p:cNvSpPr txBox="1"/>
          <p:nvPr/>
        </p:nvSpPr>
        <p:spPr>
          <a:xfrm>
            <a:off x="685800" y="8549640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5</a:t>
            </a:r>
          </a:p>
        </p:txBody>
      </p:sp>
      <p:sp>
        <p:nvSpPr>
          <p:cNvPr id="16651" name="Rectangle 5465"/>
          <p:cNvSpPr/>
          <p:nvPr/>
        </p:nvSpPr>
        <p:spPr>
          <a:xfrm>
            <a:off x="1911094" y="84947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52" name="TextBox 5466"/>
          <p:cNvSpPr txBox="1"/>
          <p:nvPr/>
        </p:nvSpPr>
        <p:spPr>
          <a:xfrm>
            <a:off x="2145756" y="853135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N0 / r40</a:t>
            </a:r>
          </a:p>
        </p:txBody>
      </p:sp>
      <p:sp>
        <p:nvSpPr>
          <p:cNvPr id="16653" name="Rectangle 5467"/>
          <p:cNvSpPr/>
          <p:nvPr/>
        </p:nvSpPr>
        <p:spPr>
          <a:xfrm>
            <a:off x="4379976" y="84947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54" name="TextBox 5468"/>
          <p:cNvSpPr txBox="1"/>
          <p:nvPr/>
        </p:nvSpPr>
        <p:spPr>
          <a:xfrm>
            <a:off x="4614636" y="853135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N1 / r41</a:t>
            </a:r>
          </a:p>
        </p:txBody>
      </p:sp>
      <p:sp>
        <p:nvSpPr>
          <p:cNvPr id="16655" name="Rectangle 5469"/>
          <p:cNvSpPr/>
          <p:nvPr/>
        </p:nvSpPr>
        <p:spPr>
          <a:xfrm>
            <a:off x="6848856" y="84947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56" name="TextBox 5470"/>
          <p:cNvSpPr txBox="1"/>
          <p:nvPr/>
        </p:nvSpPr>
        <p:spPr>
          <a:xfrm>
            <a:off x="7083516" y="853135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N2 / r42</a:t>
            </a:r>
          </a:p>
        </p:txBody>
      </p:sp>
      <p:sp>
        <p:nvSpPr>
          <p:cNvPr id="16657" name="Rectangle 5471"/>
          <p:cNvSpPr/>
          <p:nvPr/>
        </p:nvSpPr>
        <p:spPr>
          <a:xfrm>
            <a:off x="9317735" y="84947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58" name="TextBox 5472"/>
          <p:cNvSpPr txBox="1"/>
          <p:nvPr/>
        </p:nvSpPr>
        <p:spPr>
          <a:xfrm>
            <a:off x="9552396" y="853135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N3 / r43</a:t>
            </a:r>
          </a:p>
        </p:txBody>
      </p:sp>
      <p:sp>
        <p:nvSpPr>
          <p:cNvPr id="16659" name="Rectangle 5473"/>
          <p:cNvSpPr/>
          <p:nvPr/>
        </p:nvSpPr>
        <p:spPr>
          <a:xfrm>
            <a:off x="11786616" y="84947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60" name="TextBox 5474"/>
          <p:cNvSpPr txBox="1"/>
          <p:nvPr/>
        </p:nvSpPr>
        <p:spPr>
          <a:xfrm>
            <a:off x="12021276" y="853135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N4 / r44</a:t>
            </a:r>
          </a:p>
        </p:txBody>
      </p:sp>
      <p:sp>
        <p:nvSpPr>
          <p:cNvPr id="16661" name="Rectangle 5475"/>
          <p:cNvSpPr/>
          <p:nvPr/>
        </p:nvSpPr>
        <p:spPr>
          <a:xfrm>
            <a:off x="14255495" y="84947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62" name="TextBox 5476"/>
          <p:cNvSpPr txBox="1"/>
          <p:nvPr/>
        </p:nvSpPr>
        <p:spPr>
          <a:xfrm>
            <a:off x="14490156" y="853135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N5 / r45</a:t>
            </a:r>
          </a:p>
        </p:txBody>
      </p:sp>
      <p:sp>
        <p:nvSpPr>
          <p:cNvPr id="16663" name="Rectangle 5477"/>
          <p:cNvSpPr/>
          <p:nvPr/>
        </p:nvSpPr>
        <p:spPr>
          <a:xfrm>
            <a:off x="16724376" y="84947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64" name="TextBox 5478"/>
          <p:cNvSpPr txBox="1"/>
          <p:nvPr/>
        </p:nvSpPr>
        <p:spPr>
          <a:xfrm>
            <a:off x="16959036" y="853135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N6 / r46</a:t>
            </a:r>
          </a:p>
        </p:txBody>
      </p:sp>
      <p:sp>
        <p:nvSpPr>
          <p:cNvPr id="16665" name="Rectangle 5479"/>
          <p:cNvSpPr/>
          <p:nvPr/>
        </p:nvSpPr>
        <p:spPr>
          <a:xfrm>
            <a:off x="19193256" y="849477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66" name="TextBox 5480"/>
          <p:cNvSpPr txBox="1"/>
          <p:nvPr/>
        </p:nvSpPr>
        <p:spPr>
          <a:xfrm>
            <a:off x="19427916" y="8531352"/>
            <a:ext cx="5548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N7 / r47</a:t>
            </a:r>
          </a:p>
        </p:txBody>
      </p:sp>
      <p:sp>
        <p:nvSpPr>
          <p:cNvPr id="16667" name="TextBox 5481"/>
          <p:cNvSpPr txBox="1"/>
          <p:nvPr/>
        </p:nvSpPr>
        <p:spPr>
          <a:xfrm>
            <a:off x="685800" y="9784080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6</a:t>
            </a:r>
          </a:p>
        </p:txBody>
      </p:sp>
      <p:sp>
        <p:nvSpPr>
          <p:cNvPr id="16668" name="Rectangle 5482"/>
          <p:cNvSpPr/>
          <p:nvPr/>
        </p:nvSpPr>
        <p:spPr>
          <a:xfrm>
            <a:off x="1911094" y="972921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69" name="TextBox 5483"/>
          <p:cNvSpPr txBox="1"/>
          <p:nvPr/>
        </p:nvSpPr>
        <p:spPr>
          <a:xfrm>
            <a:off x="2145756" y="976579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N0 / r48</a:t>
            </a:r>
          </a:p>
        </p:txBody>
      </p:sp>
      <p:sp>
        <p:nvSpPr>
          <p:cNvPr id="16670" name="Rectangle 5484"/>
          <p:cNvSpPr/>
          <p:nvPr/>
        </p:nvSpPr>
        <p:spPr>
          <a:xfrm>
            <a:off x="4379976" y="972921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71" name="TextBox 5485"/>
          <p:cNvSpPr txBox="1"/>
          <p:nvPr/>
        </p:nvSpPr>
        <p:spPr>
          <a:xfrm>
            <a:off x="4614636" y="976579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N1 / r49</a:t>
            </a:r>
          </a:p>
        </p:txBody>
      </p:sp>
      <p:sp>
        <p:nvSpPr>
          <p:cNvPr id="16672" name="Rectangle 5486"/>
          <p:cNvSpPr/>
          <p:nvPr/>
        </p:nvSpPr>
        <p:spPr>
          <a:xfrm>
            <a:off x="6848856" y="972921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73" name="TextBox 5487"/>
          <p:cNvSpPr txBox="1"/>
          <p:nvPr/>
        </p:nvSpPr>
        <p:spPr>
          <a:xfrm>
            <a:off x="7083516" y="976579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N2 / r50</a:t>
            </a:r>
          </a:p>
        </p:txBody>
      </p:sp>
      <p:sp>
        <p:nvSpPr>
          <p:cNvPr id="16674" name="Rectangle 5488"/>
          <p:cNvSpPr/>
          <p:nvPr/>
        </p:nvSpPr>
        <p:spPr>
          <a:xfrm>
            <a:off x="9317735" y="972921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75" name="TextBox 5489"/>
          <p:cNvSpPr txBox="1"/>
          <p:nvPr/>
        </p:nvSpPr>
        <p:spPr>
          <a:xfrm>
            <a:off x="9552396" y="976579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N3 / r51</a:t>
            </a:r>
          </a:p>
        </p:txBody>
      </p:sp>
      <p:sp>
        <p:nvSpPr>
          <p:cNvPr id="16676" name="Rectangle 5490"/>
          <p:cNvSpPr/>
          <p:nvPr/>
        </p:nvSpPr>
        <p:spPr>
          <a:xfrm>
            <a:off x="11786616" y="972921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77" name="TextBox 5491"/>
          <p:cNvSpPr txBox="1"/>
          <p:nvPr/>
        </p:nvSpPr>
        <p:spPr>
          <a:xfrm>
            <a:off x="12021276" y="976579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N4 / r52</a:t>
            </a:r>
          </a:p>
        </p:txBody>
      </p:sp>
      <p:sp>
        <p:nvSpPr>
          <p:cNvPr id="16678" name="Rectangle 5492"/>
          <p:cNvSpPr/>
          <p:nvPr/>
        </p:nvSpPr>
        <p:spPr>
          <a:xfrm>
            <a:off x="14255495" y="972921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79" name="TextBox 5493"/>
          <p:cNvSpPr txBox="1"/>
          <p:nvPr/>
        </p:nvSpPr>
        <p:spPr>
          <a:xfrm>
            <a:off x="14490156" y="976579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N5 / r53</a:t>
            </a:r>
          </a:p>
        </p:txBody>
      </p:sp>
      <p:sp>
        <p:nvSpPr>
          <p:cNvPr id="16680" name="Rectangle 5494"/>
          <p:cNvSpPr/>
          <p:nvPr/>
        </p:nvSpPr>
        <p:spPr>
          <a:xfrm>
            <a:off x="16724376" y="972921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81" name="TextBox 5495"/>
          <p:cNvSpPr txBox="1"/>
          <p:nvPr/>
        </p:nvSpPr>
        <p:spPr>
          <a:xfrm>
            <a:off x="16959036" y="9765792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N6 / r54</a:t>
            </a:r>
          </a:p>
        </p:txBody>
      </p:sp>
      <p:sp>
        <p:nvSpPr>
          <p:cNvPr id="16682" name="Rectangle 5496"/>
          <p:cNvSpPr/>
          <p:nvPr/>
        </p:nvSpPr>
        <p:spPr>
          <a:xfrm>
            <a:off x="19193256" y="972921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83" name="TextBox 5497"/>
          <p:cNvSpPr txBox="1"/>
          <p:nvPr/>
        </p:nvSpPr>
        <p:spPr>
          <a:xfrm>
            <a:off x="19427916" y="9765792"/>
            <a:ext cx="5548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N7 / r55</a:t>
            </a:r>
          </a:p>
        </p:txBody>
      </p:sp>
      <p:sp>
        <p:nvSpPr>
          <p:cNvPr id="16684" name="TextBox 5498"/>
          <p:cNvSpPr txBox="1"/>
          <p:nvPr/>
        </p:nvSpPr>
        <p:spPr>
          <a:xfrm>
            <a:off x="685800" y="11018519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7</a:t>
            </a:r>
          </a:p>
        </p:txBody>
      </p:sp>
      <p:sp>
        <p:nvSpPr>
          <p:cNvPr id="16685" name="Rectangle 5499"/>
          <p:cNvSpPr/>
          <p:nvPr/>
        </p:nvSpPr>
        <p:spPr>
          <a:xfrm>
            <a:off x="1911094" y="1096365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86" name="TextBox 5500"/>
          <p:cNvSpPr txBox="1"/>
          <p:nvPr/>
        </p:nvSpPr>
        <p:spPr>
          <a:xfrm>
            <a:off x="2145756" y="1100023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N0 / r56</a:t>
            </a:r>
          </a:p>
        </p:txBody>
      </p:sp>
      <p:sp>
        <p:nvSpPr>
          <p:cNvPr id="16687" name="Rectangle 5501"/>
          <p:cNvSpPr/>
          <p:nvPr/>
        </p:nvSpPr>
        <p:spPr>
          <a:xfrm>
            <a:off x="4379976" y="1096365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88" name="TextBox 5502"/>
          <p:cNvSpPr txBox="1"/>
          <p:nvPr/>
        </p:nvSpPr>
        <p:spPr>
          <a:xfrm>
            <a:off x="4614636" y="1100023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N1 / r57</a:t>
            </a:r>
          </a:p>
        </p:txBody>
      </p:sp>
      <p:sp>
        <p:nvSpPr>
          <p:cNvPr id="16689" name="Rectangle 5503"/>
          <p:cNvSpPr/>
          <p:nvPr/>
        </p:nvSpPr>
        <p:spPr>
          <a:xfrm>
            <a:off x="6848856" y="1096365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90" name="TextBox 5504"/>
          <p:cNvSpPr txBox="1"/>
          <p:nvPr/>
        </p:nvSpPr>
        <p:spPr>
          <a:xfrm>
            <a:off x="7083516" y="1100023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N2 / r58</a:t>
            </a:r>
          </a:p>
        </p:txBody>
      </p:sp>
      <p:sp>
        <p:nvSpPr>
          <p:cNvPr id="16691" name="Rectangle 5505"/>
          <p:cNvSpPr/>
          <p:nvPr/>
        </p:nvSpPr>
        <p:spPr>
          <a:xfrm>
            <a:off x="9317735" y="1096365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92" name="TextBox 5506"/>
          <p:cNvSpPr txBox="1"/>
          <p:nvPr/>
        </p:nvSpPr>
        <p:spPr>
          <a:xfrm>
            <a:off x="9552396" y="1100023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N3 / r59</a:t>
            </a:r>
          </a:p>
        </p:txBody>
      </p:sp>
      <p:sp>
        <p:nvSpPr>
          <p:cNvPr id="16693" name="Rectangle 5507"/>
          <p:cNvSpPr/>
          <p:nvPr/>
        </p:nvSpPr>
        <p:spPr>
          <a:xfrm>
            <a:off x="11786616" y="1096365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94" name="TextBox 5508"/>
          <p:cNvSpPr txBox="1"/>
          <p:nvPr/>
        </p:nvSpPr>
        <p:spPr>
          <a:xfrm>
            <a:off x="12021276" y="1100023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N4 / r60</a:t>
            </a:r>
          </a:p>
        </p:txBody>
      </p:sp>
      <p:sp>
        <p:nvSpPr>
          <p:cNvPr id="16695" name="Rectangle 5509"/>
          <p:cNvSpPr/>
          <p:nvPr/>
        </p:nvSpPr>
        <p:spPr>
          <a:xfrm>
            <a:off x="14255495" y="1096365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96" name="TextBox 5510"/>
          <p:cNvSpPr txBox="1"/>
          <p:nvPr/>
        </p:nvSpPr>
        <p:spPr>
          <a:xfrm>
            <a:off x="14490156" y="1100023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N5 / r61</a:t>
            </a:r>
          </a:p>
        </p:txBody>
      </p:sp>
      <p:sp>
        <p:nvSpPr>
          <p:cNvPr id="16697" name="Rectangle 5511"/>
          <p:cNvSpPr/>
          <p:nvPr/>
        </p:nvSpPr>
        <p:spPr>
          <a:xfrm>
            <a:off x="16724376" y="1096365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98" name="TextBox 5512"/>
          <p:cNvSpPr txBox="1"/>
          <p:nvPr/>
        </p:nvSpPr>
        <p:spPr>
          <a:xfrm>
            <a:off x="16959036" y="11000231"/>
            <a:ext cx="5548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N6 / r62</a:t>
            </a:r>
          </a:p>
        </p:txBody>
      </p:sp>
      <p:sp>
        <p:nvSpPr>
          <p:cNvPr id="16699" name="Rectangle 5513"/>
          <p:cNvSpPr/>
          <p:nvPr/>
        </p:nvSpPr>
        <p:spPr>
          <a:xfrm>
            <a:off x="19193256" y="10963656"/>
            <a:ext cx="1024129" cy="384049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00" name="TextBox 5514"/>
          <p:cNvSpPr txBox="1"/>
          <p:nvPr/>
        </p:nvSpPr>
        <p:spPr>
          <a:xfrm>
            <a:off x="19427916" y="11000231"/>
            <a:ext cx="5548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N7 / r63</a:t>
            </a:r>
          </a:p>
        </p:txBody>
      </p:sp>
      <p:sp>
        <p:nvSpPr>
          <p:cNvPr id="16701" name="TextBox 5515"/>
          <p:cNvSpPr txBox="1"/>
          <p:nvPr/>
        </p:nvSpPr>
        <p:spPr>
          <a:xfrm>
            <a:off x="2173243" y="1554480"/>
            <a:ext cx="49983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0</a:t>
            </a:r>
          </a:p>
        </p:txBody>
      </p:sp>
      <p:sp>
        <p:nvSpPr>
          <p:cNvPr id="16702" name="TextBox 5516"/>
          <p:cNvSpPr txBox="1"/>
          <p:nvPr/>
        </p:nvSpPr>
        <p:spPr>
          <a:xfrm>
            <a:off x="4642123" y="1554480"/>
            <a:ext cx="49983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1</a:t>
            </a:r>
          </a:p>
        </p:txBody>
      </p:sp>
      <p:sp>
        <p:nvSpPr>
          <p:cNvPr id="16703" name="TextBox 5517"/>
          <p:cNvSpPr txBox="1"/>
          <p:nvPr/>
        </p:nvSpPr>
        <p:spPr>
          <a:xfrm>
            <a:off x="7111003" y="1554480"/>
            <a:ext cx="49983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2</a:t>
            </a:r>
          </a:p>
        </p:txBody>
      </p:sp>
      <p:sp>
        <p:nvSpPr>
          <p:cNvPr id="16704" name="TextBox 5518"/>
          <p:cNvSpPr txBox="1"/>
          <p:nvPr/>
        </p:nvSpPr>
        <p:spPr>
          <a:xfrm>
            <a:off x="9579883" y="1554480"/>
            <a:ext cx="49983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3</a:t>
            </a:r>
          </a:p>
        </p:txBody>
      </p:sp>
      <p:sp>
        <p:nvSpPr>
          <p:cNvPr id="16705" name="TextBox 5519"/>
          <p:cNvSpPr txBox="1"/>
          <p:nvPr/>
        </p:nvSpPr>
        <p:spPr>
          <a:xfrm>
            <a:off x="12048763" y="1554480"/>
            <a:ext cx="49983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4</a:t>
            </a:r>
          </a:p>
        </p:txBody>
      </p:sp>
      <p:sp>
        <p:nvSpPr>
          <p:cNvPr id="16706" name="TextBox 5520"/>
          <p:cNvSpPr txBox="1"/>
          <p:nvPr/>
        </p:nvSpPr>
        <p:spPr>
          <a:xfrm>
            <a:off x="14517643" y="1554480"/>
            <a:ext cx="49983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5</a:t>
            </a:r>
          </a:p>
        </p:txBody>
      </p:sp>
      <p:sp>
        <p:nvSpPr>
          <p:cNvPr id="16707" name="TextBox 5521"/>
          <p:cNvSpPr txBox="1"/>
          <p:nvPr/>
        </p:nvSpPr>
        <p:spPr>
          <a:xfrm>
            <a:off x="16986523" y="1554480"/>
            <a:ext cx="49983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6</a:t>
            </a:r>
          </a:p>
        </p:txBody>
      </p:sp>
      <p:sp>
        <p:nvSpPr>
          <p:cNvPr id="16708" name="TextBox 5522"/>
          <p:cNvSpPr txBox="1"/>
          <p:nvPr/>
        </p:nvSpPr>
        <p:spPr>
          <a:xfrm>
            <a:off x="19455403" y="1554480"/>
            <a:ext cx="49983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Slot 7</a:t>
            </a:r>
          </a:p>
        </p:txBody>
      </p:sp>
      <p:sp>
        <p:nvSpPr>
          <p:cNvPr id="16709" name="TextBox 5523"/>
          <p:cNvSpPr txBox="1"/>
          <p:nvPr/>
        </p:nvSpPr>
        <p:spPr>
          <a:xfrm>
            <a:off x="7304273" y="11521440"/>
            <a:ext cx="733705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Gray X edges: 8 Nodes x 28 = 224. Colored Y edges: 8 slots x 28 = 224.</a:t>
            </a:r>
          </a:p>
        </p:txBody>
      </p:sp>
      <p:sp>
        <p:nvSpPr>
          <p:cNvPr id="16710" name="TextBox 5524"/>
          <p:cNvSpPr txBox="1"/>
          <p:nvPr/>
        </p:nvSpPr>
        <p:spPr>
          <a:xfrm>
            <a:off x="7090422" y="11978640"/>
            <a:ext cx="776475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14 direct neighbors per NPU; 40 GB/s per direct link. Crossings are not junctions.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2" name="TextBox 1"/>
          <p:cNvSpPr txBox="1"/>
          <p:nvPr/>
        </p:nvSpPr>
        <p:spPr>
          <a:xfrm>
            <a:off x="548639" y="228599"/>
            <a:ext cx="8952707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2D-FullMesh: same-Node X links and cross-Node Y links</a:t>
            </a:r>
          </a:p>
        </p:txBody>
      </p:sp>
      <p:sp>
        <p:nvSpPr>
          <p:cNvPr id="16713" name="TextBox 2"/>
          <p:cNvSpPr txBox="1"/>
          <p:nvPr/>
        </p:nvSpPr>
        <p:spPr>
          <a:xfrm>
            <a:off x="548639" y="868680"/>
            <a:ext cx="883265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The right panel shows all 8 Nodes. Colored links connect slot 0 NPUs directly across Nodes.</a:t>
            </a:r>
          </a:p>
        </p:txBody>
      </p:sp>
      <p:sp>
        <p:nvSpPr>
          <p:cNvPr id="16714" name="Connector 3"/>
          <p:cNvSpPr/>
          <p:nvPr/>
        </p:nvSpPr>
        <p:spPr>
          <a:xfrm>
            <a:off x="5303520" y="3749038"/>
            <a:ext cx="2295353" cy="950768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15" name="Connector 4"/>
          <p:cNvSpPr/>
          <p:nvPr/>
        </p:nvSpPr>
        <p:spPr>
          <a:xfrm>
            <a:off x="5303520" y="3749038"/>
            <a:ext cx="3246121" cy="3246123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16" name="Connector 5"/>
          <p:cNvSpPr/>
          <p:nvPr/>
        </p:nvSpPr>
        <p:spPr>
          <a:xfrm>
            <a:off x="5303520" y="3749038"/>
            <a:ext cx="2295353" cy="5541475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17" name="Connector 6"/>
          <p:cNvSpPr/>
          <p:nvPr/>
        </p:nvSpPr>
        <p:spPr>
          <a:xfrm flipH="1">
            <a:off x="5303520" y="3749039"/>
            <a:ext cx="1" cy="6492242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18" name="Connector 7"/>
          <p:cNvSpPr/>
          <p:nvPr/>
        </p:nvSpPr>
        <p:spPr>
          <a:xfrm flipH="1">
            <a:off x="3008166" y="3749038"/>
            <a:ext cx="2295355" cy="5541475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19" name="Connector 8"/>
          <p:cNvSpPr/>
          <p:nvPr/>
        </p:nvSpPr>
        <p:spPr>
          <a:xfrm flipH="1">
            <a:off x="2057400" y="3749038"/>
            <a:ext cx="3246121" cy="3246123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0" name="Connector 9"/>
          <p:cNvSpPr/>
          <p:nvPr/>
        </p:nvSpPr>
        <p:spPr>
          <a:xfrm flipH="1">
            <a:off x="3008166" y="3749038"/>
            <a:ext cx="2295355" cy="950768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1" name="Connector 10"/>
          <p:cNvSpPr/>
          <p:nvPr/>
        </p:nvSpPr>
        <p:spPr>
          <a:xfrm>
            <a:off x="7598873" y="4699806"/>
            <a:ext cx="950767" cy="2295355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2" name="Connector 11"/>
          <p:cNvSpPr/>
          <p:nvPr/>
        </p:nvSpPr>
        <p:spPr>
          <a:xfrm flipH="1">
            <a:off x="7598873" y="4699806"/>
            <a:ext cx="1" cy="4590708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3" name="Connector 12"/>
          <p:cNvSpPr/>
          <p:nvPr/>
        </p:nvSpPr>
        <p:spPr>
          <a:xfrm flipH="1">
            <a:off x="5303520" y="4699806"/>
            <a:ext cx="2295353" cy="5541475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4" name="Connector 13"/>
          <p:cNvSpPr/>
          <p:nvPr/>
        </p:nvSpPr>
        <p:spPr>
          <a:xfrm flipH="1">
            <a:off x="3008165" y="4699806"/>
            <a:ext cx="4590708" cy="4590708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5" name="Connector 14"/>
          <p:cNvSpPr/>
          <p:nvPr/>
        </p:nvSpPr>
        <p:spPr>
          <a:xfrm flipH="1">
            <a:off x="2057399" y="4699806"/>
            <a:ext cx="5541474" cy="2295355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6" name="Connector 15"/>
          <p:cNvSpPr/>
          <p:nvPr/>
        </p:nvSpPr>
        <p:spPr>
          <a:xfrm flipH="1" flipV="1">
            <a:off x="3008165" y="4699806"/>
            <a:ext cx="4590708" cy="1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7" name="Connector 16"/>
          <p:cNvSpPr/>
          <p:nvPr/>
        </p:nvSpPr>
        <p:spPr>
          <a:xfrm flipH="1">
            <a:off x="7598874" y="6995159"/>
            <a:ext cx="950767" cy="2295354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8" name="Connector 17"/>
          <p:cNvSpPr/>
          <p:nvPr/>
        </p:nvSpPr>
        <p:spPr>
          <a:xfrm flipH="1">
            <a:off x="5303520" y="6995159"/>
            <a:ext cx="3246121" cy="3246121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9" name="Connector 18"/>
          <p:cNvSpPr/>
          <p:nvPr/>
        </p:nvSpPr>
        <p:spPr>
          <a:xfrm flipH="1">
            <a:off x="3008166" y="6995159"/>
            <a:ext cx="5541475" cy="2295354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0" name="Connector 19"/>
          <p:cNvSpPr/>
          <p:nvPr/>
        </p:nvSpPr>
        <p:spPr>
          <a:xfrm flipH="1" flipV="1">
            <a:off x="2057400" y="6995159"/>
            <a:ext cx="6492241" cy="1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1" name="Connector 20"/>
          <p:cNvSpPr/>
          <p:nvPr/>
        </p:nvSpPr>
        <p:spPr>
          <a:xfrm flipH="1" flipV="1">
            <a:off x="3008166" y="4699806"/>
            <a:ext cx="5541475" cy="2295355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2" name="Connector 21"/>
          <p:cNvSpPr/>
          <p:nvPr/>
        </p:nvSpPr>
        <p:spPr>
          <a:xfrm flipH="1">
            <a:off x="5303520" y="9290512"/>
            <a:ext cx="2295353" cy="950767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3" name="Connector 22"/>
          <p:cNvSpPr/>
          <p:nvPr/>
        </p:nvSpPr>
        <p:spPr>
          <a:xfrm flipH="1">
            <a:off x="3008165" y="9290512"/>
            <a:ext cx="4590708" cy="1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4" name="Connector 23"/>
          <p:cNvSpPr/>
          <p:nvPr/>
        </p:nvSpPr>
        <p:spPr>
          <a:xfrm flipH="1" flipV="1">
            <a:off x="2057399" y="6995159"/>
            <a:ext cx="5541474" cy="2295354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5" name="Connector 24"/>
          <p:cNvSpPr/>
          <p:nvPr/>
        </p:nvSpPr>
        <p:spPr>
          <a:xfrm flipH="1" flipV="1">
            <a:off x="3008165" y="4699806"/>
            <a:ext cx="4590708" cy="4590708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6" name="Connector 25"/>
          <p:cNvSpPr/>
          <p:nvPr/>
        </p:nvSpPr>
        <p:spPr>
          <a:xfrm flipH="1" flipV="1">
            <a:off x="3008166" y="9290513"/>
            <a:ext cx="2295355" cy="950767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7" name="Connector 26"/>
          <p:cNvSpPr/>
          <p:nvPr/>
        </p:nvSpPr>
        <p:spPr>
          <a:xfrm flipH="1" flipV="1">
            <a:off x="2057400" y="6995159"/>
            <a:ext cx="3246121" cy="3246121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8" name="Connector 27"/>
          <p:cNvSpPr/>
          <p:nvPr/>
        </p:nvSpPr>
        <p:spPr>
          <a:xfrm flipH="1" flipV="1">
            <a:off x="3008166" y="4699806"/>
            <a:ext cx="2295355" cy="5541475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9" name="Connector 28"/>
          <p:cNvSpPr/>
          <p:nvPr/>
        </p:nvSpPr>
        <p:spPr>
          <a:xfrm flipH="1" flipV="1">
            <a:off x="2057399" y="6995159"/>
            <a:ext cx="950767" cy="2295354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40" name="Connector 29"/>
          <p:cNvSpPr/>
          <p:nvPr/>
        </p:nvSpPr>
        <p:spPr>
          <a:xfrm flipV="1">
            <a:off x="3008165" y="4699806"/>
            <a:ext cx="1" cy="4590708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41" name="Connector 30"/>
          <p:cNvSpPr/>
          <p:nvPr/>
        </p:nvSpPr>
        <p:spPr>
          <a:xfrm flipV="1">
            <a:off x="2057400" y="4699806"/>
            <a:ext cx="950767" cy="2295355"/>
          </a:xfrm>
          <a:prstGeom prst="line">
            <a:avLst/>
          </a:prstGeom>
          <a:ln w="18288">
            <a:solidFill>
              <a:srgbClr val="77777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42" name="Rectangle 31"/>
          <p:cNvSpPr/>
          <p:nvPr/>
        </p:nvSpPr>
        <p:spPr>
          <a:xfrm>
            <a:off x="4581144" y="3383279"/>
            <a:ext cx="1444753" cy="73152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43" name="TextBox 32"/>
          <p:cNvSpPr txBox="1"/>
          <p:nvPr/>
        </p:nvSpPr>
        <p:spPr>
          <a:xfrm>
            <a:off x="4990026" y="3419855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6744" name="TextBox 33"/>
          <p:cNvSpPr txBox="1"/>
          <p:nvPr/>
        </p:nvSpPr>
        <p:spPr>
          <a:xfrm>
            <a:off x="4852546" y="3671315"/>
            <a:ext cx="9019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0 / r0</a:t>
            </a:r>
          </a:p>
        </p:txBody>
      </p:sp>
      <p:sp>
        <p:nvSpPr>
          <p:cNvPr id="16745" name="Rectangle 34"/>
          <p:cNvSpPr/>
          <p:nvPr/>
        </p:nvSpPr>
        <p:spPr>
          <a:xfrm>
            <a:off x="6876497" y="4334045"/>
            <a:ext cx="1444753" cy="73152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46" name="TextBox 35"/>
          <p:cNvSpPr txBox="1"/>
          <p:nvPr/>
        </p:nvSpPr>
        <p:spPr>
          <a:xfrm>
            <a:off x="7285379" y="4370621"/>
            <a:ext cx="6269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6747" name="TextBox 36"/>
          <p:cNvSpPr txBox="1"/>
          <p:nvPr/>
        </p:nvSpPr>
        <p:spPr>
          <a:xfrm>
            <a:off x="7147899" y="4622081"/>
            <a:ext cx="9019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1 / r1</a:t>
            </a:r>
          </a:p>
        </p:txBody>
      </p:sp>
      <p:sp>
        <p:nvSpPr>
          <p:cNvPr id="16748" name="Rectangle 37"/>
          <p:cNvSpPr/>
          <p:nvPr/>
        </p:nvSpPr>
        <p:spPr>
          <a:xfrm>
            <a:off x="7827264" y="6629399"/>
            <a:ext cx="1444753" cy="73152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49" name="TextBox 38"/>
          <p:cNvSpPr txBox="1"/>
          <p:nvPr/>
        </p:nvSpPr>
        <p:spPr>
          <a:xfrm>
            <a:off x="8236145" y="6665976"/>
            <a:ext cx="6269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6750" name="TextBox 39"/>
          <p:cNvSpPr txBox="1"/>
          <p:nvPr/>
        </p:nvSpPr>
        <p:spPr>
          <a:xfrm>
            <a:off x="8098665" y="6917435"/>
            <a:ext cx="9019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2 / r2</a:t>
            </a:r>
          </a:p>
        </p:txBody>
      </p:sp>
      <p:sp>
        <p:nvSpPr>
          <p:cNvPr id="16751" name="Rectangle 40"/>
          <p:cNvSpPr/>
          <p:nvPr/>
        </p:nvSpPr>
        <p:spPr>
          <a:xfrm>
            <a:off x="6876497" y="8924752"/>
            <a:ext cx="1444753" cy="73152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52" name="TextBox 41"/>
          <p:cNvSpPr txBox="1"/>
          <p:nvPr/>
        </p:nvSpPr>
        <p:spPr>
          <a:xfrm>
            <a:off x="7285379" y="8961328"/>
            <a:ext cx="6269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6753" name="TextBox 42"/>
          <p:cNvSpPr txBox="1"/>
          <p:nvPr/>
        </p:nvSpPr>
        <p:spPr>
          <a:xfrm>
            <a:off x="7147899" y="9212788"/>
            <a:ext cx="9019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3 / r3</a:t>
            </a:r>
          </a:p>
        </p:txBody>
      </p:sp>
      <p:sp>
        <p:nvSpPr>
          <p:cNvPr id="16754" name="Rectangle 43"/>
          <p:cNvSpPr/>
          <p:nvPr/>
        </p:nvSpPr>
        <p:spPr>
          <a:xfrm>
            <a:off x="4581144" y="9875519"/>
            <a:ext cx="1444753" cy="73152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55" name="TextBox 44"/>
          <p:cNvSpPr txBox="1"/>
          <p:nvPr/>
        </p:nvSpPr>
        <p:spPr>
          <a:xfrm>
            <a:off x="4990026" y="9912095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6756" name="TextBox 45"/>
          <p:cNvSpPr txBox="1"/>
          <p:nvPr/>
        </p:nvSpPr>
        <p:spPr>
          <a:xfrm>
            <a:off x="4852546" y="10163556"/>
            <a:ext cx="9019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4 / r4</a:t>
            </a:r>
          </a:p>
        </p:txBody>
      </p:sp>
      <p:sp>
        <p:nvSpPr>
          <p:cNvPr id="16757" name="Rectangle 46"/>
          <p:cNvSpPr/>
          <p:nvPr/>
        </p:nvSpPr>
        <p:spPr>
          <a:xfrm>
            <a:off x="2285789" y="8924752"/>
            <a:ext cx="1444753" cy="73152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58" name="TextBox 47"/>
          <p:cNvSpPr txBox="1"/>
          <p:nvPr/>
        </p:nvSpPr>
        <p:spPr>
          <a:xfrm>
            <a:off x="2694672" y="8961328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6759" name="TextBox 48"/>
          <p:cNvSpPr txBox="1"/>
          <p:nvPr/>
        </p:nvSpPr>
        <p:spPr>
          <a:xfrm>
            <a:off x="2557192" y="9212788"/>
            <a:ext cx="9019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5 / r5</a:t>
            </a:r>
          </a:p>
        </p:txBody>
      </p:sp>
      <p:sp>
        <p:nvSpPr>
          <p:cNvPr id="16760" name="Rectangle 49"/>
          <p:cNvSpPr/>
          <p:nvPr/>
        </p:nvSpPr>
        <p:spPr>
          <a:xfrm>
            <a:off x="1335024" y="6629399"/>
            <a:ext cx="1444753" cy="73152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61" name="TextBox 50"/>
          <p:cNvSpPr txBox="1"/>
          <p:nvPr/>
        </p:nvSpPr>
        <p:spPr>
          <a:xfrm>
            <a:off x="1743905" y="6665976"/>
            <a:ext cx="6269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6762" name="TextBox 51"/>
          <p:cNvSpPr txBox="1"/>
          <p:nvPr/>
        </p:nvSpPr>
        <p:spPr>
          <a:xfrm>
            <a:off x="1606425" y="6917435"/>
            <a:ext cx="90195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6 / r6</a:t>
            </a:r>
          </a:p>
        </p:txBody>
      </p:sp>
      <p:sp>
        <p:nvSpPr>
          <p:cNvPr id="16763" name="Rectangle 52"/>
          <p:cNvSpPr/>
          <p:nvPr/>
        </p:nvSpPr>
        <p:spPr>
          <a:xfrm>
            <a:off x="2285789" y="4334045"/>
            <a:ext cx="1444753" cy="73152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64" name="TextBox 53"/>
          <p:cNvSpPr txBox="1"/>
          <p:nvPr/>
        </p:nvSpPr>
        <p:spPr>
          <a:xfrm>
            <a:off x="2694672" y="4370621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6765" name="TextBox 54"/>
          <p:cNvSpPr txBox="1"/>
          <p:nvPr/>
        </p:nvSpPr>
        <p:spPr>
          <a:xfrm>
            <a:off x="2557192" y="4622081"/>
            <a:ext cx="9019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7 / r7</a:t>
            </a:r>
          </a:p>
        </p:txBody>
      </p:sp>
      <p:sp>
        <p:nvSpPr>
          <p:cNvPr id="16766" name="TextBox 55"/>
          <p:cNvSpPr txBox="1"/>
          <p:nvPr/>
        </p:nvSpPr>
        <p:spPr>
          <a:xfrm>
            <a:off x="3312218" y="1783079"/>
            <a:ext cx="398260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X dimension: FullMesh within Node 0</a:t>
            </a:r>
          </a:p>
        </p:txBody>
      </p:sp>
      <p:sp>
        <p:nvSpPr>
          <p:cNvPr id="16767" name="TextBox 56"/>
          <p:cNvSpPr txBox="1"/>
          <p:nvPr/>
        </p:nvSpPr>
        <p:spPr>
          <a:xfrm>
            <a:off x="3912342" y="11338559"/>
            <a:ext cx="278235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 connects directly to r1-r7</a:t>
            </a:r>
          </a:p>
        </p:txBody>
      </p:sp>
      <p:sp>
        <p:nvSpPr>
          <p:cNvPr id="16768" name="TextBox 57"/>
          <p:cNvSpPr txBox="1"/>
          <p:nvPr/>
        </p:nvSpPr>
        <p:spPr>
          <a:xfrm>
            <a:off x="13997040" y="1783079"/>
            <a:ext cx="419280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Y dimension: FullMesh across 8 Nodes</a:t>
            </a:r>
          </a:p>
        </p:txBody>
      </p:sp>
      <p:sp>
        <p:nvSpPr>
          <p:cNvPr id="16769" name="Connector 58"/>
          <p:cNvSpPr/>
          <p:nvPr/>
        </p:nvSpPr>
        <p:spPr>
          <a:xfrm flipH="1">
            <a:off x="12940410" y="3200400"/>
            <a:ext cx="135510" cy="80009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0" name="Connector 59"/>
          <p:cNvSpPr/>
          <p:nvPr/>
        </p:nvSpPr>
        <p:spPr>
          <a:xfrm flipH="1">
            <a:off x="12829541" y="3280409"/>
            <a:ext cx="110871" cy="8001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1" name="Connector 60"/>
          <p:cNvSpPr/>
          <p:nvPr/>
        </p:nvSpPr>
        <p:spPr>
          <a:xfrm flipH="1">
            <a:off x="12743306" y="3360420"/>
            <a:ext cx="86234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2" name="Connector 61"/>
          <p:cNvSpPr/>
          <p:nvPr/>
        </p:nvSpPr>
        <p:spPr>
          <a:xfrm flipH="1">
            <a:off x="12681711" y="3440429"/>
            <a:ext cx="61596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3" name="Connector 62"/>
          <p:cNvSpPr/>
          <p:nvPr/>
        </p:nvSpPr>
        <p:spPr>
          <a:xfrm flipH="1">
            <a:off x="12644753" y="3520440"/>
            <a:ext cx="36959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4" name="Connector 63"/>
          <p:cNvSpPr/>
          <p:nvPr/>
        </p:nvSpPr>
        <p:spPr>
          <a:xfrm flipH="1">
            <a:off x="12632435" y="3600449"/>
            <a:ext cx="12319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5" name="Connector 64"/>
          <p:cNvSpPr/>
          <p:nvPr/>
        </p:nvSpPr>
        <p:spPr>
          <a:xfrm>
            <a:off x="12632435" y="3680459"/>
            <a:ext cx="12320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6" name="Connector 65"/>
          <p:cNvSpPr/>
          <p:nvPr/>
        </p:nvSpPr>
        <p:spPr>
          <a:xfrm>
            <a:off x="12644755" y="3760470"/>
            <a:ext cx="36958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7" name="Connector 66"/>
          <p:cNvSpPr/>
          <p:nvPr/>
        </p:nvSpPr>
        <p:spPr>
          <a:xfrm>
            <a:off x="12681711" y="3840479"/>
            <a:ext cx="61596" cy="8001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8" name="Connector 67"/>
          <p:cNvSpPr/>
          <p:nvPr/>
        </p:nvSpPr>
        <p:spPr>
          <a:xfrm>
            <a:off x="12743306" y="3920488"/>
            <a:ext cx="86234" cy="8001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9" name="Connector 68"/>
          <p:cNvSpPr/>
          <p:nvPr/>
        </p:nvSpPr>
        <p:spPr>
          <a:xfrm>
            <a:off x="12829540" y="4000499"/>
            <a:ext cx="110871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0" name="Connector 69"/>
          <p:cNvSpPr/>
          <p:nvPr/>
        </p:nvSpPr>
        <p:spPr>
          <a:xfrm>
            <a:off x="12940410" y="4080509"/>
            <a:ext cx="135510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1" name="Connector 70"/>
          <p:cNvSpPr/>
          <p:nvPr/>
        </p:nvSpPr>
        <p:spPr>
          <a:xfrm flipH="1">
            <a:off x="12895706" y="3200399"/>
            <a:ext cx="180214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2" name="Connector 71"/>
          <p:cNvSpPr/>
          <p:nvPr/>
        </p:nvSpPr>
        <p:spPr>
          <a:xfrm flipH="1">
            <a:off x="12748259" y="3360420"/>
            <a:ext cx="147448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3" name="Connector 72"/>
          <p:cNvSpPr/>
          <p:nvPr/>
        </p:nvSpPr>
        <p:spPr>
          <a:xfrm flipH="1">
            <a:off x="12633579" y="3520440"/>
            <a:ext cx="114682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4" name="Connector 73"/>
          <p:cNvSpPr/>
          <p:nvPr/>
        </p:nvSpPr>
        <p:spPr>
          <a:xfrm flipH="1">
            <a:off x="12551664" y="3680459"/>
            <a:ext cx="81916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5" name="Connector 74"/>
          <p:cNvSpPr/>
          <p:nvPr/>
        </p:nvSpPr>
        <p:spPr>
          <a:xfrm flipH="1">
            <a:off x="12502514" y="3840479"/>
            <a:ext cx="49151" cy="16002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6" name="Connector 75"/>
          <p:cNvSpPr/>
          <p:nvPr/>
        </p:nvSpPr>
        <p:spPr>
          <a:xfrm flipH="1">
            <a:off x="12486131" y="4000498"/>
            <a:ext cx="16383" cy="16002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7" name="Connector 76"/>
          <p:cNvSpPr/>
          <p:nvPr/>
        </p:nvSpPr>
        <p:spPr>
          <a:xfrm>
            <a:off x="12486131" y="4160520"/>
            <a:ext cx="16384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8" name="Connector 77"/>
          <p:cNvSpPr/>
          <p:nvPr/>
        </p:nvSpPr>
        <p:spPr>
          <a:xfrm>
            <a:off x="12502515" y="4320540"/>
            <a:ext cx="49150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9" name="Connector 78"/>
          <p:cNvSpPr/>
          <p:nvPr/>
        </p:nvSpPr>
        <p:spPr>
          <a:xfrm>
            <a:off x="12551664" y="4480559"/>
            <a:ext cx="81916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0" name="Connector 79"/>
          <p:cNvSpPr/>
          <p:nvPr/>
        </p:nvSpPr>
        <p:spPr>
          <a:xfrm>
            <a:off x="12633579" y="4640579"/>
            <a:ext cx="114682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1" name="Connector 80"/>
          <p:cNvSpPr/>
          <p:nvPr/>
        </p:nvSpPr>
        <p:spPr>
          <a:xfrm>
            <a:off x="12748259" y="4800599"/>
            <a:ext cx="147448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2" name="Connector 81"/>
          <p:cNvSpPr/>
          <p:nvPr/>
        </p:nvSpPr>
        <p:spPr>
          <a:xfrm>
            <a:off x="12895706" y="4960620"/>
            <a:ext cx="180214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3" name="Connector 82"/>
          <p:cNvSpPr/>
          <p:nvPr/>
        </p:nvSpPr>
        <p:spPr>
          <a:xfrm flipH="1">
            <a:off x="12851004" y="3200399"/>
            <a:ext cx="224917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4" name="Connector 83"/>
          <p:cNvSpPr/>
          <p:nvPr/>
        </p:nvSpPr>
        <p:spPr>
          <a:xfrm flipH="1">
            <a:off x="12666980" y="3440429"/>
            <a:ext cx="184024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5" name="Connector 84"/>
          <p:cNvSpPr/>
          <p:nvPr/>
        </p:nvSpPr>
        <p:spPr>
          <a:xfrm flipH="1">
            <a:off x="12523851" y="3680459"/>
            <a:ext cx="143130" cy="24003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6" name="Connector 85"/>
          <p:cNvSpPr/>
          <p:nvPr/>
        </p:nvSpPr>
        <p:spPr>
          <a:xfrm flipH="1">
            <a:off x="12421616" y="3920488"/>
            <a:ext cx="102236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7" name="Connector 86"/>
          <p:cNvSpPr/>
          <p:nvPr/>
        </p:nvSpPr>
        <p:spPr>
          <a:xfrm flipH="1">
            <a:off x="12360274" y="4160520"/>
            <a:ext cx="61343" cy="24003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8" name="Connector 87"/>
          <p:cNvSpPr/>
          <p:nvPr/>
        </p:nvSpPr>
        <p:spPr>
          <a:xfrm flipH="1">
            <a:off x="12339828" y="4400548"/>
            <a:ext cx="20447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9" name="Connector 88"/>
          <p:cNvSpPr/>
          <p:nvPr/>
        </p:nvSpPr>
        <p:spPr>
          <a:xfrm>
            <a:off x="12339828" y="4640579"/>
            <a:ext cx="20448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0" name="Connector 89"/>
          <p:cNvSpPr/>
          <p:nvPr/>
        </p:nvSpPr>
        <p:spPr>
          <a:xfrm>
            <a:off x="12360275" y="4880609"/>
            <a:ext cx="61342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1" name="Connector 90"/>
          <p:cNvSpPr/>
          <p:nvPr/>
        </p:nvSpPr>
        <p:spPr>
          <a:xfrm>
            <a:off x="12421616" y="5120640"/>
            <a:ext cx="102236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2" name="Connector 91"/>
          <p:cNvSpPr/>
          <p:nvPr/>
        </p:nvSpPr>
        <p:spPr>
          <a:xfrm>
            <a:off x="12523851" y="5360670"/>
            <a:ext cx="143130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3" name="Connector 92"/>
          <p:cNvSpPr/>
          <p:nvPr/>
        </p:nvSpPr>
        <p:spPr>
          <a:xfrm>
            <a:off x="12666980" y="5600700"/>
            <a:ext cx="184024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4" name="Connector 93"/>
          <p:cNvSpPr/>
          <p:nvPr/>
        </p:nvSpPr>
        <p:spPr>
          <a:xfrm>
            <a:off x="12851003" y="5840729"/>
            <a:ext cx="224917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5" name="Connector 94"/>
          <p:cNvSpPr/>
          <p:nvPr/>
        </p:nvSpPr>
        <p:spPr>
          <a:xfrm flipH="1">
            <a:off x="12806298" y="3200399"/>
            <a:ext cx="269622" cy="32004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6" name="Connector 95"/>
          <p:cNvSpPr/>
          <p:nvPr/>
        </p:nvSpPr>
        <p:spPr>
          <a:xfrm flipH="1">
            <a:off x="12585700" y="3520438"/>
            <a:ext cx="220600" cy="32004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7" name="Connector 96"/>
          <p:cNvSpPr/>
          <p:nvPr/>
        </p:nvSpPr>
        <p:spPr>
          <a:xfrm flipH="1">
            <a:off x="12414122" y="3840479"/>
            <a:ext cx="171578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8" name="Connector 97"/>
          <p:cNvSpPr/>
          <p:nvPr/>
        </p:nvSpPr>
        <p:spPr>
          <a:xfrm flipH="1">
            <a:off x="12291569" y="4160520"/>
            <a:ext cx="122555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9" name="Connector 98"/>
          <p:cNvSpPr/>
          <p:nvPr/>
        </p:nvSpPr>
        <p:spPr>
          <a:xfrm flipH="1">
            <a:off x="12218034" y="4480559"/>
            <a:ext cx="73535" cy="32004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0" name="Connector 99"/>
          <p:cNvSpPr/>
          <p:nvPr/>
        </p:nvSpPr>
        <p:spPr>
          <a:xfrm flipH="1">
            <a:off x="12193523" y="4800598"/>
            <a:ext cx="24511" cy="32004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1" name="Connector 100"/>
          <p:cNvSpPr/>
          <p:nvPr/>
        </p:nvSpPr>
        <p:spPr>
          <a:xfrm>
            <a:off x="12193523" y="5120640"/>
            <a:ext cx="24512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2" name="Connector 101"/>
          <p:cNvSpPr/>
          <p:nvPr/>
        </p:nvSpPr>
        <p:spPr>
          <a:xfrm>
            <a:off x="12218034" y="5440679"/>
            <a:ext cx="73534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3" name="Connector 102"/>
          <p:cNvSpPr/>
          <p:nvPr/>
        </p:nvSpPr>
        <p:spPr>
          <a:xfrm>
            <a:off x="12291568" y="5760720"/>
            <a:ext cx="122555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4" name="Connector 103"/>
          <p:cNvSpPr/>
          <p:nvPr/>
        </p:nvSpPr>
        <p:spPr>
          <a:xfrm>
            <a:off x="12414122" y="6080759"/>
            <a:ext cx="171578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5" name="Connector 104"/>
          <p:cNvSpPr/>
          <p:nvPr/>
        </p:nvSpPr>
        <p:spPr>
          <a:xfrm>
            <a:off x="12585699" y="6400799"/>
            <a:ext cx="220600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6" name="Connector 105"/>
          <p:cNvSpPr/>
          <p:nvPr/>
        </p:nvSpPr>
        <p:spPr>
          <a:xfrm>
            <a:off x="12806298" y="6720840"/>
            <a:ext cx="269622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7" name="Connector 106"/>
          <p:cNvSpPr/>
          <p:nvPr/>
        </p:nvSpPr>
        <p:spPr>
          <a:xfrm flipH="1">
            <a:off x="12761594" y="3200400"/>
            <a:ext cx="31432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8" name="Connector 107"/>
          <p:cNvSpPr/>
          <p:nvPr/>
        </p:nvSpPr>
        <p:spPr>
          <a:xfrm flipH="1">
            <a:off x="12504419" y="3600450"/>
            <a:ext cx="25717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9" name="Connector 108"/>
          <p:cNvSpPr/>
          <p:nvPr/>
        </p:nvSpPr>
        <p:spPr>
          <a:xfrm flipH="1">
            <a:off x="12304394" y="4000499"/>
            <a:ext cx="200026" cy="40005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0" name="Connector 109"/>
          <p:cNvSpPr/>
          <p:nvPr/>
        </p:nvSpPr>
        <p:spPr>
          <a:xfrm flipH="1">
            <a:off x="12161519" y="4400549"/>
            <a:ext cx="142876" cy="40005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1" name="Connector 110"/>
          <p:cNvSpPr/>
          <p:nvPr/>
        </p:nvSpPr>
        <p:spPr>
          <a:xfrm flipH="1">
            <a:off x="12075793" y="4800600"/>
            <a:ext cx="85727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2" name="Connector 111"/>
          <p:cNvSpPr/>
          <p:nvPr/>
        </p:nvSpPr>
        <p:spPr>
          <a:xfrm flipH="1">
            <a:off x="12047219" y="5200650"/>
            <a:ext cx="28575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3" name="Connector 112"/>
          <p:cNvSpPr/>
          <p:nvPr/>
        </p:nvSpPr>
        <p:spPr>
          <a:xfrm>
            <a:off x="12047219" y="5600700"/>
            <a:ext cx="2857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4" name="Connector 113"/>
          <p:cNvSpPr/>
          <p:nvPr/>
        </p:nvSpPr>
        <p:spPr>
          <a:xfrm>
            <a:off x="12075794" y="6000750"/>
            <a:ext cx="8572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5" name="Connector 114"/>
          <p:cNvSpPr/>
          <p:nvPr/>
        </p:nvSpPr>
        <p:spPr>
          <a:xfrm>
            <a:off x="12161519" y="6400799"/>
            <a:ext cx="142876" cy="40005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6" name="Connector 115"/>
          <p:cNvSpPr/>
          <p:nvPr/>
        </p:nvSpPr>
        <p:spPr>
          <a:xfrm>
            <a:off x="12304394" y="6800850"/>
            <a:ext cx="20002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7" name="Connector 116"/>
          <p:cNvSpPr/>
          <p:nvPr/>
        </p:nvSpPr>
        <p:spPr>
          <a:xfrm>
            <a:off x="12504419" y="7200899"/>
            <a:ext cx="25717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8" name="Connector 117"/>
          <p:cNvSpPr/>
          <p:nvPr/>
        </p:nvSpPr>
        <p:spPr>
          <a:xfrm>
            <a:off x="12761594" y="7600949"/>
            <a:ext cx="314326" cy="40005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9" name="Connector 118"/>
          <p:cNvSpPr/>
          <p:nvPr/>
        </p:nvSpPr>
        <p:spPr>
          <a:xfrm flipH="1">
            <a:off x="12716891" y="3200399"/>
            <a:ext cx="359030" cy="48006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0" name="Connector 119"/>
          <p:cNvSpPr/>
          <p:nvPr/>
        </p:nvSpPr>
        <p:spPr>
          <a:xfrm flipH="1">
            <a:off x="12423140" y="3680459"/>
            <a:ext cx="293752" cy="48006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1" name="Connector 120"/>
          <p:cNvSpPr/>
          <p:nvPr/>
        </p:nvSpPr>
        <p:spPr>
          <a:xfrm flipH="1">
            <a:off x="12194667" y="4160520"/>
            <a:ext cx="228474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2" name="Connector 121"/>
          <p:cNvSpPr/>
          <p:nvPr/>
        </p:nvSpPr>
        <p:spPr>
          <a:xfrm flipH="1">
            <a:off x="12031471" y="4640579"/>
            <a:ext cx="163196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3" name="Connector 122"/>
          <p:cNvSpPr/>
          <p:nvPr/>
        </p:nvSpPr>
        <p:spPr>
          <a:xfrm flipH="1">
            <a:off x="11933553" y="5120640"/>
            <a:ext cx="97919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4" name="Connector 123"/>
          <p:cNvSpPr/>
          <p:nvPr/>
        </p:nvSpPr>
        <p:spPr>
          <a:xfrm flipH="1">
            <a:off x="11900916" y="5600700"/>
            <a:ext cx="32639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5" name="Connector 124"/>
          <p:cNvSpPr/>
          <p:nvPr/>
        </p:nvSpPr>
        <p:spPr>
          <a:xfrm>
            <a:off x="11900916" y="6080759"/>
            <a:ext cx="32640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6" name="Connector 125"/>
          <p:cNvSpPr/>
          <p:nvPr/>
        </p:nvSpPr>
        <p:spPr>
          <a:xfrm>
            <a:off x="11933555" y="6560819"/>
            <a:ext cx="97918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7" name="Connector 126"/>
          <p:cNvSpPr/>
          <p:nvPr/>
        </p:nvSpPr>
        <p:spPr>
          <a:xfrm>
            <a:off x="12031471" y="7040880"/>
            <a:ext cx="163196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8" name="Connector 127"/>
          <p:cNvSpPr/>
          <p:nvPr/>
        </p:nvSpPr>
        <p:spPr>
          <a:xfrm>
            <a:off x="12194667" y="7520940"/>
            <a:ext cx="228474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9" name="Connector 128"/>
          <p:cNvSpPr/>
          <p:nvPr/>
        </p:nvSpPr>
        <p:spPr>
          <a:xfrm>
            <a:off x="12423140" y="8001000"/>
            <a:ext cx="293752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0" name="Connector 129"/>
          <p:cNvSpPr/>
          <p:nvPr/>
        </p:nvSpPr>
        <p:spPr>
          <a:xfrm>
            <a:off x="12716891" y="8481059"/>
            <a:ext cx="359030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1" name="Connector 130"/>
          <p:cNvSpPr/>
          <p:nvPr/>
        </p:nvSpPr>
        <p:spPr>
          <a:xfrm flipH="1">
            <a:off x="12672186" y="3200400"/>
            <a:ext cx="403734" cy="56007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2" name="Connector 131"/>
          <p:cNvSpPr/>
          <p:nvPr/>
        </p:nvSpPr>
        <p:spPr>
          <a:xfrm flipH="1">
            <a:off x="12341859" y="3760470"/>
            <a:ext cx="330328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3" name="Connector 132"/>
          <p:cNvSpPr/>
          <p:nvPr/>
        </p:nvSpPr>
        <p:spPr>
          <a:xfrm flipH="1">
            <a:off x="12084939" y="4320540"/>
            <a:ext cx="256922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4" name="Connector 133"/>
          <p:cNvSpPr/>
          <p:nvPr/>
        </p:nvSpPr>
        <p:spPr>
          <a:xfrm flipH="1">
            <a:off x="11901423" y="4880609"/>
            <a:ext cx="183516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5" name="Connector 134"/>
          <p:cNvSpPr/>
          <p:nvPr/>
        </p:nvSpPr>
        <p:spPr>
          <a:xfrm flipH="1">
            <a:off x="11791315" y="5440679"/>
            <a:ext cx="110110" cy="56007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6" name="Connector 135"/>
          <p:cNvSpPr/>
          <p:nvPr/>
        </p:nvSpPr>
        <p:spPr>
          <a:xfrm flipH="1">
            <a:off x="11754611" y="6000748"/>
            <a:ext cx="36703" cy="56007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7" name="Connector 136"/>
          <p:cNvSpPr/>
          <p:nvPr/>
        </p:nvSpPr>
        <p:spPr>
          <a:xfrm>
            <a:off x="11754611" y="6560819"/>
            <a:ext cx="36704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8" name="Connector 137"/>
          <p:cNvSpPr/>
          <p:nvPr/>
        </p:nvSpPr>
        <p:spPr>
          <a:xfrm>
            <a:off x="11791315" y="7120890"/>
            <a:ext cx="110110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9" name="Connector 138"/>
          <p:cNvSpPr/>
          <p:nvPr/>
        </p:nvSpPr>
        <p:spPr>
          <a:xfrm>
            <a:off x="11901423" y="7680959"/>
            <a:ext cx="183516" cy="56007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0" name="Connector 139"/>
          <p:cNvSpPr/>
          <p:nvPr/>
        </p:nvSpPr>
        <p:spPr>
          <a:xfrm>
            <a:off x="12084939" y="8241028"/>
            <a:ext cx="256922" cy="56007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1" name="Connector 140"/>
          <p:cNvSpPr/>
          <p:nvPr/>
        </p:nvSpPr>
        <p:spPr>
          <a:xfrm>
            <a:off x="12341859" y="8801100"/>
            <a:ext cx="330328" cy="56007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2" name="Connector 141"/>
          <p:cNvSpPr/>
          <p:nvPr/>
        </p:nvSpPr>
        <p:spPr>
          <a:xfrm>
            <a:off x="12672186" y="9361169"/>
            <a:ext cx="403734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3" name="Connector 142"/>
          <p:cNvSpPr/>
          <p:nvPr/>
        </p:nvSpPr>
        <p:spPr>
          <a:xfrm flipH="1">
            <a:off x="12940410" y="4160520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4" name="Connector 143"/>
          <p:cNvSpPr/>
          <p:nvPr/>
        </p:nvSpPr>
        <p:spPr>
          <a:xfrm flipH="1">
            <a:off x="12829541" y="4240529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5" name="Connector 144"/>
          <p:cNvSpPr/>
          <p:nvPr/>
        </p:nvSpPr>
        <p:spPr>
          <a:xfrm flipH="1">
            <a:off x="12743306" y="4320540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6" name="Connector 145"/>
          <p:cNvSpPr/>
          <p:nvPr/>
        </p:nvSpPr>
        <p:spPr>
          <a:xfrm flipH="1">
            <a:off x="12681711" y="440054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7" name="Connector 146"/>
          <p:cNvSpPr/>
          <p:nvPr/>
        </p:nvSpPr>
        <p:spPr>
          <a:xfrm flipH="1">
            <a:off x="12644753" y="4480559"/>
            <a:ext cx="36959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8" name="Connector 147"/>
          <p:cNvSpPr/>
          <p:nvPr/>
        </p:nvSpPr>
        <p:spPr>
          <a:xfrm flipH="1">
            <a:off x="12632435" y="4560570"/>
            <a:ext cx="12319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9" name="Connector 148"/>
          <p:cNvSpPr/>
          <p:nvPr/>
        </p:nvSpPr>
        <p:spPr>
          <a:xfrm>
            <a:off x="12632435" y="4640579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0" name="Connector 149"/>
          <p:cNvSpPr/>
          <p:nvPr/>
        </p:nvSpPr>
        <p:spPr>
          <a:xfrm>
            <a:off x="12644755" y="4720590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1" name="Connector 150"/>
          <p:cNvSpPr/>
          <p:nvPr/>
        </p:nvSpPr>
        <p:spPr>
          <a:xfrm>
            <a:off x="12681711" y="480059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2" name="Connector 151"/>
          <p:cNvSpPr/>
          <p:nvPr/>
        </p:nvSpPr>
        <p:spPr>
          <a:xfrm>
            <a:off x="12743306" y="488060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3" name="Connector 152"/>
          <p:cNvSpPr/>
          <p:nvPr/>
        </p:nvSpPr>
        <p:spPr>
          <a:xfrm>
            <a:off x="12829540" y="4960620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4" name="Connector 153"/>
          <p:cNvSpPr/>
          <p:nvPr/>
        </p:nvSpPr>
        <p:spPr>
          <a:xfrm>
            <a:off x="12940410" y="504062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5" name="Connector 154"/>
          <p:cNvSpPr/>
          <p:nvPr/>
        </p:nvSpPr>
        <p:spPr>
          <a:xfrm flipH="1">
            <a:off x="12895706" y="4160520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6" name="Connector 155"/>
          <p:cNvSpPr/>
          <p:nvPr/>
        </p:nvSpPr>
        <p:spPr>
          <a:xfrm flipH="1">
            <a:off x="12748259" y="4320540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7" name="Connector 156"/>
          <p:cNvSpPr/>
          <p:nvPr/>
        </p:nvSpPr>
        <p:spPr>
          <a:xfrm flipH="1">
            <a:off x="12633579" y="448055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8" name="Connector 157"/>
          <p:cNvSpPr/>
          <p:nvPr/>
        </p:nvSpPr>
        <p:spPr>
          <a:xfrm flipH="1">
            <a:off x="12551664" y="464057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9" name="Connector 158"/>
          <p:cNvSpPr/>
          <p:nvPr/>
        </p:nvSpPr>
        <p:spPr>
          <a:xfrm flipH="1">
            <a:off x="12502514" y="4800600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0" name="Connector 159"/>
          <p:cNvSpPr/>
          <p:nvPr/>
        </p:nvSpPr>
        <p:spPr>
          <a:xfrm flipH="1">
            <a:off x="12486131" y="4960618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1" name="Connector 160"/>
          <p:cNvSpPr/>
          <p:nvPr/>
        </p:nvSpPr>
        <p:spPr>
          <a:xfrm>
            <a:off x="12486131" y="5120640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2" name="Connector 161"/>
          <p:cNvSpPr/>
          <p:nvPr/>
        </p:nvSpPr>
        <p:spPr>
          <a:xfrm>
            <a:off x="12502515" y="5280659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3" name="Connector 162"/>
          <p:cNvSpPr/>
          <p:nvPr/>
        </p:nvSpPr>
        <p:spPr>
          <a:xfrm>
            <a:off x="12551664" y="544067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4" name="Connector 163"/>
          <p:cNvSpPr/>
          <p:nvPr/>
        </p:nvSpPr>
        <p:spPr>
          <a:xfrm>
            <a:off x="12633579" y="560069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5" name="Connector 164"/>
          <p:cNvSpPr/>
          <p:nvPr/>
        </p:nvSpPr>
        <p:spPr>
          <a:xfrm>
            <a:off x="12748259" y="5760720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6" name="Connector 165"/>
          <p:cNvSpPr/>
          <p:nvPr/>
        </p:nvSpPr>
        <p:spPr>
          <a:xfrm>
            <a:off x="12895706" y="5920740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7" name="Connector 166"/>
          <p:cNvSpPr/>
          <p:nvPr/>
        </p:nvSpPr>
        <p:spPr>
          <a:xfrm flipH="1">
            <a:off x="12851004" y="4160520"/>
            <a:ext cx="224917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8" name="Connector 167"/>
          <p:cNvSpPr/>
          <p:nvPr/>
        </p:nvSpPr>
        <p:spPr>
          <a:xfrm flipH="1">
            <a:off x="12666980" y="4400548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9" name="Connector 168"/>
          <p:cNvSpPr/>
          <p:nvPr/>
        </p:nvSpPr>
        <p:spPr>
          <a:xfrm flipH="1">
            <a:off x="12523851" y="4640579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0" name="Connector 169"/>
          <p:cNvSpPr/>
          <p:nvPr/>
        </p:nvSpPr>
        <p:spPr>
          <a:xfrm flipH="1">
            <a:off x="12421616" y="488060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1" name="Connector 170"/>
          <p:cNvSpPr/>
          <p:nvPr/>
        </p:nvSpPr>
        <p:spPr>
          <a:xfrm flipH="1">
            <a:off x="12360274" y="5120640"/>
            <a:ext cx="61343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2" name="Connector 171"/>
          <p:cNvSpPr/>
          <p:nvPr/>
        </p:nvSpPr>
        <p:spPr>
          <a:xfrm flipH="1">
            <a:off x="12339828" y="5360670"/>
            <a:ext cx="2044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3" name="Connector 172"/>
          <p:cNvSpPr/>
          <p:nvPr/>
        </p:nvSpPr>
        <p:spPr>
          <a:xfrm>
            <a:off x="12339828" y="5600700"/>
            <a:ext cx="20448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4" name="Connector 173"/>
          <p:cNvSpPr/>
          <p:nvPr/>
        </p:nvSpPr>
        <p:spPr>
          <a:xfrm>
            <a:off x="12360275" y="5840729"/>
            <a:ext cx="61342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5" name="Connector 174"/>
          <p:cNvSpPr/>
          <p:nvPr/>
        </p:nvSpPr>
        <p:spPr>
          <a:xfrm>
            <a:off x="12421616" y="608075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6" name="Connector 175"/>
          <p:cNvSpPr/>
          <p:nvPr/>
        </p:nvSpPr>
        <p:spPr>
          <a:xfrm>
            <a:off x="12523851" y="6320790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7" name="Connector 176"/>
          <p:cNvSpPr/>
          <p:nvPr/>
        </p:nvSpPr>
        <p:spPr>
          <a:xfrm>
            <a:off x="12666980" y="6560819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8" name="Connector 177"/>
          <p:cNvSpPr/>
          <p:nvPr/>
        </p:nvSpPr>
        <p:spPr>
          <a:xfrm>
            <a:off x="12851003" y="6800850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9" name="Connector 178"/>
          <p:cNvSpPr/>
          <p:nvPr/>
        </p:nvSpPr>
        <p:spPr>
          <a:xfrm flipH="1">
            <a:off x="12806298" y="4160520"/>
            <a:ext cx="26962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0" name="Connector 179"/>
          <p:cNvSpPr/>
          <p:nvPr/>
        </p:nvSpPr>
        <p:spPr>
          <a:xfrm flipH="1">
            <a:off x="12585700" y="4480559"/>
            <a:ext cx="220600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1" name="Connector 180"/>
          <p:cNvSpPr/>
          <p:nvPr/>
        </p:nvSpPr>
        <p:spPr>
          <a:xfrm flipH="1">
            <a:off x="12414122" y="4800599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2" name="Connector 181"/>
          <p:cNvSpPr/>
          <p:nvPr/>
        </p:nvSpPr>
        <p:spPr>
          <a:xfrm flipH="1">
            <a:off x="12291569" y="5120640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3" name="Connector 182"/>
          <p:cNvSpPr/>
          <p:nvPr/>
        </p:nvSpPr>
        <p:spPr>
          <a:xfrm flipH="1">
            <a:off x="12218034" y="5440679"/>
            <a:ext cx="7353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4" name="Connector 183"/>
          <p:cNvSpPr/>
          <p:nvPr/>
        </p:nvSpPr>
        <p:spPr>
          <a:xfrm flipH="1">
            <a:off x="12193523" y="5760720"/>
            <a:ext cx="24511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5" name="Connector 184"/>
          <p:cNvSpPr/>
          <p:nvPr/>
        </p:nvSpPr>
        <p:spPr>
          <a:xfrm>
            <a:off x="12193523" y="6080759"/>
            <a:ext cx="2451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6" name="Connector 185"/>
          <p:cNvSpPr/>
          <p:nvPr/>
        </p:nvSpPr>
        <p:spPr>
          <a:xfrm>
            <a:off x="12218034" y="6400799"/>
            <a:ext cx="73534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7" name="Connector 186"/>
          <p:cNvSpPr/>
          <p:nvPr/>
        </p:nvSpPr>
        <p:spPr>
          <a:xfrm>
            <a:off x="12291568" y="6720840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8" name="Connector 187"/>
          <p:cNvSpPr/>
          <p:nvPr/>
        </p:nvSpPr>
        <p:spPr>
          <a:xfrm>
            <a:off x="12414122" y="7040880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9" name="Connector 188"/>
          <p:cNvSpPr/>
          <p:nvPr/>
        </p:nvSpPr>
        <p:spPr>
          <a:xfrm>
            <a:off x="12585699" y="7360919"/>
            <a:ext cx="220600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0" name="Connector 189"/>
          <p:cNvSpPr/>
          <p:nvPr/>
        </p:nvSpPr>
        <p:spPr>
          <a:xfrm>
            <a:off x="12806298" y="7680959"/>
            <a:ext cx="269622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1" name="Connector 190"/>
          <p:cNvSpPr/>
          <p:nvPr/>
        </p:nvSpPr>
        <p:spPr>
          <a:xfrm flipH="1">
            <a:off x="12761594" y="4160520"/>
            <a:ext cx="3143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2" name="Connector 191"/>
          <p:cNvSpPr/>
          <p:nvPr/>
        </p:nvSpPr>
        <p:spPr>
          <a:xfrm flipH="1">
            <a:off x="12504419" y="4560570"/>
            <a:ext cx="2571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3" name="Connector 192"/>
          <p:cNvSpPr/>
          <p:nvPr/>
        </p:nvSpPr>
        <p:spPr>
          <a:xfrm flipH="1">
            <a:off x="12304394" y="4960620"/>
            <a:ext cx="2000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4" name="Connector 193"/>
          <p:cNvSpPr/>
          <p:nvPr/>
        </p:nvSpPr>
        <p:spPr>
          <a:xfrm flipH="1">
            <a:off x="12161519" y="5360670"/>
            <a:ext cx="1428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5" name="Connector 194"/>
          <p:cNvSpPr/>
          <p:nvPr/>
        </p:nvSpPr>
        <p:spPr>
          <a:xfrm flipH="1">
            <a:off x="12075793" y="5760720"/>
            <a:ext cx="85727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6" name="Connector 195"/>
          <p:cNvSpPr/>
          <p:nvPr/>
        </p:nvSpPr>
        <p:spPr>
          <a:xfrm flipH="1">
            <a:off x="12047219" y="6160770"/>
            <a:ext cx="28575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7" name="Connector 196"/>
          <p:cNvSpPr/>
          <p:nvPr/>
        </p:nvSpPr>
        <p:spPr>
          <a:xfrm>
            <a:off x="12047219" y="6560819"/>
            <a:ext cx="285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8" name="Connector 197"/>
          <p:cNvSpPr/>
          <p:nvPr/>
        </p:nvSpPr>
        <p:spPr>
          <a:xfrm>
            <a:off x="12075794" y="6960869"/>
            <a:ext cx="857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9" name="Connector 198"/>
          <p:cNvSpPr/>
          <p:nvPr/>
        </p:nvSpPr>
        <p:spPr>
          <a:xfrm>
            <a:off x="12161519" y="7360919"/>
            <a:ext cx="1428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0" name="Connector 199"/>
          <p:cNvSpPr/>
          <p:nvPr/>
        </p:nvSpPr>
        <p:spPr>
          <a:xfrm>
            <a:off x="12304394" y="7760969"/>
            <a:ext cx="2000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1" name="Connector 200"/>
          <p:cNvSpPr/>
          <p:nvPr/>
        </p:nvSpPr>
        <p:spPr>
          <a:xfrm>
            <a:off x="12504419" y="8161019"/>
            <a:ext cx="2571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2" name="Connector 201"/>
          <p:cNvSpPr/>
          <p:nvPr/>
        </p:nvSpPr>
        <p:spPr>
          <a:xfrm>
            <a:off x="12761594" y="8561069"/>
            <a:ext cx="3143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3" name="Connector 202"/>
          <p:cNvSpPr/>
          <p:nvPr/>
        </p:nvSpPr>
        <p:spPr>
          <a:xfrm flipH="1">
            <a:off x="12716891" y="4160520"/>
            <a:ext cx="359030" cy="48006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4" name="Connector 203"/>
          <p:cNvSpPr/>
          <p:nvPr/>
        </p:nvSpPr>
        <p:spPr>
          <a:xfrm flipH="1">
            <a:off x="12423140" y="4640579"/>
            <a:ext cx="293752" cy="48006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5" name="Connector 204"/>
          <p:cNvSpPr/>
          <p:nvPr/>
        </p:nvSpPr>
        <p:spPr>
          <a:xfrm flipH="1">
            <a:off x="12194667" y="5120640"/>
            <a:ext cx="228474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6" name="Connector 205"/>
          <p:cNvSpPr/>
          <p:nvPr/>
        </p:nvSpPr>
        <p:spPr>
          <a:xfrm flipH="1">
            <a:off x="12031471" y="5600700"/>
            <a:ext cx="163196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7" name="Connector 206"/>
          <p:cNvSpPr/>
          <p:nvPr/>
        </p:nvSpPr>
        <p:spPr>
          <a:xfrm flipH="1">
            <a:off x="11933553" y="6080759"/>
            <a:ext cx="97919" cy="48006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8" name="Connector 207"/>
          <p:cNvSpPr/>
          <p:nvPr/>
        </p:nvSpPr>
        <p:spPr>
          <a:xfrm flipH="1">
            <a:off x="11900916" y="6560818"/>
            <a:ext cx="32639" cy="48006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9" name="Connector 208"/>
          <p:cNvSpPr/>
          <p:nvPr/>
        </p:nvSpPr>
        <p:spPr>
          <a:xfrm>
            <a:off x="11900916" y="7040880"/>
            <a:ext cx="32640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0" name="Connector 209"/>
          <p:cNvSpPr/>
          <p:nvPr/>
        </p:nvSpPr>
        <p:spPr>
          <a:xfrm>
            <a:off x="11933555" y="7520940"/>
            <a:ext cx="97918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1" name="Connector 210"/>
          <p:cNvSpPr/>
          <p:nvPr/>
        </p:nvSpPr>
        <p:spPr>
          <a:xfrm>
            <a:off x="12031471" y="8001000"/>
            <a:ext cx="163196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2" name="Connector 211"/>
          <p:cNvSpPr/>
          <p:nvPr/>
        </p:nvSpPr>
        <p:spPr>
          <a:xfrm>
            <a:off x="12194667" y="8481059"/>
            <a:ext cx="228474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3" name="Connector 212"/>
          <p:cNvSpPr/>
          <p:nvPr/>
        </p:nvSpPr>
        <p:spPr>
          <a:xfrm>
            <a:off x="12423140" y="8961119"/>
            <a:ext cx="293752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4" name="Connector 213"/>
          <p:cNvSpPr/>
          <p:nvPr/>
        </p:nvSpPr>
        <p:spPr>
          <a:xfrm>
            <a:off x="12716891" y="9441180"/>
            <a:ext cx="359030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5" name="Connector 214"/>
          <p:cNvSpPr/>
          <p:nvPr/>
        </p:nvSpPr>
        <p:spPr>
          <a:xfrm flipH="1">
            <a:off x="12940410" y="5120640"/>
            <a:ext cx="135510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6" name="Connector 215"/>
          <p:cNvSpPr/>
          <p:nvPr/>
        </p:nvSpPr>
        <p:spPr>
          <a:xfrm flipH="1">
            <a:off x="12829541" y="5200648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7" name="Connector 216"/>
          <p:cNvSpPr/>
          <p:nvPr/>
        </p:nvSpPr>
        <p:spPr>
          <a:xfrm flipH="1">
            <a:off x="12743306" y="528065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8" name="Connector 217"/>
          <p:cNvSpPr/>
          <p:nvPr/>
        </p:nvSpPr>
        <p:spPr>
          <a:xfrm flipH="1">
            <a:off x="12681711" y="536067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9" name="Connector 218"/>
          <p:cNvSpPr/>
          <p:nvPr/>
        </p:nvSpPr>
        <p:spPr>
          <a:xfrm flipH="1">
            <a:off x="12644753" y="5440679"/>
            <a:ext cx="36959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0" name="Connector 219"/>
          <p:cNvSpPr/>
          <p:nvPr/>
        </p:nvSpPr>
        <p:spPr>
          <a:xfrm flipH="1">
            <a:off x="12632435" y="5520688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1" name="Connector 220"/>
          <p:cNvSpPr/>
          <p:nvPr/>
        </p:nvSpPr>
        <p:spPr>
          <a:xfrm>
            <a:off x="12632435" y="5600699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2" name="Connector 221"/>
          <p:cNvSpPr/>
          <p:nvPr/>
        </p:nvSpPr>
        <p:spPr>
          <a:xfrm>
            <a:off x="12644755" y="5680709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3" name="Connector 222"/>
          <p:cNvSpPr/>
          <p:nvPr/>
        </p:nvSpPr>
        <p:spPr>
          <a:xfrm>
            <a:off x="12681711" y="576072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4" name="Connector 223"/>
          <p:cNvSpPr/>
          <p:nvPr/>
        </p:nvSpPr>
        <p:spPr>
          <a:xfrm>
            <a:off x="12743306" y="584072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5" name="Connector 224"/>
          <p:cNvSpPr/>
          <p:nvPr/>
        </p:nvSpPr>
        <p:spPr>
          <a:xfrm>
            <a:off x="12829540" y="5920740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6" name="Connector 225"/>
          <p:cNvSpPr/>
          <p:nvPr/>
        </p:nvSpPr>
        <p:spPr>
          <a:xfrm>
            <a:off x="12940410" y="600074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7" name="Connector 226"/>
          <p:cNvSpPr/>
          <p:nvPr/>
        </p:nvSpPr>
        <p:spPr>
          <a:xfrm flipH="1">
            <a:off x="12895706" y="5120640"/>
            <a:ext cx="180214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8" name="Connector 227"/>
          <p:cNvSpPr/>
          <p:nvPr/>
        </p:nvSpPr>
        <p:spPr>
          <a:xfrm flipH="1">
            <a:off x="12748259" y="5280659"/>
            <a:ext cx="147448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9" name="Connector 228"/>
          <p:cNvSpPr/>
          <p:nvPr/>
        </p:nvSpPr>
        <p:spPr>
          <a:xfrm flipH="1">
            <a:off x="12633579" y="544067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0" name="Connector 229"/>
          <p:cNvSpPr/>
          <p:nvPr/>
        </p:nvSpPr>
        <p:spPr>
          <a:xfrm flipH="1">
            <a:off x="12551664" y="560069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1" name="Connector 230"/>
          <p:cNvSpPr/>
          <p:nvPr/>
        </p:nvSpPr>
        <p:spPr>
          <a:xfrm flipH="1">
            <a:off x="12502514" y="5760720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2" name="Connector 231"/>
          <p:cNvSpPr/>
          <p:nvPr/>
        </p:nvSpPr>
        <p:spPr>
          <a:xfrm flipH="1">
            <a:off x="12486131" y="5920738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3" name="Connector 232"/>
          <p:cNvSpPr/>
          <p:nvPr/>
        </p:nvSpPr>
        <p:spPr>
          <a:xfrm>
            <a:off x="12486131" y="6080759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4" name="Connector 233"/>
          <p:cNvSpPr/>
          <p:nvPr/>
        </p:nvSpPr>
        <p:spPr>
          <a:xfrm>
            <a:off x="12502515" y="6240779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5" name="Connector 234"/>
          <p:cNvSpPr/>
          <p:nvPr/>
        </p:nvSpPr>
        <p:spPr>
          <a:xfrm>
            <a:off x="12551664" y="640079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6" name="Connector 235"/>
          <p:cNvSpPr/>
          <p:nvPr/>
        </p:nvSpPr>
        <p:spPr>
          <a:xfrm>
            <a:off x="12633579" y="656081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7" name="Connector 236"/>
          <p:cNvSpPr/>
          <p:nvPr/>
        </p:nvSpPr>
        <p:spPr>
          <a:xfrm>
            <a:off x="12748259" y="6720840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8" name="Connector 237"/>
          <p:cNvSpPr/>
          <p:nvPr/>
        </p:nvSpPr>
        <p:spPr>
          <a:xfrm>
            <a:off x="12895706" y="6880859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9" name="Connector 238"/>
          <p:cNvSpPr/>
          <p:nvPr/>
        </p:nvSpPr>
        <p:spPr>
          <a:xfrm flipH="1">
            <a:off x="12851004" y="5120640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0" name="Connector 239"/>
          <p:cNvSpPr/>
          <p:nvPr/>
        </p:nvSpPr>
        <p:spPr>
          <a:xfrm flipH="1">
            <a:off x="12666980" y="5360670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1" name="Connector 240"/>
          <p:cNvSpPr/>
          <p:nvPr/>
        </p:nvSpPr>
        <p:spPr>
          <a:xfrm flipH="1">
            <a:off x="12523851" y="5600700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2" name="Connector 241"/>
          <p:cNvSpPr/>
          <p:nvPr/>
        </p:nvSpPr>
        <p:spPr>
          <a:xfrm flipH="1">
            <a:off x="12421616" y="584072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3" name="Connector 242"/>
          <p:cNvSpPr/>
          <p:nvPr/>
        </p:nvSpPr>
        <p:spPr>
          <a:xfrm flipH="1">
            <a:off x="12360274" y="6080759"/>
            <a:ext cx="61343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4" name="Connector 243"/>
          <p:cNvSpPr/>
          <p:nvPr/>
        </p:nvSpPr>
        <p:spPr>
          <a:xfrm flipH="1">
            <a:off x="12339828" y="6320788"/>
            <a:ext cx="2044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5" name="Connector 244"/>
          <p:cNvSpPr/>
          <p:nvPr/>
        </p:nvSpPr>
        <p:spPr>
          <a:xfrm>
            <a:off x="12339828" y="6560819"/>
            <a:ext cx="20448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6" name="Connector 245"/>
          <p:cNvSpPr/>
          <p:nvPr/>
        </p:nvSpPr>
        <p:spPr>
          <a:xfrm>
            <a:off x="12360275" y="6800850"/>
            <a:ext cx="61342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7" name="Connector 246"/>
          <p:cNvSpPr/>
          <p:nvPr/>
        </p:nvSpPr>
        <p:spPr>
          <a:xfrm>
            <a:off x="12421616" y="7040880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8" name="Connector 247"/>
          <p:cNvSpPr/>
          <p:nvPr/>
        </p:nvSpPr>
        <p:spPr>
          <a:xfrm>
            <a:off x="12523851" y="7280909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9" name="Connector 248"/>
          <p:cNvSpPr/>
          <p:nvPr/>
        </p:nvSpPr>
        <p:spPr>
          <a:xfrm>
            <a:off x="12666980" y="7520940"/>
            <a:ext cx="184024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0" name="Connector 249"/>
          <p:cNvSpPr/>
          <p:nvPr/>
        </p:nvSpPr>
        <p:spPr>
          <a:xfrm>
            <a:off x="12851003" y="7760968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1" name="Connector 250"/>
          <p:cNvSpPr/>
          <p:nvPr/>
        </p:nvSpPr>
        <p:spPr>
          <a:xfrm flipH="1">
            <a:off x="12806298" y="5120640"/>
            <a:ext cx="269622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2" name="Connector 251"/>
          <p:cNvSpPr/>
          <p:nvPr/>
        </p:nvSpPr>
        <p:spPr>
          <a:xfrm flipH="1">
            <a:off x="12585700" y="5440679"/>
            <a:ext cx="220600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3" name="Connector 252"/>
          <p:cNvSpPr/>
          <p:nvPr/>
        </p:nvSpPr>
        <p:spPr>
          <a:xfrm flipH="1">
            <a:off x="12414122" y="5760720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4" name="Connector 253"/>
          <p:cNvSpPr/>
          <p:nvPr/>
        </p:nvSpPr>
        <p:spPr>
          <a:xfrm flipH="1">
            <a:off x="12291569" y="6080759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5" name="Connector 254"/>
          <p:cNvSpPr/>
          <p:nvPr/>
        </p:nvSpPr>
        <p:spPr>
          <a:xfrm flipH="1">
            <a:off x="12218034" y="6400799"/>
            <a:ext cx="73535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6" name="Connector 255"/>
          <p:cNvSpPr/>
          <p:nvPr/>
        </p:nvSpPr>
        <p:spPr>
          <a:xfrm flipH="1">
            <a:off x="12193523" y="6720839"/>
            <a:ext cx="24511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7" name="Connector 256"/>
          <p:cNvSpPr/>
          <p:nvPr/>
        </p:nvSpPr>
        <p:spPr>
          <a:xfrm>
            <a:off x="12193523" y="7040880"/>
            <a:ext cx="2451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8" name="Connector 257"/>
          <p:cNvSpPr/>
          <p:nvPr/>
        </p:nvSpPr>
        <p:spPr>
          <a:xfrm>
            <a:off x="12218034" y="7360919"/>
            <a:ext cx="73534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9" name="Connector 258"/>
          <p:cNvSpPr/>
          <p:nvPr/>
        </p:nvSpPr>
        <p:spPr>
          <a:xfrm>
            <a:off x="12291568" y="7680959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0" name="Connector 259"/>
          <p:cNvSpPr/>
          <p:nvPr/>
        </p:nvSpPr>
        <p:spPr>
          <a:xfrm>
            <a:off x="12414122" y="8000999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1" name="Connector 260"/>
          <p:cNvSpPr/>
          <p:nvPr/>
        </p:nvSpPr>
        <p:spPr>
          <a:xfrm>
            <a:off x="12585699" y="8321040"/>
            <a:ext cx="220600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2" name="Connector 261"/>
          <p:cNvSpPr/>
          <p:nvPr/>
        </p:nvSpPr>
        <p:spPr>
          <a:xfrm>
            <a:off x="12806298" y="8641080"/>
            <a:ext cx="26962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3" name="Connector 262"/>
          <p:cNvSpPr/>
          <p:nvPr/>
        </p:nvSpPr>
        <p:spPr>
          <a:xfrm flipH="1">
            <a:off x="12761594" y="5120640"/>
            <a:ext cx="314326" cy="40005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4" name="Connector 263"/>
          <p:cNvSpPr/>
          <p:nvPr/>
        </p:nvSpPr>
        <p:spPr>
          <a:xfrm flipH="1">
            <a:off x="12504419" y="5520688"/>
            <a:ext cx="257176" cy="40005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5" name="Connector 264"/>
          <p:cNvSpPr/>
          <p:nvPr/>
        </p:nvSpPr>
        <p:spPr>
          <a:xfrm flipH="1">
            <a:off x="12304394" y="5920740"/>
            <a:ext cx="2000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6" name="Connector 265"/>
          <p:cNvSpPr/>
          <p:nvPr/>
        </p:nvSpPr>
        <p:spPr>
          <a:xfrm flipH="1">
            <a:off x="12161519" y="6320790"/>
            <a:ext cx="1428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7" name="Connector 266"/>
          <p:cNvSpPr/>
          <p:nvPr/>
        </p:nvSpPr>
        <p:spPr>
          <a:xfrm flipH="1">
            <a:off x="12075793" y="6720840"/>
            <a:ext cx="85727" cy="40005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8" name="Connector 267"/>
          <p:cNvSpPr/>
          <p:nvPr/>
        </p:nvSpPr>
        <p:spPr>
          <a:xfrm flipH="1">
            <a:off x="12047219" y="7120889"/>
            <a:ext cx="28575" cy="40005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9" name="Connector 268"/>
          <p:cNvSpPr/>
          <p:nvPr/>
        </p:nvSpPr>
        <p:spPr>
          <a:xfrm>
            <a:off x="12047219" y="7520940"/>
            <a:ext cx="285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0" name="Connector 269"/>
          <p:cNvSpPr/>
          <p:nvPr/>
        </p:nvSpPr>
        <p:spPr>
          <a:xfrm>
            <a:off x="12075794" y="7920990"/>
            <a:ext cx="857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1" name="Connector 270"/>
          <p:cNvSpPr/>
          <p:nvPr/>
        </p:nvSpPr>
        <p:spPr>
          <a:xfrm>
            <a:off x="12161519" y="8321040"/>
            <a:ext cx="1428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2" name="Connector 271"/>
          <p:cNvSpPr/>
          <p:nvPr/>
        </p:nvSpPr>
        <p:spPr>
          <a:xfrm>
            <a:off x="12304394" y="8721090"/>
            <a:ext cx="2000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3" name="Connector 272"/>
          <p:cNvSpPr/>
          <p:nvPr/>
        </p:nvSpPr>
        <p:spPr>
          <a:xfrm>
            <a:off x="12504419" y="9121140"/>
            <a:ext cx="2571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4" name="Connector 273"/>
          <p:cNvSpPr/>
          <p:nvPr/>
        </p:nvSpPr>
        <p:spPr>
          <a:xfrm>
            <a:off x="12761594" y="9521190"/>
            <a:ext cx="3143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5" name="Connector 274"/>
          <p:cNvSpPr/>
          <p:nvPr/>
        </p:nvSpPr>
        <p:spPr>
          <a:xfrm flipH="1">
            <a:off x="12940410" y="6080759"/>
            <a:ext cx="135510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6" name="Connector 275"/>
          <p:cNvSpPr/>
          <p:nvPr/>
        </p:nvSpPr>
        <p:spPr>
          <a:xfrm flipH="1">
            <a:off x="12829541" y="6160768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7" name="Connector 276"/>
          <p:cNvSpPr/>
          <p:nvPr/>
        </p:nvSpPr>
        <p:spPr>
          <a:xfrm flipH="1">
            <a:off x="12743306" y="624077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8" name="Connector 277"/>
          <p:cNvSpPr/>
          <p:nvPr/>
        </p:nvSpPr>
        <p:spPr>
          <a:xfrm flipH="1">
            <a:off x="12681711" y="632079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9" name="Connector 278"/>
          <p:cNvSpPr/>
          <p:nvPr/>
        </p:nvSpPr>
        <p:spPr>
          <a:xfrm flipH="1">
            <a:off x="12644753" y="6400800"/>
            <a:ext cx="36959" cy="80009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0" name="Connector 279"/>
          <p:cNvSpPr/>
          <p:nvPr/>
        </p:nvSpPr>
        <p:spPr>
          <a:xfrm flipH="1">
            <a:off x="12632435" y="6480809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1" name="Connector 280"/>
          <p:cNvSpPr/>
          <p:nvPr/>
        </p:nvSpPr>
        <p:spPr>
          <a:xfrm>
            <a:off x="12632435" y="6560819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2" name="Connector 281"/>
          <p:cNvSpPr/>
          <p:nvPr/>
        </p:nvSpPr>
        <p:spPr>
          <a:xfrm>
            <a:off x="12644755" y="6640830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3" name="Connector 282"/>
          <p:cNvSpPr/>
          <p:nvPr/>
        </p:nvSpPr>
        <p:spPr>
          <a:xfrm>
            <a:off x="12681711" y="672084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4" name="Connector 283"/>
          <p:cNvSpPr/>
          <p:nvPr/>
        </p:nvSpPr>
        <p:spPr>
          <a:xfrm>
            <a:off x="12743306" y="680084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5" name="Connector 284"/>
          <p:cNvSpPr/>
          <p:nvPr/>
        </p:nvSpPr>
        <p:spPr>
          <a:xfrm>
            <a:off x="12829540" y="6880859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6" name="Connector 285"/>
          <p:cNvSpPr/>
          <p:nvPr/>
        </p:nvSpPr>
        <p:spPr>
          <a:xfrm>
            <a:off x="12940410" y="696086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7" name="Connector 286"/>
          <p:cNvSpPr/>
          <p:nvPr/>
        </p:nvSpPr>
        <p:spPr>
          <a:xfrm flipH="1">
            <a:off x="12895706" y="6080759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8" name="Connector 287"/>
          <p:cNvSpPr/>
          <p:nvPr/>
        </p:nvSpPr>
        <p:spPr>
          <a:xfrm flipH="1">
            <a:off x="12748259" y="6240779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9" name="Connector 288"/>
          <p:cNvSpPr/>
          <p:nvPr/>
        </p:nvSpPr>
        <p:spPr>
          <a:xfrm flipH="1">
            <a:off x="12633579" y="640079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0" name="Connector 289"/>
          <p:cNvSpPr/>
          <p:nvPr/>
        </p:nvSpPr>
        <p:spPr>
          <a:xfrm flipH="1">
            <a:off x="12551664" y="656081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1" name="Connector 290"/>
          <p:cNvSpPr/>
          <p:nvPr/>
        </p:nvSpPr>
        <p:spPr>
          <a:xfrm flipH="1">
            <a:off x="12502514" y="6720840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2" name="Connector 291"/>
          <p:cNvSpPr/>
          <p:nvPr/>
        </p:nvSpPr>
        <p:spPr>
          <a:xfrm flipH="1">
            <a:off x="12486131" y="6880859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3" name="Connector 292"/>
          <p:cNvSpPr/>
          <p:nvPr/>
        </p:nvSpPr>
        <p:spPr>
          <a:xfrm>
            <a:off x="12486131" y="7040880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4" name="Connector 293"/>
          <p:cNvSpPr/>
          <p:nvPr/>
        </p:nvSpPr>
        <p:spPr>
          <a:xfrm>
            <a:off x="12502515" y="7200899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5" name="Connector 294"/>
          <p:cNvSpPr/>
          <p:nvPr/>
        </p:nvSpPr>
        <p:spPr>
          <a:xfrm>
            <a:off x="12551664" y="736091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6" name="Connector 295"/>
          <p:cNvSpPr/>
          <p:nvPr/>
        </p:nvSpPr>
        <p:spPr>
          <a:xfrm>
            <a:off x="12633579" y="7520940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7" name="Connector 296"/>
          <p:cNvSpPr/>
          <p:nvPr/>
        </p:nvSpPr>
        <p:spPr>
          <a:xfrm>
            <a:off x="12748259" y="7680959"/>
            <a:ext cx="147448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8" name="Connector 297"/>
          <p:cNvSpPr/>
          <p:nvPr/>
        </p:nvSpPr>
        <p:spPr>
          <a:xfrm>
            <a:off x="12895706" y="7840978"/>
            <a:ext cx="180214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9" name="Connector 298"/>
          <p:cNvSpPr/>
          <p:nvPr/>
        </p:nvSpPr>
        <p:spPr>
          <a:xfrm flipH="1">
            <a:off x="12851004" y="6080759"/>
            <a:ext cx="224917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0" name="Connector 299"/>
          <p:cNvSpPr/>
          <p:nvPr/>
        </p:nvSpPr>
        <p:spPr>
          <a:xfrm flipH="1">
            <a:off x="12666980" y="6320788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1" name="Connector 300"/>
          <p:cNvSpPr/>
          <p:nvPr/>
        </p:nvSpPr>
        <p:spPr>
          <a:xfrm flipH="1">
            <a:off x="12523851" y="6560819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2" name="Connector 301"/>
          <p:cNvSpPr/>
          <p:nvPr/>
        </p:nvSpPr>
        <p:spPr>
          <a:xfrm flipH="1">
            <a:off x="12421616" y="6800850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3" name="Connector 302"/>
          <p:cNvSpPr/>
          <p:nvPr/>
        </p:nvSpPr>
        <p:spPr>
          <a:xfrm flipH="1">
            <a:off x="12360274" y="7040880"/>
            <a:ext cx="61343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4" name="Connector 303"/>
          <p:cNvSpPr/>
          <p:nvPr/>
        </p:nvSpPr>
        <p:spPr>
          <a:xfrm flipH="1">
            <a:off x="12339828" y="7280909"/>
            <a:ext cx="2044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5" name="Connector 304"/>
          <p:cNvSpPr/>
          <p:nvPr/>
        </p:nvSpPr>
        <p:spPr>
          <a:xfrm>
            <a:off x="12339828" y="7520940"/>
            <a:ext cx="20448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6" name="Connector 305"/>
          <p:cNvSpPr/>
          <p:nvPr/>
        </p:nvSpPr>
        <p:spPr>
          <a:xfrm>
            <a:off x="12360275" y="7760969"/>
            <a:ext cx="61342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7" name="Connector 306"/>
          <p:cNvSpPr/>
          <p:nvPr/>
        </p:nvSpPr>
        <p:spPr>
          <a:xfrm>
            <a:off x="12421616" y="800099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8" name="Connector 307"/>
          <p:cNvSpPr/>
          <p:nvPr/>
        </p:nvSpPr>
        <p:spPr>
          <a:xfrm>
            <a:off x="12523851" y="8241028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9" name="Connector 308"/>
          <p:cNvSpPr/>
          <p:nvPr/>
        </p:nvSpPr>
        <p:spPr>
          <a:xfrm>
            <a:off x="12666980" y="8481059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0" name="Connector 309"/>
          <p:cNvSpPr/>
          <p:nvPr/>
        </p:nvSpPr>
        <p:spPr>
          <a:xfrm>
            <a:off x="12851003" y="8721090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1" name="Connector 310"/>
          <p:cNvSpPr/>
          <p:nvPr/>
        </p:nvSpPr>
        <p:spPr>
          <a:xfrm flipH="1">
            <a:off x="12806298" y="6080759"/>
            <a:ext cx="269622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2" name="Connector 311"/>
          <p:cNvSpPr/>
          <p:nvPr/>
        </p:nvSpPr>
        <p:spPr>
          <a:xfrm flipH="1">
            <a:off x="12585700" y="6400798"/>
            <a:ext cx="220600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3" name="Connector 312"/>
          <p:cNvSpPr/>
          <p:nvPr/>
        </p:nvSpPr>
        <p:spPr>
          <a:xfrm flipH="1">
            <a:off x="12414122" y="6720840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4" name="Connector 313"/>
          <p:cNvSpPr/>
          <p:nvPr/>
        </p:nvSpPr>
        <p:spPr>
          <a:xfrm flipH="1">
            <a:off x="12291569" y="7040880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5" name="Connector 314"/>
          <p:cNvSpPr/>
          <p:nvPr/>
        </p:nvSpPr>
        <p:spPr>
          <a:xfrm flipH="1">
            <a:off x="12218034" y="7360919"/>
            <a:ext cx="73535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6" name="Connector 315"/>
          <p:cNvSpPr/>
          <p:nvPr/>
        </p:nvSpPr>
        <p:spPr>
          <a:xfrm flipH="1">
            <a:off x="12193523" y="7680959"/>
            <a:ext cx="24511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7" name="Connector 316"/>
          <p:cNvSpPr/>
          <p:nvPr/>
        </p:nvSpPr>
        <p:spPr>
          <a:xfrm>
            <a:off x="12193523" y="8000999"/>
            <a:ext cx="2451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8" name="Connector 317"/>
          <p:cNvSpPr/>
          <p:nvPr/>
        </p:nvSpPr>
        <p:spPr>
          <a:xfrm>
            <a:off x="12218034" y="8321040"/>
            <a:ext cx="73534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9" name="Connector 318"/>
          <p:cNvSpPr/>
          <p:nvPr/>
        </p:nvSpPr>
        <p:spPr>
          <a:xfrm>
            <a:off x="12291568" y="8641080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0" name="Connector 319"/>
          <p:cNvSpPr/>
          <p:nvPr/>
        </p:nvSpPr>
        <p:spPr>
          <a:xfrm>
            <a:off x="12414122" y="8961119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1" name="Connector 320"/>
          <p:cNvSpPr/>
          <p:nvPr/>
        </p:nvSpPr>
        <p:spPr>
          <a:xfrm>
            <a:off x="12585699" y="9281159"/>
            <a:ext cx="220600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2" name="Connector 321"/>
          <p:cNvSpPr/>
          <p:nvPr/>
        </p:nvSpPr>
        <p:spPr>
          <a:xfrm>
            <a:off x="12806298" y="9601199"/>
            <a:ext cx="26962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3" name="Connector 322"/>
          <p:cNvSpPr/>
          <p:nvPr/>
        </p:nvSpPr>
        <p:spPr>
          <a:xfrm flipH="1">
            <a:off x="12940410" y="7040880"/>
            <a:ext cx="135510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4" name="Connector 323"/>
          <p:cNvSpPr/>
          <p:nvPr/>
        </p:nvSpPr>
        <p:spPr>
          <a:xfrm flipH="1">
            <a:off x="12829541" y="7120889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5" name="Connector 324"/>
          <p:cNvSpPr/>
          <p:nvPr/>
        </p:nvSpPr>
        <p:spPr>
          <a:xfrm flipH="1">
            <a:off x="12743306" y="720089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6" name="Connector 325"/>
          <p:cNvSpPr/>
          <p:nvPr/>
        </p:nvSpPr>
        <p:spPr>
          <a:xfrm flipH="1">
            <a:off x="12681711" y="728090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7" name="Connector 326"/>
          <p:cNvSpPr/>
          <p:nvPr/>
        </p:nvSpPr>
        <p:spPr>
          <a:xfrm flipH="1">
            <a:off x="12644753" y="7360919"/>
            <a:ext cx="36959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8" name="Connector 327"/>
          <p:cNvSpPr/>
          <p:nvPr/>
        </p:nvSpPr>
        <p:spPr>
          <a:xfrm flipH="1">
            <a:off x="12632435" y="7440928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9" name="Connector 328"/>
          <p:cNvSpPr/>
          <p:nvPr/>
        </p:nvSpPr>
        <p:spPr>
          <a:xfrm>
            <a:off x="12632435" y="7520940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0" name="Connector 329"/>
          <p:cNvSpPr/>
          <p:nvPr/>
        </p:nvSpPr>
        <p:spPr>
          <a:xfrm>
            <a:off x="12644755" y="7600949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1" name="Connector 330"/>
          <p:cNvSpPr/>
          <p:nvPr/>
        </p:nvSpPr>
        <p:spPr>
          <a:xfrm>
            <a:off x="12681711" y="768095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2" name="Connector 331"/>
          <p:cNvSpPr/>
          <p:nvPr/>
        </p:nvSpPr>
        <p:spPr>
          <a:xfrm>
            <a:off x="12743306" y="7760969"/>
            <a:ext cx="86234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3" name="Connector 332"/>
          <p:cNvSpPr/>
          <p:nvPr/>
        </p:nvSpPr>
        <p:spPr>
          <a:xfrm>
            <a:off x="12829540" y="7840978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4" name="Connector 333"/>
          <p:cNvSpPr/>
          <p:nvPr/>
        </p:nvSpPr>
        <p:spPr>
          <a:xfrm>
            <a:off x="12940410" y="7920990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5" name="Connector 334"/>
          <p:cNvSpPr/>
          <p:nvPr/>
        </p:nvSpPr>
        <p:spPr>
          <a:xfrm flipH="1">
            <a:off x="12895706" y="7040880"/>
            <a:ext cx="180214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6" name="Connector 335"/>
          <p:cNvSpPr/>
          <p:nvPr/>
        </p:nvSpPr>
        <p:spPr>
          <a:xfrm flipH="1">
            <a:off x="12748259" y="7200899"/>
            <a:ext cx="147448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7" name="Connector 336"/>
          <p:cNvSpPr/>
          <p:nvPr/>
        </p:nvSpPr>
        <p:spPr>
          <a:xfrm flipH="1">
            <a:off x="12633579" y="736091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8" name="Connector 337"/>
          <p:cNvSpPr/>
          <p:nvPr/>
        </p:nvSpPr>
        <p:spPr>
          <a:xfrm flipH="1">
            <a:off x="12551664" y="7520940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9" name="Connector 338"/>
          <p:cNvSpPr/>
          <p:nvPr/>
        </p:nvSpPr>
        <p:spPr>
          <a:xfrm flipH="1">
            <a:off x="12502514" y="7680959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0" name="Connector 339"/>
          <p:cNvSpPr/>
          <p:nvPr/>
        </p:nvSpPr>
        <p:spPr>
          <a:xfrm flipH="1">
            <a:off x="12486131" y="7840978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1" name="Connector 340"/>
          <p:cNvSpPr/>
          <p:nvPr/>
        </p:nvSpPr>
        <p:spPr>
          <a:xfrm>
            <a:off x="12486131" y="8000999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2" name="Connector 341"/>
          <p:cNvSpPr/>
          <p:nvPr/>
        </p:nvSpPr>
        <p:spPr>
          <a:xfrm>
            <a:off x="12502515" y="8161019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3" name="Connector 342"/>
          <p:cNvSpPr/>
          <p:nvPr/>
        </p:nvSpPr>
        <p:spPr>
          <a:xfrm>
            <a:off x="12551664" y="8321040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4" name="Connector 343"/>
          <p:cNvSpPr/>
          <p:nvPr/>
        </p:nvSpPr>
        <p:spPr>
          <a:xfrm>
            <a:off x="12633579" y="848105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5" name="Connector 344"/>
          <p:cNvSpPr/>
          <p:nvPr/>
        </p:nvSpPr>
        <p:spPr>
          <a:xfrm>
            <a:off x="12748259" y="8641080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6" name="Connector 345"/>
          <p:cNvSpPr/>
          <p:nvPr/>
        </p:nvSpPr>
        <p:spPr>
          <a:xfrm>
            <a:off x="12895706" y="8801099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7" name="Connector 346"/>
          <p:cNvSpPr/>
          <p:nvPr/>
        </p:nvSpPr>
        <p:spPr>
          <a:xfrm flipH="1">
            <a:off x="12851004" y="7040880"/>
            <a:ext cx="224917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8" name="Connector 347"/>
          <p:cNvSpPr/>
          <p:nvPr/>
        </p:nvSpPr>
        <p:spPr>
          <a:xfrm flipH="1">
            <a:off x="12666980" y="7280909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9" name="Connector 348"/>
          <p:cNvSpPr/>
          <p:nvPr/>
        </p:nvSpPr>
        <p:spPr>
          <a:xfrm flipH="1">
            <a:off x="12523851" y="7520940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0" name="Connector 349"/>
          <p:cNvSpPr/>
          <p:nvPr/>
        </p:nvSpPr>
        <p:spPr>
          <a:xfrm flipH="1">
            <a:off x="12421616" y="776096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1" name="Connector 350"/>
          <p:cNvSpPr/>
          <p:nvPr/>
        </p:nvSpPr>
        <p:spPr>
          <a:xfrm flipH="1">
            <a:off x="12360274" y="8000999"/>
            <a:ext cx="61343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2" name="Connector 351"/>
          <p:cNvSpPr/>
          <p:nvPr/>
        </p:nvSpPr>
        <p:spPr>
          <a:xfrm flipH="1">
            <a:off x="12339828" y="8241028"/>
            <a:ext cx="2044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3" name="Connector 352"/>
          <p:cNvSpPr/>
          <p:nvPr/>
        </p:nvSpPr>
        <p:spPr>
          <a:xfrm>
            <a:off x="12339828" y="8481059"/>
            <a:ext cx="20448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4" name="Connector 353"/>
          <p:cNvSpPr/>
          <p:nvPr/>
        </p:nvSpPr>
        <p:spPr>
          <a:xfrm>
            <a:off x="12360275" y="8721090"/>
            <a:ext cx="61342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5" name="Connector 354"/>
          <p:cNvSpPr/>
          <p:nvPr/>
        </p:nvSpPr>
        <p:spPr>
          <a:xfrm>
            <a:off x="12421616" y="896111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6" name="Connector 355"/>
          <p:cNvSpPr/>
          <p:nvPr/>
        </p:nvSpPr>
        <p:spPr>
          <a:xfrm>
            <a:off x="12523851" y="9201150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7" name="Connector 356"/>
          <p:cNvSpPr/>
          <p:nvPr/>
        </p:nvSpPr>
        <p:spPr>
          <a:xfrm>
            <a:off x="12666980" y="9441180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8" name="Connector 357"/>
          <p:cNvSpPr/>
          <p:nvPr/>
        </p:nvSpPr>
        <p:spPr>
          <a:xfrm>
            <a:off x="12851003" y="9681209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9" name="Connector 358"/>
          <p:cNvSpPr/>
          <p:nvPr/>
        </p:nvSpPr>
        <p:spPr>
          <a:xfrm flipH="1">
            <a:off x="12940410" y="8001000"/>
            <a:ext cx="135510" cy="80009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0" name="Connector 359"/>
          <p:cNvSpPr/>
          <p:nvPr/>
        </p:nvSpPr>
        <p:spPr>
          <a:xfrm flipH="1">
            <a:off x="12829541" y="8081009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1" name="Connector 360"/>
          <p:cNvSpPr/>
          <p:nvPr/>
        </p:nvSpPr>
        <p:spPr>
          <a:xfrm flipH="1">
            <a:off x="12743306" y="8161019"/>
            <a:ext cx="86234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2" name="Connector 361"/>
          <p:cNvSpPr/>
          <p:nvPr/>
        </p:nvSpPr>
        <p:spPr>
          <a:xfrm flipH="1">
            <a:off x="12681711" y="8241028"/>
            <a:ext cx="61596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3" name="Connector 362"/>
          <p:cNvSpPr/>
          <p:nvPr/>
        </p:nvSpPr>
        <p:spPr>
          <a:xfrm flipH="1">
            <a:off x="12644753" y="8321040"/>
            <a:ext cx="36959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4" name="Connector 363"/>
          <p:cNvSpPr/>
          <p:nvPr/>
        </p:nvSpPr>
        <p:spPr>
          <a:xfrm flipH="1">
            <a:off x="12632435" y="8401049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5" name="Connector 364"/>
          <p:cNvSpPr/>
          <p:nvPr/>
        </p:nvSpPr>
        <p:spPr>
          <a:xfrm>
            <a:off x="12632435" y="8481059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6" name="Connector 365"/>
          <p:cNvSpPr/>
          <p:nvPr/>
        </p:nvSpPr>
        <p:spPr>
          <a:xfrm>
            <a:off x="12644755" y="8561069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7" name="Connector 366"/>
          <p:cNvSpPr/>
          <p:nvPr/>
        </p:nvSpPr>
        <p:spPr>
          <a:xfrm>
            <a:off x="12681711" y="864108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8" name="Connector 367"/>
          <p:cNvSpPr/>
          <p:nvPr/>
        </p:nvSpPr>
        <p:spPr>
          <a:xfrm>
            <a:off x="12743306" y="8721090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9" name="Connector 368"/>
          <p:cNvSpPr/>
          <p:nvPr/>
        </p:nvSpPr>
        <p:spPr>
          <a:xfrm>
            <a:off x="12829540" y="8801099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0" name="Connector 369"/>
          <p:cNvSpPr/>
          <p:nvPr/>
        </p:nvSpPr>
        <p:spPr>
          <a:xfrm>
            <a:off x="12940410" y="888110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1" name="Connector 370"/>
          <p:cNvSpPr/>
          <p:nvPr/>
        </p:nvSpPr>
        <p:spPr>
          <a:xfrm flipH="1">
            <a:off x="12895706" y="8001000"/>
            <a:ext cx="180214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2" name="Connector 371"/>
          <p:cNvSpPr/>
          <p:nvPr/>
        </p:nvSpPr>
        <p:spPr>
          <a:xfrm flipH="1">
            <a:off x="12748259" y="8161018"/>
            <a:ext cx="147448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3" name="Connector 372"/>
          <p:cNvSpPr/>
          <p:nvPr/>
        </p:nvSpPr>
        <p:spPr>
          <a:xfrm flipH="1">
            <a:off x="12633579" y="8321040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4" name="Connector 373"/>
          <p:cNvSpPr/>
          <p:nvPr/>
        </p:nvSpPr>
        <p:spPr>
          <a:xfrm flipH="1">
            <a:off x="12551664" y="848105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5" name="Connector 374"/>
          <p:cNvSpPr/>
          <p:nvPr/>
        </p:nvSpPr>
        <p:spPr>
          <a:xfrm flipH="1">
            <a:off x="12502514" y="8641080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6" name="Connector 375"/>
          <p:cNvSpPr/>
          <p:nvPr/>
        </p:nvSpPr>
        <p:spPr>
          <a:xfrm flipH="1">
            <a:off x="12486131" y="8801099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7" name="Connector 376"/>
          <p:cNvSpPr/>
          <p:nvPr/>
        </p:nvSpPr>
        <p:spPr>
          <a:xfrm>
            <a:off x="12486131" y="8961119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8" name="Connector 377"/>
          <p:cNvSpPr/>
          <p:nvPr/>
        </p:nvSpPr>
        <p:spPr>
          <a:xfrm>
            <a:off x="12502515" y="9121140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9" name="Connector 378"/>
          <p:cNvSpPr/>
          <p:nvPr/>
        </p:nvSpPr>
        <p:spPr>
          <a:xfrm>
            <a:off x="12551664" y="928115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0" name="Connector 379"/>
          <p:cNvSpPr/>
          <p:nvPr/>
        </p:nvSpPr>
        <p:spPr>
          <a:xfrm>
            <a:off x="12633579" y="9441180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1" name="Connector 380"/>
          <p:cNvSpPr/>
          <p:nvPr/>
        </p:nvSpPr>
        <p:spPr>
          <a:xfrm>
            <a:off x="12748259" y="9601199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2" name="Connector 381"/>
          <p:cNvSpPr/>
          <p:nvPr/>
        </p:nvSpPr>
        <p:spPr>
          <a:xfrm>
            <a:off x="12895706" y="9761219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3" name="Connector 382"/>
          <p:cNvSpPr/>
          <p:nvPr/>
        </p:nvSpPr>
        <p:spPr>
          <a:xfrm flipH="1">
            <a:off x="12940410" y="896111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4" name="Connector 383"/>
          <p:cNvSpPr/>
          <p:nvPr/>
        </p:nvSpPr>
        <p:spPr>
          <a:xfrm flipH="1">
            <a:off x="12829541" y="9041130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5" name="Connector 384"/>
          <p:cNvSpPr/>
          <p:nvPr/>
        </p:nvSpPr>
        <p:spPr>
          <a:xfrm flipH="1">
            <a:off x="12743306" y="9121140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6" name="Connector 385"/>
          <p:cNvSpPr/>
          <p:nvPr/>
        </p:nvSpPr>
        <p:spPr>
          <a:xfrm flipH="1">
            <a:off x="12681711" y="920114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7" name="Connector 386"/>
          <p:cNvSpPr/>
          <p:nvPr/>
        </p:nvSpPr>
        <p:spPr>
          <a:xfrm flipH="1">
            <a:off x="12644753" y="9281159"/>
            <a:ext cx="36959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8" name="Connector 387"/>
          <p:cNvSpPr/>
          <p:nvPr/>
        </p:nvSpPr>
        <p:spPr>
          <a:xfrm flipH="1">
            <a:off x="12632435" y="9361168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9" name="Connector 388"/>
          <p:cNvSpPr/>
          <p:nvPr/>
        </p:nvSpPr>
        <p:spPr>
          <a:xfrm>
            <a:off x="12632435" y="9441180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00" name="Connector 389"/>
          <p:cNvSpPr/>
          <p:nvPr/>
        </p:nvSpPr>
        <p:spPr>
          <a:xfrm>
            <a:off x="12644755" y="9521190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01" name="Connector 390"/>
          <p:cNvSpPr/>
          <p:nvPr/>
        </p:nvSpPr>
        <p:spPr>
          <a:xfrm>
            <a:off x="12681711" y="960119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02" name="Connector 391"/>
          <p:cNvSpPr/>
          <p:nvPr/>
        </p:nvSpPr>
        <p:spPr>
          <a:xfrm>
            <a:off x="12743306" y="968120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03" name="Connector 392"/>
          <p:cNvSpPr/>
          <p:nvPr/>
        </p:nvSpPr>
        <p:spPr>
          <a:xfrm>
            <a:off x="12829540" y="9761219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04" name="Connector 393"/>
          <p:cNvSpPr/>
          <p:nvPr/>
        </p:nvSpPr>
        <p:spPr>
          <a:xfrm>
            <a:off x="12940410" y="9841230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05" name="Rectangle 394"/>
          <p:cNvSpPr/>
          <p:nvPr/>
        </p:nvSpPr>
        <p:spPr>
          <a:xfrm>
            <a:off x="12618719" y="2898648"/>
            <a:ext cx="8275320" cy="60350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06" name="TextBox 395"/>
          <p:cNvSpPr txBox="1"/>
          <p:nvPr/>
        </p:nvSpPr>
        <p:spPr>
          <a:xfrm>
            <a:off x="10287000" y="3081527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</a:t>
            </a:r>
          </a:p>
        </p:txBody>
      </p:sp>
      <p:sp>
        <p:nvSpPr>
          <p:cNvPr id="17107" name="Rectangle 396"/>
          <p:cNvSpPr/>
          <p:nvPr/>
        </p:nvSpPr>
        <p:spPr>
          <a:xfrm>
            <a:off x="12618719" y="3858767"/>
            <a:ext cx="8275320" cy="60350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08" name="TextBox 397"/>
          <p:cNvSpPr txBox="1"/>
          <p:nvPr/>
        </p:nvSpPr>
        <p:spPr>
          <a:xfrm>
            <a:off x="10287000" y="4041647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</a:t>
            </a:r>
          </a:p>
        </p:txBody>
      </p:sp>
      <p:sp>
        <p:nvSpPr>
          <p:cNvPr id="17109" name="Rectangle 398"/>
          <p:cNvSpPr/>
          <p:nvPr/>
        </p:nvSpPr>
        <p:spPr>
          <a:xfrm>
            <a:off x="12618719" y="4818888"/>
            <a:ext cx="8275320" cy="60350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10" name="TextBox 399"/>
          <p:cNvSpPr txBox="1"/>
          <p:nvPr/>
        </p:nvSpPr>
        <p:spPr>
          <a:xfrm>
            <a:off x="10287000" y="5001767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2</a:t>
            </a:r>
          </a:p>
        </p:txBody>
      </p:sp>
      <p:sp>
        <p:nvSpPr>
          <p:cNvPr id="17111" name="Rectangle 400"/>
          <p:cNvSpPr/>
          <p:nvPr/>
        </p:nvSpPr>
        <p:spPr>
          <a:xfrm>
            <a:off x="12618719" y="5779008"/>
            <a:ext cx="8275320" cy="60350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12" name="TextBox 401"/>
          <p:cNvSpPr txBox="1"/>
          <p:nvPr/>
        </p:nvSpPr>
        <p:spPr>
          <a:xfrm>
            <a:off x="10287000" y="5961888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3</a:t>
            </a:r>
          </a:p>
        </p:txBody>
      </p:sp>
      <p:sp>
        <p:nvSpPr>
          <p:cNvPr id="17113" name="Rectangle 402"/>
          <p:cNvSpPr/>
          <p:nvPr/>
        </p:nvSpPr>
        <p:spPr>
          <a:xfrm>
            <a:off x="12618719" y="6739128"/>
            <a:ext cx="8275320" cy="60350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14" name="TextBox 403"/>
          <p:cNvSpPr txBox="1"/>
          <p:nvPr/>
        </p:nvSpPr>
        <p:spPr>
          <a:xfrm>
            <a:off x="10287000" y="6922007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4</a:t>
            </a:r>
          </a:p>
        </p:txBody>
      </p:sp>
      <p:sp>
        <p:nvSpPr>
          <p:cNvPr id="17115" name="Rectangle 404"/>
          <p:cNvSpPr/>
          <p:nvPr/>
        </p:nvSpPr>
        <p:spPr>
          <a:xfrm>
            <a:off x="12618719" y="7699247"/>
            <a:ext cx="8275320" cy="60350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16" name="TextBox 405"/>
          <p:cNvSpPr txBox="1"/>
          <p:nvPr/>
        </p:nvSpPr>
        <p:spPr>
          <a:xfrm>
            <a:off x="10287000" y="7882126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5</a:t>
            </a:r>
          </a:p>
        </p:txBody>
      </p:sp>
      <p:sp>
        <p:nvSpPr>
          <p:cNvPr id="17117" name="Rectangle 406"/>
          <p:cNvSpPr/>
          <p:nvPr/>
        </p:nvSpPr>
        <p:spPr>
          <a:xfrm>
            <a:off x="12618719" y="8659368"/>
            <a:ext cx="8275320" cy="60350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18" name="TextBox 407"/>
          <p:cNvSpPr txBox="1"/>
          <p:nvPr/>
        </p:nvSpPr>
        <p:spPr>
          <a:xfrm>
            <a:off x="10287000" y="8842247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6</a:t>
            </a:r>
          </a:p>
        </p:txBody>
      </p:sp>
      <p:sp>
        <p:nvSpPr>
          <p:cNvPr id="17119" name="Rectangle 408"/>
          <p:cNvSpPr/>
          <p:nvPr/>
        </p:nvSpPr>
        <p:spPr>
          <a:xfrm>
            <a:off x="12618719" y="9619488"/>
            <a:ext cx="8275320" cy="60350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20" name="TextBox 409"/>
          <p:cNvSpPr txBox="1"/>
          <p:nvPr/>
        </p:nvSpPr>
        <p:spPr>
          <a:xfrm>
            <a:off x="10287000" y="9802368"/>
            <a:ext cx="6269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7</a:t>
            </a:r>
          </a:p>
        </p:txBody>
      </p:sp>
      <p:sp>
        <p:nvSpPr>
          <p:cNvPr id="17121" name="Connector 410"/>
          <p:cNvSpPr/>
          <p:nvPr/>
        </p:nvSpPr>
        <p:spPr>
          <a:xfrm flipH="1">
            <a:off x="12940410" y="3200400"/>
            <a:ext cx="135510" cy="80009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2" name="Connector 411"/>
          <p:cNvSpPr/>
          <p:nvPr/>
        </p:nvSpPr>
        <p:spPr>
          <a:xfrm flipH="1">
            <a:off x="12829541" y="3280409"/>
            <a:ext cx="110871" cy="8001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3" name="Connector 412"/>
          <p:cNvSpPr/>
          <p:nvPr/>
        </p:nvSpPr>
        <p:spPr>
          <a:xfrm flipH="1">
            <a:off x="12743306" y="3360420"/>
            <a:ext cx="86234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4" name="Connector 413"/>
          <p:cNvSpPr/>
          <p:nvPr/>
        </p:nvSpPr>
        <p:spPr>
          <a:xfrm flipH="1">
            <a:off x="12681711" y="3440429"/>
            <a:ext cx="61596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5" name="Connector 414"/>
          <p:cNvSpPr/>
          <p:nvPr/>
        </p:nvSpPr>
        <p:spPr>
          <a:xfrm flipH="1">
            <a:off x="12644753" y="3520440"/>
            <a:ext cx="36959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6" name="Connector 415"/>
          <p:cNvSpPr/>
          <p:nvPr/>
        </p:nvSpPr>
        <p:spPr>
          <a:xfrm flipH="1">
            <a:off x="12632435" y="3600449"/>
            <a:ext cx="12319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7" name="Connector 416"/>
          <p:cNvSpPr/>
          <p:nvPr/>
        </p:nvSpPr>
        <p:spPr>
          <a:xfrm>
            <a:off x="12632435" y="3680459"/>
            <a:ext cx="12320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8" name="Connector 417"/>
          <p:cNvSpPr/>
          <p:nvPr/>
        </p:nvSpPr>
        <p:spPr>
          <a:xfrm>
            <a:off x="12644755" y="3760470"/>
            <a:ext cx="36958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9" name="Connector 418"/>
          <p:cNvSpPr/>
          <p:nvPr/>
        </p:nvSpPr>
        <p:spPr>
          <a:xfrm>
            <a:off x="12681711" y="3840479"/>
            <a:ext cx="61596" cy="8001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0" name="Connector 419"/>
          <p:cNvSpPr/>
          <p:nvPr/>
        </p:nvSpPr>
        <p:spPr>
          <a:xfrm>
            <a:off x="12743306" y="3920488"/>
            <a:ext cx="86234" cy="8001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1" name="Connector 420"/>
          <p:cNvSpPr/>
          <p:nvPr/>
        </p:nvSpPr>
        <p:spPr>
          <a:xfrm>
            <a:off x="12829540" y="4000499"/>
            <a:ext cx="110871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2" name="Connector 421"/>
          <p:cNvSpPr/>
          <p:nvPr/>
        </p:nvSpPr>
        <p:spPr>
          <a:xfrm>
            <a:off x="12940410" y="4080509"/>
            <a:ext cx="135510" cy="8001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3" name="Connector 422"/>
          <p:cNvSpPr/>
          <p:nvPr/>
        </p:nvSpPr>
        <p:spPr>
          <a:xfrm flipH="1">
            <a:off x="12895706" y="3200399"/>
            <a:ext cx="180214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4" name="Connector 423"/>
          <p:cNvSpPr/>
          <p:nvPr/>
        </p:nvSpPr>
        <p:spPr>
          <a:xfrm flipH="1">
            <a:off x="12748259" y="3360420"/>
            <a:ext cx="147448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5" name="Connector 424"/>
          <p:cNvSpPr/>
          <p:nvPr/>
        </p:nvSpPr>
        <p:spPr>
          <a:xfrm flipH="1">
            <a:off x="12633579" y="3520440"/>
            <a:ext cx="114682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6" name="Connector 425"/>
          <p:cNvSpPr/>
          <p:nvPr/>
        </p:nvSpPr>
        <p:spPr>
          <a:xfrm flipH="1">
            <a:off x="12551664" y="3680459"/>
            <a:ext cx="81916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7" name="Connector 426"/>
          <p:cNvSpPr/>
          <p:nvPr/>
        </p:nvSpPr>
        <p:spPr>
          <a:xfrm flipH="1">
            <a:off x="12502514" y="3840479"/>
            <a:ext cx="49151" cy="16002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8" name="Connector 427"/>
          <p:cNvSpPr/>
          <p:nvPr/>
        </p:nvSpPr>
        <p:spPr>
          <a:xfrm flipH="1">
            <a:off x="12486131" y="4000498"/>
            <a:ext cx="16383" cy="16002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9" name="Connector 428"/>
          <p:cNvSpPr/>
          <p:nvPr/>
        </p:nvSpPr>
        <p:spPr>
          <a:xfrm>
            <a:off x="12486131" y="4160520"/>
            <a:ext cx="16384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0" name="Connector 429"/>
          <p:cNvSpPr/>
          <p:nvPr/>
        </p:nvSpPr>
        <p:spPr>
          <a:xfrm>
            <a:off x="12502515" y="4320540"/>
            <a:ext cx="49150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1" name="Connector 430"/>
          <p:cNvSpPr/>
          <p:nvPr/>
        </p:nvSpPr>
        <p:spPr>
          <a:xfrm>
            <a:off x="12551664" y="4480559"/>
            <a:ext cx="81916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2" name="Connector 431"/>
          <p:cNvSpPr/>
          <p:nvPr/>
        </p:nvSpPr>
        <p:spPr>
          <a:xfrm>
            <a:off x="12633579" y="4640579"/>
            <a:ext cx="114682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3" name="Connector 432"/>
          <p:cNvSpPr/>
          <p:nvPr/>
        </p:nvSpPr>
        <p:spPr>
          <a:xfrm>
            <a:off x="12748259" y="4800599"/>
            <a:ext cx="147448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4" name="Connector 433"/>
          <p:cNvSpPr/>
          <p:nvPr/>
        </p:nvSpPr>
        <p:spPr>
          <a:xfrm>
            <a:off x="12895706" y="4960620"/>
            <a:ext cx="180214" cy="16002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5" name="Connector 434"/>
          <p:cNvSpPr/>
          <p:nvPr/>
        </p:nvSpPr>
        <p:spPr>
          <a:xfrm flipH="1">
            <a:off x="12851004" y="3200399"/>
            <a:ext cx="224917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6" name="Connector 435"/>
          <p:cNvSpPr/>
          <p:nvPr/>
        </p:nvSpPr>
        <p:spPr>
          <a:xfrm flipH="1">
            <a:off x="12666980" y="3440429"/>
            <a:ext cx="184024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7" name="Connector 436"/>
          <p:cNvSpPr/>
          <p:nvPr/>
        </p:nvSpPr>
        <p:spPr>
          <a:xfrm flipH="1">
            <a:off x="12523851" y="3680459"/>
            <a:ext cx="143130" cy="24003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8" name="Connector 437"/>
          <p:cNvSpPr/>
          <p:nvPr/>
        </p:nvSpPr>
        <p:spPr>
          <a:xfrm flipH="1">
            <a:off x="12421616" y="3920488"/>
            <a:ext cx="102236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9" name="Connector 438"/>
          <p:cNvSpPr/>
          <p:nvPr/>
        </p:nvSpPr>
        <p:spPr>
          <a:xfrm flipH="1">
            <a:off x="12360274" y="4160520"/>
            <a:ext cx="61343" cy="24003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0" name="Connector 439"/>
          <p:cNvSpPr/>
          <p:nvPr/>
        </p:nvSpPr>
        <p:spPr>
          <a:xfrm flipH="1">
            <a:off x="12339828" y="4400548"/>
            <a:ext cx="20447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1" name="Connector 440"/>
          <p:cNvSpPr/>
          <p:nvPr/>
        </p:nvSpPr>
        <p:spPr>
          <a:xfrm>
            <a:off x="12339828" y="4640579"/>
            <a:ext cx="20448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2" name="Connector 441"/>
          <p:cNvSpPr/>
          <p:nvPr/>
        </p:nvSpPr>
        <p:spPr>
          <a:xfrm>
            <a:off x="12360275" y="4880609"/>
            <a:ext cx="61342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3" name="Connector 442"/>
          <p:cNvSpPr/>
          <p:nvPr/>
        </p:nvSpPr>
        <p:spPr>
          <a:xfrm>
            <a:off x="12421616" y="5120640"/>
            <a:ext cx="102236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4" name="Connector 443"/>
          <p:cNvSpPr/>
          <p:nvPr/>
        </p:nvSpPr>
        <p:spPr>
          <a:xfrm>
            <a:off x="12523851" y="5360670"/>
            <a:ext cx="143130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5" name="Connector 444"/>
          <p:cNvSpPr/>
          <p:nvPr/>
        </p:nvSpPr>
        <p:spPr>
          <a:xfrm>
            <a:off x="12666980" y="5600700"/>
            <a:ext cx="184024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6" name="Connector 445"/>
          <p:cNvSpPr/>
          <p:nvPr/>
        </p:nvSpPr>
        <p:spPr>
          <a:xfrm>
            <a:off x="12851003" y="5840729"/>
            <a:ext cx="224917" cy="24003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7" name="Connector 446"/>
          <p:cNvSpPr/>
          <p:nvPr/>
        </p:nvSpPr>
        <p:spPr>
          <a:xfrm flipH="1">
            <a:off x="12806298" y="3200399"/>
            <a:ext cx="269622" cy="32004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8" name="Connector 447"/>
          <p:cNvSpPr/>
          <p:nvPr/>
        </p:nvSpPr>
        <p:spPr>
          <a:xfrm flipH="1">
            <a:off x="12585700" y="3520438"/>
            <a:ext cx="220600" cy="32004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9" name="Connector 448"/>
          <p:cNvSpPr/>
          <p:nvPr/>
        </p:nvSpPr>
        <p:spPr>
          <a:xfrm flipH="1">
            <a:off x="12414122" y="3840479"/>
            <a:ext cx="171578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0" name="Connector 449"/>
          <p:cNvSpPr/>
          <p:nvPr/>
        </p:nvSpPr>
        <p:spPr>
          <a:xfrm flipH="1">
            <a:off x="12291569" y="4160520"/>
            <a:ext cx="122555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1" name="Connector 450"/>
          <p:cNvSpPr/>
          <p:nvPr/>
        </p:nvSpPr>
        <p:spPr>
          <a:xfrm flipH="1">
            <a:off x="12218034" y="4480559"/>
            <a:ext cx="73535" cy="32004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2" name="Connector 451"/>
          <p:cNvSpPr/>
          <p:nvPr/>
        </p:nvSpPr>
        <p:spPr>
          <a:xfrm flipH="1">
            <a:off x="12193523" y="4800598"/>
            <a:ext cx="24511" cy="32004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3" name="Connector 452"/>
          <p:cNvSpPr/>
          <p:nvPr/>
        </p:nvSpPr>
        <p:spPr>
          <a:xfrm>
            <a:off x="12193523" y="5120640"/>
            <a:ext cx="24512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4" name="Connector 453"/>
          <p:cNvSpPr/>
          <p:nvPr/>
        </p:nvSpPr>
        <p:spPr>
          <a:xfrm>
            <a:off x="12218034" y="5440679"/>
            <a:ext cx="73534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5" name="Connector 454"/>
          <p:cNvSpPr/>
          <p:nvPr/>
        </p:nvSpPr>
        <p:spPr>
          <a:xfrm>
            <a:off x="12291568" y="5760720"/>
            <a:ext cx="122555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6" name="Connector 455"/>
          <p:cNvSpPr/>
          <p:nvPr/>
        </p:nvSpPr>
        <p:spPr>
          <a:xfrm>
            <a:off x="12414122" y="6080759"/>
            <a:ext cx="171578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7" name="Connector 456"/>
          <p:cNvSpPr/>
          <p:nvPr/>
        </p:nvSpPr>
        <p:spPr>
          <a:xfrm>
            <a:off x="12585699" y="6400799"/>
            <a:ext cx="220600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8" name="Connector 457"/>
          <p:cNvSpPr/>
          <p:nvPr/>
        </p:nvSpPr>
        <p:spPr>
          <a:xfrm>
            <a:off x="12806298" y="6720840"/>
            <a:ext cx="269622" cy="32004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9" name="Connector 458"/>
          <p:cNvSpPr/>
          <p:nvPr/>
        </p:nvSpPr>
        <p:spPr>
          <a:xfrm flipH="1">
            <a:off x="12761594" y="3200400"/>
            <a:ext cx="31432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0" name="Connector 459"/>
          <p:cNvSpPr/>
          <p:nvPr/>
        </p:nvSpPr>
        <p:spPr>
          <a:xfrm flipH="1">
            <a:off x="12504419" y="3600450"/>
            <a:ext cx="25717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1" name="Connector 460"/>
          <p:cNvSpPr/>
          <p:nvPr/>
        </p:nvSpPr>
        <p:spPr>
          <a:xfrm flipH="1">
            <a:off x="12304394" y="4000499"/>
            <a:ext cx="200026" cy="40005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2" name="Connector 461"/>
          <p:cNvSpPr/>
          <p:nvPr/>
        </p:nvSpPr>
        <p:spPr>
          <a:xfrm flipH="1">
            <a:off x="12161519" y="4400549"/>
            <a:ext cx="142876" cy="40005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3" name="Connector 462"/>
          <p:cNvSpPr/>
          <p:nvPr/>
        </p:nvSpPr>
        <p:spPr>
          <a:xfrm flipH="1">
            <a:off x="12075793" y="4800600"/>
            <a:ext cx="85727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4" name="Connector 463"/>
          <p:cNvSpPr/>
          <p:nvPr/>
        </p:nvSpPr>
        <p:spPr>
          <a:xfrm flipH="1">
            <a:off x="12047219" y="5200650"/>
            <a:ext cx="28575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5" name="Connector 464"/>
          <p:cNvSpPr/>
          <p:nvPr/>
        </p:nvSpPr>
        <p:spPr>
          <a:xfrm>
            <a:off x="12047219" y="5600700"/>
            <a:ext cx="2857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6" name="Connector 465"/>
          <p:cNvSpPr/>
          <p:nvPr/>
        </p:nvSpPr>
        <p:spPr>
          <a:xfrm>
            <a:off x="12075794" y="6000750"/>
            <a:ext cx="8572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7" name="Connector 466"/>
          <p:cNvSpPr/>
          <p:nvPr/>
        </p:nvSpPr>
        <p:spPr>
          <a:xfrm>
            <a:off x="12161519" y="6400799"/>
            <a:ext cx="142876" cy="40005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8" name="Connector 467"/>
          <p:cNvSpPr/>
          <p:nvPr/>
        </p:nvSpPr>
        <p:spPr>
          <a:xfrm>
            <a:off x="12304394" y="6800850"/>
            <a:ext cx="20002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9" name="Connector 468"/>
          <p:cNvSpPr/>
          <p:nvPr/>
        </p:nvSpPr>
        <p:spPr>
          <a:xfrm>
            <a:off x="12504419" y="7200899"/>
            <a:ext cx="257176" cy="40005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0" name="Connector 469"/>
          <p:cNvSpPr/>
          <p:nvPr/>
        </p:nvSpPr>
        <p:spPr>
          <a:xfrm>
            <a:off x="12761594" y="7600949"/>
            <a:ext cx="314326" cy="40005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1" name="Connector 470"/>
          <p:cNvSpPr/>
          <p:nvPr/>
        </p:nvSpPr>
        <p:spPr>
          <a:xfrm flipH="1">
            <a:off x="12716891" y="3200399"/>
            <a:ext cx="359030" cy="48006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2" name="Connector 471"/>
          <p:cNvSpPr/>
          <p:nvPr/>
        </p:nvSpPr>
        <p:spPr>
          <a:xfrm flipH="1">
            <a:off x="12423140" y="3680459"/>
            <a:ext cx="293752" cy="48006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3" name="Connector 472"/>
          <p:cNvSpPr/>
          <p:nvPr/>
        </p:nvSpPr>
        <p:spPr>
          <a:xfrm flipH="1">
            <a:off x="12194667" y="4160520"/>
            <a:ext cx="228474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4" name="Connector 473"/>
          <p:cNvSpPr/>
          <p:nvPr/>
        </p:nvSpPr>
        <p:spPr>
          <a:xfrm flipH="1">
            <a:off x="12031471" y="4640579"/>
            <a:ext cx="163196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5" name="Connector 474"/>
          <p:cNvSpPr/>
          <p:nvPr/>
        </p:nvSpPr>
        <p:spPr>
          <a:xfrm flipH="1">
            <a:off x="11933553" y="5120640"/>
            <a:ext cx="97919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6" name="Connector 475"/>
          <p:cNvSpPr/>
          <p:nvPr/>
        </p:nvSpPr>
        <p:spPr>
          <a:xfrm flipH="1">
            <a:off x="11900916" y="5600700"/>
            <a:ext cx="32639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7" name="Connector 476"/>
          <p:cNvSpPr/>
          <p:nvPr/>
        </p:nvSpPr>
        <p:spPr>
          <a:xfrm>
            <a:off x="11900916" y="6080759"/>
            <a:ext cx="32640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8" name="Connector 477"/>
          <p:cNvSpPr/>
          <p:nvPr/>
        </p:nvSpPr>
        <p:spPr>
          <a:xfrm>
            <a:off x="11933555" y="6560819"/>
            <a:ext cx="97918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9" name="Connector 478"/>
          <p:cNvSpPr/>
          <p:nvPr/>
        </p:nvSpPr>
        <p:spPr>
          <a:xfrm>
            <a:off x="12031471" y="7040880"/>
            <a:ext cx="163196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0" name="Connector 479"/>
          <p:cNvSpPr/>
          <p:nvPr/>
        </p:nvSpPr>
        <p:spPr>
          <a:xfrm>
            <a:off x="12194667" y="7520940"/>
            <a:ext cx="228474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1" name="Connector 480"/>
          <p:cNvSpPr/>
          <p:nvPr/>
        </p:nvSpPr>
        <p:spPr>
          <a:xfrm>
            <a:off x="12423140" y="8001000"/>
            <a:ext cx="293752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2" name="Connector 481"/>
          <p:cNvSpPr/>
          <p:nvPr/>
        </p:nvSpPr>
        <p:spPr>
          <a:xfrm>
            <a:off x="12716891" y="8481059"/>
            <a:ext cx="359030" cy="48006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3" name="Connector 482"/>
          <p:cNvSpPr/>
          <p:nvPr/>
        </p:nvSpPr>
        <p:spPr>
          <a:xfrm flipH="1">
            <a:off x="12672186" y="3200400"/>
            <a:ext cx="403734" cy="56007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4" name="Connector 483"/>
          <p:cNvSpPr/>
          <p:nvPr/>
        </p:nvSpPr>
        <p:spPr>
          <a:xfrm flipH="1">
            <a:off x="12341859" y="3760470"/>
            <a:ext cx="330328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5" name="Connector 484"/>
          <p:cNvSpPr/>
          <p:nvPr/>
        </p:nvSpPr>
        <p:spPr>
          <a:xfrm flipH="1">
            <a:off x="12084939" y="4320540"/>
            <a:ext cx="256922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6" name="Connector 485"/>
          <p:cNvSpPr/>
          <p:nvPr/>
        </p:nvSpPr>
        <p:spPr>
          <a:xfrm flipH="1">
            <a:off x="11901423" y="4880609"/>
            <a:ext cx="183516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7" name="Connector 486"/>
          <p:cNvSpPr/>
          <p:nvPr/>
        </p:nvSpPr>
        <p:spPr>
          <a:xfrm flipH="1">
            <a:off x="11791315" y="5440679"/>
            <a:ext cx="110110" cy="56007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8" name="Connector 487"/>
          <p:cNvSpPr/>
          <p:nvPr/>
        </p:nvSpPr>
        <p:spPr>
          <a:xfrm flipH="1">
            <a:off x="11754611" y="6000748"/>
            <a:ext cx="36703" cy="56007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9" name="Connector 488"/>
          <p:cNvSpPr/>
          <p:nvPr/>
        </p:nvSpPr>
        <p:spPr>
          <a:xfrm>
            <a:off x="11754611" y="6560819"/>
            <a:ext cx="36704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0" name="Connector 489"/>
          <p:cNvSpPr/>
          <p:nvPr/>
        </p:nvSpPr>
        <p:spPr>
          <a:xfrm>
            <a:off x="11791315" y="7120890"/>
            <a:ext cx="110110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1" name="Connector 490"/>
          <p:cNvSpPr/>
          <p:nvPr/>
        </p:nvSpPr>
        <p:spPr>
          <a:xfrm>
            <a:off x="11901423" y="7680959"/>
            <a:ext cx="183516" cy="56007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2" name="Connector 491"/>
          <p:cNvSpPr/>
          <p:nvPr/>
        </p:nvSpPr>
        <p:spPr>
          <a:xfrm>
            <a:off x="12084939" y="8241028"/>
            <a:ext cx="256922" cy="560072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3" name="Connector 492"/>
          <p:cNvSpPr/>
          <p:nvPr/>
        </p:nvSpPr>
        <p:spPr>
          <a:xfrm>
            <a:off x="12341859" y="8801100"/>
            <a:ext cx="330328" cy="560070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4" name="Connector 493"/>
          <p:cNvSpPr/>
          <p:nvPr/>
        </p:nvSpPr>
        <p:spPr>
          <a:xfrm>
            <a:off x="12672186" y="9361169"/>
            <a:ext cx="403734" cy="560071"/>
          </a:xfrm>
          <a:prstGeom prst="line">
            <a:avLst/>
          </a:prstGeom>
          <a:ln w="32004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5" name="Connector 494"/>
          <p:cNvSpPr/>
          <p:nvPr/>
        </p:nvSpPr>
        <p:spPr>
          <a:xfrm flipH="1">
            <a:off x="12940410" y="4160520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6" name="Connector 495"/>
          <p:cNvSpPr/>
          <p:nvPr/>
        </p:nvSpPr>
        <p:spPr>
          <a:xfrm flipH="1">
            <a:off x="12829541" y="4240529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7" name="Connector 496"/>
          <p:cNvSpPr/>
          <p:nvPr/>
        </p:nvSpPr>
        <p:spPr>
          <a:xfrm flipH="1">
            <a:off x="12743306" y="4320540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8" name="Connector 497"/>
          <p:cNvSpPr/>
          <p:nvPr/>
        </p:nvSpPr>
        <p:spPr>
          <a:xfrm flipH="1">
            <a:off x="12681711" y="440054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9" name="Connector 498"/>
          <p:cNvSpPr/>
          <p:nvPr/>
        </p:nvSpPr>
        <p:spPr>
          <a:xfrm flipH="1">
            <a:off x="12644753" y="4480559"/>
            <a:ext cx="36959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0" name="Connector 499"/>
          <p:cNvSpPr/>
          <p:nvPr/>
        </p:nvSpPr>
        <p:spPr>
          <a:xfrm flipH="1">
            <a:off x="12632435" y="4560570"/>
            <a:ext cx="12319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1" name="Connector 500"/>
          <p:cNvSpPr/>
          <p:nvPr/>
        </p:nvSpPr>
        <p:spPr>
          <a:xfrm>
            <a:off x="12632435" y="4640579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2" name="Connector 501"/>
          <p:cNvSpPr/>
          <p:nvPr/>
        </p:nvSpPr>
        <p:spPr>
          <a:xfrm>
            <a:off x="12644755" y="4720590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3" name="Connector 502"/>
          <p:cNvSpPr/>
          <p:nvPr/>
        </p:nvSpPr>
        <p:spPr>
          <a:xfrm>
            <a:off x="12681711" y="480059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4" name="Connector 503"/>
          <p:cNvSpPr/>
          <p:nvPr/>
        </p:nvSpPr>
        <p:spPr>
          <a:xfrm>
            <a:off x="12743306" y="488060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5" name="Connector 504"/>
          <p:cNvSpPr/>
          <p:nvPr/>
        </p:nvSpPr>
        <p:spPr>
          <a:xfrm>
            <a:off x="12829540" y="4960620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6" name="Connector 505"/>
          <p:cNvSpPr/>
          <p:nvPr/>
        </p:nvSpPr>
        <p:spPr>
          <a:xfrm>
            <a:off x="12940410" y="504062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7" name="Connector 506"/>
          <p:cNvSpPr/>
          <p:nvPr/>
        </p:nvSpPr>
        <p:spPr>
          <a:xfrm flipH="1">
            <a:off x="12895706" y="4160520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8" name="Connector 507"/>
          <p:cNvSpPr/>
          <p:nvPr/>
        </p:nvSpPr>
        <p:spPr>
          <a:xfrm flipH="1">
            <a:off x="12748259" y="4320540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9" name="Connector 508"/>
          <p:cNvSpPr/>
          <p:nvPr/>
        </p:nvSpPr>
        <p:spPr>
          <a:xfrm flipH="1">
            <a:off x="12633579" y="448055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0" name="Connector 509"/>
          <p:cNvSpPr/>
          <p:nvPr/>
        </p:nvSpPr>
        <p:spPr>
          <a:xfrm flipH="1">
            <a:off x="12551664" y="464057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1" name="Connector 510"/>
          <p:cNvSpPr/>
          <p:nvPr/>
        </p:nvSpPr>
        <p:spPr>
          <a:xfrm flipH="1">
            <a:off x="12502514" y="4800600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2" name="Connector 511"/>
          <p:cNvSpPr/>
          <p:nvPr/>
        </p:nvSpPr>
        <p:spPr>
          <a:xfrm flipH="1">
            <a:off x="12486131" y="4960618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3" name="Connector 512"/>
          <p:cNvSpPr/>
          <p:nvPr/>
        </p:nvSpPr>
        <p:spPr>
          <a:xfrm>
            <a:off x="12486131" y="5120640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4" name="Connector 513"/>
          <p:cNvSpPr/>
          <p:nvPr/>
        </p:nvSpPr>
        <p:spPr>
          <a:xfrm>
            <a:off x="12502515" y="5280659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5" name="Connector 514"/>
          <p:cNvSpPr/>
          <p:nvPr/>
        </p:nvSpPr>
        <p:spPr>
          <a:xfrm>
            <a:off x="12551664" y="544067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6" name="Connector 515"/>
          <p:cNvSpPr/>
          <p:nvPr/>
        </p:nvSpPr>
        <p:spPr>
          <a:xfrm>
            <a:off x="12633579" y="560069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7" name="Connector 516"/>
          <p:cNvSpPr/>
          <p:nvPr/>
        </p:nvSpPr>
        <p:spPr>
          <a:xfrm>
            <a:off x="12748259" y="5760720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8" name="Connector 517"/>
          <p:cNvSpPr/>
          <p:nvPr/>
        </p:nvSpPr>
        <p:spPr>
          <a:xfrm>
            <a:off x="12895706" y="5920740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9" name="Connector 518"/>
          <p:cNvSpPr/>
          <p:nvPr/>
        </p:nvSpPr>
        <p:spPr>
          <a:xfrm flipH="1">
            <a:off x="12851004" y="4160520"/>
            <a:ext cx="224917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0" name="Connector 519"/>
          <p:cNvSpPr/>
          <p:nvPr/>
        </p:nvSpPr>
        <p:spPr>
          <a:xfrm flipH="1">
            <a:off x="12666980" y="4400548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1" name="Connector 520"/>
          <p:cNvSpPr/>
          <p:nvPr/>
        </p:nvSpPr>
        <p:spPr>
          <a:xfrm flipH="1">
            <a:off x="12523851" y="4640579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2" name="Connector 521"/>
          <p:cNvSpPr/>
          <p:nvPr/>
        </p:nvSpPr>
        <p:spPr>
          <a:xfrm flipH="1">
            <a:off x="12421616" y="488060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3" name="Connector 522"/>
          <p:cNvSpPr/>
          <p:nvPr/>
        </p:nvSpPr>
        <p:spPr>
          <a:xfrm flipH="1">
            <a:off x="12360274" y="5120640"/>
            <a:ext cx="61343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4" name="Connector 523"/>
          <p:cNvSpPr/>
          <p:nvPr/>
        </p:nvSpPr>
        <p:spPr>
          <a:xfrm flipH="1">
            <a:off x="12339828" y="5360670"/>
            <a:ext cx="2044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5" name="Connector 524"/>
          <p:cNvSpPr/>
          <p:nvPr/>
        </p:nvSpPr>
        <p:spPr>
          <a:xfrm>
            <a:off x="12339828" y="5600700"/>
            <a:ext cx="20448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6" name="Connector 525"/>
          <p:cNvSpPr/>
          <p:nvPr/>
        </p:nvSpPr>
        <p:spPr>
          <a:xfrm>
            <a:off x="12360275" y="5840729"/>
            <a:ext cx="61342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7" name="Connector 526"/>
          <p:cNvSpPr/>
          <p:nvPr/>
        </p:nvSpPr>
        <p:spPr>
          <a:xfrm>
            <a:off x="12421616" y="608075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8" name="Connector 527"/>
          <p:cNvSpPr/>
          <p:nvPr/>
        </p:nvSpPr>
        <p:spPr>
          <a:xfrm>
            <a:off x="12523851" y="6320790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9" name="Connector 528"/>
          <p:cNvSpPr/>
          <p:nvPr/>
        </p:nvSpPr>
        <p:spPr>
          <a:xfrm>
            <a:off x="12666980" y="6560819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0" name="Connector 529"/>
          <p:cNvSpPr/>
          <p:nvPr/>
        </p:nvSpPr>
        <p:spPr>
          <a:xfrm>
            <a:off x="12851003" y="6800850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1" name="Connector 530"/>
          <p:cNvSpPr/>
          <p:nvPr/>
        </p:nvSpPr>
        <p:spPr>
          <a:xfrm flipH="1">
            <a:off x="12806298" y="4160520"/>
            <a:ext cx="26962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2" name="Connector 531"/>
          <p:cNvSpPr/>
          <p:nvPr/>
        </p:nvSpPr>
        <p:spPr>
          <a:xfrm flipH="1">
            <a:off x="12585700" y="4480559"/>
            <a:ext cx="220600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3" name="Connector 532"/>
          <p:cNvSpPr/>
          <p:nvPr/>
        </p:nvSpPr>
        <p:spPr>
          <a:xfrm flipH="1">
            <a:off x="12414122" y="4800599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4" name="Connector 533"/>
          <p:cNvSpPr/>
          <p:nvPr/>
        </p:nvSpPr>
        <p:spPr>
          <a:xfrm flipH="1">
            <a:off x="12291569" y="5120640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5" name="Connector 534"/>
          <p:cNvSpPr/>
          <p:nvPr/>
        </p:nvSpPr>
        <p:spPr>
          <a:xfrm flipH="1">
            <a:off x="12218034" y="5440679"/>
            <a:ext cx="7353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6" name="Connector 535"/>
          <p:cNvSpPr/>
          <p:nvPr/>
        </p:nvSpPr>
        <p:spPr>
          <a:xfrm flipH="1">
            <a:off x="12193523" y="5760720"/>
            <a:ext cx="24511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7" name="Connector 536"/>
          <p:cNvSpPr/>
          <p:nvPr/>
        </p:nvSpPr>
        <p:spPr>
          <a:xfrm>
            <a:off x="12193523" y="6080759"/>
            <a:ext cx="2451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8" name="Connector 537"/>
          <p:cNvSpPr/>
          <p:nvPr/>
        </p:nvSpPr>
        <p:spPr>
          <a:xfrm>
            <a:off x="12218034" y="6400799"/>
            <a:ext cx="73534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9" name="Connector 538"/>
          <p:cNvSpPr/>
          <p:nvPr/>
        </p:nvSpPr>
        <p:spPr>
          <a:xfrm>
            <a:off x="12291568" y="6720840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0" name="Connector 539"/>
          <p:cNvSpPr/>
          <p:nvPr/>
        </p:nvSpPr>
        <p:spPr>
          <a:xfrm>
            <a:off x="12414122" y="7040880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1" name="Connector 540"/>
          <p:cNvSpPr/>
          <p:nvPr/>
        </p:nvSpPr>
        <p:spPr>
          <a:xfrm>
            <a:off x="12585699" y="7360919"/>
            <a:ext cx="220600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2" name="Connector 541"/>
          <p:cNvSpPr/>
          <p:nvPr/>
        </p:nvSpPr>
        <p:spPr>
          <a:xfrm>
            <a:off x="12806298" y="7680959"/>
            <a:ext cx="269622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3" name="Connector 542"/>
          <p:cNvSpPr/>
          <p:nvPr/>
        </p:nvSpPr>
        <p:spPr>
          <a:xfrm flipH="1">
            <a:off x="12761594" y="4160520"/>
            <a:ext cx="3143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4" name="Connector 543"/>
          <p:cNvSpPr/>
          <p:nvPr/>
        </p:nvSpPr>
        <p:spPr>
          <a:xfrm flipH="1">
            <a:off x="12504419" y="4560570"/>
            <a:ext cx="2571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5" name="Connector 544"/>
          <p:cNvSpPr/>
          <p:nvPr/>
        </p:nvSpPr>
        <p:spPr>
          <a:xfrm flipH="1">
            <a:off x="12304394" y="4960620"/>
            <a:ext cx="2000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6" name="Connector 545"/>
          <p:cNvSpPr/>
          <p:nvPr/>
        </p:nvSpPr>
        <p:spPr>
          <a:xfrm flipH="1">
            <a:off x="12161519" y="5360670"/>
            <a:ext cx="1428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7" name="Connector 546"/>
          <p:cNvSpPr/>
          <p:nvPr/>
        </p:nvSpPr>
        <p:spPr>
          <a:xfrm flipH="1">
            <a:off x="12075793" y="5760720"/>
            <a:ext cx="85727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8" name="Connector 547"/>
          <p:cNvSpPr/>
          <p:nvPr/>
        </p:nvSpPr>
        <p:spPr>
          <a:xfrm flipH="1">
            <a:off x="12047219" y="6160770"/>
            <a:ext cx="28575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9" name="Connector 548"/>
          <p:cNvSpPr/>
          <p:nvPr/>
        </p:nvSpPr>
        <p:spPr>
          <a:xfrm>
            <a:off x="12047219" y="6560819"/>
            <a:ext cx="285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0" name="Connector 549"/>
          <p:cNvSpPr/>
          <p:nvPr/>
        </p:nvSpPr>
        <p:spPr>
          <a:xfrm>
            <a:off x="12075794" y="6960869"/>
            <a:ext cx="857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1" name="Connector 550"/>
          <p:cNvSpPr/>
          <p:nvPr/>
        </p:nvSpPr>
        <p:spPr>
          <a:xfrm>
            <a:off x="12161519" y="7360919"/>
            <a:ext cx="1428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2" name="Connector 551"/>
          <p:cNvSpPr/>
          <p:nvPr/>
        </p:nvSpPr>
        <p:spPr>
          <a:xfrm>
            <a:off x="12304394" y="7760969"/>
            <a:ext cx="2000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3" name="Connector 552"/>
          <p:cNvSpPr/>
          <p:nvPr/>
        </p:nvSpPr>
        <p:spPr>
          <a:xfrm>
            <a:off x="12504419" y="8161019"/>
            <a:ext cx="2571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4" name="Connector 553"/>
          <p:cNvSpPr/>
          <p:nvPr/>
        </p:nvSpPr>
        <p:spPr>
          <a:xfrm>
            <a:off x="12761594" y="8561069"/>
            <a:ext cx="3143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5" name="Connector 554"/>
          <p:cNvSpPr/>
          <p:nvPr/>
        </p:nvSpPr>
        <p:spPr>
          <a:xfrm flipH="1">
            <a:off x="12716891" y="4160520"/>
            <a:ext cx="359030" cy="48006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6" name="Connector 555"/>
          <p:cNvSpPr/>
          <p:nvPr/>
        </p:nvSpPr>
        <p:spPr>
          <a:xfrm flipH="1">
            <a:off x="12423140" y="4640579"/>
            <a:ext cx="293752" cy="48006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7" name="Connector 556"/>
          <p:cNvSpPr/>
          <p:nvPr/>
        </p:nvSpPr>
        <p:spPr>
          <a:xfrm flipH="1">
            <a:off x="12194667" y="5120640"/>
            <a:ext cx="228474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8" name="Connector 557"/>
          <p:cNvSpPr/>
          <p:nvPr/>
        </p:nvSpPr>
        <p:spPr>
          <a:xfrm flipH="1">
            <a:off x="12031471" y="5600700"/>
            <a:ext cx="163196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9" name="Connector 558"/>
          <p:cNvSpPr/>
          <p:nvPr/>
        </p:nvSpPr>
        <p:spPr>
          <a:xfrm flipH="1">
            <a:off x="11933553" y="6080759"/>
            <a:ext cx="97919" cy="48006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0" name="Connector 559"/>
          <p:cNvSpPr/>
          <p:nvPr/>
        </p:nvSpPr>
        <p:spPr>
          <a:xfrm flipH="1">
            <a:off x="11900916" y="6560818"/>
            <a:ext cx="32639" cy="48006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1" name="Connector 560"/>
          <p:cNvSpPr/>
          <p:nvPr/>
        </p:nvSpPr>
        <p:spPr>
          <a:xfrm>
            <a:off x="11900916" y="7040880"/>
            <a:ext cx="32640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2" name="Connector 561"/>
          <p:cNvSpPr/>
          <p:nvPr/>
        </p:nvSpPr>
        <p:spPr>
          <a:xfrm>
            <a:off x="11933555" y="7520940"/>
            <a:ext cx="97918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3" name="Connector 562"/>
          <p:cNvSpPr/>
          <p:nvPr/>
        </p:nvSpPr>
        <p:spPr>
          <a:xfrm>
            <a:off x="12031471" y="8001000"/>
            <a:ext cx="163196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4" name="Connector 563"/>
          <p:cNvSpPr/>
          <p:nvPr/>
        </p:nvSpPr>
        <p:spPr>
          <a:xfrm>
            <a:off x="12194667" y="8481059"/>
            <a:ext cx="228474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5" name="Connector 564"/>
          <p:cNvSpPr/>
          <p:nvPr/>
        </p:nvSpPr>
        <p:spPr>
          <a:xfrm>
            <a:off x="12423140" y="8961119"/>
            <a:ext cx="293752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6" name="Connector 565"/>
          <p:cNvSpPr/>
          <p:nvPr/>
        </p:nvSpPr>
        <p:spPr>
          <a:xfrm>
            <a:off x="12716891" y="9441180"/>
            <a:ext cx="359030" cy="48006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7" name="Connector 566"/>
          <p:cNvSpPr/>
          <p:nvPr/>
        </p:nvSpPr>
        <p:spPr>
          <a:xfrm flipH="1">
            <a:off x="12940410" y="5120640"/>
            <a:ext cx="135510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8" name="Connector 567"/>
          <p:cNvSpPr/>
          <p:nvPr/>
        </p:nvSpPr>
        <p:spPr>
          <a:xfrm flipH="1">
            <a:off x="12829541" y="5200648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9" name="Connector 568"/>
          <p:cNvSpPr/>
          <p:nvPr/>
        </p:nvSpPr>
        <p:spPr>
          <a:xfrm flipH="1">
            <a:off x="12743306" y="528065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0" name="Connector 569"/>
          <p:cNvSpPr/>
          <p:nvPr/>
        </p:nvSpPr>
        <p:spPr>
          <a:xfrm flipH="1">
            <a:off x="12681711" y="536067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1" name="Connector 570"/>
          <p:cNvSpPr/>
          <p:nvPr/>
        </p:nvSpPr>
        <p:spPr>
          <a:xfrm flipH="1">
            <a:off x="12644753" y="5440679"/>
            <a:ext cx="36959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2" name="Connector 571"/>
          <p:cNvSpPr/>
          <p:nvPr/>
        </p:nvSpPr>
        <p:spPr>
          <a:xfrm flipH="1">
            <a:off x="12632435" y="5520688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3" name="Connector 572"/>
          <p:cNvSpPr/>
          <p:nvPr/>
        </p:nvSpPr>
        <p:spPr>
          <a:xfrm>
            <a:off x="12632435" y="5600699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4" name="Connector 573"/>
          <p:cNvSpPr/>
          <p:nvPr/>
        </p:nvSpPr>
        <p:spPr>
          <a:xfrm>
            <a:off x="12644755" y="5680709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5" name="Connector 574"/>
          <p:cNvSpPr/>
          <p:nvPr/>
        </p:nvSpPr>
        <p:spPr>
          <a:xfrm>
            <a:off x="12681711" y="576072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6" name="Connector 575"/>
          <p:cNvSpPr/>
          <p:nvPr/>
        </p:nvSpPr>
        <p:spPr>
          <a:xfrm>
            <a:off x="12743306" y="584072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7" name="Connector 576"/>
          <p:cNvSpPr/>
          <p:nvPr/>
        </p:nvSpPr>
        <p:spPr>
          <a:xfrm>
            <a:off x="12829540" y="5920740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8" name="Connector 577"/>
          <p:cNvSpPr/>
          <p:nvPr/>
        </p:nvSpPr>
        <p:spPr>
          <a:xfrm>
            <a:off x="12940410" y="600074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9" name="Connector 578"/>
          <p:cNvSpPr/>
          <p:nvPr/>
        </p:nvSpPr>
        <p:spPr>
          <a:xfrm flipH="1">
            <a:off x="12895706" y="5120640"/>
            <a:ext cx="180214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0" name="Connector 579"/>
          <p:cNvSpPr/>
          <p:nvPr/>
        </p:nvSpPr>
        <p:spPr>
          <a:xfrm flipH="1">
            <a:off x="12748259" y="5280659"/>
            <a:ext cx="147448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1" name="Connector 580"/>
          <p:cNvSpPr/>
          <p:nvPr/>
        </p:nvSpPr>
        <p:spPr>
          <a:xfrm flipH="1">
            <a:off x="12633579" y="544067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2" name="Connector 581"/>
          <p:cNvSpPr/>
          <p:nvPr/>
        </p:nvSpPr>
        <p:spPr>
          <a:xfrm flipH="1">
            <a:off x="12551664" y="560069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3" name="Connector 582"/>
          <p:cNvSpPr/>
          <p:nvPr/>
        </p:nvSpPr>
        <p:spPr>
          <a:xfrm flipH="1">
            <a:off x="12502514" y="5760720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4" name="Connector 583"/>
          <p:cNvSpPr/>
          <p:nvPr/>
        </p:nvSpPr>
        <p:spPr>
          <a:xfrm flipH="1">
            <a:off x="12486131" y="5920738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5" name="Connector 584"/>
          <p:cNvSpPr/>
          <p:nvPr/>
        </p:nvSpPr>
        <p:spPr>
          <a:xfrm>
            <a:off x="12486131" y="6080759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6" name="Connector 585"/>
          <p:cNvSpPr/>
          <p:nvPr/>
        </p:nvSpPr>
        <p:spPr>
          <a:xfrm>
            <a:off x="12502515" y="6240779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7" name="Connector 586"/>
          <p:cNvSpPr/>
          <p:nvPr/>
        </p:nvSpPr>
        <p:spPr>
          <a:xfrm>
            <a:off x="12551664" y="640079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8" name="Connector 587"/>
          <p:cNvSpPr/>
          <p:nvPr/>
        </p:nvSpPr>
        <p:spPr>
          <a:xfrm>
            <a:off x="12633579" y="656081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9" name="Connector 588"/>
          <p:cNvSpPr/>
          <p:nvPr/>
        </p:nvSpPr>
        <p:spPr>
          <a:xfrm>
            <a:off x="12748259" y="6720840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0" name="Connector 589"/>
          <p:cNvSpPr/>
          <p:nvPr/>
        </p:nvSpPr>
        <p:spPr>
          <a:xfrm>
            <a:off x="12895706" y="6880859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1" name="Connector 590"/>
          <p:cNvSpPr/>
          <p:nvPr/>
        </p:nvSpPr>
        <p:spPr>
          <a:xfrm flipH="1">
            <a:off x="12851004" y="5120640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2" name="Connector 591"/>
          <p:cNvSpPr/>
          <p:nvPr/>
        </p:nvSpPr>
        <p:spPr>
          <a:xfrm flipH="1">
            <a:off x="12666980" y="5360670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3" name="Connector 592"/>
          <p:cNvSpPr/>
          <p:nvPr/>
        </p:nvSpPr>
        <p:spPr>
          <a:xfrm flipH="1">
            <a:off x="12523851" y="5600700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4" name="Connector 593"/>
          <p:cNvSpPr/>
          <p:nvPr/>
        </p:nvSpPr>
        <p:spPr>
          <a:xfrm flipH="1">
            <a:off x="12421616" y="584072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5" name="Connector 594"/>
          <p:cNvSpPr/>
          <p:nvPr/>
        </p:nvSpPr>
        <p:spPr>
          <a:xfrm flipH="1">
            <a:off x="12360274" y="6080759"/>
            <a:ext cx="61343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6" name="Connector 595"/>
          <p:cNvSpPr/>
          <p:nvPr/>
        </p:nvSpPr>
        <p:spPr>
          <a:xfrm flipH="1">
            <a:off x="12339828" y="6320788"/>
            <a:ext cx="2044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7" name="Connector 596"/>
          <p:cNvSpPr/>
          <p:nvPr/>
        </p:nvSpPr>
        <p:spPr>
          <a:xfrm>
            <a:off x="12339828" y="6560819"/>
            <a:ext cx="20448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8" name="Connector 597"/>
          <p:cNvSpPr/>
          <p:nvPr/>
        </p:nvSpPr>
        <p:spPr>
          <a:xfrm>
            <a:off x="12360275" y="6800850"/>
            <a:ext cx="61342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9" name="Connector 598"/>
          <p:cNvSpPr/>
          <p:nvPr/>
        </p:nvSpPr>
        <p:spPr>
          <a:xfrm>
            <a:off x="12421616" y="7040880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0" name="Connector 599"/>
          <p:cNvSpPr/>
          <p:nvPr/>
        </p:nvSpPr>
        <p:spPr>
          <a:xfrm>
            <a:off x="12523851" y="7280909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1" name="Connector 600"/>
          <p:cNvSpPr/>
          <p:nvPr/>
        </p:nvSpPr>
        <p:spPr>
          <a:xfrm>
            <a:off x="12666980" y="7520940"/>
            <a:ext cx="184024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2" name="Connector 601"/>
          <p:cNvSpPr/>
          <p:nvPr/>
        </p:nvSpPr>
        <p:spPr>
          <a:xfrm>
            <a:off x="12851003" y="7760968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3" name="Connector 602"/>
          <p:cNvSpPr/>
          <p:nvPr/>
        </p:nvSpPr>
        <p:spPr>
          <a:xfrm flipH="1">
            <a:off x="12806298" y="5120640"/>
            <a:ext cx="269622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4" name="Connector 603"/>
          <p:cNvSpPr/>
          <p:nvPr/>
        </p:nvSpPr>
        <p:spPr>
          <a:xfrm flipH="1">
            <a:off x="12585700" y="5440679"/>
            <a:ext cx="220600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5" name="Connector 604"/>
          <p:cNvSpPr/>
          <p:nvPr/>
        </p:nvSpPr>
        <p:spPr>
          <a:xfrm flipH="1">
            <a:off x="12414122" y="5760720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6" name="Connector 605"/>
          <p:cNvSpPr/>
          <p:nvPr/>
        </p:nvSpPr>
        <p:spPr>
          <a:xfrm flipH="1">
            <a:off x="12291569" y="6080759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7" name="Connector 606"/>
          <p:cNvSpPr/>
          <p:nvPr/>
        </p:nvSpPr>
        <p:spPr>
          <a:xfrm flipH="1">
            <a:off x="12218034" y="6400799"/>
            <a:ext cx="73535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8" name="Connector 607"/>
          <p:cNvSpPr/>
          <p:nvPr/>
        </p:nvSpPr>
        <p:spPr>
          <a:xfrm flipH="1">
            <a:off x="12193523" y="6720839"/>
            <a:ext cx="24511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9" name="Connector 608"/>
          <p:cNvSpPr/>
          <p:nvPr/>
        </p:nvSpPr>
        <p:spPr>
          <a:xfrm>
            <a:off x="12193523" y="7040880"/>
            <a:ext cx="2451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0" name="Connector 609"/>
          <p:cNvSpPr/>
          <p:nvPr/>
        </p:nvSpPr>
        <p:spPr>
          <a:xfrm>
            <a:off x="12218034" y="7360919"/>
            <a:ext cx="73534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1" name="Connector 610"/>
          <p:cNvSpPr/>
          <p:nvPr/>
        </p:nvSpPr>
        <p:spPr>
          <a:xfrm>
            <a:off x="12291568" y="7680959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2" name="Connector 611"/>
          <p:cNvSpPr/>
          <p:nvPr/>
        </p:nvSpPr>
        <p:spPr>
          <a:xfrm>
            <a:off x="12414122" y="8000999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3" name="Connector 612"/>
          <p:cNvSpPr/>
          <p:nvPr/>
        </p:nvSpPr>
        <p:spPr>
          <a:xfrm>
            <a:off x="12585699" y="8321040"/>
            <a:ext cx="220600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4" name="Connector 613"/>
          <p:cNvSpPr/>
          <p:nvPr/>
        </p:nvSpPr>
        <p:spPr>
          <a:xfrm>
            <a:off x="12806298" y="8641080"/>
            <a:ext cx="26962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5" name="Connector 614"/>
          <p:cNvSpPr/>
          <p:nvPr/>
        </p:nvSpPr>
        <p:spPr>
          <a:xfrm flipH="1">
            <a:off x="12761594" y="5120640"/>
            <a:ext cx="314326" cy="40005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6" name="Connector 615"/>
          <p:cNvSpPr/>
          <p:nvPr/>
        </p:nvSpPr>
        <p:spPr>
          <a:xfrm flipH="1">
            <a:off x="12504419" y="5520688"/>
            <a:ext cx="257176" cy="40005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7" name="Connector 616"/>
          <p:cNvSpPr/>
          <p:nvPr/>
        </p:nvSpPr>
        <p:spPr>
          <a:xfrm flipH="1">
            <a:off x="12304394" y="5920740"/>
            <a:ext cx="2000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8" name="Connector 617"/>
          <p:cNvSpPr/>
          <p:nvPr/>
        </p:nvSpPr>
        <p:spPr>
          <a:xfrm flipH="1">
            <a:off x="12161519" y="6320790"/>
            <a:ext cx="1428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9" name="Connector 618"/>
          <p:cNvSpPr/>
          <p:nvPr/>
        </p:nvSpPr>
        <p:spPr>
          <a:xfrm flipH="1">
            <a:off x="12075793" y="6720840"/>
            <a:ext cx="85727" cy="40005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0" name="Connector 619"/>
          <p:cNvSpPr/>
          <p:nvPr/>
        </p:nvSpPr>
        <p:spPr>
          <a:xfrm flipH="1">
            <a:off x="12047219" y="7120889"/>
            <a:ext cx="28575" cy="40005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1" name="Connector 620"/>
          <p:cNvSpPr/>
          <p:nvPr/>
        </p:nvSpPr>
        <p:spPr>
          <a:xfrm>
            <a:off x="12047219" y="7520940"/>
            <a:ext cx="285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2" name="Connector 621"/>
          <p:cNvSpPr/>
          <p:nvPr/>
        </p:nvSpPr>
        <p:spPr>
          <a:xfrm>
            <a:off x="12075794" y="7920990"/>
            <a:ext cx="857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3" name="Connector 622"/>
          <p:cNvSpPr/>
          <p:nvPr/>
        </p:nvSpPr>
        <p:spPr>
          <a:xfrm>
            <a:off x="12161519" y="8321040"/>
            <a:ext cx="1428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4" name="Connector 623"/>
          <p:cNvSpPr/>
          <p:nvPr/>
        </p:nvSpPr>
        <p:spPr>
          <a:xfrm>
            <a:off x="12304394" y="8721090"/>
            <a:ext cx="2000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5" name="Connector 624"/>
          <p:cNvSpPr/>
          <p:nvPr/>
        </p:nvSpPr>
        <p:spPr>
          <a:xfrm>
            <a:off x="12504419" y="9121140"/>
            <a:ext cx="25717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6" name="Connector 625"/>
          <p:cNvSpPr/>
          <p:nvPr/>
        </p:nvSpPr>
        <p:spPr>
          <a:xfrm>
            <a:off x="12761594" y="9521190"/>
            <a:ext cx="314326" cy="40005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7" name="Connector 626"/>
          <p:cNvSpPr/>
          <p:nvPr/>
        </p:nvSpPr>
        <p:spPr>
          <a:xfrm flipH="1">
            <a:off x="12940410" y="6080759"/>
            <a:ext cx="135510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8" name="Connector 627"/>
          <p:cNvSpPr/>
          <p:nvPr/>
        </p:nvSpPr>
        <p:spPr>
          <a:xfrm flipH="1">
            <a:off x="12829541" y="6160768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9" name="Connector 628"/>
          <p:cNvSpPr/>
          <p:nvPr/>
        </p:nvSpPr>
        <p:spPr>
          <a:xfrm flipH="1">
            <a:off x="12743306" y="624077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0" name="Connector 629"/>
          <p:cNvSpPr/>
          <p:nvPr/>
        </p:nvSpPr>
        <p:spPr>
          <a:xfrm flipH="1">
            <a:off x="12681711" y="632079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1" name="Connector 630"/>
          <p:cNvSpPr/>
          <p:nvPr/>
        </p:nvSpPr>
        <p:spPr>
          <a:xfrm flipH="1">
            <a:off x="12644753" y="6400800"/>
            <a:ext cx="36959" cy="80009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2" name="Connector 631"/>
          <p:cNvSpPr/>
          <p:nvPr/>
        </p:nvSpPr>
        <p:spPr>
          <a:xfrm flipH="1">
            <a:off x="12632435" y="6480809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3" name="Connector 632"/>
          <p:cNvSpPr/>
          <p:nvPr/>
        </p:nvSpPr>
        <p:spPr>
          <a:xfrm>
            <a:off x="12632435" y="6560819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4" name="Connector 633"/>
          <p:cNvSpPr/>
          <p:nvPr/>
        </p:nvSpPr>
        <p:spPr>
          <a:xfrm>
            <a:off x="12644755" y="6640830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5" name="Connector 634"/>
          <p:cNvSpPr/>
          <p:nvPr/>
        </p:nvSpPr>
        <p:spPr>
          <a:xfrm>
            <a:off x="12681711" y="672084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6" name="Connector 635"/>
          <p:cNvSpPr/>
          <p:nvPr/>
        </p:nvSpPr>
        <p:spPr>
          <a:xfrm>
            <a:off x="12743306" y="680084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7" name="Connector 636"/>
          <p:cNvSpPr/>
          <p:nvPr/>
        </p:nvSpPr>
        <p:spPr>
          <a:xfrm>
            <a:off x="12829540" y="6880859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8" name="Connector 637"/>
          <p:cNvSpPr/>
          <p:nvPr/>
        </p:nvSpPr>
        <p:spPr>
          <a:xfrm>
            <a:off x="12940410" y="696086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9" name="Connector 638"/>
          <p:cNvSpPr/>
          <p:nvPr/>
        </p:nvSpPr>
        <p:spPr>
          <a:xfrm flipH="1">
            <a:off x="12895706" y="6080759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0" name="Connector 639"/>
          <p:cNvSpPr/>
          <p:nvPr/>
        </p:nvSpPr>
        <p:spPr>
          <a:xfrm flipH="1">
            <a:off x="12748259" y="6240779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1" name="Connector 640"/>
          <p:cNvSpPr/>
          <p:nvPr/>
        </p:nvSpPr>
        <p:spPr>
          <a:xfrm flipH="1">
            <a:off x="12633579" y="640079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2" name="Connector 641"/>
          <p:cNvSpPr/>
          <p:nvPr/>
        </p:nvSpPr>
        <p:spPr>
          <a:xfrm flipH="1">
            <a:off x="12551664" y="656081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3" name="Connector 642"/>
          <p:cNvSpPr/>
          <p:nvPr/>
        </p:nvSpPr>
        <p:spPr>
          <a:xfrm flipH="1">
            <a:off x="12502514" y="6720840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4" name="Connector 643"/>
          <p:cNvSpPr/>
          <p:nvPr/>
        </p:nvSpPr>
        <p:spPr>
          <a:xfrm flipH="1">
            <a:off x="12486131" y="6880859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5" name="Connector 644"/>
          <p:cNvSpPr/>
          <p:nvPr/>
        </p:nvSpPr>
        <p:spPr>
          <a:xfrm>
            <a:off x="12486131" y="7040880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6" name="Connector 645"/>
          <p:cNvSpPr/>
          <p:nvPr/>
        </p:nvSpPr>
        <p:spPr>
          <a:xfrm>
            <a:off x="12502515" y="7200899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7" name="Connector 646"/>
          <p:cNvSpPr/>
          <p:nvPr/>
        </p:nvSpPr>
        <p:spPr>
          <a:xfrm>
            <a:off x="12551664" y="736091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8" name="Connector 647"/>
          <p:cNvSpPr/>
          <p:nvPr/>
        </p:nvSpPr>
        <p:spPr>
          <a:xfrm>
            <a:off x="12633579" y="7520940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9" name="Connector 648"/>
          <p:cNvSpPr/>
          <p:nvPr/>
        </p:nvSpPr>
        <p:spPr>
          <a:xfrm>
            <a:off x="12748259" y="7680959"/>
            <a:ext cx="147448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0" name="Connector 649"/>
          <p:cNvSpPr/>
          <p:nvPr/>
        </p:nvSpPr>
        <p:spPr>
          <a:xfrm>
            <a:off x="12895706" y="7840978"/>
            <a:ext cx="180214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1" name="Connector 650"/>
          <p:cNvSpPr/>
          <p:nvPr/>
        </p:nvSpPr>
        <p:spPr>
          <a:xfrm flipH="1">
            <a:off x="12851004" y="6080759"/>
            <a:ext cx="224917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2" name="Connector 651"/>
          <p:cNvSpPr/>
          <p:nvPr/>
        </p:nvSpPr>
        <p:spPr>
          <a:xfrm flipH="1">
            <a:off x="12666980" y="6320788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3" name="Connector 652"/>
          <p:cNvSpPr/>
          <p:nvPr/>
        </p:nvSpPr>
        <p:spPr>
          <a:xfrm flipH="1">
            <a:off x="12523851" y="6560819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4" name="Connector 653"/>
          <p:cNvSpPr/>
          <p:nvPr/>
        </p:nvSpPr>
        <p:spPr>
          <a:xfrm flipH="1">
            <a:off x="12421616" y="6800850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5" name="Connector 654"/>
          <p:cNvSpPr/>
          <p:nvPr/>
        </p:nvSpPr>
        <p:spPr>
          <a:xfrm flipH="1">
            <a:off x="12360274" y="7040880"/>
            <a:ext cx="61343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6" name="Connector 655"/>
          <p:cNvSpPr/>
          <p:nvPr/>
        </p:nvSpPr>
        <p:spPr>
          <a:xfrm flipH="1">
            <a:off x="12339828" y="7280909"/>
            <a:ext cx="2044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7" name="Connector 656"/>
          <p:cNvSpPr/>
          <p:nvPr/>
        </p:nvSpPr>
        <p:spPr>
          <a:xfrm>
            <a:off x="12339828" y="7520940"/>
            <a:ext cx="20448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8" name="Connector 657"/>
          <p:cNvSpPr/>
          <p:nvPr/>
        </p:nvSpPr>
        <p:spPr>
          <a:xfrm>
            <a:off x="12360275" y="7760969"/>
            <a:ext cx="61342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9" name="Connector 658"/>
          <p:cNvSpPr/>
          <p:nvPr/>
        </p:nvSpPr>
        <p:spPr>
          <a:xfrm>
            <a:off x="12421616" y="800099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0" name="Connector 659"/>
          <p:cNvSpPr/>
          <p:nvPr/>
        </p:nvSpPr>
        <p:spPr>
          <a:xfrm>
            <a:off x="12523851" y="8241028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1" name="Connector 660"/>
          <p:cNvSpPr/>
          <p:nvPr/>
        </p:nvSpPr>
        <p:spPr>
          <a:xfrm>
            <a:off x="12666980" y="8481059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2" name="Connector 661"/>
          <p:cNvSpPr/>
          <p:nvPr/>
        </p:nvSpPr>
        <p:spPr>
          <a:xfrm>
            <a:off x="12851003" y="8721090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3" name="Connector 662"/>
          <p:cNvSpPr/>
          <p:nvPr/>
        </p:nvSpPr>
        <p:spPr>
          <a:xfrm flipH="1">
            <a:off x="12806298" y="6080759"/>
            <a:ext cx="269622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4" name="Connector 663"/>
          <p:cNvSpPr/>
          <p:nvPr/>
        </p:nvSpPr>
        <p:spPr>
          <a:xfrm flipH="1">
            <a:off x="12585700" y="6400798"/>
            <a:ext cx="220600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5" name="Connector 664"/>
          <p:cNvSpPr/>
          <p:nvPr/>
        </p:nvSpPr>
        <p:spPr>
          <a:xfrm flipH="1">
            <a:off x="12414122" y="6720840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6" name="Connector 665"/>
          <p:cNvSpPr/>
          <p:nvPr/>
        </p:nvSpPr>
        <p:spPr>
          <a:xfrm flipH="1">
            <a:off x="12291569" y="7040880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7" name="Connector 666"/>
          <p:cNvSpPr/>
          <p:nvPr/>
        </p:nvSpPr>
        <p:spPr>
          <a:xfrm flipH="1">
            <a:off x="12218034" y="7360919"/>
            <a:ext cx="73535" cy="32004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8" name="Connector 667"/>
          <p:cNvSpPr/>
          <p:nvPr/>
        </p:nvSpPr>
        <p:spPr>
          <a:xfrm flipH="1">
            <a:off x="12193523" y="7680959"/>
            <a:ext cx="24511" cy="32004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9" name="Connector 668"/>
          <p:cNvSpPr/>
          <p:nvPr/>
        </p:nvSpPr>
        <p:spPr>
          <a:xfrm>
            <a:off x="12193523" y="8000999"/>
            <a:ext cx="2451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0" name="Connector 669"/>
          <p:cNvSpPr/>
          <p:nvPr/>
        </p:nvSpPr>
        <p:spPr>
          <a:xfrm>
            <a:off x="12218034" y="8321040"/>
            <a:ext cx="73534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1" name="Connector 670"/>
          <p:cNvSpPr/>
          <p:nvPr/>
        </p:nvSpPr>
        <p:spPr>
          <a:xfrm>
            <a:off x="12291568" y="8641080"/>
            <a:ext cx="122555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2" name="Connector 671"/>
          <p:cNvSpPr/>
          <p:nvPr/>
        </p:nvSpPr>
        <p:spPr>
          <a:xfrm>
            <a:off x="12414122" y="8961119"/>
            <a:ext cx="171578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3" name="Connector 672"/>
          <p:cNvSpPr/>
          <p:nvPr/>
        </p:nvSpPr>
        <p:spPr>
          <a:xfrm>
            <a:off x="12585699" y="9281159"/>
            <a:ext cx="220600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4" name="Connector 673"/>
          <p:cNvSpPr/>
          <p:nvPr/>
        </p:nvSpPr>
        <p:spPr>
          <a:xfrm>
            <a:off x="12806298" y="9601199"/>
            <a:ext cx="269622" cy="32004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5" name="Connector 674"/>
          <p:cNvSpPr/>
          <p:nvPr/>
        </p:nvSpPr>
        <p:spPr>
          <a:xfrm flipH="1">
            <a:off x="12940410" y="7040880"/>
            <a:ext cx="135510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6" name="Connector 675"/>
          <p:cNvSpPr/>
          <p:nvPr/>
        </p:nvSpPr>
        <p:spPr>
          <a:xfrm flipH="1">
            <a:off x="12829541" y="7120889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7" name="Connector 676"/>
          <p:cNvSpPr/>
          <p:nvPr/>
        </p:nvSpPr>
        <p:spPr>
          <a:xfrm flipH="1">
            <a:off x="12743306" y="720089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8" name="Connector 677"/>
          <p:cNvSpPr/>
          <p:nvPr/>
        </p:nvSpPr>
        <p:spPr>
          <a:xfrm flipH="1">
            <a:off x="12681711" y="728090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9" name="Connector 678"/>
          <p:cNvSpPr/>
          <p:nvPr/>
        </p:nvSpPr>
        <p:spPr>
          <a:xfrm flipH="1">
            <a:off x="12644753" y="7360919"/>
            <a:ext cx="36959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0" name="Connector 679"/>
          <p:cNvSpPr/>
          <p:nvPr/>
        </p:nvSpPr>
        <p:spPr>
          <a:xfrm flipH="1">
            <a:off x="12632435" y="7440928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1" name="Connector 680"/>
          <p:cNvSpPr/>
          <p:nvPr/>
        </p:nvSpPr>
        <p:spPr>
          <a:xfrm>
            <a:off x="12632435" y="7520940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2" name="Connector 681"/>
          <p:cNvSpPr/>
          <p:nvPr/>
        </p:nvSpPr>
        <p:spPr>
          <a:xfrm>
            <a:off x="12644755" y="7600949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3" name="Connector 682"/>
          <p:cNvSpPr/>
          <p:nvPr/>
        </p:nvSpPr>
        <p:spPr>
          <a:xfrm>
            <a:off x="12681711" y="768095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4" name="Connector 683"/>
          <p:cNvSpPr/>
          <p:nvPr/>
        </p:nvSpPr>
        <p:spPr>
          <a:xfrm>
            <a:off x="12743306" y="7760969"/>
            <a:ext cx="86234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5" name="Connector 684"/>
          <p:cNvSpPr/>
          <p:nvPr/>
        </p:nvSpPr>
        <p:spPr>
          <a:xfrm>
            <a:off x="12829540" y="7840978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6" name="Connector 685"/>
          <p:cNvSpPr/>
          <p:nvPr/>
        </p:nvSpPr>
        <p:spPr>
          <a:xfrm>
            <a:off x="12940410" y="7920990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7" name="Connector 686"/>
          <p:cNvSpPr/>
          <p:nvPr/>
        </p:nvSpPr>
        <p:spPr>
          <a:xfrm flipH="1">
            <a:off x="12895706" y="7040880"/>
            <a:ext cx="180214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8" name="Connector 687"/>
          <p:cNvSpPr/>
          <p:nvPr/>
        </p:nvSpPr>
        <p:spPr>
          <a:xfrm flipH="1">
            <a:off x="12748259" y="7200899"/>
            <a:ext cx="147448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9" name="Connector 688"/>
          <p:cNvSpPr/>
          <p:nvPr/>
        </p:nvSpPr>
        <p:spPr>
          <a:xfrm flipH="1">
            <a:off x="12633579" y="736091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0" name="Connector 689"/>
          <p:cNvSpPr/>
          <p:nvPr/>
        </p:nvSpPr>
        <p:spPr>
          <a:xfrm flipH="1">
            <a:off x="12551664" y="7520940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1" name="Connector 690"/>
          <p:cNvSpPr/>
          <p:nvPr/>
        </p:nvSpPr>
        <p:spPr>
          <a:xfrm flipH="1">
            <a:off x="12502514" y="7680959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2" name="Connector 691"/>
          <p:cNvSpPr/>
          <p:nvPr/>
        </p:nvSpPr>
        <p:spPr>
          <a:xfrm flipH="1">
            <a:off x="12486131" y="7840978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3" name="Connector 692"/>
          <p:cNvSpPr/>
          <p:nvPr/>
        </p:nvSpPr>
        <p:spPr>
          <a:xfrm>
            <a:off x="12486131" y="8000999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4" name="Connector 693"/>
          <p:cNvSpPr/>
          <p:nvPr/>
        </p:nvSpPr>
        <p:spPr>
          <a:xfrm>
            <a:off x="12502515" y="8161019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5" name="Connector 694"/>
          <p:cNvSpPr/>
          <p:nvPr/>
        </p:nvSpPr>
        <p:spPr>
          <a:xfrm>
            <a:off x="12551664" y="8321040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6" name="Connector 695"/>
          <p:cNvSpPr/>
          <p:nvPr/>
        </p:nvSpPr>
        <p:spPr>
          <a:xfrm>
            <a:off x="12633579" y="8481059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7" name="Connector 696"/>
          <p:cNvSpPr/>
          <p:nvPr/>
        </p:nvSpPr>
        <p:spPr>
          <a:xfrm>
            <a:off x="12748259" y="8641080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8" name="Connector 697"/>
          <p:cNvSpPr/>
          <p:nvPr/>
        </p:nvSpPr>
        <p:spPr>
          <a:xfrm>
            <a:off x="12895706" y="8801099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9" name="Connector 698"/>
          <p:cNvSpPr/>
          <p:nvPr/>
        </p:nvSpPr>
        <p:spPr>
          <a:xfrm flipH="1">
            <a:off x="12851004" y="7040880"/>
            <a:ext cx="224917" cy="24003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0" name="Connector 699"/>
          <p:cNvSpPr/>
          <p:nvPr/>
        </p:nvSpPr>
        <p:spPr>
          <a:xfrm flipH="1">
            <a:off x="12666980" y="7280909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1" name="Connector 700"/>
          <p:cNvSpPr/>
          <p:nvPr/>
        </p:nvSpPr>
        <p:spPr>
          <a:xfrm flipH="1">
            <a:off x="12523851" y="7520940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2" name="Connector 701"/>
          <p:cNvSpPr/>
          <p:nvPr/>
        </p:nvSpPr>
        <p:spPr>
          <a:xfrm flipH="1">
            <a:off x="12421616" y="776096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3" name="Connector 702"/>
          <p:cNvSpPr/>
          <p:nvPr/>
        </p:nvSpPr>
        <p:spPr>
          <a:xfrm flipH="1">
            <a:off x="12360274" y="8000999"/>
            <a:ext cx="61343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4" name="Connector 703"/>
          <p:cNvSpPr/>
          <p:nvPr/>
        </p:nvSpPr>
        <p:spPr>
          <a:xfrm flipH="1">
            <a:off x="12339828" y="8241028"/>
            <a:ext cx="2044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5" name="Connector 704"/>
          <p:cNvSpPr/>
          <p:nvPr/>
        </p:nvSpPr>
        <p:spPr>
          <a:xfrm>
            <a:off x="12339828" y="8481059"/>
            <a:ext cx="20448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6" name="Connector 705"/>
          <p:cNvSpPr/>
          <p:nvPr/>
        </p:nvSpPr>
        <p:spPr>
          <a:xfrm>
            <a:off x="12360275" y="8721090"/>
            <a:ext cx="61342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7" name="Connector 706"/>
          <p:cNvSpPr/>
          <p:nvPr/>
        </p:nvSpPr>
        <p:spPr>
          <a:xfrm>
            <a:off x="12421616" y="8961119"/>
            <a:ext cx="102236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8" name="Connector 707"/>
          <p:cNvSpPr/>
          <p:nvPr/>
        </p:nvSpPr>
        <p:spPr>
          <a:xfrm>
            <a:off x="12523851" y="9201150"/>
            <a:ext cx="143130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9" name="Connector 708"/>
          <p:cNvSpPr/>
          <p:nvPr/>
        </p:nvSpPr>
        <p:spPr>
          <a:xfrm>
            <a:off x="12666980" y="9441180"/>
            <a:ext cx="184024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0" name="Connector 709"/>
          <p:cNvSpPr/>
          <p:nvPr/>
        </p:nvSpPr>
        <p:spPr>
          <a:xfrm>
            <a:off x="12851003" y="9681209"/>
            <a:ext cx="224917" cy="24003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1" name="Connector 710"/>
          <p:cNvSpPr/>
          <p:nvPr/>
        </p:nvSpPr>
        <p:spPr>
          <a:xfrm flipH="1">
            <a:off x="12940410" y="8001000"/>
            <a:ext cx="135510" cy="80009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2" name="Connector 711"/>
          <p:cNvSpPr/>
          <p:nvPr/>
        </p:nvSpPr>
        <p:spPr>
          <a:xfrm flipH="1">
            <a:off x="12829541" y="8081009"/>
            <a:ext cx="110871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3" name="Connector 712"/>
          <p:cNvSpPr/>
          <p:nvPr/>
        </p:nvSpPr>
        <p:spPr>
          <a:xfrm flipH="1">
            <a:off x="12743306" y="8161019"/>
            <a:ext cx="86234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4" name="Connector 713"/>
          <p:cNvSpPr/>
          <p:nvPr/>
        </p:nvSpPr>
        <p:spPr>
          <a:xfrm flipH="1">
            <a:off x="12681711" y="8241028"/>
            <a:ext cx="61596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5" name="Connector 714"/>
          <p:cNvSpPr/>
          <p:nvPr/>
        </p:nvSpPr>
        <p:spPr>
          <a:xfrm flipH="1">
            <a:off x="12644753" y="8321040"/>
            <a:ext cx="36959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6" name="Connector 715"/>
          <p:cNvSpPr/>
          <p:nvPr/>
        </p:nvSpPr>
        <p:spPr>
          <a:xfrm flipH="1">
            <a:off x="12632435" y="8401049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7" name="Connector 716"/>
          <p:cNvSpPr/>
          <p:nvPr/>
        </p:nvSpPr>
        <p:spPr>
          <a:xfrm>
            <a:off x="12632435" y="8481059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8" name="Connector 717"/>
          <p:cNvSpPr/>
          <p:nvPr/>
        </p:nvSpPr>
        <p:spPr>
          <a:xfrm>
            <a:off x="12644755" y="8561069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9" name="Connector 718"/>
          <p:cNvSpPr/>
          <p:nvPr/>
        </p:nvSpPr>
        <p:spPr>
          <a:xfrm>
            <a:off x="12681711" y="8641080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0" name="Connector 719"/>
          <p:cNvSpPr/>
          <p:nvPr/>
        </p:nvSpPr>
        <p:spPr>
          <a:xfrm>
            <a:off x="12743306" y="8721090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1" name="Connector 720"/>
          <p:cNvSpPr/>
          <p:nvPr/>
        </p:nvSpPr>
        <p:spPr>
          <a:xfrm>
            <a:off x="12829540" y="8801099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2" name="Connector 721"/>
          <p:cNvSpPr/>
          <p:nvPr/>
        </p:nvSpPr>
        <p:spPr>
          <a:xfrm>
            <a:off x="12940410" y="888110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3" name="Connector 722"/>
          <p:cNvSpPr/>
          <p:nvPr/>
        </p:nvSpPr>
        <p:spPr>
          <a:xfrm flipH="1">
            <a:off x="12895706" y="8001000"/>
            <a:ext cx="180214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4" name="Connector 723"/>
          <p:cNvSpPr/>
          <p:nvPr/>
        </p:nvSpPr>
        <p:spPr>
          <a:xfrm flipH="1">
            <a:off x="12748259" y="8161018"/>
            <a:ext cx="147448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5" name="Connector 724"/>
          <p:cNvSpPr/>
          <p:nvPr/>
        </p:nvSpPr>
        <p:spPr>
          <a:xfrm flipH="1">
            <a:off x="12633579" y="8321040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6" name="Connector 725"/>
          <p:cNvSpPr/>
          <p:nvPr/>
        </p:nvSpPr>
        <p:spPr>
          <a:xfrm flipH="1">
            <a:off x="12551664" y="848105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7" name="Connector 726"/>
          <p:cNvSpPr/>
          <p:nvPr/>
        </p:nvSpPr>
        <p:spPr>
          <a:xfrm flipH="1">
            <a:off x="12502514" y="8641080"/>
            <a:ext cx="49151" cy="16002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8" name="Connector 727"/>
          <p:cNvSpPr/>
          <p:nvPr/>
        </p:nvSpPr>
        <p:spPr>
          <a:xfrm flipH="1">
            <a:off x="12486131" y="8801099"/>
            <a:ext cx="16383" cy="16002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9" name="Connector 728"/>
          <p:cNvSpPr/>
          <p:nvPr/>
        </p:nvSpPr>
        <p:spPr>
          <a:xfrm>
            <a:off x="12486131" y="8961119"/>
            <a:ext cx="1638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0" name="Connector 729"/>
          <p:cNvSpPr/>
          <p:nvPr/>
        </p:nvSpPr>
        <p:spPr>
          <a:xfrm>
            <a:off x="12502515" y="9121140"/>
            <a:ext cx="49150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1" name="Connector 730"/>
          <p:cNvSpPr/>
          <p:nvPr/>
        </p:nvSpPr>
        <p:spPr>
          <a:xfrm>
            <a:off x="12551664" y="9281159"/>
            <a:ext cx="81916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2" name="Connector 731"/>
          <p:cNvSpPr/>
          <p:nvPr/>
        </p:nvSpPr>
        <p:spPr>
          <a:xfrm>
            <a:off x="12633579" y="9441180"/>
            <a:ext cx="114682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3" name="Connector 732"/>
          <p:cNvSpPr/>
          <p:nvPr/>
        </p:nvSpPr>
        <p:spPr>
          <a:xfrm>
            <a:off x="12748259" y="9601199"/>
            <a:ext cx="147448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4" name="Connector 733"/>
          <p:cNvSpPr/>
          <p:nvPr/>
        </p:nvSpPr>
        <p:spPr>
          <a:xfrm>
            <a:off x="12895706" y="9761219"/>
            <a:ext cx="180214" cy="16002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5" name="Connector 734"/>
          <p:cNvSpPr/>
          <p:nvPr/>
        </p:nvSpPr>
        <p:spPr>
          <a:xfrm flipH="1">
            <a:off x="12940410" y="8961119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6" name="Connector 735"/>
          <p:cNvSpPr/>
          <p:nvPr/>
        </p:nvSpPr>
        <p:spPr>
          <a:xfrm flipH="1">
            <a:off x="12829541" y="9041130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7" name="Connector 736"/>
          <p:cNvSpPr/>
          <p:nvPr/>
        </p:nvSpPr>
        <p:spPr>
          <a:xfrm flipH="1">
            <a:off x="12743306" y="9121140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8" name="Connector 737"/>
          <p:cNvSpPr/>
          <p:nvPr/>
        </p:nvSpPr>
        <p:spPr>
          <a:xfrm flipH="1">
            <a:off x="12681711" y="920114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9" name="Connector 738"/>
          <p:cNvSpPr/>
          <p:nvPr/>
        </p:nvSpPr>
        <p:spPr>
          <a:xfrm flipH="1">
            <a:off x="12644753" y="9281159"/>
            <a:ext cx="36959" cy="80010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0" name="Connector 739"/>
          <p:cNvSpPr/>
          <p:nvPr/>
        </p:nvSpPr>
        <p:spPr>
          <a:xfrm flipH="1">
            <a:off x="12632435" y="9361168"/>
            <a:ext cx="12319" cy="80012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1" name="Connector 740"/>
          <p:cNvSpPr/>
          <p:nvPr/>
        </p:nvSpPr>
        <p:spPr>
          <a:xfrm>
            <a:off x="12632435" y="9441180"/>
            <a:ext cx="1232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2" name="Connector 741"/>
          <p:cNvSpPr/>
          <p:nvPr/>
        </p:nvSpPr>
        <p:spPr>
          <a:xfrm>
            <a:off x="12644755" y="9521190"/>
            <a:ext cx="36958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3" name="Connector 742"/>
          <p:cNvSpPr/>
          <p:nvPr/>
        </p:nvSpPr>
        <p:spPr>
          <a:xfrm>
            <a:off x="12681711" y="9601199"/>
            <a:ext cx="61596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4" name="Connector 743"/>
          <p:cNvSpPr/>
          <p:nvPr/>
        </p:nvSpPr>
        <p:spPr>
          <a:xfrm>
            <a:off x="12743306" y="9681209"/>
            <a:ext cx="86234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5" name="Connector 744"/>
          <p:cNvSpPr/>
          <p:nvPr/>
        </p:nvSpPr>
        <p:spPr>
          <a:xfrm>
            <a:off x="12829540" y="9761219"/>
            <a:ext cx="110871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6" name="Connector 745"/>
          <p:cNvSpPr/>
          <p:nvPr/>
        </p:nvSpPr>
        <p:spPr>
          <a:xfrm>
            <a:off x="12940410" y="9841230"/>
            <a:ext cx="135510" cy="80011"/>
          </a:xfrm>
          <a:prstGeom prst="line">
            <a:avLst/>
          </a:prstGeom>
          <a:ln w="9144">
            <a:solidFill>
              <a:srgbClr val="D8C4A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7" name="Rectangle 746"/>
          <p:cNvSpPr/>
          <p:nvPr/>
        </p:nvSpPr>
        <p:spPr>
          <a:xfrm>
            <a:off x="12746735" y="301752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58" name="TextBox 747"/>
          <p:cNvSpPr txBox="1"/>
          <p:nvPr/>
        </p:nvSpPr>
        <p:spPr>
          <a:xfrm>
            <a:off x="13001816" y="305409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17459" name="Rectangle 748"/>
          <p:cNvSpPr/>
          <p:nvPr/>
        </p:nvSpPr>
        <p:spPr>
          <a:xfrm>
            <a:off x="12746735" y="3017520"/>
            <a:ext cx="658369" cy="365761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60" name="TextBox 749"/>
          <p:cNvSpPr txBox="1"/>
          <p:nvPr/>
        </p:nvSpPr>
        <p:spPr>
          <a:xfrm>
            <a:off x="13001816" y="305409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17461" name="Rectangle 750"/>
          <p:cNvSpPr/>
          <p:nvPr/>
        </p:nvSpPr>
        <p:spPr>
          <a:xfrm>
            <a:off x="13752576" y="301752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62" name="TextBox 751"/>
          <p:cNvSpPr txBox="1"/>
          <p:nvPr/>
        </p:nvSpPr>
        <p:spPr>
          <a:xfrm>
            <a:off x="14007655" y="305409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17463" name="Rectangle 752"/>
          <p:cNvSpPr/>
          <p:nvPr/>
        </p:nvSpPr>
        <p:spPr>
          <a:xfrm>
            <a:off x="14758415" y="301752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64" name="TextBox 753"/>
          <p:cNvSpPr txBox="1"/>
          <p:nvPr/>
        </p:nvSpPr>
        <p:spPr>
          <a:xfrm>
            <a:off x="15013495" y="3054095"/>
            <a:ext cx="14821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17465" name="Rectangle 754"/>
          <p:cNvSpPr/>
          <p:nvPr/>
        </p:nvSpPr>
        <p:spPr>
          <a:xfrm>
            <a:off x="15764254" y="301752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66" name="TextBox 755"/>
          <p:cNvSpPr txBox="1"/>
          <p:nvPr/>
        </p:nvSpPr>
        <p:spPr>
          <a:xfrm>
            <a:off x="16019336" y="305409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17467" name="Rectangle 756"/>
          <p:cNvSpPr/>
          <p:nvPr/>
        </p:nvSpPr>
        <p:spPr>
          <a:xfrm>
            <a:off x="16770095" y="301752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68" name="TextBox 757"/>
          <p:cNvSpPr txBox="1"/>
          <p:nvPr/>
        </p:nvSpPr>
        <p:spPr>
          <a:xfrm>
            <a:off x="17025176" y="305409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</a:t>
            </a:r>
          </a:p>
        </p:txBody>
      </p:sp>
      <p:sp>
        <p:nvSpPr>
          <p:cNvPr id="17469" name="Rectangle 758"/>
          <p:cNvSpPr/>
          <p:nvPr/>
        </p:nvSpPr>
        <p:spPr>
          <a:xfrm>
            <a:off x="17775936" y="301752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70" name="TextBox 759"/>
          <p:cNvSpPr txBox="1"/>
          <p:nvPr/>
        </p:nvSpPr>
        <p:spPr>
          <a:xfrm>
            <a:off x="18031015" y="305409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17471" name="Rectangle 760"/>
          <p:cNvSpPr/>
          <p:nvPr/>
        </p:nvSpPr>
        <p:spPr>
          <a:xfrm>
            <a:off x="18781776" y="301752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72" name="TextBox 761"/>
          <p:cNvSpPr txBox="1"/>
          <p:nvPr/>
        </p:nvSpPr>
        <p:spPr>
          <a:xfrm>
            <a:off x="19036855" y="305409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</a:t>
            </a:r>
          </a:p>
        </p:txBody>
      </p:sp>
      <p:sp>
        <p:nvSpPr>
          <p:cNvPr id="17473" name="Rectangle 762"/>
          <p:cNvSpPr/>
          <p:nvPr/>
        </p:nvSpPr>
        <p:spPr>
          <a:xfrm>
            <a:off x="19787615" y="301752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74" name="TextBox 763"/>
          <p:cNvSpPr txBox="1"/>
          <p:nvPr/>
        </p:nvSpPr>
        <p:spPr>
          <a:xfrm>
            <a:off x="20042695" y="3054095"/>
            <a:ext cx="14821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17475" name="Rectangle 764"/>
          <p:cNvSpPr/>
          <p:nvPr/>
        </p:nvSpPr>
        <p:spPr>
          <a:xfrm>
            <a:off x="12746735" y="3977638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76" name="TextBox 765"/>
          <p:cNvSpPr txBox="1"/>
          <p:nvPr/>
        </p:nvSpPr>
        <p:spPr>
          <a:xfrm>
            <a:off x="13001816" y="401421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</a:t>
            </a:r>
          </a:p>
        </p:txBody>
      </p:sp>
      <p:sp>
        <p:nvSpPr>
          <p:cNvPr id="17477" name="Rectangle 766"/>
          <p:cNvSpPr/>
          <p:nvPr/>
        </p:nvSpPr>
        <p:spPr>
          <a:xfrm>
            <a:off x="12746735" y="3977638"/>
            <a:ext cx="658369" cy="365761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78" name="TextBox 767"/>
          <p:cNvSpPr txBox="1"/>
          <p:nvPr/>
        </p:nvSpPr>
        <p:spPr>
          <a:xfrm>
            <a:off x="13001816" y="401421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</a:t>
            </a:r>
          </a:p>
        </p:txBody>
      </p:sp>
      <p:sp>
        <p:nvSpPr>
          <p:cNvPr id="17479" name="Rectangle 768"/>
          <p:cNvSpPr/>
          <p:nvPr/>
        </p:nvSpPr>
        <p:spPr>
          <a:xfrm>
            <a:off x="13752576" y="3977638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80" name="TextBox 769"/>
          <p:cNvSpPr txBox="1"/>
          <p:nvPr/>
        </p:nvSpPr>
        <p:spPr>
          <a:xfrm>
            <a:off x="14007655" y="4014215"/>
            <a:ext cx="14820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17481" name="Rectangle 770"/>
          <p:cNvSpPr/>
          <p:nvPr/>
        </p:nvSpPr>
        <p:spPr>
          <a:xfrm>
            <a:off x="14758415" y="3977638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82" name="TextBox 771"/>
          <p:cNvSpPr txBox="1"/>
          <p:nvPr/>
        </p:nvSpPr>
        <p:spPr>
          <a:xfrm>
            <a:off x="14971117" y="401421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</a:t>
            </a:r>
          </a:p>
        </p:txBody>
      </p:sp>
      <p:sp>
        <p:nvSpPr>
          <p:cNvPr id="17483" name="Rectangle 772"/>
          <p:cNvSpPr/>
          <p:nvPr/>
        </p:nvSpPr>
        <p:spPr>
          <a:xfrm>
            <a:off x="15764254" y="3977638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84" name="TextBox 773"/>
          <p:cNvSpPr txBox="1"/>
          <p:nvPr/>
        </p:nvSpPr>
        <p:spPr>
          <a:xfrm>
            <a:off x="15982575" y="4014215"/>
            <a:ext cx="22173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</a:t>
            </a:r>
          </a:p>
        </p:txBody>
      </p:sp>
      <p:sp>
        <p:nvSpPr>
          <p:cNvPr id="17485" name="Rectangle 774"/>
          <p:cNvSpPr/>
          <p:nvPr/>
        </p:nvSpPr>
        <p:spPr>
          <a:xfrm>
            <a:off x="16770095" y="3977638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86" name="TextBox 775"/>
          <p:cNvSpPr txBox="1"/>
          <p:nvPr/>
        </p:nvSpPr>
        <p:spPr>
          <a:xfrm>
            <a:off x="16982797" y="401421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</a:t>
            </a:r>
          </a:p>
        </p:txBody>
      </p:sp>
      <p:sp>
        <p:nvSpPr>
          <p:cNvPr id="17487" name="Rectangle 776"/>
          <p:cNvSpPr/>
          <p:nvPr/>
        </p:nvSpPr>
        <p:spPr>
          <a:xfrm>
            <a:off x="17775936" y="3977638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88" name="TextBox 777"/>
          <p:cNvSpPr txBox="1"/>
          <p:nvPr/>
        </p:nvSpPr>
        <p:spPr>
          <a:xfrm>
            <a:off x="17988636" y="401421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</a:t>
            </a:r>
          </a:p>
        </p:txBody>
      </p:sp>
      <p:sp>
        <p:nvSpPr>
          <p:cNvPr id="17489" name="Rectangle 778"/>
          <p:cNvSpPr/>
          <p:nvPr/>
        </p:nvSpPr>
        <p:spPr>
          <a:xfrm>
            <a:off x="18781776" y="3977638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90" name="TextBox 779"/>
          <p:cNvSpPr txBox="1"/>
          <p:nvPr/>
        </p:nvSpPr>
        <p:spPr>
          <a:xfrm>
            <a:off x="18994477" y="401421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</a:t>
            </a:r>
          </a:p>
        </p:txBody>
      </p:sp>
      <p:sp>
        <p:nvSpPr>
          <p:cNvPr id="17491" name="Rectangle 780"/>
          <p:cNvSpPr/>
          <p:nvPr/>
        </p:nvSpPr>
        <p:spPr>
          <a:xfrm>
            <a:off x="19787615" y="3977638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92" name="TextBox 781"/>
          <p:cNvSpPr txBox="1"/>
          <p:nvPr/>
        </p:nvSpPr>
        <p:spPr>
          <a:xfrm>
            <a:off x="20000317" y="401421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r15</a:t>
            </a:r>
          </a:p>
        </p:txBody>
      </p:sp>
      <p:sp>
        <p:nvSpPr>
          <p:cNvPr id="17493" name="Rectangle 782"/>
          <p:cNvSpPr/>
          <p:nvPr/>
        </p:nvSpPr>
        <p:spPr>
          <a:xfrm>
            <a:off x="12746735" y="49377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94" name="TextBox 783"/>
          <p:cNvSpPr txBox="1"/>
          <p:nvPr/>
        </p:nvSpPr>
        <p:spPr>
          <a:xfrm>
            <a:off x="12959437" y="49743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r16</a:t>
            </a:r>
          </a:p>
        </p:txBody>
      </p:sp>
      <p:sp>
        <p:nvSpPr>
          <p:cNvPr id="17495" name="Rectangle 784"/>
          <p:cNvSpPr/>
          <p:nvPr/>
        </p:nvSpPr>
        <p:spPr>
          <a:xfrm>
            <a:off x="12746735" y="4937759"/>
            <a:ext cx="658369" cy="365761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96" name="TextBox 785"/>
          <p:cNvSpPr txBox="1"/>
          <p:nvPr/>
        </p:nvSpPr>
        <p:spPr>
          <a:xfrm>
            <a:off x="12959437" y="49743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r16</a:t>
            </a:r>
          </a:p>
        </p:txBody>
      </p:sp>
      <p:sp>
        <p:nvSpPr>
          <p:cNvPr id="17497" name="Rectangle 786"/>
          <p:cNvSpPr/>
          <p:nvPr/>
        </p:nvSpPr>
        <p:spPr>
          <a:xfrm>
            <a:off x="13752576" y="49377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98" name="TextBox 787"/>
          <p:cNvSpPr txBox="1"/>
          <p:nvPr/>
        </p:nvSpPr>
        <p:spPr>
          <a:xfrm>
            <a:off x="13965277" y="49743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r17</a:t>
            </a:r>
          </a:p>
        </p:txBody>
      </p:sp>
      <p:sp>
        <p:nvSpPr>
          <p:cNvPr id="17499" name="Rectangle 788"/>
          <p:cNvSpPr/>
          <p:nvPr/>
        </p:nvSpPr>
        <p:spPr>
          <a:xfrm>
            <a:off x="14758415" y="49377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00" name="TextBox 789"/>
          <p:cNvSpPr txBox="1"/>
          <p:nvPr/>
        </p:nvSpPr>
        <p:spPr>
          <a:xfrm>
            <a:off x="14971117" y="49743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r18</a:t>
            </a:r>
          </a:p>
        </p:txBody>
      </p:sp>
      <p:sp>
        <p:nvSpPr>
          <p:cNvPr id="17501" name="Rectangle 790"/>
          <p:cNvSpPr/>
          <p:nvPr/>
        </p:nvSpPr>
        <p:spPr>
          <a:xfrm>
            <a:off x="15764254" y="49377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02" name="TextBox 791"/>
          <p:cNvSpPr txBox="1"/>
          <p:nvPr/>
        </p:nvSpPr>
        <p:spPr>
          <a:xfrm>
            <a:off x="15976957" y="49743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r19</a:t>
            </a:r>
          </a:p>
        </p:txBody>
      </p:sp>
      <p:sp>
        <p:nvSpPr>
          <p:cNvPr id="17503" name="Rectangle 792"/>
          <p:cNvSpPr/>
          <p:nvPr/>
        </p:nvSpPr>
        <p:spPr>
          <a:xfrm>
            <a:off x="16770095" y="49377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04" name="TextBox 793"/>
          <p:cNvSpPr txBox="1"/>
          <p:nvPr/>
        </p:nvSpPr>
        <p:spPr>
          <a:xfrm>
            <a:off x="16982797" y="497433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r20</a:t>
            </a:r>
          </a:p>
        </p:txBody>
      </p:sp>
      <p:sp>
        <p:nvSpPr>
          <p:cNvPr id="17505" name="Rectangle 794"/>
          <p:cNvSpPr/>
          <p:nvPr/>
        </p:nvSpPr>
        <p:spPr>
          <a:xfrm>
            <a:off x="17775936" y="49377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06" name="TextBox 795"/>
          <p:cNvSpPr txBox="1"/>
          <p:nvPr/>
        </p:nvSpPr>
        <p:spPr>
          <a:xfrm>
            <a:off x="17988636" y="497433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r21</a:t>
            </a:r>
          </a:p>
        </p:txBody>
      </p:sp>
      <p:sp>
        <p:nvSpPr>
          <p:cNvPr id="17507" name="Rectangle 796"/>
          <p:cNvSpPr/>
          <p:nvPr/>
        </p:nvSpPr>
        <p:spPr>
          <a:xfrm>
            <a:off x="18781776" y="49377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08" name="TextBox 797"/>
          <p:cNvSpPr txBox="1"/>
          <p:nvPr/>
        </p:nvSpPr>
        <p:spPr>
          <a:xfrm>
            <a:off x="18994477" y="49743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r22</a:t>
            </a:r>
          </a:p>
        </p:txBody>
      </p:sp>
      <p:sp>
        <p:nvSpPr>
          <p:cNvPr id="17509" name="Rectangle 798"/>
          <p:cNvSpPr/>
          <p:nvPr/>
        </p:nvSpPr>
        <p:spPr>
          <a:xfrm>
            <a:off x="19787615" y="49377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10" name="TextBox 799"/>
          <p:cNvSpPr txBox="1"/>
          <p:nvPr/>
        </p:nvSpPr>
        <p:spPr>
          <a:xfrm>
            <a:off x="20000317" y="49743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r23</a:t>
            </a:r>
          </a:p>
        </p:txBody>
      </p:sp>
      <p:sp>
        <p:nvSpPr>
          <p:cNvPr id="17511" name="Rectangle 800"/>
          <p:cNvSpPr/>
          <p:nvPr/>
        </p:nvSpPr>
        <p:spPr>
          <a:xfrm>
            <a:off x="12746735" y="589787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12" name="TextBox 801"/>
          <p:cNvSpPr txBox="1"/>
          <p:nvPr/>
        </p:nvSpPr>
        <p:spPr>
          <a:xfrm>
            <a:off x="12959437" y="593445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r24</a:t>
            </a:r>
          </a:p>
        </p:txBody>
      </p:sp>
      <p:sp>
        <p:nvSpPr>
          <p:cNvPr id="17513" name="Rectangle 802"/>
          <p:cNvSpPr/>
          <p:nvPr/>
        </p:nvSpPr>
        <p:spPr>
          <a:xfrm>
            <a:off x="12746735" y="5897879"/>
            <a:ext cx="658369" cy="365761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14" name="TextBox 803"/>
          <p:cNvSpPr txBox="1"/>
          <p:nvPr/>
        </p:nvSpPr>
        <p:spPr>
          <a:xfrm>
            <a:off x="12959437" y="593445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r24</a:t>
            </a:r>
          </a:p>
        </p:txBody>
      </p:sp>
      <p:sp>
        <p:nvSpPr>
          <p:cNvPr id="17515" name="Rectangle 804"/>
          <p:cNvSpPr/>
          <p:nvPr/>
        </p:nvSpPr>
        <p:spPr>
          <a:xfrm>
            <a:off x="13752576" y="589787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16" name="TextBox 805"/>
          <p:cNvSpPr txBox="1"/>
          <p:nvPr/>
        </p:nvSpPr>
        <p:spPr>
          <a:xfrm>
            <a:off x="13965277" y="593445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r25</a:t>
            </a:r>
          </a:p>
        </p:txBody>
      </p:sp>
      <p:sp>
        <p:nvSpPr>
          <p:cNvPr id="17517" name="Rectangle 806"/>
          <p:cNvSpPr/>
          <p:nvPr/>
        </p:nvSpPr>
        <p:spPr>
          <a:xfrm>
            <a:off x="14758415" y="589787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18" name="TextBox 807"/>
          <p:cNvSpPr txBox="1"/>
          <p:nvPr/>
        </p:nvSpPr>
        <p:spPr>
          <a:xfrm>
            <a:off x="14971117" y="593445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r26</a:t>
            </a:r>
          </a:p>
        </p:txBody>
      </p:sp>
      <p:sp>
        <p:nvSpPr>
          <p:cNvPr id="17519" name="Rectangle 808"/>
          <p:cNvSpPr/>
          <p:nvPr/>
        </p:nvSpPr>
        <p:spPr>
          <a:xfrm>
            <a:off x="15764254" y="589787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20" name="TextBox 809"/>
          <p:cNvSpPr txBox="1"/>
          <p:nvPr/>
        </p:nvSpPr>
        <p:spPr>
          <a:xfrm>
            <a:off x="15976957" y="593445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r27</a:t>
            </a:r>
          </a:p>
        </p:txBody>
      </p:sp>
      <p:sp>
        <p:nvSpPr>
          <p:cNvPr id="17521" name="Rectangle 810"/>
          <p:cNvSpPr/>
          <p:nvPr/>
        </p:nvSpPr>
        <p:spPr>
          <a:xfrm>
            <a:off x="16770095" y="589787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22" name="TextBox 811"/>
          <p:cNvSpPr txBox="1"/>
          <p:nvPr/>
        </p:nvSpPr>
        <p:spPr>
          <a:xfrm>
            <a:off x="16982797" y="593445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r28</a:t>
            </a:r>
          </a:p>
        </p:txBody>
      </p:sp>
      <p:sp>
        <p:nvSpPr>
          <p:cNvPr id="17523" name="Rectangle 812"/>
          <p:cNvSpPr/>
          <p:nvPr/>
        </p:nvSpPr>
        <p:spPr>
          <a:xfrm>
            <a:off x="17775936" y="589787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24" name="TextBox 813"/>
          <p:cNvSpPr txBox="1"/>
          <p:nvPr/>
        </p:nvSpPr>
        <p:spPr>
          <a:xfrm>
            <a:off x="17988636" y="593445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r29</a:t>
            </a:r>
          </a:p>
        </p:txBody>
      </p:sp>
      <p:sp>
        <p:nvSpPr>
          <p:cNvPr id="17525" name="Rectangle 814"/>
          <p:cNvSpPr/>
          <p:nvPr/>
        </p:nvSpPr>
        <p:spPr>
          <a:xfrm>
            <a:off x="18781776" y="589787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26" name="TextBox 815"/>
          <p:cNvSpPr txBox="1"/>
          <p:nvPr/>
        </p:nvSpPr>
        <p:spPr>
          <a:xfrm>
            <a:off x="18994477" y="593445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r30</a:t>
            </a:r>
          </a:p>
        </p:txBody>
      </p:sp>
      <p:sp>
        <p:nvSpPr>
          <p:cNvPr id="17527" name="Rectangle 816"/>
          <p:cNvSpPr/>
          <p:nvPr/>
        </p:nvSpPr>
        <p:spPr>
          <a:xfrm>
            <a:off x="19787615" y="589787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28" name="TextBox 817"/>
          <p:cNvSpPr txBox="1"/>
          <p:nvPr/>
        </p:nvSpPr>
        <p:spPr>
          <a:xfrm>
            <a:off x="20000317" y="593445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r31</a:t>
            </a:r>
          </a:p>
        </p:txBody>
      </p:sp>
      <p:sp>
        <p:nvSpPr>
          <p:cNvPr id="17529" name="Rectangle 818"/>
          <p:cNvSpPr/>
          <p:nvPr/>
        </p:nvSpPr>
        <p:spPr>
          <a:xfrm>
            <a:off x="12746735" y="6857999"/>
            <a:ext cx="658369" cy="36576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30" name="TextBox 819"/>
          <p:cNvSpPr txBox="1"/>
          <p:nvPr/>
        </p:nvSpPr>
        <p:spPr>
          <a:xfrm>
            <a:off x="12959437" y="689457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r32</a:t>
            </a:r>
          </a:p>
        </p:txBody>
      </p:sp>
      <p:sp>
        <p:nvSpPr>
          <p:cNvPr id="17531" name="Rectangle 820"/>
          <p:cNvSpPr/>
          <p:nvPr/>
        </p:nvSpPr>
        <p:spPr>
          <a:xfrm>
            <a:off x="12746735" y="6857999"/>
            <a:ext cx="658369" cy="365762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32" name="TextBox 821"/>
          <p:cNvSpPr txBox="1"/>
          <p:nvPr/>
        </p:nvSpPr>
        <p:spPr>
          <a:xfrm>
            <a:off x="12959437" y="689457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r32</a:t>
            </a:r>
          </a:p>
        </p:txBody>
      </p:sp>
      <p:sp>
        <p:nvSpPr>
          <p:cNvPr id="17533" name="Rectangle 822"/>
          <p:cNvSpPr/>
          <p:nvPr/>
        </p:nvSpPr>
        <p:spPr>
          <a:xfrm>
            <a:off x="13752576" y="6857999"/>
            <a:ext cx="658369" cy="36576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34" name="TextBox 823"/>
          <p:cNvSpPr txBox="1"/>
          <p:nvPr/>
        </p:nvSpPr>
        <p:spPr>
          <a:xfrm>
            <a:off x="13965277" y="689457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r33</a:t>
            </a:r>
          </a:p>
        </p:txBody>
      </p:sp>
      <p:sp>
        <p:nvSpPr>
          <p:cNvPr id="17535" name="Rectangle 824"/>
          <p:cNvSpPr/>
          <p:nvPr/>
        </p:nvSpPr>
        <p:spPr>
          <a:xfrm>
            <a:off x="14758415" y="6857999"/>
            <a:ext cx="658369" cy="36576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36" name="TextBox 825"/>
          <p:cNvSpPr txBox="1"/>
          <p:nvPr/>
        </p:nvSpPr>
        <p:spPr>
          <a:xfrm>
            <a:off x="14971117" y="689457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r34</a:t>
            </a:r>
          </a:p>
        </p:txBody>
      </p:sp>
      <p:sp>
        <p:nvSpPr>
          <p:cNvPr id="17537" name="Rectangle 826"/>
          <p:cNvSpPr/>
          <p:nvPr/>
        </p:nvSpPr>
        <p:spPr>
          <a:xfrm>
            <a:off x="15764254" y="6857999"/>
            <a:ext cx="658369" cy="36576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38" name="TextBox 827"/>
          <p:cNvSpPr txBox="1"/>
          <p:nvPr/>
        </p:nvSpPr>
        <p:spPr>
          <a:xfrm>
            <a:off x="15976957" y="689457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r35</a:t>
            </a:r>
          </a:p>
        </p:txBody>
      </p:sp>
      <p:sp>
        <p:nvSpPr>
          <p:cNvPr id="17539" name="Rectangle 828"/>
          <p:cNvSpPr/>
          <p:nvPr/>
        </p:nvSpPr>
        <p:spPr>
          <a:xfrm>
            <a:off x="16770095" y="6857999"/>
            <a:ext cx="658369" cy="36576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40" name="TextBox 829"/>
          <p:cNvSpPr txBox="1"/>
          <p:nvPr/>
        </p:nvSpPr>
        <p:spPr>
          <a:xfrm>
            <a:off x="16982797" y="6894576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r36</a:t>
            </a:r>
          </a:p>
        </p:txBody>
      </p:sp>
      <p:sp>
        <p:nvSpPr>
          <p:cNvPr id="17541" name="Rectangle 830"/>
          <p:cNvSpPr/>
          <p:nvPr/>
        </p:nvSpPr>
        <p:spPr>
          <a:xfrm>
            <a:off x="17775936" y="6857999"/>
            <a:ext cx="658369" cy="36576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42" name="TextBox 831"/>
          <p:cNvSpPr txBox="1"/>
          <p:nvPr/>
        </p:nvSpPr>
        <p:spPr>
          <a:xfrm>
            <a:off x="17988636" y="6894576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r37</a:t>
            </a:r>
          </a:p>
        </p:txBody>
      </p:sp>
      <p:sp>
        <p:nvSpPr>
          <p:cNvPr id="17543" name="Rectangle 832"/>
          <p:cNvSpPr/>
          <p:nvPr/>
        </p:nvSpPr>
        <p:spPr>
          <a:xfrm>
            <a:off x="18781776" y="6857999"/>
            <a:ext cx="658369" cy="36576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44" name="TextBox 833"/>
          <p:cNvSpPr txBox="1"/>
          <p:nvPr/>
        </p:nvSpPr>
        <p:spPr>
          <a:xfrm>
            <a:off x="18994477" y="689457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r38</a:t>
            </a:r>
          </a:p>
        </p:txBody>
      </p:sp>
      <p:sp>
        <p:nvSpPr>
          <p:cNvPr id="17545" name="Rectangle 834"/>
          <p:cNvSpPr/>
          <p:nvPr/>
        </p:nvSpPr>
        <p:spPr>
          <a:xfrm>
            <a:off x="19787615" y="6857999"/>
            <a:ext cx="658369" cy="36576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46" name="TextBox 835"/>
          <p:cNvSpPr txBox="1"/>
          <p:nvPr/>
        </p:nvSpPr>
        <p:spPr>
          <a:xfrm>
            <a:off x="20000317" y="689457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r39</a:t>
            </a:r>
          </a:p>
        </p:txBody>
      </p:sp>
      <p:sp>
        <p:nvSpPr>
          <p:cNvPr id="17547" name="Rectangle 836"/>
          <p:cNvSpPr/>
          <p:nvPr/>
        </p:nvSpPr>
        <p:spPr>
          <a:xfrm>
            <a:off x="12746735" y="781811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48" name="TextBox 837"/>
          <p:cNvSpPr txBox="1"/>
          <p:nvPr/>
        </p:nvSpPr>
        <p:spPr>
          <a:xfrm>
            <a:off x="12959437" y="785469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r40</a:t>
            </a:r>
          </a:p>
        </p:txBody>
      </p:sp>
      <p:sp>
        <p:nvSpPr>
          <p:cNvPr id="17549" name="Rectangle 838"/>
          <p:cNvSpPr/>
          <p:nvPr/>
        </p:nvSpPr>
        <p:spPr>
          <a:xfrm>
            <a:off x="12746735" y="7818119"/>
            <a:ext cx="658369" cy="365761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50" name="TextBox 839"/>
          <p:cNvSpPr txBox="1"/>
          <p:nvPr/>
        </p:nvSpPr>
        <p:spPr>
          <a:xfrm>
            <a:off x="12959437" y="785469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r40</a:t>
            </a:r>
          </a:p>
        </p:txBody>
      </p:sp>
      <p:sp>
        <p:nvSpPr>
          <p:cNvPr id="17551" name="Rectangle 840"/>
          <p:cNvSpPr/>
          <p:nvPr/>
        </p:nvSpPr>
        <p:spPr>
          <a:xfrm>
            <a:off x="13752576" y="781811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52" name="TextBox 841"/>
          <p:cNvSpPr txBox="1"/>
          <p:nvPr/>
        </p:nvSpPr>
        <p:spPr>
          <a:xfrm>
            <a:off x="13965277" y="785469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r41</a:t>
            </a:r>
          </a:p>
        </p:txBody>
      </p:sp>
      <p:sp>
        <p:nvSpPr>
          <p:cNvPr id="17553" name="Rectangle 842"/>
          <p:cNvSpPr/>
          <p:nvPr/>
        </p:nvSpPr>
        <p:spPr>
          <a:xfrm>
            <a:off x="14758415" y="781811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54" name="TextBox 843"/>
          <p:cNvSpPr txBox="1"/>
          <p:nvPr/>
        </p:nvSpPr>
        <p:spPr>
          <a:xfrm>
            <a:off x="14971117" y="785469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r42</a:t>
            </a:r>
          </a:p>
        </p:txBody>
      </p:sp>
      <p:sp>
        <p:nvSpPr>
          <p:cNvPr id="17555" name="Rectangle 844"/>
          <p:cNvSpPr/>
          <p:nvPr/>
        </p:nvSpPr>
        <p:spPr>
          <a:xfrm>
            <a:off x="15764254" y="781811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56" name="TextBox 845"/>
          <p:cNvSpPr txBox="1"/>
          <p:nvPr/>
        </p:nvSpPr>
        <p:spPr>
          <a:xfrm>
            <a:off x="15976957" y="785469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r43</a:t>
            </a:r>
          </a:p>
        </p:txBody>
      </p:sp>
      <p:sp>
        <p:nvSpPr>
          <p:cNvPr id="17557" name="Rectangle 846"/>
          <p:cNvSpPr/>
          <p:nvPr/>
        </p:nvSpPr>
        <p:spPr>
          <a:xfrm>
            <a:off x="16770095" y="781811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58" name="TextBox 847"/>
          <p:cNvSpPr txBox="1"/>
          <p:nvPr/>
        </p:nvSpPr>
        <p:spPr>
          <a:xfrm>
            <a:off x="16982797" y="785469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r44</a:t>
            </a:r>
          </a:p>
        </p:txBody>
      </p:sp>
      <p:sp>
        <p:nvSpPr>
          <p:cNvPr id="17559" name="Rectangle 848"/>
          <p:cNvSpPr/>
          <p:nvPr/>
        </p:nvSpPr>
        <p:spPr>
          <a:xfrm>
            <a:off x="17775936" y="781811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60" name="TextBox 849"/>
          <p:cNvSpPr txBox="1"/>
          <p:nvPr/>
        </p:nvSpPr>
        <p:spPr>
          <a:xfrm>
            <a:off x="17988636" y="785469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r45</a:t>
            </a:r>
          </a:p>
        </p:txBody>
      </p:sp>
      <p:sp>
        <p:nvSpPr>
          <p:cNvPr id="17561" name="Rectangle 850"/>
          <p:cNvSpPr/>
          <p:nvPr/>
        </p:nvSpPr>
        <p:spPr>
          <a:xfrm>
            <a:off x="18781776" y="781811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62" name="TextBox 851"/>
          <p:cNvSpPr txBox="1"/>
          <p:nvPr/>
        </p:nvSpPr>
        <p:spPr>
          <a:xfrm>
            <a:off x="18994477" y="785469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r46</a:t>
            </a:r>
          </a:p>
        </p:txBody>
      </p:sp>
      <p:sp>
        <p:nvSpPr>
          <p:cNvPr id="17563" name="Rectangle 852"/>
          <p:cNvSpPr/>
          <p:nvPr/>
        </p:nvSpPr>
        <p:spPr>
          <a:xfrm>
            <a:off x="19787615" y="781811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64" name="TextBox 853"/>
          <p:cNvSpPr txBox="1"/>
          <p:nvPr/>
        </p:nvSpPr>
        <p:spPr>
          <a:xfrm>
            <a:off x="20000317" y="785469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r47</a:t>
            </a:r>
          </a:p>
        </p:txBody>
      </p:sp>
      <p:sp>
        <p:nvSpPr>
          <p:cNvPr id="17565" name="Rectangle 854"/>
          <p:cNvSpPr/>
          <p:nvPr/>
        </p:nvSpPr>
        <p:spPr>
          <a:xfrm>
            <a:off x="12746735" y="877824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66" name="TextBox 855"/>
          <p:cNvSpPr txBox="1"/>
          <p:nvPr/>
        </p:nvSpPr>
        <p:spPr>
          <a:xfrm>
            <a:off x="12959437" y="881481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r48</a:t>
            </a:r>
          </a:p>
        </p:txBody>
      </p:sp>
      <p:sp>
        <p:nvSpPr>
          <p:cNvPr id="17567" name="Rectangle 856"/>
          <p:cNvSpPr/>
          <p:nvPr/>
        </p:nvSpPr>
        <p:spPr>
          <a:xfrm>
            <a:off x="12746735" y="8778240"/>
            <a:ext cx="658369" cy="365761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68" name="TextBox 857"/>
          <p:cNvSpPr txBox="1"/>
          <p:nvPr/>
        </p:nvSpPr>
        <p:spPr>
          <a:xfrm>
            <a:off x="12959437" y="881481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r48</a:t>
            </a:r>
          </a:p>
        </p:txBody>
      </p:sp>
      <p:sp>
        <p:nvSpPr>
          <p:cNvPr id="17569" name="Rectangle 858"/>
          <p:cNvSpPr/>
          <p:nvPr/>
        </p:nvSpPr>
        <p:spPr>
          <a:xfrm>
            <a:off x="13752576" y="877824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70" name="TextBox 859"/>
          <p:cNvSpPr txBox="1"/>
          <p:nvPr/>
        </p:nvSpPr>
        <p:spPr>
          <a:xfrm>
            <a:off x="13965277" y="881481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r49</a:t>
            </a:r>
          </a:p>
        </p:txBody>
      </p:sp>
      <p:sp>
        <p:nvSpPr>
          <p:cNvPr id="17571" name="Rectangle 860"/>
          <p:cNvSpPr/>
          <p:nvPr/>
        </p:nvSpPr>
        <p:spPr>
          <a:xfrm>
            <a:off x="14758415" y="877824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72" name="TextBox 861"/>
          <p:cNvSpPr txBox="1"/>
          <p:nvPr/>
        </p:nvSpPr>
        <p:spPr>
          <a:xfrm>
            <a:off x="14971117" y="881481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r50</a:t>
            </a:r>
          </a:p>
        </p:txBody>
      </p:sp>
      <p:sp>
        <p:nvSpPr>
          <p:cNvPr id="17573" name="Rectangle 862"/>
          <p:cNvSpPr/>
          <p:nvPr/>
        </p:nvSpPr>
        <p:spPr>
          <a:xfrm>
            <a:off x="15764254" y="877824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74" name="TextBox 863"/>
          <p:cNvSpPr txBox="1"/>
          <p:nvPr/>
        </p:nvSpPr>
        <p:spPr>
          <a:xfrm>
            <a:off x="15976957" y="881481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r51</a:t>
            </a:r>
          </a:p>
        </p:txBody>
      </p:sp>
      <p:sp>
        <p:nvSpPr>
          <p:cNvPr id="17575" name="Rectangle 864"/>
          <p:cNvSpPr/>
          <p:nvPr/>
        </p:nvSpPr>
        <p:spPr>
          <a:xfrm>
            <a:off x="16770095" y="877824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76" name="TextBox 865"/>
          <p:cNvSpPr txBox="1"/>
          <p:nvPr/>
        </p:nvSpPr>
        <p:spPr>
          <a:xfrm>
            <a:off x="16982797" y="8814816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r52</a:t>
            </a:r>
          </a:p>
        </p:txBody>
      </p:sp>
      <p:sp>
        <p:nvSpPr>
          <p:cNvPr id="17577" name="Rectangle 866"/>
          <p:cNvSpPr/>
          <p:nvPr/>
        </p:nvSpPr>
        <p:spPr>
          <a:xfrm>
            <a:off x="17775936" y="877824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78" name="TextBox 867"/>
          <p:cNvSpPr txBox="1"/>
          <p:nvPr/>
        </p:nvSpPr>
        <p:spPr>
          <a:xfrm>
            <a:off x="17988636" y="8814816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r53</a:t>
            </a:r>
          </a:p>
        </p:txBody>
      </p:sp>
      <p:sp>
        <p:nvSpPr>
          <p:cNvPr id="17579" name="Rectangle 868"/>
          <p:cNvSpPr/>
          <p:nvPr/>
        </p:nvSpPr>
        <p:spPr>
          <a:xfrm>
            <a:off x="18781776" y="877824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80" name="TextBox 869"/>
          <p:cNvSpPr txBox="1"/>
          <p:nvPr/>
        </p:nvSpPr>
        <p:spPr>
          <a:xfrm>
            <a:off x="18994477" y="881481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r54</a:t>
            </a:r>
          </a:p>
        </p:txBody>
      </p:sp>
      <p:sp>
        <p:nvSpPr>
          <p:cNvPr id="17581" name="Rectangle 870"/>
          <p:cNvSpPr/>
          <p:nvPr/>
        </p:nvSpPr>
        <p:spPr>
          <a:xfrm>
            <a:off x="19787615" y="8778240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82" name="TextBox 871"/>
          <p:cNvSpPr txBox="1"/>
          <p:nvPr/>
        </p:nvSpPr>
        <p:spPr>
          <a:xfrm>
            <a:off x="20000317" y="8814816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r55</a:t>
            </a:r>
          </a:p>
        </p:txBody>
      </p:sp>
      <p:sp>
        <p:nvSpPr>
          <p:cNvPr id="17583" name="Rectangle 872"/>
          <p:cNvSpPr/>
          <p:nvPr/>
        </p:nvSpPr>
        <p:spPr>
          <a:xfrm>
            <a:off x="12746735" y="97383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84" name="TextBox 873"/>
          <p:cNvSpPr txBox="1"/>
          <p:nvPr/>
        </p:nvSpPr>
        <p:spPr>
          <a:xfrm>
            <a:off x="12959437" y="97749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r56</a:t>
            </a:r>
          </a:p>
        </p:txBody>
      </p:sp>
      <p:sp>
        <p:nvSpPr>
          <p:cNvPr id="17585" name="Rectangle 874"/>
          <p:cNvSpPr/>
          <p:nvPr/>
        </p:nvSpPr>
        <p:spPr>
          <a:xfrm>
            <a:off x="12746735" y="9738359"/>
            <a:ext cx="658369" cy="365761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86" name="TextBox 875"/>
          <p:cNvSpPr txBox="1"/>
          <p:nvPr/>
        </p:nvSpPr>
        <p:spPr>
          <a:xfrm>
            <a:off x="12959437" y="97749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r56</a:t>
            </a:r>
          </a:p>
        </p:txBody>
      </p:sp>
      <p:sp>
        <p:nvSpPr>
          <p:cNvPr id="17587" name="Rectangle 876"/>
          <p:cNvSpPr/>
          <p:nvPr/>
        </p:nvSpPr>
        <p:spPr>
          <a:xfrm>
            <a:off x="13752576" y="97383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88" name="TextBox 877"/>
          <p:cNvSpPr txBox="1"/>
          <p:nvPr/>
        </p:nvSpPr>
        <p:spPr>
          <a:xfrm>
            <a:off x="13965277" y="97749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r57</a:t>
            </a:r>
          </a:p>
        </p:txBody>
      </p:sp>
      <p:sp>
        <p:nvSpPr>
          <p:cNvPr id="17589" name="Rectangle 878"/>
          <p:cNvSpPr/>
          <p:nvPr/>
        </p:nvSpPr>
        <p:spPr>
          <a:xfrm>
            <a:off x="14758415" y="97383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90" name="TextBox 879"/>
          <p:cNvSpPr txBox="1"/>
          <p:nvPr/>
        </p:nvSpPr>
        <p:spPr>
          <a:xfrm>
            <a:off x="14971117" y="97749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r58</a:t>
            </a:r>
          </a:p>
        </p:txBody>
      </p:sp>
      <p:sp>
        <p:nvSpPr>
          <p:cNvPr id="17591" name="Rectangle 880"/>
          <p:cNvSpPr/>
          <p:nvPr/>
        </p:nvSpPr>
        <p:spPr>
          <a:xfrm>
            <a:off x="15764254" y="97383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92" name="TextBox 881"/>
          <p:cNvSpPr txBox="1"/>
          <p:nvPr/>
        </p:nvSpPr>
        <p:spPr>
          <a:xfrm>
            <a:off x="15976957" y="97749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r59</a:t>
            </a:r>
          </a:p>
        </p:txBody>
      </p:sp>
      <p:sp>
        <p:nvSpPr>
          <p:cNvPr id="17593" name="Rectangle 882"/>
          <p:cNvSpPr/>
          <p:nvPr/>
        </p:nvSpPr>
        <p:spPr>
          <a:xfrm>
            <a:off x="16770095" y="97383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94" name="TextBox 883"/>
          <p:cNvSpPr txBox="1"/>
          <p:nvPr/>
        </p:nvSpPr>
        <p:spPr>
          <a:xfrm>
            <a:off x="16982797" y="977493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r60</a:t>
            </a:r>
          </a:p>
        </p:txBody>
      </p:sp>
      <p:sp>
        <p:nvSpPr>
          <p:cNvPr id="17595" name="Rectangle 884"/>
          <p:cNvSpPr/>
          <p:nvPr/>
        </p:nvSpPr>
        <p:spPr>
          <a:xfrm>
            <a:off x="17775936" y="97383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96" name="TextBox 885"/>
          <p:cNvSpPr txBox="1"/>
          <p:nvPr/>
        </p:nvSpPr>
        <p:spPr>
          <a:xfrm>
            <a:off x="17988636" y="9774935"/>
            <a:ext cx="2329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r61</a:t>
            </a:r>
          </a:p>
        </p:txBody>
      </p:sp>
      <p:sp>
        <p:nvSpPr>
          <p:cNvPr id="17597" name="Rectangle 886"/>
          <p:cNvSpPr/>
          <p:nvPr/>
        </p:nvSpPr>
        <p:spPr>
          <a:xfrm>
            <a:off x="18781776" y="97383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98" name="TextBox 887"/>
          <p:cNvSpPr txBox="1"/>
          <p:nvPr/>
        </p:nvSpPr>
        <p:spPr>
          <a:xfrm>
            <a:off x="18994477" y="97749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r62</a:t>
            </a:r>
          </a:p>
        </p:txBody>
      </p:sp>
      <p:sp>
        <p:nvSpPr>
          <p:cNvPr id="17599" name="Rectangle 888"/>
          <p:cNvSpPr/>
          <p:nvPr/>
        </p:nvSpPr>
        <p:spPr>
          <a:xfrm>
            <a:off x="19787615" y="9738359"/>
            <a:ext cx="658369" cy="36576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00" name="TextBox 889"/>
          <p:cNvSpPr txBox="1"/>
          <p:nvPr/>
        </p:nvSpPr>
        <p:spPr>
          <a:xfrm>
            <a:off x="20000317" y="9774935"/>
            <a:ext cx="2329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r63</a:t>
            </a:r>
          </a:p>
        </p:txBody>
      </p:sp>
      <p:sp>
        <p:nvSpPr>
          <p:cNvPr id="17601" name="TextBox 890"/>
          <p:cNvSpPr txBox="1"/>
          <p:nvPr/>
        </p:nvSpPr>
        <p:spPr>
          <a:xfrm>
            <a:off x="12845137" y="2542032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0</a:t>
            </a:r>
          </a:p>
        </p:txBody>
      </p:sp>
      <p:sp>
        <p:nvSpPr>
          <p:cNvPr id="17602" name="TextBox 891"/>
          <p:cNvSpPr txBox="1"/>
          <p:nvPr/>
        </p:nvSpPr>
        <p:spPr>
          <a:xfrm>
            <a:off x="13850977" y="2542032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1</a:t>
            </a:r>
          </a:p>
        </p:txBody>
      </p:sp>
      <p:sp>
        <p:nvSpPr>
          <p:cNvPr id="17603" name="TextBox 892"/>
          <p:cNvSpPr txBox="1"/>
          <p:nvPr/>
        </p:nvSpPr>
        <p:spPr>
          <a:xfrm>
            <a:off x="14856817" y="2542032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2</a:t>
            </a:r>
          </a:p>
        </p:txBody>
      </p:sp>
      <p:sp>
        <p:nvSpPr>
          <p:cNvPr id="17604" name="TextBox 893"/>
          <p:cNvSpPr txBox="1"/>
          <p:nvPr/>
        </p:nvSpPr>
        <p:spPr>
          <a:xfrm>
            <a:off x="15862657" y="2542032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3</a:t>
            </a:r>
          </a:p>
        </p:txBody>
      </p:sp>
      <p:sp>
        <p:nvSpPr>
          <p:cNvPr id="17605" name="TextBox 894"/>
          <p:cNvSpPr txBox="1"/>
          <p:nvPr/>
        </p:nvSpPr>
        <p:spPr>
          <a:xfrm>
            <a:off x="16868497" y="2542032"/>
            <a:ext cx="4615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4</a:t>
            </a:r>
          </a:p>
        </p:txBody>
      </p:sp>
      <p:sp>
        <p:nvSpPr>
          <p:cNvPr id="17606" name="TextBox 895"/>
          <p:cNvSpPr txBox="1"/>
          <p:nvPr/>
        </p:nvSpPr>
        <p:spPr>
          <a:xfrm>
            <a:off x="17874336" y="2542032"/>
            <a:ext cx="4615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5</a:t>
            </a:r>
          </a:p>
        </p:txBody>
      </p:sp>
      <p:sp>
        <p:nvSpPr>
          <p:cNvPr id="17607" name="TextBox 896"/>
          <p:cNvSpPr txBox="1"/>
          <p:nvPr/>
        </p:nvSpPr>
        <p:spPr>
          <a:xfrm>
            <a:off x="18880177" y="2542032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6</a:t>
            </a:r>
          </a:p>
        </p:txBody>
      </p:sp>
      <p:sp>
        <p:nvSpPr>
          <p:cNvPr id="17608" name="TextBox 897"/>
          <p:cNvSpPr txBox="1"/>
          <p:nvPr/>
        </p:nvSpPr>
        <p:spPr>
          <a:xfrm>
            <a:off x="19886017" y="2542032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7</a:t>
            </a:r>
          </a:p>
        </p:txBody>
      </p:sp>
      <p:sp>
        <p:nvSpPr>
          <p:cNvPr id="17609" name="TextBox 898"/>
          <p:cNvSpPr txBox="1"/>
          <p:nvPr/>
        </p:nvSpPr>
        <p:spPr>
          <a:xfrm>
            <a:off x="13905920" y="11338559"/>
            <a:ext cx="43750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 connects directly to r8, r16, r24, r32, r40, r48, r56</a:t>
            </a:r>
          </a:p>
        </p:txBody>
      </p:sp>
      <p:sp>
        <p:nvSpPr>
          <p:cNvPr id="17610" name="TextBox 899"/>
          <p:cNvSpPr txBox="1"/>
          <p:nvPr/>
        </p:nvSpPr>
        <p:spPr>
          <a:xfrm>
            <a:off x="6382475" y="11978640"/>
            <a:ext cx="918065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The same cross-Node FullMesh exists independently for slots 1-7. 14 direct neighbors per NPU.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" name="TextBox 1"/>
          <p:cNvSpPr txBox="1"/>
          <p:nvPr/>
        </p:nvSpPr>
        <p:spPr>
          <a:xfrm>
            <a:off x="548639" y="228599"/>
            <a:ext cx="9440616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Global Clos: 8 shared switches, 8 separate uplinks per NPU</a:t>
            </a:r>
          </a:p>
        </p:txBody>
      </p:sp>
      <p:sp>
        <p:nvSpPr>
          <p:cNvPr id="17613" name="TextBox 2"/>
          <p:cNvSpPr txBox="1"/>
          <p:nvPr/>
        </p:nvSpPr>
        <p:spPr>
          <a:xfrm>
            <a:off x="548639" y="868680"/>
            <a:ext cx="850996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 and Node 8 are expanded. All other Nodes have exactly the same switch uplinks.</a:t>
            </a:r>
          </a:p>
        </p:txBody>
      </p:sp>
      <p:sp>
        <p:nvSpPr>
          <p:cNvPr id="17614" name="Connector 3"/>
          <p:cNvSpPr/>
          <p:nvPr/>
        </p:nvSpPr>
        <p:spPr>
          <a:xfrm>
            <a:off x="777240" y="2926079"/>
            <a:ext cx="320041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15" name="Connector 4"/>
          <p:cNvSpPr/>
          <p:nvPr/>
        </p:nvSpPr>
        <p:spPr>
          <a:xfrm>
            <a:off x="996696" y="2926079"/>
            <a:ext cx="1335025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16" name="Connector 5"/>
          <p:cNvSpPr/>
          <p:nvPr/>
        </p:nvSpPr>
        <p:spPr>
          <a:xfrm>
            <a:off x="1216152" y="2926079"/>
            <a:ext cx="2350008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17" name="Connector 6"/>
          <p:cNvSpPr/>
          <p:nvPr/>
        </p:nvSpPr>
        <p:spPr>
          <a:xfrm>
            <a:off x="1435608" y="2926079"/>
            <a:ext cx="3364992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18" name="Connector 7"/>
          <p:cNvSpPr/>
          <p:nvPr/>
        </p:nvSpPr>
        <p:spPr>
          <a:xfrm>
            <a:off x="1655064" y="2926079"/>
            <a:ext cx="4379977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19" name="Connector 8"/>
          <p:cNvSpPr/>
          <p:nvPr/>
        </p:nvSpPr>
        <p:spPr>
          <a:xfrm>
            <a:off x="1874518" y="2926079"/>
            <a:ext cx="5394962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0" name="Connector 9"/>
          <p:cNvSpPr/>
          <p:nvPr/>
        </p:nvSpPr>
        <p:spPr>
          <a:xfrm>
            <a:off x="2093976" y="2926079"/>
            <a:ext cx="6409945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1" name="Connector 10"/>
          <p:cNvSpPr/>
          <p:nvPr/>
        </p:nvSpPr>
        <p:spPr>
          <a:xfrm>
            <a:off x="2313431" y="2926079"/>
            <a:ext cx="7424930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2" name="Connector 11"/>
          <p:cNvSpPr/>
          <p:nvPr/>
        </p:nvSpPr>
        <p:spPr>
          <a:xfrm>
            <a:off x="777239" y="2926079"/>
            <a:ext cx="11292842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3" name="Connector 12"/>
          <p:cNvSpPr/>
          <p:nvPr/>
        </p:nvSpPr>
        <p:spPr>
          <a:xfrm>
            <a:off x="996696" y="2926079"/>
            <a:ext cx="12307825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4" name="Connector 13"/>
          <p:cNvSpPr/>
          <p:nvPr/>
        </p:nvSpPr>
        <p:spPr>
          <a:xfrm>
            <a:off x="1216151" y="2926079"/>
            <a:ext cx="13322809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5" name="Connector 14"/>
          <p:cNvSpPr/>
          <p:nvPr/>
        </p:nvSpPr>
        <p:spPr>
          <a:xfrm>
            <a:off x="1435608" y="2926079"/>
            <a:ext cx="14337792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6" name="Connector 15"/>
          <p:cNvSpPr/>
          <p:nvPr/>
        </p:nvSpPr>
        <p:spPr>
          <a:xfrm>
            <a:off x="1655064" y="2926079"/>
            <a:ext cx="15352777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7" name="Connector 16"/>
          <p:cNvSpPr/>
          <p:nvPr/>
        </p:nvSpPr>
        <p:spPr>
          <a:xfrm>
            <a:off x="1874519" y="2926079"/>
            <a:ext cx="16367762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8" name="Connector 17"/>
          <p:cNvSpPr/>
          <p:nvPr/>
        </p:nvSpPr>
        <p:spPr>
          <a:xfrm>
            <a:off x="2093976" y="2926079"/>
            <a:ext cx="17382745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9" name="Connector 18"/>
          <p:cNvSpPr/>
          <p:nvPr/>
        </p:nvSpPr>
        <p:spPr>
          <a:xfrm>
            <a:off x="2313431" y="2926079"/>
            <a:ext cx="18397730" cy="6126482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0" name="Connector 19"/>
          <p:cNvSpPr/>
          <p:nvPr/>
        </p:nvSpPr>
        <p:spPr>
          <a:xfrm flipH="1">
            <a:off x="1097280" y="2926079"/>
            <a:ext cx="2313433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1" name="Connector 20"/>
          <p:cNvSpPr/>
          <p:nvPr/>
        </p:nvSpPr>
        <p:spPr>
          <a:xfrm flipH="1">
            <a:off x="2331720" y="2926079"/>
            <a:ext cx="1298449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2" name="Connector 21"/>
          <p:cNvSpPr/>
          <p:nvPr/>
        </p:nvSpPr>
        <p:spPr>
          <a:xfrm flipH="1">
            <a:off x="3566159" y="2926079"/>
            <a:ext cx="283465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3" name="Connector 22"/>
          <p:cNvSpPr/>
          <p:nvPr/>
        </p:nvSpPr>
        <p:spPr>
          <a:xfrm>
            <a:off x="4069079" y="2926079"/>
            <a:ext cx="731521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4" name="Connector 23"/>
          <p:cNvSpPr/>
          <p:nvPr/>
        </p:nvSpPr>
        <p:spPr>
          <a:xfrm>
            <a:off x="4288535" y="2926079"/>
            <a:ext cx="1746505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5" name="Connector 24"/>
          <p:cNvSpPr/>
          <p:nvPr/>
        </p:nvSpPr>
        <p:spPr>
          <a:xfrm>
            <a:off x="4507991" y="2926079"/>
            <a:ext cx="2761489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6" name="Connector 25"/>
          <p:cNvSpPr/>
          <p:nvPr/>
        </p:nvSpPr>
        <p:spPr>
          <a:xfrm>
            <a:off x="4727447" y="2926079"/>
            <a:ext cx="3776472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7" name="Connector 26"/>
          <p:cNvSpPr/>
          <p:nvPr/>
        </p:nvSpPr>
        <p:spPr>
          <a:xfrm>
            <a:off x="4946903" y="2926079"/>
            <a:ext cx="4791457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8" name="Connector 27"/>
          <p:cNvSpPr/>
          <p:nvPr/>
        </p:nvSpPr>
        <p:spPr>
          <a:xfrm>
            <a:off x="3410711" y="2926079"/>
            <a:ext cx="8659369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9" name="Connector 28"/>
          <p:cNvSpPr/>
          <p:nvPr/>
        </p:nvSpPr>
        <p:spPr>
          <a:xfrm>
            <a:off x="3630167" y="2926079"/>
            <a:ext cx="9674354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0" name="Connector 29"/>
          <p:cNvSpPr/>
          <p:nvPr/>
        </p:nvSpPr>
        <p:spPr>
          <a:xfrm>
            <a:off x="3849623" y="2926079"/>
            <a:ext cx="10689338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1" name="Connector 30"/>
          <p:cNvSpPr/>
          <p:nvPr/>
        </p:nvSpPr>
        <p:spPr>
          <a:xfrm>
            <a:off x="4069079" y="2926079"/>
            <a:ext cx="11704321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2" name="Connector 31"/>
          <p:cNvSpPr/>
          <p:nvPr/>
        </p:nvSpPr>
        <p:spPr>
          <a:xfrm>
            <a:off x="4288535" y="2926079"/>
            <a:ext cx="12719305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3" name="Connector 32"/>
          <p:cNvSpPr/>
          <p:nvPr/>
        </p:nvSpPr>
        <p:spPr>
          <a:xfrm>
            <a:off x="4507991" y="2926079"/>
            <a:ext cx="13734288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4" name="Connector 33"/>
          <p:cNvSpPr/>
          <p:nvPr/>
        </p:nvSpPr>
        <p:spPr>
          <a:xfrm>
            <a:off x="4727447" y="2926079"/>
            <a:ext cx="14749274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5" name="Connector 34"/>
          <p:cNvSpPr/>
          <p:nvPr/>
        </p:nvSpPr>
        <p:spPr>
          <a:xfrm>
            <a:off x="4946903" y="2926079"/>
            <a:ext cx="15764257" cy="6126482"/>
          </a:xfrm>
          <a:prstGeom prst="line">
            <a:avLst/>
          </a:prstGeom>
          <a:ln w="14630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6" name="Connector 35"/>
          <p:cNvSpPr/>
          <p:nvPr/>
        </p:nvSpPr>
        <p:spPr>
          <a:xfrm flipH="1">
            <a:off x="1097279" y="2926079"/>
            <a:ext cx="4946906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7" name="Connector 36"/>
          <p:cNvSpPr/>
          <p:nvPr/>
        </p:nvSpPr>
        <p:spPr>
          <a:xfrm flipH="1">
            <a:off x="2331720" y="2926079"/>
            <a:ext cx="3931921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8" name="Connector 37"/>
          <p:cNvSpPr/>
          <p:nvPr/>
        </p:nvSpPr>
        <p:spPr>
          <a:xfrm flipH="1">
            <a:off x="3566159" y="2926079"/>
            <a:ext cx="2916937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9" name="Connector 38"/>
          <p:cNvSpPr/>
          <p:nvPr/>
        </p:nvSpPr>
        <p:spPr>
          <a:xfrm flipH="1">
            <a:off x="4800600" y="2926079"/>
            <a:ext cx="1901952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0" name="Connector 39"/>
          <p:cNvSpPr/>
          <p:nvPr/>
        </p:nvSpPr>
        <p:spPr>
          <a:xfrm flipH="1">
            <a:off x="6035041" y="2926079"/>
            <a:ext cx="886968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1" name="Connector 40"/>
          <p:cNvSpPr/>
          <p:nvPr/>
        </p:nvSpPr>
        <p:spPr>
          <a:xfrm>
            <a:off x="7141464" y="2926079"/>
            <a:ext cx="128017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2" name="Connector 41"/>
          <p:cNvSpPr/>
          <p:nvPr/>
        </p:nvSpPr>
        <p:spPr>
          <a:xfrm>
            <a:off x="7360919" y="2926079"/>
            <a:ext cx="1143001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3" name="Connector 42"/>
          <p:cNvSpPr/>
          <p:nvPr/>
        </p:nvSpPr>
        <p:spPr>
          <a:xfrm>
            <a:off x="7580375" y="2926079"/>
            <a:ext cx="2157986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4" name="Connector 43"/>
          <p:cNvSpPr/>
          <p:nvPr/>
        </p:nvSpPr>
        <p:spPr>
          <a:xfrm>
            <a:off x="6044184" y="2926079"/>
            <a:ext cx="6025897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5" name="Connector 44"/>
          <p:cNvSpPr/>
          <p:nvPr/>
        </p:nvSpPr>
        <p:spPr>
          <a:xfrm>
            <a:off x="6263640" y="2926079"/>
            <a:ext cx="7040881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6" name="Connector 45"/>
          <p:cNvSpPr/>
          <p:nvPr/>
        </p:nvSpPr>
        <p:spPr>
          <a:xfrm>
            <a:off x="6483096" y="2926079"/>
            <a:ext cx="8055865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7" name="Connector 46"/>
          <p:cNvSpPr/>
          <p:nvPr/>
        </p:nvSpPr>
        <p:spPr>
          <a:xfrm>
            <a:off x="6702552" y="2926079"/>
            <a:ext cx="9070849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8" name="Connector 47"/>
          <p:cNvSpPr/>
          <p:nvPr/>
        </p:nvSpPr>
        <p:spPr>
          <a:xfrm>
            <a:off x="6922008" y="2926079"/>
            <a:ext cx="10085832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9" name="Connector 48"/>
          <p:cNvSpPr/>
          <p:nvPr/>
        </p:nvSpPr>
        <p:spPr>
          <a:xfrm>
            <a:off x="7141463" y="2926079"/>
            <a:ext cx="11100818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0" name="Connector 49"/>
          <p:cNvSpPr/>
          <p:nvPr/>
        </p:nvSpPr>
        <p:spPr>
          <a:xfrm>
            <a:off x="7360919" y="2926079"/>
            <a:ext cx="12115801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1" name="Connector 50"/>
          <p:cNvSpPr/>
          <p:nvPr/>
        </p:nvSpPr>
        <p:spPr>
          <a:xfrm>
            <a:off x="7580375" y="2926079"/>
            <a:ext cx="13130785" cy="6126482"/>
          </a:xfrm>
          <a:prstGeom prst="line">
            <a:avLst/>
          </a:prstGeom>
          <a:ln w="14630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2" name="Connector 51"/>
          <p:cNvSpPr/>
          <p:nvPr/>
        </p:nvSpPr>
        <p:spPr>
          <a:xfrm flipH="1">
            <a:off x="1097280" y="2926079"/>
            <a:ext cx="7580377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3" name="Connector 52"/>
          <p:cNvSpPr/>
          <p:nvPr/>
        </p:nvSpPr>
        <p:spPr>
          <a:xfrm flipH="1">
            <a:off x="2331720" y="2926079"/>
            <a:ext cx="6565393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4" name="Connector 53"/>
          <p:cNvSpPr/>
          <p:nvPr/>
        </p:nvSpPr>
        <p:spPr>
          <a:xfrm flipH="1">
            <a:off x="3566159" y="2926079"/>
            <a:ext cx="5550410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5" name="Connector 54"/>
          <p:cNvSpPr/>
          <p:nvPr/>
        </p:nvSpPr>
        <p:spPr>
          <a:xfrm flipH="1">
            <a:off x="4800599" y="2926079"/>
            <a:ext cx="4535425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6" name="Connector 55"/>
          <p:cNvSpPr/>
          <p:nvPr/>
        </p:nvSpPr>
        <p:spPr>
          <a:xfrm flipH="1">
            <a:off x="6035040" y="2926079"/>
            <a:ext cx="3520441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7" name="Connector 56"/>
          <p:cNvSpPr/>
          <p:nvPr/>
        </p:nvSpPr>
        <p:spPr>
          <a:xfrm flipH="1">
            <a:off x="7269480" y="2926079"/>
            <a:ext cx="2505457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8" name="Connector 57"/>
          <p:cNvSpPr/>
          <p:nvPr/>
        </p:nvSpPr>
        <p:spPr>
          <a:xfrm flipH="1">
            <a:off x="8503919" y="2926079"/>
            <a:ext cx="1490473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9" name="Connector 58"/>
          <p:cNvSpPr/>
          <p:nvPr/>
        </p:nvSpPr>
        <p:spPr>
          <a:xfrm flipH="1">
            <a:off x="9738360" y="2926079"/>
            <a:ext cx="475488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0" name="Connector 59"/>
          <p:cNvSpPr/>
          <p:nvPr/>
        </p:nvSpPr>
        <p:spPr>
          <a:xfrm>
            <a:off x="8677656" y="2926079"/>
            <a:ext cx="3392425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1" name="Connector 60"/>
          <p:cNvSpPr/>
          <p:nvPr/>
        </p:nvSpPr>
        <p:spPr>
          <a:xfrm>
            <a:off x="8897111" y="2926079"/>
            <a:ext cx="4407409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2" name="Connector 61"/>
          <p:cNvSpPr/>
          <p:nvPr/>
        </p:nvSpPr>
        <p:spPr>
          <a:xfrm>
            <a:off x="9116568" y="2926079"/>
            <a:ext cx="5422393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3" name="Connector 62"/>
          <p:cNvSpPr/>
          <p:nvPr/>
        </p:nvSpPr>
        <p:spPr>
          <a:xfrm>
            <a:off x="9336023" y="2926079"/>
            <a:ext cx="6437378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4" name="Connector 63"/>
          <p:cNvSpPr/>
          <p:nvPr/>
        </p:nvSpPr>
        <p:spPr>
          <a:xfrm>
            <a:off x="9555480" y="2926079"/>
            <a:ext cx="7452361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5" name="Connector 64"/>
          <p:cNvSpPr/>
          <p:nvPr/>
        </p:nvSpPr>
        <p:spPr>
          <a:xfrm>
            <a:off x="9774936" y="2926079"/>
            <a:ext cx="8467344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6" name="Connector 65"/>
          <p:cNvSpPr/>
          <p:nvPr/>
        </p:nvSpPr>
        <p:spPr>
          <a:xfrm>
            <a:off x="9994392" y="2926079"/>
            <a:ext cx="9482329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7" name="Connector 66"/>
          <p:cNvSpPr/>
          <p:nvPr/>
        </p:nvSpPr>
        <p:spPr>
          <a:xfrm>
            <a:off x="10213847" y="2926079"/>
            <a:ext cx="10497314" cy="6126482"/>
          </a:xfrm>
          <a:prstGeom prst="line">
            <a:avLst/>
          </a:prstGeom>
          <a:ln w="14630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8" name="Connector 67"/>
          <p:cNvSpPr/>
          <p:nvPr/>
        </p:nvSpPr>
        <p:spPr>
          <a:xfrm flipH="1">
            <a:off x="1097279" y="2926079"/>
            <a:ext cx="10213849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9" name="Connector 68"/>
          <p:cNvSpPr/>
          <p:nvPr/>
        </p:nvSpPr>
        <p:spPr>
          <a:xfrm flipH="1">
            <a:off x="2331720" y="2926079"/>
            <a:ext cx="9198865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0" name="Connector 69"/>
          <p:cNvSpPr/>
          <p:nvPr/>
        </p:nvSpPr>
        <p:spPr>
          <a:xfrm flipH="1">
            <a:off x="3566160" y="2926079"/>
            <a:ext cx="8183881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1" name="Connector 70"/>
          <p:cNvSpPr/>
          <p:nvPr/>
        </p:nvSpPr>
        <p:spPr>
          <a:xfrm flipH="1">
            <a:off x="4800600" y="2926079"/>
            <a:ext cx="7168896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2" name="Connector 71"/>
          <p:cNvSpPr/>
          <p:nvPr/>
        </p:nvSpPr>
        <p:spPr>
          <a:xfrm flipH="1">
            <a:off x="6035040" y="2926079"/>
            <a:ext cx="6153913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3" name="Connector 72"/>
          <p:cNvSpPr/>
          <p:nvPr/>
        </p:nvSpPr>
        <p:spPr>
          <a:xfrm flipH="1">
            <a:off x="7269480" y="2926079"/>
            <a:ext cx="5138929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4" name="Connector 73"/>
          <p:cNvSpPr/>
          <p:nvPr/>
        </p:nvSpPr>
        <p:spPr>
          <a:xfrm flipH="1">
            <a:off x="8503919" y="2926079"/>
            <a:ext cx="4123945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5" name="Connector 74"/>
          <p:cNvSpPr/>
          <p:nvPr/>
        </p:nvSpPr>
        <p:spPr>
          <a:xfrm flipH="1">
            <a:off x="9738359" y="2926079"/>
            <a:ext cx="3108961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6" name="Connector 75"/>
          <p:cNvSpPr/>
          <p:nvPr/>
        </p:nvSpPr>
        <p:spPr>
          <a:xfrm>
            <a:off x="11311128" y="2926079"/>
            <a:ext cx="758953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7" name="Connector 76"/>
          <p:cNvSpPr/>
          <p:nvPr/>
        </p:nvSpPr>
        <p:spPr>
          <a:xfrm>
            <a:off x="11530583" y="2926079"/>
            <a:ext cx="1773936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8" name="Connector 77"/>
          <p:cNvSpPr/>
          <p:nvPr/>
        </p:nvSpPr>
        <p:spPr>
          <a:xfrm>
            <a:off x="11750040" y="2926079"/>
            <a:ext cx="2788921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9" name="Connector 78"/>
          <p:cNvSpPr/>
          <p:nvPr/>
        </p:nvSpPr>
        <p:spPr>
          <a:xfrm>
            <a:off x="11969495" y="2926079"/>
            <a:ext cx="3803904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0" name="Connector 79"/>
          <p:cNvSpPr/>
          <p:nvPr/>
        </p:nvSpPr>
        <p:spPr>
          <a:xfrm>
            <a:off x="12188952" y="2926079"/>
            <a:ext cx="4818889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1" name="Connector 80"/>
          <p:cNvSpPr/>
          <p:nvPr/>
        </p:nvSpPr>
        <p:spPr>
          <a:xfrm>
            <a:off x="12408408" y="2926079"/>
            <a:ext cx="5833872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2" name="Connector 81"/>
          <p:cNvSpPr/>
          <p:nvPr/>
        </p:nvSpPr>
        <p:spPr>
          <a:xfrm>
            <a:off x="12627863" y="2926079"/>
            <a:ext cx="6848858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3" name="Connector 82"/>
          <p:cNvSpPr/>
          <p:nvPr/>
        </p:nvSpPr>
        <p:spPr>
          <a:xfrm>
            <a:off x="12847319" y="2926079"/>
            <a:ext cx="7863841" cy="6126482"/>
          </a:xfrm>
          <a:prstGeom prst="line">
            <a:avLst/>
          </a:prstGeom>
          <a:ln w="14630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4" name="Connector 83"/>
          <p:cNvSpPr/>
          <p:nvPr/>
        </p:nvSpPr>
        <p:spPr>
          <a:xfrm flipH="1">
            <a:off x="1097279" y="2926079"/>
            <a:ext cx="12847321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5" name="Connector 84"/>
          <p:cNvSpPr/>
          <p:nvPr/>
        </p:nvSpPr>
        <p:spPr>
          <a:xfrm flipH="1">
            <a:off x="2331719" y="2926079"/>
            <a:ext cx="11832337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6" name="Connector 85"/>
          <p:cNvSpPr/>
          <p:nvPr/>
        </p:nvSpPr>
        <p:spPr>
          <a:xfrm flipH="1">
            <a:off x="3566159" y="2926079"/>
            <a:ext cx="10817354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7" name="Connector 86"/>
          <p:cNvSpPr/>
          <p:nvPr/>
        </p:nvSpPr>
        <p:spPr>
          <a:xfrm flipH="1">
            <a:off x="4800600" y="2926079"/>
            <a:ext cx="9802369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8" name="Connector 87"/>
          <p:cNvSpPr/>
          <p:nvPr/>
        </p:nvSpPr>
        <p:spPr>
          <a:xfrm flipH="1">
            <a:off x="6035039" y="2926079"/>
            <a:ext cx="8787385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9" name="Connector 88"/>
          <p:cNvSpPr/>
          <p:nvPr/>
        </p:nvSpPr>
        <p:spPr>
          <a:xfrm flipH="1">
            <a:off x="7269480" y="2926079"/>
            <a:ext cx="7772401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0" name="Connector 89"/>
          <p:cNvSpPr/>
          <p:nvPr/>
        </p:nvSpPr>
        <p:spPr>
          <a:xfrm flipH="1">
            <a:off x="8503919" y="2926079"/>
            <a:ext cx="6757418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1" name="Connector 90"/>
          <p:cNvSpPr/>
          <p:nvPr/>
        </p:nvSpPr>
        <p:spPr>
          <a:xfrm flipH="1">
            <a:off x="9738359" y="2926079"/>
            <a:ext cx="5742433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2" name="Connector 91"/>
          <p:cNvSpPr/>
          <p:nvPr/>
        </p:nvSpPr>
        <p:spPr>
          <a:xfrm flipH="1">
            <a:off x="12070080" y="2926079"/>
            <a:ext cx="1874521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3" name="Connector 92"/>
          <p:cNvSpPr/>
          <p:nvPr/>
        </p:nvSpPr>
        <p:spPr>
          <a:xfrm flipH="1">
            <a:off x="13304519" y="2926079"/>
            <a:ext cx="859537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4" name="Connector 93"/>
          <p:cNvSpPr/>
          <p:nvPr/>
        </p:nvSpPr>
        <p:spPr>
          <a:xfrm>
            <a:off x="14383512" y="2926079"/>
            <a:ext cx="155449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5" name="Connector 94"/>
          <p:cNvSpPr/>
          <p:nvPr/>
        </p:nvSpPr>
        <p:spPr>
          <a:xfrm>
            <a:off x="14602967" y="2926079"/>
            <a:ext cx="1170433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6" name="Connector 95"/>
          <p:cNvSpPr/>
          <p:nvPr/>
        </p:nvSpPr>
        <p:spPr>
          <a:xfrm>
            <a:off x="14822423" y="2926079"/>
            <a:ext cx="2185417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7" name="Connector 96"/>
          <p:cNvSpPr/>
          <p:nvPr/>
        </p:nvSpPr>
        <p:spPr>
          <a:xfrm>
            <a:off x="15041880" y="2926079"/>
            <a:ext cx="3200401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8" name="Connector 97"/>
          <p:cNvSpPr/>
          <p:nvPr/>
        </p:nvSpPr>
        <p:spPr>
          <a:xfrm>
            <a:off x="15261336" y="2926079"/>
            <a:ext cx="4215385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9" name="Connector 98"/>
          <p:cNvSpPr/>
          <p:nvPr/>
        </p:nvSpPr>
        <p:spPr>
          <a:xfrm>
            <a:off x="15480791" y="2926079"/>
            <a:ext cx="5230369" cy="6126482"/>
          </a:xfrm>
          <a:prstGeom prst="line">
            <a:avLst/>
          </a:prstGeom>
          <a:ln w="14630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0" name="Connector 99"/>
          <p:cNvSpPr/>
          <p:nvPr/>
        </p:nvSpPr>
        <p:spPr>
          <a:xfrm flipH="1">
            <a:off x="1097280" y="2926079"/>
            <a:ext cx="15480792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1" name="Connector 100"/>
          <p:cNvSpPr/>
          <p:nvPr/>
        </p:nvSpPr>
        <p:spPr>
          <a:xfrm flipH="1">
            <a:off x="2331720" y="2926079"/>
            <a:ext cx="14465809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2" name="Connector 101"/>
          <p:cNvSpPr/>
          <p:nvPr/>
        </p:nvSpPr>
        <p:spPr>
          <a:xfrm flipH="1">
            <a:off x="3566159" y="2926079"/>
            <a:ext cx="13450825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3" name="Connector 102"/>
          <p:cNvSpPr/>
          <p:nvPr/>
        </p:nvSpPr>
        <p:spPr>
          <a:xfrm flipH="1">
            <a:off x="4800600" y="2926079"/>
            <a:ext cx="12435841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4" name="Connector 103"/>
          <p:cNvSpPr/>
          <p:nvPr/>
        </p:nvSpPr>
        <p:spPr>
          <a:xfrm flipH="1">
            <a:off x="6035040" y="2926079"/>
            <a:ext cx="11420857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5" name="Connector 104"/>
          <p:cNvSpPr/>
          <p:nvPr/>
        </p:nvSpPr>
        <p:spPr>
          <a:xfrm flipH="1">
            <a:off x="7269479" y="2926079"/>
            <a:ext cx="10405874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6" name="Connector 105"/>
          <p:cNvSpPr/>
          <p:nvPr/>
        </p:nvSpPr>
        <p:spPr>
          <a:xfrm flipH="1">
            <a:off x="8503919" y="2926079"/>
            <a:ext cx="9390889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7" name="Connector 106"/>
          <p:cNvSpPr/>
          <p:nvPr/>
        </p:nvSpPr>
        <p:spPr>
          <a:xfrm flipH="1">
            <a:off x="9738360" y="2926079"/>
            <a:ext cx="8375905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8" name="Connector 107"/>
          <p:cNvSpPr/>
          <p:nvPr/>
        </p:nvSpPr>
        <p:spPr>
          <a:xfrm flipH="1">
            <a:off x="12070080" y="2926079"/>
            <a:ext cx="4507993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9" name="Connector 108"/>
          <p:cNvSpPr/>
          <p:nvPr/>
        </p:nvSpPr>
        <p:spPr>
          <a:xfrm flipH="1">
            <a:off x="13304519" y="2926079"/>
            <a:ext cx="3493009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0" name="Connector 109"/>
          <p:cNvSpPr/>
          <p:nvPr/>
        </p:nvSpPr>
        <p:spPr>
          <a:xfrm flipH="1">
            <a:off x="14538960" y="2926079"/>
            <a:ext cx="2478025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1" name="Connector 110"/>
          <p:cNvSpPr/>
          <p:nvPr/>
        </p:nvSpPr>
        <p:spPr>
          <a:xfrm flipH="1">
            <a:off x="15773399" y="2926079"/>
            <a:ext cx="1463041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2" name="Connector 111"/>
          <p:cNvSpPr/>
          <p:nvPr/>
        </p:nvSpPr>
        <p:spPr>
          <a:xfrm flipH="1">
            <a:off x="17007839" y="2926079"/>
            <a:ext cx="448057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3" name="Connector 112"/>
          <p:cNvSpPr/>
          <p:nvPr/>
        </p:nvSpPr>
        <p:spPr>
          <a:xfrm>
            <a:off x="17675352" y="2926079"/>
            <a:ext cx="566929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4" name="Connector 113"/>
          <p:cNvSpPr/>
          <p:nvPr/>
        </p:nvSpPr>
        <p:spPr>
          <a:xfrm>
            <a:off x="17894808" y="2926079"/>
            <a:ext cx="1581913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5" name="Connector 114"/>
          <p:cNvSpPr/>
          <p:nvPr/>
        </p:nvSpPr>
        <p:spPr>
          <a:xfrm>
            <a:off x="18114263" y="2926079"/>
            <a:ext cx="2596897" cy="6126482"/>
          </a:xfrm>
          <a:prstGeom prst="line">
            <a:avLst/>
          </a:prstGeom>
          <a:ln w="14630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6" name="Connector 115"/>
          <p:cNvSpPr/>
          <p:nvPr/>
        </p:nvSpPr>
        <p:spPr>
          <a:xfrm flipH="1">
            <a:off x="1097280" y="2926079"/>
            <a:ext cx="18114263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7" name="Connector 116"/>
          <p:cNvSpPr/>
          <p:nvPr/>
        </p:nvSpPr>
        <p:spPr>
          <a:xfrm flipH="1">
            <a:off x="2331720" y="2926079"/>
            <a:ext cx="17099281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8" name="Connector 117"/>
          <p:cNvSpPr/>
          <p:nvPr/>
        </p:nvSpPr>
        <p:spPr>
          <a:xfrm flipH="1">
            <a:off x="3566159" y="2926079"/>
            <a:ext cx="16084297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9" name="Connector 118"/>
          <p:cNvSpPr/>
          <p:nvPr/>
        </p:nvSpPr>
        <p:spPr>
          <a:xfrm flipH="1">
            <a:off x="4800599" y="2926079"/>
            <a:ext cx="15069314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0" name="Connector 119"/>
          <p:cNvSpPr/>
          <p:nvPr/>
        </p:nvSpPr>
        <p:spPr>
          <a:xfrm flipH="1">
            <a:off x="6035040" y="2926079"/>
            <a:ext cx="14054329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1" name="Connector 120"/>
          <p:cNvSpPr/>
          <p:nvPr/>
        </p:nvSpPr>
        <p:spPr>
          <a:xfrm flipH="1">
            <a:off x="7269479" y="2926079"/>
            <a:ext cx="13039345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2" name="Connector 121"/>
          <p:cNvSpPr/>
          <p:nvPr/>
        </p:nvSpPr>
        <p:spPr>
          <a:xfrm flipH="1">
            <a:off x="8503919" y="2926079"/>
            <a:ext cx="12024361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3" name="Connector 122"/>
          <p:cNvSpPr/>
          <p:nvPr/>
        </p:nvSpPr>
        <p:spPr>
          <a:xfrm flipH="1">
            <a:off x="9738359" y="2926079"/>
            <a:ext cx="11009377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4" name="Connector 123"/>
          <p:cNvSpPr/>
          <p:nvPr/>
        </p:nvSpPr>
        <p:spPr>
          <a:xfrm flipH="1">
            <a:off x="12070080" y="2926079"/>
            <a:ext cx="7141465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5" name="Connector 124"/>
          <p:cNvSpPr/>
          <p:nvPr/>
        </p:nvSpPr>
        <p:spPr>
          <a:xfrm flipH="1">
            <a:off x="13304519" y="2926079"/>
            <a:ext cx="6126481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6" name="Connector 125"/>
          <p:cNvSpPr/>
          <p:nvPr/>
        </p:nvSpPr>
        <p:spPr>
          <a:xfrm flipH="1">
            <a:off x="14538960" y="2926079"/>
            <a:ext cx="5111497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7" name="Connector 126"/>
          <p:cNvSpPr/>
          <p:nvPr/>
        </p:nvSpPr>
        <p:spPr>
          <a:xfrm flipH="1">
            <a:off x="15773399" y="2926079"/>
            <a:ext cx="4096513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8" name="Connector 127"/>
          <p:cNvSpPr/>
          <p:nvPr/>
        </p:nvSpPr>
        <p:spPr>
          <a:xfrm flipH="1">
            <a:off x="17007839" y="2926079"/>
            <a:ext cx="3081529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9" name="Connector 128"/>
          <p:cNvSpPr/>
          <p:nvPr/>
        </p:nvSpPr>
        <p:spPr>
          <a:xfrm flipH="1">
            <a:off x="18242280" y="2926079"/>
            <a:ext cx="2066545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40" name="Connector 129"/>
          <p:cNvSpPr/>
          <p:nvPr/>
        </p:nvSpPr>
        <p:spPr>
          <a:xfrm flipH="1">
            <a:off x="19476719" y="2926079"/>
            <a:ext cx="1051561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41" name="Connector 130"/>
          <p:cNvSpPr/>
          <p:nvPr/>
        </p:nvSpPr>
        <p:spPr>
          <a:xfrm flipH="1">
            <a:off x="20711160" y="2926079"/>
            <a:ext cx="36577" cy="6126482"/>
          </a:xfrm>
          <a:prstGeom prst="line">
            <a:avLst/>
          </a:prstGeom>
          <a:ln w="14630">
            <a:solidFill>
              <a:srgbClr val="66748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42" name="Rectangle 131"/>
          <p:cNvSpPr/>
          <p:nvPr/>
        </p:nvSpPr>
        <p:spPr>
          <a:xfrm>
            <a:off x="594360" y="2057399"/>
            <a:ext cx="2148840" cy="868682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43" name="TextBox 132"/>
          <p:cNvSpPr txBox="1"/>
          <p:nvPr/>
        </p:nvSpPr>
        <p:spPr>
          <a:xfrm>
            <a:off x="1223108" y="2167127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7744" name="TextBox 133"/>
          <p:cNvSpPr txBox="1"/>
          <p:nvPr/>
        </p:nvSpPr>
        <p:spPr>
          <a:xfrm>
            <a:off x="1260036" y="241858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L1-P0-S0</a:t>
            </a:r>
          </a:p>
        </p:txBody>
      </p:sp>
      <p:sp>
        <p:nvSpPr>
          <p:cNvPr id="17745" name="Rectangle 134"/>
          <p:cNvSpPr/>
          <p:nvPr/>
        </p:nvSpPr>
        <p:spPr>
          <a:xfrm>
            <a:off x="3227832" y="2057399"/>
            <a:ext cx="2148841" cy="868682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46" name="TextBox 135"/>
          <p:cNvSpPr txBox="1"/>
          <p:nvPr/>
        </p:nvSpPr>
        <p:spPr>
          <a:xfrm>
            <a:off x="3856580" y="2167127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7747" name="TextBox 136"/>
          <p:cNvSpPr txBox="1"/>
          <p:nvPr/>
        </p:nvSpPr>
        <p:spPr>
          <a:xfrm>
            <a:off x="3893508" y="241858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L1-P0-S1</a:t>
            </a:r>
          </a:p>
        </p:txBody>
      </p:sp>
      <p:sp>
        <p:nvSpPr>
          <p:cNvPr id="17748" name="Rectangle 137"/>
          <p:cNvSpPr/>
          <p:nvPr/>
        </p:nvSpPr>
        <p:spPr>
          <a:xfrm>
            <a:off x="5861303" y="2057399"/>
            <a:ext cx="2148841" cy="868682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49" name="TextBox 138"/>
          <p:cNvSpPr txBox="1"/>
          <p:nvPr/>
        </p:nvSpPr>
        <p:spPr>
          <a:xfrm>
            <a:off x="6490051" y="2167127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7750" name="TextBox 139"/>
          <p:cNvSpPr txBox="1"/>
          <p:nvPr/>
        </p:nvSpPr>
        <p:spPr>
          <a:xfrm>
            <a:off x="6526979" y="241858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L1-P0-S2</a:t>
            </a:r>
          </a:p>
        </p:txBody>
      </p:sp>
      <p:sp>
        <p:nvSpPr>
          <p:cNvPr id="17751" name="Rectangle 140"/>
          <p:cNvSpPr/>
          <p:nvPr/>
        </p:nvSpPr>
        <p:spPr>
          <a:xfrm>
            <a:off x="8494776" y="2057399"/>
            <a:ext cx="2148841" cy="868682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52" name="TextBox 141"/>
          <p:cNvSpPr txBox="1"/>
          <p:nvPr/>
        </p:nvSpPr>
        <p:spPr>
          <a:xfrm>
            <a:off x="9123523" y="2167127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7753" name="TextBox 142"/>
          <p:cNvSpPr txBox="1"/>
          <p:nvPr/>
        </p:nvSpPr>
        <p:spPr>
          <a:xfrm>
            <a:off x="9160451" y="2418588"/>
            <a:ext cx="8174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L1-P0-S3</a:t>
            </a:r>
          </a:p>
        </p:txBody>
      </p:sp>
      <p:sp>
        <p:nvSpPr>
          <p:cNvPr id="17754" name="Rectangle 143"/>
          <p:cNvSpPr/>
          <p:nvPr/>
        </p:nvSpPr>
        <p:spPr>
          <a:xfrm>
            <a:off x="11128247" y="2057399"/>
            <a:ext cx="2148841" cy="868682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55" name="TextBox 144"/>
          <p:cNvSpPr txBox="1"/>
          <p:nvPr/>
        </p:nvSpPr>
        <p:spPr>
          <a:xfrm>
            <a:off x="11756995" y="2167127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7756" name="TextBox 145"/>
          <p:cNvSpPr txBox="1"/>
          <p:nvPr/>
        </p:nvSpPr>
        <p:spPr>
          <a:xfrm>
            <a:off x="11793923" y="2418588"/>
            <a:ext cx="8174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L1-P0-S4</a:t>
            </a:r>
          </a:p>
        </p:txBody>
      </p:sp>
      <p:sp>
        <p:nvSpPr>
          <p:cNvPr id="17757" name="Rectangle 146"/>
          <p:cNvSpPr/>
          <p:nvPr/>
        </p:nvSpPr>
        <p:spPr>
          <a:xfrm>
            <a:off x="13761719" y="2057399"/>
            <a:ext cx="2148841" cy="868682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58" name="TextBox 147"/>
          <p:cNvSpPr txBox="1"/>
          <p:nvPr/>
        </p:nvSpPr>
        <p:spPr>
          <a:xfrm>
            <a:off x="14390468" y="2167127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7759" name="TextBox 148"/>
          <p:cNvSpPr txBox="1"/>
          <p:nvPr/>
        </p:nvSpPr>
        <p:spPr>
          <a:xfrm>
            <a:off x="14427396" y="241858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L1-P0-S5</a:t>
            </a:r>
          </a:p>
        </p:txBody>
      </p:sp>
      <p:sp>
        <p:nvSpPr>
          <p:cNvPr id="17760" name="Rectangle 149"/>
          <p:cNvSpPr/>
          <p:nvPr/>
        </p:nvSpPr>
        <p:spPr>
          <a:xfrm>
            <a:off x="16395191" y="2057399"/>
            <a:ext cx="2148841" cy="868682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61" name="TextBox 150"/>
          <p:cNvSpPr txBox="1"/>
          <p:nvPr/>
        </p:nvSpPr>
        <p:spPr>
          <a:xfrm>
            <a:off x="17023939" y="2167127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7762" name="TextBox 151"/>
          <p:cNvSpPr txBox="1"/>
          <p:nvPr/>
        </p:nvSpPr>
        <p:spPr>
          <a:xfrm>
            <a:off x="17060867" y="2418588"/>
            <a:ext cx="81749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L1-P0-S6</a:t>
            </a:r>
          </a:p>
        </p:txBody>
      </p:sp>
      <p:sp>
        <p:nvSpPr>
          <p:cNvPr id="17763" name="Rectangle 152"/>
          <p:cNvSpPr/>
          <p:nvPr/>
        </p:nvSpPr>
        <p:spPr>
          <a:xfrm>
            <a:off x="19028663" y="2057399"/>
            <a:ext cx="2148841" cy="868682"/>
          </a:xfrm>
          <a:prstGeom prst="rect">
            <a:avLst/>
          </a:prstGeom>
          <a:solidFill>
            <a:srgbClr val="B5DC86"/>
          </a:solidFill>
          <a:ln w="18288">
            <a:solidFill>
              <a:srgbClr val="66748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64" name="TextBox 153"/>
          <p:cNvSpPr txBox="1"/>
          <p:nvPr/>
        </p:nvSpPr>
        <p:spPr>
          <a:xfrm>
            <a:off x="19657411" y="2167127"/>
            <a:ext cx="891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17765" name="TextBox 154"/>
          <p:cNvSpPr txBox="1"/>
          <p:nvPr/>
        </p:nvSpPr>
        <p:spPr>
          <a:xfrm>
            <a:off x="19694339" y="2418588"/>
            <a:ext cx="8174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L1-P0-S7</a:t>
            </a:r>
          </a:p>
        </p:txBody>
      </p:sp>
      <p:sp>
        <p:nvSpPr>
          <p:cNvPr id="17766" name="Rectangle 155"/>
          <p:cNvSpPr/>
          <p:nvPr/>
        </p:nvSpPr>
        <p:spPr>
          <a:xfrm>
            <a:off x="10241280" y="5440679"/>
            <a:ext cx="1463041" cy="53035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67" name="TextBox 156"/>
          <p:cNvSpPr txBox="1"/>
          <p:nvPr/>
        </p:nvSpPr>
        <p:spPr>
          <a:xfrm>
            <a:off x="10648872" y="5486399"/>
            <a:ext cx="64785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Clos</a:t>
            </a:r>
          </a:p>
        </p:txBody>
      </p:sp>
      <p:sp>
        <p:nvSpPr>
          <p:cNvPr id="17768" name="Rectangle 157"/>
          <p:cNvSpPr/>
          <p:nvPr/>
        </p:nvSpPr>
        <p:spPr>
          <a:xfrm>
            <a:off x="617219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69" name="TextBox 158"/>
          <p:cNvSpPr txBox="1"/>
          <p:nvPr/>
        </p:nvSpPr>
        <p:spPr>
          <a:xfrm>
            <a:off x="829092" y="9089135"/>
            <a:ext cx="53637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0</a:t>
            </a:r>
          </a:p>
        </p:txBody>
      </p:sp>
      <p:sp>
        <p:nvSpPr>
          <p:cNvPr id="17770" name="TextBox 159"/>
          <p:cNvSpPr txBox="1"/>
          <p:nvPr/>
        </p:nvSpPr>
        <p:spPr>
          <a:xfrm>
            <a:off x="1011883" y="9317735"/>
            <a:ext cx="1707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17771" name="Rectangle 160"/>
          <p:cNvSpPr/>
          <p:nvPr/>
        </p:nvSpPr>
        <p:spPr>
          <a:xfrm>
            <a:off x="1851660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72" name="TextBox 161"/>
          <p:cNvSpPr txBox="1"/>
          <p:nvPr/>
        </p:nvSpPr>
        <p:spPr>
          <a:xfrm>
            <a:off x="2063532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1</a:t>
            </a:r>
          </a:p>
        </p:txBody>
      </p:sp>
      <p:sp>
        <p:nvSpPr>
          <p:cNvPr id="17773" name="TextBox 162"/>
          <p:cNvSpPr txBox="1"/>
          <p:nvPr/>
        </p:nvSpPr>
        <p:spPr>
          <a:xfrm>
            <a:off x="2246324" y="9317735"/>
            <a:ext cx="1707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17774" name="Rectangle 163"/>
          <p:cNvSpPr/>
          <p:nvPr/>
        </p:nvSpPr>
        <p:spPr>
          <a:xfrm>
            <a:off x="3086100" y="9052559"/>
            <a:ext cx="960120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75" name="TextBox 164"/>
          <p:cNvSpPr txBox="1"/>
          <p:nvPr/>
        </p:nvSpPr>
        <p:spPr>
          <a:xfrm>
            <a:off x="329797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2</a:t>
            </a:r>
          </a:p>
        </p:txBody>
      </p:sp>
      <p:sp>
        <p:nvSpPr>
          <p:cNvPr id="17776" name="TextBox 165"/>
          <p:cNvSpPr txBox="1"/>
          <p:nvPr/>
        </p:nvSpPr>
        <p:spPr>
          <a:xfrm>
            <a:off x="3480763" y="9317735"/>
            <a:ext cx="1707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17777" name="Rectangle 166"/>
          <p:cNvSpPr/>
          <p:nvPr/>
        </p:nvSpPr>
        <p:spPr>
          <a:xfrm>
            <a:off x="4320540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78" name="TextBox 167"/>
          <p:cNvSpPr txBox="1"/>
          <p:nvPr/>
        </p:nvSpPr>
        <p:spPr>
          <a:xfrm>
            <a:off x="453241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3</a:t>
            </a:r>
          </a:p>
        </p:txBody>
      </p:sp>
      <p:sp>
        <p:nvSpPr>
          <p:cNvPr id="17779" name="TextBox 168"/>
          <p:cNvSpPr txBox="1"/>
          <p:nvPr/>
        </p:nvSpPr>
        <p:spPr>
          <a:xfrm>
            <a:off x="4715203" y="9317735"/>
            <a:ext cx="1707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17780" name="Rectangle 169"/>
          <p:cNvSpPr/>
          <p:nvPr/>
        </p:nvSpPr>
        <p:spPr>
          <a:xfrm>
            <a:off x="5554979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81" name="TextBox 170"/>
          <p:cNvSpPr txBox="1"/>
          <p:nvPr/>
        </p:nvSpPr>
        <p:spPr>
          <a:xfrm>
            <a:off x="576685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4</a:t>
            </a:r>
          </a:p>
        </p:txBody>
      </p:sp>
      <p:sp>
        <p:nvSpPr>
          <p:cNvPr id="17782" name="TextBox 171"/>
          <p:cNvSpPr txBox="1"/>
          <p:nvPr/>
        </p:nvSpPr>
        <p:spPr>
          <a:xfrm>
            <a:off x="5949643" y="9317735"/>
            <a:ext cx="1707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</a:t>
            </a:r>
          </a:p>
        </p:txBody>
      </p:sp>
      <p:sp>
        <p:nvSpPr>
          <p:cNvPr id="17783" name="Rectangle 172"/>
          <p:cNvSpPr/>
          <p:nvPr/>
        </p:nvSpPr>
        <p:spPr>
          <a:xfrm>
            <a:off x="6789419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84" name="TextBox 173"/>
          <p:cNvSpPr txBox="1"/>
          <p:nvPr/>
        </p:nvSpPr>
        <p:spPr>
          <a:xfrm>
            <a:off x="700129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5</a:t>
            </a:r>
          </a:p>
        </p:txBody>
      </p:sp>
      <p:sp>
        <p:nvSpPr>
          <p:cNvPr id="17785" name="TextBox 174"/>
          <p:cNvSpPr txBox="1"/>
          <p:nvPr/>
        </p:nvSpPr>
        <p:spPr>
          <a:xfrm>
            <a:off x="7184083" y="9317735"/>
            <a:ext cx="1707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17786" name="Rectangle 175"/>
          <p:cNvSpPr/>
          <p:nvPr/>
        </p:nvSpPr>
        <p:spPr>
          <a:xfrm>
            <a:off x="8023859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87" name="TextBox 176"/>
          <p:cNvSpPr txBox="1"/>
          <p:nvPr/>
        </p:nvSpPr>
        <p:spPr>
          <a:xfrm>
            <a:off x="823573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6</a:t>
            </a:r>
          </a:p>
        </p:txBody>
      </p:sp>
      <p:sp>
        <p:nvSpPr>
          <p:cNvPr id="17788" name="TextBox 177"/>
          <p:cNvSpPr txBox="1"/>
          <p:nvPr/>
        </p:nvSpPr>
        <p:spPr>
          <a:xfrm>
            <a:off x="8418523" y="9317735"/>
            <a:ext cx="1707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</a:t>
            </a:r>
          </a:p>
        </p:txBody>
      </p:sp>
      <p:sp>
        <p:nvSpPr>
          <p:cNvPr id="17789" name="Rectangle 178"/>
          <p:cNvSpPr/>
          <p:nvPr/>
        </p:nvSpPr>
        <p:spPr>
          <a:xfrm>
            <a:off x="9258300" y="9052559"/>
            <a:ext cx="960120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90" name="TextBox 179"/>
          <p:cNvSpPr txBox="1"/>
          <p:nvPr/>
        </p:nvSpPr>
        <p:spPr>
          <a:xfrm>
            <a:off x="947017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7</a:t>
            </a:r>
          </a:p>
        </p:txBody>
      </p:sp>
      <p:sp>
        <p:nvSpPr>
          <p:cNvPr id="17791" name="TextBox 180"/>
          <p:cNvSpPr txBox="1"/>
          <p:nvPr/>
        </p:nvSpPr>
        <p:spPr>
          <a:xfrm>
            <a:off x="9652963" y="9317735"/>
            <a:ext cx="1707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17792" name="TextBox 181"/>
          <p:cNvSpPr txBox="1"/>
          <p:nvPr/>
        </p:nvSpPr>
        <p:spPr>
          <a:xfrm>
            <a:off x="4347861" y="10378440"/>
            <a:ext cx="21307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Cabinet 0 / Node 0</a:t>
            </a:r>
          </a:p>
        </p:txBody>
      </p:sp>
      <p:sp>
        <p:nvSpPr>
          <p:cNvPr id="17793" name="Rectangle 182"/>
          <p:cNvSpPr/>
          <p:nvPr/>
        </p:nvSpPr>
        <p:spPr>
          <a:xfrm>
            <a:off x="11590019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94" name="TextBox 183"/>
          <p:cNvSpPr txBox="1"/>
          <p:nvPr/>
        </p:nvSpPr>
        <p:spPr>
          <a:xfrm>
            <a:off x="1180189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0</a:t>
            </a:r>
          </a:p>
        </p:txBody>
      </p:sp>
      <p:sp>
        <p:nvSpPr>
          <p:cNvPr id="17795" name="TextBox 184"/>
          <p:cNvSpPr txBox="1"/>
          <p:nvPr/>
        </p:nvSpPr>
        <p:spPr>
          <a:xfrm>
            <a:off x="11935241" y="9317735"/>
            <a:ext cx="2696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r64</a:t>
            </a:r>
          </a:p>
        </p:txBody>
      </p:sp>
      <p:sp>
        <p:nvSpPr>
          <p:cNvPr id="17796" name="Rectangle 185"/>
          <p:cNvSpPr/>
          <p:nvPr/>
        </p:nvSpPr>
        <p:spPr>
          <a:xfrm>
            <a:off x="12824459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97" name="TextBox 186"/>
          <p:cNvSpPr txBox="1"/>
          <p:nvPr/>
        </p:nvSpPr>
        <p:spPr>
          <a:xfrm>
            <a:off x="1303633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1</a:t>
            </a:r>
          </a:p>
        </p:txBody>
      </p:sp>
      <p:sp>
        <p:nvSpPr>
          <p:cNvPr id="17798" name="TextBox 187"/>
          <p:cNvSpPr txBox="1"/>
          <p:nvPr/>
        </p:nvSpPr>
        <p:spPr>
          <a:xfrm>
            <a:off x="13169681" y="9317735"/>
            <a:ext cx="2696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r65</a:t>
            </a:r>
          </a:p>
        </p:txBody>
      </p:sp>
      <p:sp>
        <p:nvSpPr>
          <p:cNvPr id="17799" name="Rectangle 188"/>
          <p:cNvSpPr/>
          <p:nvPr/>
        </p:nvSpPr>
        <p:spPr>
          <a:xfrm>
            <a:off x="14058900" y="9052559"/>
            <a:ext cx="960120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00" name="TextBox 189"/>
          <p:cNvSpPr txBox="1"/>
          <p:nvPr/>
        </p:nvSpPr>
        <p:spPr>
          <a:xfrm>
            <a:off x="1427077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2</a:t>
            </a:r>
          </a:p>
        </p:txBody>
      </p:sp>
      <p:sp>
        <p:nvSpPr>
          <p:cNvPr id="17801" name="TextBox 190"/>
          <p:cNvSpPr txBox="1"/>
          <p:nvPr/>
        </p:nvSpPr>
        <p:spPr>
          <a:xfrm>
            <a:off x="14404121" y="9317735"/>
            <a:ext cx="2696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r66</a:t>
            </a:r>
          </a:p>
        </p:txBody>
      </p:sp>
      <p:sp>
        <p:nvSpPr>
          <p:cNvPr id="17802" name="Rectangle 191"/>
          <p:cNvSpPr/>
          <p:nvPr/>
        </p:nvSpPr>
        <p:spPr>
          <a:xfrm>
            <a:off x="15293339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03" name="TextBox 192"/>
          <p:cNvSpPr txBox="1"/>
          <p:nvPr/>
        </p:nvSpPr>
        <p:spPr>
          <a:xfrm>
            <a:off x="1550521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3</a:t>
            </a:r>
          </a:p>
        </p:txBody>
      </p:sp>
      <p:sp>
        <p:nvSpPr>
          <p:cNvPr id="17804" name="TextBox 193"/>
          <p:cNvSpPr txBox="1"/>
          <p:nvPr/>
        </p:nvSpPr>
        <p:spPr>
          <a:xfrm>
            <a:off x="15638561" y="9317735"/>
            <a:ext cx="2696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r67</a:t>
            </a:r>
          </a:p>
        </p:txBody>
      </p:sp>
      <p:sp>
        <p:nvSpPr>
          <p:cNvPr id="17805" name="Rectangle 194"/>
          <p:cNvSpPr/>
          <p:nvPr/>
        </p:nvSpPr>
        <p:spPr>
          <a:xfrm>
            <a:off x="16527780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06" name="TextBox 195"/>
          <p:cNvSpPr txBox="1"/>
          <p:nvPr/>
        </p:nvSpPr>
        <p:spPr>
          <a:xfrm>
            <a:off x="1673965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4</a:t>
            </a:r>
          </a:p>
        </p:txBody>
      </p:sp>
      <p:sp>
        <p:nvSpPr>
          <p:cNvPr id="17807" name="TextBox 196"/>
          <p:cNvSpPr txBox="1"/>
          <p:nvPr/>
        </p:nvSpPr>
        <p:spPr>
          <a:xfrm>
            <a:off x="16873001" y="9317735"/>
            <a:ext cx="2696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r68</a:t>
            </a:r>
          </a:p>
        </p:txBody>
      </p:sp>
      <p:sp>
        <p:nvSpPr>
          <p:cNvPr id="17808" name="Rectangle 197"/>
          <p:cNvSpPr/>
          <p:nvPr/>
        </p:nvSpPr>
        <p:spPr>
          <a:xfrm>
            <a:off x="17762219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09" name="TextBox 198"/>
          <p:cNvSpPr txBox="1"/>
          <p:nvPr/>
        </p:nvSpPr>
        <p:spPr>
          <a:xfrm>
            <a:off x="17974090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5</a:t>
            </a:r>
          </a:p>
        </p:txBody>
      </p:sp>
      <p:sp>
        <p:nvSpPr>
          <p:cNvPr id="17810" name="TextBox 199"/>
          <p:cNvSpPr txBox="1"/>
          <p:nvPr/>
        </p:nvSpPr>
        <p:spPr>
          <a:xfrm>
            <a:off x="18107440" y="9317735"/>
            <a:ext cx="2696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r69</a:t>
            </a:r>
          </a:p>
        </p:txBody>
      </p:sp>
      <p:sp>
        <p:nvSpPr>
          <p:cNvPr id="17811" name="Rectangle 200"/>
          <p:cNvSpPr/>
          <p:nvPr/>
        </p:nvSpPr>
        <p:spPr>
          <a:xfrm>
            <a:off x="18996660" y="9052559"/>
            <a:ext cx="960121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12" name="TextBox 201"/>
          <p:cNvSpPr txBox="1"/>
          <p:nvPr/>
        </p:nvSpPr>
        <p:spPr>
          <a:xfrm>
            <a:off x="19208531" y="9089135"/>
            <a:ext cx="53637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6</a:t>
            </a:r>
          </a:p>
        </p:txBody>
      </p:sp>
      <p:sp>
        <p:nvSpPr>
          <p:cNvPr id="17813" name="TextBox 202"/>
          <p:cNvSpPr txBox="1"/>
          <p:nvPr/>
        </p:nvSpPr>
        <p:spPr>
          <a:xfrm>
            <a:off x="19341881" y="9317735"/>
            <a:ext cx="26967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r70</a:t>
            </a:r>
          </a:p>
        </p:txBody>
      </p:sp>
      <p:sp>
        <p:nvSpPr>
          <p:cNvPr id="17814" name="Rectangle 203"/>
          <p:cNvSpPr/>
          <p:nvPr/>
        </p:nvSpPr>
        <p:spPr>
          <a:xfrm>
            <a:off x="20231100" y="9052559"/>
            <a:ext cx="960120" cy="640081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15" name="TextBox 204"/>
          <p:cNvSpPr txBox="1"/>
          <p:nvPr/>
        </p:nvSpPr>
        <p:spPr>
          <a:xfrm>
            <a:off x="20442971" y="9089135"/>
            <a:ext cx="5363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7</a:t>
            </a:r>
          </a:p>
        </p:txBody>
      </p:sp>
      <p:sp>
        <p:nvSpPr>
          <p:cNvPr id="17816" name="TextBox 205"/>
          <p:cNvSpPr txBox="1"/>
          <p:nvPr/>
        </p:nvSpPr>
        <p:spPr>
          <a:xfrm>
            <a:off x="20576321" y="9317735"/>
            <a:ext cx="26967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r71</a:t>
            </a:r>
          </a:p>
        </p:txBody>
      </p:sp>
      <p:sp>
        <p:nvSpPr>
          <p:cNvPr id="17817" name="TextBox 206"/>
          <p:cNvSpPr txBox="1"/>
          <p:nvPr/>
        </p:nvSpPr>
        <p:spPr>
          <a:xfrm>
            <a:off x="15320661" y="10378440"/>
            <a:ext cx="21307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Cabinet 1 / Node 8</a:t>
            </a:r>
          </a:p>
        </p:txBody>
      </p:sp>
      <p:sp>
        <p:nvSpPr>
          <p:cNvPr id="17818" name="TextBox 207"/>
          <p:cNvSpPr txBox="1"/>
          <p:nvPr/>
        </p:nvSpPr>
        <p:spPr>
          <a:xfrm>
            <a:off x="7275137" y="11155680"/>
            <a:ext cx="739532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128 x 8 = 1024 bidirectional NPU-switch links. No switch-switch links.</a:t>
            </a:r>
          </a:p>
        </p:txBody>
      </p:sp>
      <p:sp>
        <p:nvSpPr>
          <p:cNvPr id="17819" name="TextBox 208"/>
          <p:cNvSpPr txBox="1"/>
          <p:nvPr/>
        </p:nvSpPr>
        <p:spPr>
          <a:xfrm>
            <a:off x="6624308" y="11704319"/>
            <a:ext cx="8696984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link = 20 GB/s per direction. Each NPU has 8 x 20 = 160 GB/s switch-facing capacity.</a:t>
            </a:r>
          </a:p>
        </p:txBody>
      </p:sp>
      <p:sp>
        <p:nvSpPr>
          <p:cNvPr id="17820" name="TextBox 209"/>
          <p:cNvSpPr txBox="1"/>
          <p:nvPr/>
        </p:nvSpPr>
        <p:spPr>
          <a:xfrm>
            <a:off x="6806803" y="12161519"/>
            <a:ext cx="8331994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switch has 128 populated downlinks; nominal aggregate ingress capacity = 2560 GB/s.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